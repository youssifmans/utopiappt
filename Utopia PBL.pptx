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32"/>
  </p:notesMasterIdLst>
  <p:sldIdLst>
    <p:sldId id="256" r:id="rId2"/>
    <p:sldId id="258" r:id="rId3"/>
    <p:sldId id="266" r:id="rId4"/>
    <p:sldId id="259" r:id="rId5"/>
    <p:sldId id="260" r:id="rId6"/>
    <p:sldId id="308" r:id="rId7"/>
    <p:sldId id="274" r:id="rId8"/>
    <p:sldId id="310" r:id="rId9"/>
    <p:sldId id="311" r:id="rId10"/>
    <p:sldId id="273" r:id="rId11"/>
    <p:sldId id="309" r:id="rId12"/>
    <p:sldId id="307" r:id="rId13"/>
    <p:sldId id="306" r:id="rId14"/>
    <p:sldId id="264" r:id="rId15"/>
    <p:sldId id="265" r:id="rId16"/>
    <p:sldId id="267" r:id="rId17"/>
    <p:sldId id="269" r:id="rId18"/>
    <p:sldId id="270" r:id="rId19"/>
    <p:sldId id="271" r:id="rId20"/>
    <p:sldId id="272" r:id="rId21"/>
    <p:sldId id="275" r:id="rId22"/>
    <p:sldId id="276" r:id="rId23"/>
    <p:sldId id="277" r:id="rId24"/>
    <p:sldId id="278" r:id="rId25"/>
    <p:sldId id="279" r:id="rId26"/>
    <p:sldId id="280" r:id="rId27"/>
    <p:sldId id="281" r:id="rId28"/>
    <p:sldId id="282" r:id="rId29"/>
    <p:sldId id="283" r:id="rId30"/>
    <p:sldId id="284" r:id="rId31"/>
  </p:sldIdLst>
  <p:sldSz cx="9144000" cy="5143500" type="screen16x9"/>
  <p:notesSz cx="6858000" cy="9144000"/>
  <p:embeddedFontLst>
    <p:embeddedFont>
      <p:font typeface="Barlow Semi Condensed" panose="00000506000000000000" pitchFamily="2" charset="0"/>
      <p:regular r:id="rId33"/>
      <p:bold r:id="rId34"/>
      <p:italic r:id="rId35"/>
      <p:boldItalic r:id="rId36"/>
    </p:embeddedFont>
    <p:embeddedFont>
      <p:font typeface="Bodoni Moda" panose="020B0604020202020204" charset="0"/>
      <p:regular r:id="rId37"/>
      <p:bold r:id="rId38"/>
      <p:italic r:id="rId39"/>
      <p:boldItalic r:id="rId40"/>
    </p:embeddedFont>
    <p:embeddedFont>
      <p:font typeface="Faustina" panose="020B0604020202020204" charset="0"/>
      <p:regular r:id="rId41"/>
      <p:bold r:id="rId42"/>
      <p:italic r:id="rId43"/>
      <p:boldItalic r:id="rId44"/>
    </p:embeddedFont>
    <p:embeddedFont>
      <p:font typeface="Faustina SemiBold" panose="020B0604020202020204" charset="0"/>
      <p:regular r:id="rId45"/>
      <p:bold r:id="rId46"/>
      <p:italic r:id="rId47"/>
      <p:boldItalic r:id="rId48"/>
    </p:embeddedFont>
    <p:embeddedFont>
      <p:font typeface="Lexend Deca" panose="020B0604020202020204" charset="0"/>
      <p:regular r:id="rId49"/>
      <p:bold r:id="rId50"/>
    </p:embeddedFont>
    <p:embeddedFont>
      <p:font typeface="Lexend Deca Light"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E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A570EE-5121-40FB-8022-872D27ADB7F8}">
  <a:tblStyle styleId="{29A570EE-5121-40FB-8022-872D27ADB7F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0"/>
        <p:cNvGrpSpPr/>
        <p:nvPr/>
      </p:nvGrpSpPr>
      <p:grpSpPr>
        <a:xfrm>
          <a:off x="0" y="0"/>
          <a:ext cx="0" cy="0"/>
          <a:chOff x="0" y="0"/>
          <a:chExt cx="0" cy="0"/>
        </a:xfrm>
      </p:grpSpPr>
      <p:sp>
        <p:nvSpPr>
          <p:cNvPr id="8211" name="Google Shape;8211;gfc34f001f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12" name="Google Shape;8212;gfc34f001f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4"/>
        <p:cNvGrpSpPr/>
        <p:nvPr/>
      </p:nvGrpSpPr>
      <p:grpSpPr>
        <a:xfrm>
          <a:off x="0" y="0"/>
          <a:ext cx="0" cy="0"/>
          <a:chOff x="0" y="0"/>
          <a:chExt cx="0" cy="0"/>
        </a:xfrm>
      </p:grpSpPr>
      <p:sp>
        <p:nvSpPr>
          <p:cNvPr id="8235" name="Google Shape;8235;g13ac0f7f02a_0_5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6" name="Google Shape;8236;g13ac0f7f02a_0_5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2"/>
        <p:cNvGrpSpPr/>
        <p:nvPr/>
      </p:nvGrpSpPr>
      <p:grpSpPr>
        <a:xfrm>
          <a:off x="0" y="0"/>
          <a:ext cx="0" cy="0"/>
          <a:chOff x="0" y="0"/>
          <a:chExt cx="0" cy="0"/>
        </a:xfrm>
      </p:grpSpPr>
      <p:sp>
        <p:nvSpPr>
          <p:cNvPr id="8433" name="Google Shape;8433;g13b264254d9_2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4" name="Google Shape;8434;g13b264254d9_2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6"/>
        <p:cNvGrpSpPr/>
        <p:nvPr/>
      </p:nvGrpSpPr>
      <p:grpSpPr>
        <a:xfrm>
          <a:off x="0" y="0"/>
          <a:ext cx="0" cy="0"/>
          <a:chOff x="0" y="0"/>
          <a:chExt cx="0" cy="0"/>
        </a:xfrm>
      </p:grpSpPr>
      <p:sp>
        <p:nvSpPr>
          <p:cNvPr id="8267" name="Google Shape;8267;gfa80e7452a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8" name="Google Shape;8268;gfa80e7452a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NADA</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5"/>
        <p:cNvGrpSpPr/>
        <p:nvPr/>
      </p:nvGrpSpPr>
      <p:grpSpPr>
        <a:xfrm>
          <a:off x="0" y="0"/>
          <a:ext cx="0" cy="0"/>
          <a:chOff x="0" y="0"/>
          <a:chExt cx="0" cy="0"/>
        </a:xfrm>
      </p:grpSpPr>
      <p:sp>
        <p:nvSpPr>
          <p:cNvPr id="8276" name="Google Shape;8276;g13b023cb696_1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7" name="Google Shape;8277;g13b023cb696_1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3"/>
        <p:cNvGrpSpPr/>
        <p:nvPr/>
      </p:nvGrpSpPr>
      <p:grpSpPr>
        <a:xfrm>
          <a:off x="0" y="0"/>
          <a:ext cx="0" cy="0"/>
          <a:chOff x="0" y="0"/>
          <a:chExt cx="0" cy="0"/>
        </a:xfrm>
      </p:grpSpPr>
      <p:sp>
        <p:nvSpPr>
          <p:cNvPr id="8594" name="Google Shape;8594;g13b264254d9_2_1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5" name="Google Shape;8595;g13b264254d9_2_1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1"/>
        <p:cNvGrpSpPr/>
        <p:nvPr/>
      </p:nvGrpSpPr>
      <p:grpSpPr>
        <a:xfrm>
          <a:off x="0" y="0"/>
          <a:ext cx="0" cy="0"/>
          <a:chOff x="0" y="0"/>
          <a:chExt cx="0" cy="0"/>
        </a:xfrm>
      </p:grpSpPr>
      <p:sp>
        <p:nvSpPr>
          <p:cNvPr id="8582" name="Google Shape;8582;g13b264254d9_2_2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3" name="Google Shape;8583;g13b264254d9_2_2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9"/>
        <p:cNvGrpSpPr/>
        <p:nvPr/>
      </p:nvGrpSpPr>
      <p:grpSpPr>
        <a:xfrm>
          <a:off x="0" y="0"/>
          <a:ext cx="0" cy="0"/>
          <a:chOff x="0" y="0"/>
          <a:chExt cx="0" cy="0"/>
        </a:xfrm>
      </p:grpSpPr>
      <p:sp>
        <p:nvSpPr>
          <p:cNvPr id="8340" name="Google Shape;8340;g13b264254d9_2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1" name="Google Shape;8341;g13b264254d9_2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5"/>
        <p:cNvGrpSpPr/>
        <p:nvPr/>
      </p:nvGrpSpPr>
      <p:grpSpPr>
        <a:xfrm>
          <a:off x="0" y="0"/>
          <a:ext cx="0" cy="0"/>
          <a:chOff x="0" y="0"/>
          <a:chExt cx="0" cy="0"/>
        </a:xfrm>
      </p:grpSpPr>
      <p:sp>
        <p:nvSpPr>
          <p:cNvPr id="8396" name="Google Shape;8396;g13b264254d9_2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7" name="Google Shape;8397;g13b264254d9_2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5"/>
        <p:cNvGrpSpPr/>
        <p:nvPr/>
      </p:nvGrpSpPr>
      <p:grpSpPr>
        <a:xfrm>
          <a:off x="0" y="0"/>
          <a:ext cx="0" cy="0"/>
          <a:chOff x="0" y="0"/>
          <a:chExt cx="0" cy="0"/>
        </a:xfrm>
      </p:grpSpPr>
      <p:sp>
        <p:nvSpPr>
          <p:cNvPr id="8496" name="Google Shape;8496;g13b264254d9_2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7" name="Google Shape;8497;g13b264254d9_2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9"/>
        <p:cNvGrpSpPr/>
        <p:nvPr/>
      </p:nvGrpSpPr>
      <p:grpSpPr>
        <a:xfrm>
          <a:off x="0" y="0"/>
          <a:ext cx="0" cy="0"/>
          <a:chOff x="0" y="0"/>
          <a:chExt cx="0" cy="0"/>
        </a:xfrm>
      </p:grpSpPr>
      <p:sp>
        <p:nvSpPr>
          <p:cNvPr id="8520" name="Google Shape;8520;g13b264254d9_2_1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1" name="Google Shape;8521;g13b264254d9_2_1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3"/>
        <p:cNvGrpSpPr/>
        <p:nvPr/>
      </p:nvGrpSpPr>
      <p:grpSpPr>
        <a:xfrm>
          <a:off x="0" y="0"/>
          <a:ext cx="0" cy="0"/>
          <a:chOff x="0" y="0"/>
          <a:chExt cx="0" cy="0"/>
        </a:xfrm>
      </p:grpSpPr>
      <p:sp>
        <p:nvSpPr>
          <p:cNvPr id="8544" name="Google Shape;8544;g13b264254d9_2_1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5" name="Google Shape;8545;g13b264254d9_2_1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8"/>
        <p:cNvGrpSpPr/>
        <p:nvPr/>
      </p:nvGrpSpPr>
      <p:grpSpPr>
        <a:xfrm>
          <a:off x="0" y="0"/>
          <a:ext cx="0" cy="0"/>
          <a:chOff x="0" y="0"/>
          <a:chExt cx="0" cy="0"/>
        </a:xfrm>
      </p:grpSpPr>
      <p:sp>
        <p:nvSpPr>
          <p:cNvPr id="8559" name="Google Shape;8559;g13b264254d9_2_16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0" name="Google Shape;8560;g13b264254d9_2_16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3"/>
        <p:cNvGrpSpPr/>
        <p:nvPr/>
      </p:nvGrpSpPr>
      <p:grpSpPr>
        <a:xfrm>
          <a:off x="0" y="0"/>
          <a:ext cx="0" cy="0"/>
          <a:chOff x="0" y="0"/>
          <a:chExt cx="0" cy="0"/>
        </a:xfrm>
      </p:grpSpPr>
      <p:sp>
        <p:nvSpPr>
          <p:cNvPr id="8564" name="Google Shape;8564;g13b264254d9_2_16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5" name="Google Shape;8565;g13b264254d9_2_1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3"/>
        <p:cNvGrpSpPr/>
        <p:nvPr/>
      </p:nvGrpSpPr>
      <p:grpSpPr>
        <a:xfrm>
          <a:off x="0" y="0"/>
          <a:ext cx="0" cy="0"/>
          <a:chOff x="0" y="0"/>
          <a:chExt cx="0" cy="0"/>
        </a:xfrm>
      </p:grpSpPr>
      <p:sp>
        <p:nvSpPr>
          <p:cNvPr id="8614" name="Google Shape;8614;g13b6f96c039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5" name="Google Shape;8615;g13b6f96c039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2"/>
        <p:cNvGrpSpPr/>
        <p:nvPr/>
      </p:nvGrpSpPr>
      <p:grpSpPr>
        <a:xfrm>
          <a:off x="0" y="0"/>
          <a:ext cx="0" cy="0"/>
          <a:chOff x="0" y="0"/>
          <a:chExt cx="0" cy="0"/>
        </a:xfrm>
      </p:grpSpPr>
      <p:sp>
        <p:nvSpPr>
          <p:cNvPr id="8853" name="Google Shape;8853;g13b264254d9_2_19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4" name="Google Shape;8854;g13b264254d9_2_19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8"/>
        <p:cNvGrpSpPr/>
        <p:nvPr/>
      </p:nvGrpSpPr>
      <p:grpSpPr>
        <a:xfrm>
          <a:off x="0" y="0"/>
          <a:ext cx="0" cy="0"/>
          <a:chOff x="0" y="0"/>
          <a:chExt cx="0" cy="0"/>
        </a:xfrm>
      </p:grpSpPr>
      <p:sp>
        <p:nvSpPr>
          <p:cNvPr id="8899" name="Google Shape;8899;g13b264254d9_2_2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0" name="Google Shape;8900;g13b264254d9_2_2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4"/>
        <p:cNvGrpSpPr/>
        <p:nvPr/>
      </p:nvGrpSpPr>
      <p:grpSpPr>
        <a:xfrm>
          <a:off x="0" y="0"/>
          <a:ext cx="0" cy="0"/>
          <a:chOff x="0" y="0"/>
          <a:chExt cx="0" cy="0"/>
        </a:xfrm>
      </p:grpSpPr>
      <p:sp>
        <p:nvSpPr>
          <p:cNvPr id="8915" name="Google Shape;8915;g13b264254d9_2_2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6" name="Google Shape;8916;g13b264254d9_2_2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8"/>
        <p:cNvGrpSpPr/>
        <p:nvPr/>
      </p:nvGrpSpPr>
      <p:grpSpPr>
        <a:xfrm>
          <a:off x="0" y="0"/>
          <a:ext cx="0" cy="0"/>
          <a:chOff x="0" y="0"/>
          <a:chExt cx="0" cy="0"/>
        </a:xfrm>
      </p:grpSpPr>
      <p:sp>
        <p:nvSpPr>
          <p:cNvPr id="8929" name="Google Shape;8929;g13b264254d9_2_2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0" name="Google Shape;8930;g13b264254d9_2_2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4"/>
        <p:cNvGrpSpPr/>
        <p:nvPr/>
      </p:nvGrpSpPr>
      <p:grpSpPr>
        <a:xfrm>
          <a:off x="0" y="0"/>
          <a:ext cx="0" cy="0"/>
          <a:chOff x="0" y="0"/>
          <a:chExt cx="0" cy="0"/>
        </a:xfrm>
      </p:grpSpPr>
      <p:sp>
        <p:nvSpPr>
          <p:cNvPr id="8945" name="Google Shape;8945;g13b264254d9_2_2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6" name="Google Shape;8946;g13b264254d9_2_2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6"/>
        <p:cNvGrpSpPr/>
        <p:nvPr/>
      </p:nvGrpSpPr>
      <p:grpSpPr>
        <a:xfrm>
          <a:off x="0" y="0"/>
          <a:ext cx="0" cy="0"/>
          <a:chOff x="0" y="0"/>
          <a:chExt cx="0" cy="0"/>
        </a:xfrm>
      </p:grpSpPr>
      <p:sp>
        <p:nvSpPr>
          <p:cNvPr id="8967" name="Google Shape;8967;g13b264254d9_2_2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8" name="Google Shape;8968;g13b264254d9_2_2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3"/>
        <p:cNvGrpSpPr/>
        <p:nvPr/>
      </p:nvGrpSpPr>
      <p:grpSpPr>
        <a:xfrm>
          <a:off x="0" y="0"/>
          <a:ext cx="0" cy="0"/>
          <a:chOff x="0" y="0"/>
          <a:chExt cx="0" cy="0"/>
        </a:xfrm>
      </p:grpSpPr>
      <p:sp>
        <p:nvSpPr>
          <p:cNvPr id="8984" name="Google Shape;8984;g13b264254d9_2_2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5" name="Google Shape;8985;g13b264254d9_2_2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6"/>
        <p:cNvGrpSpPr/>
        <p:nvPr/>
      </p:nvGrpSpPr>
      <p:grpSpPr>
        <a:xfrm>
          <a:off x="0" y="0"/>
          <a:ext cx="0" cy="0"/>
          <a:chOff x="0" y="0"/>
          <a:chExt cx="0" cy="0"/>
        </a:xfrm>
      </p:grpSpPr>
      <p:sp>
        <p:nvSpPr>
          <p:cNvPr id="9007" name="Google Shape;9007;g13b264254d9_2_2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8" name="Google Shape;9008;g13b264254d9_2_2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4"/>
        <p:cNvGrpSpPr/>
        <p:nvPr/>
      </p:nvGrpSpPr>
      <p:grpSpPr>
        <a:xfrm>
          <a:off x="0" y="0"/>
          <a:ext cx="0" cy="0"/>
          <a:chOff x="0" y="0"/>
          <a:chExt cx="0" cy="0"/>
        </a:xfrm>
      </p:grpSpPr>
      <p:sp>
        <p:nvSpPr>
          <p:cNvPr id="9025" name="Google Shape;9025;g13b264254d9_2_2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6" name="Google Shape;9026;g13b264254d9_2_2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8" Type="http://schemas.openxmlformats.org/officeDocument/2006/relationships/hyperlink" Target="https://flaticon.com/" TargetMode="External"/><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hyperlink" Target="http://bit.ly/2Tynxth" TargetMode="External"/><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2.png"/><Relationship Id="rId16"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3.png"/><Relationship Id="rId5" Type="http://schemas.openxmlformats.org/officeDocument/2006/relationships/image" Target="../media/image11.png"/><Relationship Id="rId1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s://freepik.com/" TargetMode="External"/><Relationship Id="rId1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3">
            <a:alphaModFix/>
          </a:blip>
          <a:srcRect l="69" r="69"/>
          <a:stretch/>
        </p:blipFill>
        <p:spPr>
          <a:xfrm>
            <a:off x="3586663" y="589925"/>
            <a:ext cx="2796874" cy="2796875"/>
          </a:xfrm>
          <a:prstGeom prst="rect">
            <a:avLst/>
          </a:prstGeom>
          <a:noFill/>
          <a:ln>
            <a:noFill/>
          </a:ln>
        </p:spPr>
      </p:pic>
      <p:pic>
        <p:nvPicPr>
          <p:cNvPr id="10" name="Google Shape;10;p2"/>
          <p:cNvPicPr preferRelativeResize="0"/>
          <p:nvPr/>
        </p:nvPicPr>
        <p:blipFill rotWithShape="1">
          <a:blip r:embed="rId4">
            <a:alphaModFix/>
          </a:blip>
          <a:srcRect l="69" r="69"/>
          <a:stretch/>
        </p:blipFill>
        <p:spPr>
          <a:xfrm>
            <a:off x="7364500" y="3393600"/>
            <a:ext cx="1408125" cy="1408125"/>
          </a:xfrm>
          <a:prstGeom prst="rect">
            <a:avLst/>
          </a:prstGeom>
          <a:noFill/>
          <a:ln>
            <a:noFill/>
          </a:ln>
        </p:spPr>
      </p:pic>
      <p:pic>
        <p:nvPicPr>
          <p:cNvPr id="11" name="Google Shape;11;p2"/>
          <p:cNvPicPr preferRelativeResize="0"/>
          <p:nvPr/>
        </p:nvPicPr>
        <p:blipFill rotWithShape="1">
          <a:blip r:embed="rId5">
            <a:alphaModFix/>
          </a:blip>
          <a:srcRect l="69" r="69"/>
          <a:stretch/>
        </p:blipFill>
        <p:spPr>
          <a:xfrm>
            <a:off x="1684525" y="542375"/>
            <a:ext cx="1001999" cy="1001999"/>
          </a:xfrm>
          <a:prstGeom prst="rect">
            <a:avLst/>
          </a:prstGeom>
          <a:noFill/>
          <a:ln>
            <a:noFill/>
          </a:ln>
        </p:spPr>
      </p:pic>
      <p:sp>
        <p:nvSpPr>
          <p:cNvPr id="12" name="Google Shape;12;p2"/>
          <p:cNvSpPr/>
          <p:nvPr/>
        </p:nvSpPr>
        <p:spPr>
          <a:xfrm>
            <a:off x="3382775" y="613775"/>
            <a:ext cx="1189225" cy="188500"/>
          </a:xfrm>
          <a:custGeom>
            <a:avLst/>
            <a:gdLst/>
            <a:ahLst/>
            <a:cxnLst/>
            <a:rect l="l" t="t" r="r" b="b"/>
            <a:pathLst>
              <a:path w="47569" h="7540" extrusionOk="0">
                <a:moveTo>
                  <a:pt x="21716" y="1"/>
                </a:moveTo>
                <a:cubicBezTo>
                  <a:pt x="18347" y="1"/>
                  <a:pt x="18681" y="2569"/>
                  <a:pt x="21716" y="2569"/>
                </a:cubicBezTo>
                <a:lnTo>
                  <a:pt x="22784" y="2569"/>
                </a:lnTo>
                <a:cubicBezTo>
                  <a:pt x="26520" y="2569"/>
                  <a:pt x="26019" y="4737"/>
                  <a:pt x="22784" y="4737"/>
                </a:cubicBezTo>
                <a:lnTo>
                  <a:pt x="4404" y="4737"/>
                </a:lnTo>
                <a:cubicBezTo>
                  <a:pt x="434" y="4737"/>
                  <a:pt x="1" y="7539"/>
                  <a:pt x="4404" y="7539"/>
                </a:cubicBezTo>
                <a:lnTo>
                  <a:pt x="35193" y="7539"/>
                </a:lnTo>
                <a:cubicBezTo>
                  <a:pt x="37961" y="7539"/>
                  <a:pt x="39062" y="4871"/>
                  <a:pt x="35193" y="4871"/>
                </a:cubicBezTo>
                <a:cubicBezTo>
                  <a:pt x="31290" y="4871"/>
                  <a:pt x="32224" y="2469"/>
                  <a:pt x="35193" y="2469"/>
                </a:cubicBezTo>
                <a:lnTo>
                  <a:pt x="43899" y="2469"/>
                </a:lnTo>
                <a:cubicBezTo>
                  <a:pt x="47568" y="2469"/>
                  <a:pt x="47101" y="1"/>
                  <a:pt x="43899"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2763" y="98367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458325" y="14910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85225" y="23093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458325" y="4847075"/>
            <a:ext cx="1314300" cy="191850"/>
          </a:xfrm>
          <a:custGeom>
            <a:avLst/>
            <a:gdLst/>
            <a:ahLst/>
            <a:cxnLst/>
            <a:rect l="l" t="t" r="r" b="b"/>
            <a:pathLst>
              <a:path w="52572" h="7674" extrusionOk="0">
                <a:moveTo>
                  <a:pt x="20682" y="1"/>
                </a:moveTo>
                <a:cubicBezTo>
                  <a:pt x="17647" y="1"/>
                  <a:pt x="17747" y="1969"/>
                  <a:pt x="21049" y="1969"/>
                </a:cubicBezTo>
                <a:cubicBezTo>
                  <a:pt x="23551" y="1969"/>
                  <a:pt x="23051" y="3503"/>
                  <a:pt x="21049" y="3503"/>
                </a:cubicBezTo>
                <a:cubicBezTo>
                  <a:pt x="18614" y="3570"/>
                  <a:pt x="4504" y="3570"/>
                  <a:pt x="4504" y="3570"/>
                </a:cubicBezTo>
                <a:cubicBezTo>
                  <a:pt x="1001" y="3570"/>
                  <a:pt x="1" y="7673"/>
                  <a:pt x="4804" y="7673"/>
                </a:cubicBezTo>
                <a:lnTo>
                  <a:pt x="33858" y="7673"/>
                </a:lnTo>
                <a:cubicBezTo>
                  <a:pt x="37461" y="7673"/>
                  <a:pt x="38028" y="4404"/>
                  <a:pt x="33591" y="4404"/>
                </a:cubicBezTo>
                <a:cubicBezTo>
                  <a:pt x="30889" y="4404"/>
                  <a:pt x="30889" y="2569"/>
                  <a:pt x="33058" y="2569"/>
                </a:cubicBezTo>
                <a:lnTo>
                  <a:pt x="49369" y="2569"/>
                </a:lnTo>
                <a:cubicBezTo>
                  <a:pt x="52572" y="2569"/>
                  <a:pt x="52438" y="1"/>
                  <a:pt x="49536"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606275" y="292045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6">
            <a:alphaModFix amt="50000"/>
          </a:blip>
          <a:srcRect l="69" r="69"/>
          <a:stretch/>
        </p:blipFill>
        <p:spPr>
          <a:xfrm>
            <a:off x="-228770" y="2619218"/>
            <a:ext cx="1512776" cy="1512775"/>
          </a:xfrm>
          <a:prstGeom prst="rect">
            <a:avLst/>
          </a:prstGeom>
          <a:noFill/>
          <a:ln>
            <a:noFill/>
          </a:ln>
        </p:spPr>
      </p:pic>
      <p:pic>
        <p:nvPicPr>
          <p:cNvPr id="19" name="Google Shape;19;p2"/>
          <p:cNvPicPr preferRelativeResize="0"/>
          <p:nvPr/>
        </p:nvPicPr>
        <p:blipFill rotWithShape="1">
          <a:blip r:embed="rId7">
            <a:alphaModFix amt="70000"/>
          </a:blip>
          <a:srcRect l="69" r="69"/>
          <a:stretch/>
        </p:blipFill>
        <p:spPr>
          <a:xfrm>
            <a:off x="6095100" y="200525"/>
            <a:ext cx="672326" cy="672299"/>
          </a:xfrm>
          <a:prstGeom prst="rect">
            <a:avLst/>
          </a:prstGeom>
          <a:noFill/>
          <a:ln>
            <a:noFill/>
          </a:ln>
        </p:spPr>
      </p:pic>
      <p:sp>
        <p:nvSpPr>
          <p:cNvPr id="20" name="Google Shape;20;p2"/>
          <p:cNvSpPr txBox="1">
            <a:spLocks noGrp="1"/>
          </p:cNvSpPr>
          <p:nvPr>
            <p:ph type="ctrTitle"/>
          </p:nvPr>
        </p:nvSpPr>
        <p:spPr>
          <a:xfrm>
            <a:off x="2211600" y="1150750"/>
            <a:ext cx="4720800" cy="19689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lnSpc>
                <a:spcPct val="90000"/>
              </a:lnSpc>
              <a:spcBef>
                <a:spcPts val="0"/>
              </a:spcBef>
              <a:spcAft>
                <a:spcPts val="0"/>
              </a:spcAft>
              <a:buSzPts val="6000"/>
              <a:buNone/>
              <a:defRPr sz="6000"/>
            </a:lvl2pPr>
            <a:lvl3pPr lvl="2" algn="ctr">
              <a:lnSpc>
                <a:spcPct val="90000"/>
              </a:lnSpc>
              <a:spcBef>
                <a:spcPts val="0"/>
              </a:spcBef>
              <a:spcAft>
                <a:spcPts val="0"/>
              </a:spcAft>
              <a:buSzPts val="6000"/>
              <a:buNone/>
              <a:defRPr sz="6000"/>
            </a:lvl3pPr>
            <a:lvl4pPr lvl="3" algn="ctr">
              <a:lnSpc>
                <a:spcPct val="90000"/>
              </a:lnSpc>
              <a:spcBef>
                <a:spcPts val="0"/>
              </a:spcBef>
              <a:spcAft>
                <a:spcPts val="0"/>
              </a:spcAft>
              <a:buSzPts val="6000"/>
              <a:buNone/>
              <a:defRPr sz="6000"/>
            </a:lvl4pPr>
            <a:lvl5pPr lvl="4" algn="ctr">
              <a:lnSpc>
                <a:spcPct val="90000"/>
              </a:lnSpc>
              <a:spcBef>
                <a:spcPts val="0"/>
              </a:spcBef>
              <a:spcAft>
                <a:spcPts val="0"/>
              </a:spcAft>
              <a:buSzPts val="6000"/>
              <a:buNone/>
              <a:defRPr sz="6000"/>
            </a:lvl5pPr>
            <a:lvl6pPr lvl="5" algn="ctr">
              <a:lnSpc>
                <a:spcPct val="90000"/>
              </a:lnSpc>
              <a:spcBef>
                <a:spcPts val="0"/>
              </a:spcBef>
              <a:spcAft>
                <a:spcPts val="0"/>
              </a:spcAft>
              <a:buSzPts val="6000"/>
              <a:buNone/>
              <a:defRPr sz="6000"/>
            </a:lvl6pPr>
            <a:lvl7pPr lvl="6" algn="ctr">
              <a:lnSpc>
                <a:spcPct val="90000"/>
              </a:lnSpc>
              <a:spcBef>
                <a:spcPts val="0"/>
              </a:spcBef>
              <a:spcAft>
                <a:spcPts val="0"/>
              </a:spcAft>
              <a:buSzPts val="6000"/>
              <a:buNone/>
              <a:defRPr sz="6000"/>
            </a:lvl7pPr>
            <a:lvl8pPr lvl="7" algn="ctr">
              <a:lnSpc>
                <a:spcPct val="90000"/>
              </a:lnSpc>
              <a:spcBef>
                <a:spcPts val="0"/>
              </a:spcBef>
              <a:spcAft>
                <a:spcPts val="0"/>
              </a:spcAft>
              <a:buSzPts val="6000"/>
              <a:buNone/>
              <a:defRPr sz="6000"/>
            </a:lvl8pPr>
            <a:lvl9pPr lvl="8" algn="ctr">
              <a:lnSpc>
                <a:spcPct val="90000"/>
              </a:lnSpc>
              <a:spcBef>
                <a:spcPts val="0"/>
              </a:spcBef>
              <a:spcAft>
                <a:spcPts val="0"/>
              </a:spcAft>
              <a:buSzPts val="6000"/>
              <a:buNone/>
              <a:defRPr sz="6000"/>
            </a:lvl9pPr>
          </a:lstStyle>
          <a:p>
            <a:endParaRPr/>
          </a:p>
        </p:txBody>
      </p:sp>
      <p:sp>
        <p:nvSpPr>
          <p:cNvPr id="21" name="Google Shape;21;p2"/>
          <p:cNvSpPr txBox="1">
            <a:spLocks noGrp="1"/>
          </p:cNvSpPr>
          <p:nvPr>
            <p:ph type="subTitle" idx="1"/>
          </p:nvPr>
        </p:nvSpPr>
        <p:spPr>
          <a:xfrm>
            <a:off x="2211600" y="3159150"/>
            <a:ext cx="4720800" cy="432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lnSpc>
                <a:spcPct val="100000"/>
              </a:lnSpc>
              <a:spcBef>
                <a:spcPts val="0"/>
              </a:spcBef>
              <a:spcAft>
                <a:spcPts val="0"/>
              </a:spcAft>
              <a:buSzPts val="1950"/>
              <a:buNone/>
              <a:defRPr sz="1800"/>
            </a:lvl1pPr>
            <a:lvl2pPr lvl="1" algn="ctr">
              <a:lnSpc>
                <a:spcPct val="100000"/>
              </a:lnSpc>
              <a:spcBef>
                <a:spcPts val="0"/>
              </a:spcBef>
              <a:spcAft>
                <a:spcPts val="0"/>
              </a:spcAft>
              <a:buSzPts val="1950"/>
              <a:buNone/>
              <a:defRPr sz="1950"/>
            </a:lvl2pPr>
            <a:lvl3pPr lvl="2" algn="ctr">
              <a:lnSpc>
                <a:spcPct val="100000"/>
              </a:lnSpc>
              <a:spcBef>
                <a:spcPts val="0"/>
              </a:spcBef>
              <a:spcAft>
                <a:spcPts val="0"/>
              </a:spcAft>
              <a:buSzPts val="1950"/>
              <a:buNone/>
              <a:defRPr sz="1950"/>
            </a:lvl3pPr>
            <a:lvl4pPr lvl="3" algn="ctr">
              <a:lnSpc>
                <a:spcPct val="100000"/>
              </a:lnSpc>
              <a:spcBef>
                <a:spcPts val="0"/>
              </a:spcBef>
              <a:spcAft>
                <a:spcPts val="0"/>
              </a:spcAft>
              <a:buSzPts val="1950"/>
              <a:buNone/>
              <a:defRPr sz="1950"/>
            </a:lvl4pPr>
            <a:lvl5pPr lvl="4" algn="ctr">
              <a:lnSpc>
                <a:spcPct val="100000"/>
              </a:lnSpc>
              <a:spcBef>
                <a:spcPts val="0"/>
              </a:spcBef>
              <a:spcAft>
                <a:spcPts val="0"/>
              </a:spcAft>
              <a:buSzPts val="1950"/>
              <a:buNone/>
              <a:defRPr sz="1950"/>
            </a:lvl5pPr>
            <a:lvl6pPr lvl="5" algn="ctr">
              <a:lnSpc>
                <a:spcPct val="100000"/>
              </a:lnSpc>
              <a:spcBef>
                <a:spcPts val="0"/>
              </a:spcBef>
              <a:spcAft>
                <a:spcPts val="0"/>
              </a:spcAft>
              <a:buSzPts val="1950"/>
              <a:buNone/>
              <a:defRPr sz="1950"/>
            </a:lvl6pPr>
            <a:lvl7pPr lvl="6" algn="ctr">
              <a:lnSpc>
                <a:spcPct val="100000"/>
              </a:lnSpc>
              <a:spcBef>
                <a:spcPts val="0"/>
              </a:spcBef>
              <a:spcAft>
                <a:spcPts val="0"/>
              </a:spcAft>
              <a:buSzPts val="1950"/>
              <a:buNone/>
              <a:defRPr sz="1950"/>
            </a:lvl7pPr>
            <a:lvl8pPr lvl="7" algn="ctr">
              <a:lnSpc>
                <a:spcPct val="100000"/>
              </a:lnSpc>
              <a:spcBef>
                <a:spcPts val="0"/>
              </a:spcBef>
              <a:spcAft>
                <a:spcPts val="0"/>
              </a:spcAft>
              <a:buSzPts val="1950"/>
              <a:buNone/>
              <a:defRPr sz="1950"/>
            </a:lvl8pPr>
            <a:lvl9pPr lvl="8" algn="ctr">
              <a:lnSpc>
                <a:spcPct val="100000"/>
              </a:lnSpc>
              <a:spcBef>
                <a:spcPts val="0"/>
              </a:spcBef>
              <a:spcAft>
                <a:spcPts val="0"/>
              </a:spcAft>
              <a:buSzPts val="1950"/>
              <a:buNone/>
              <a:defRPr sz="1950"/>
            </a:lvl9pPr>
          </a:lstStyle>
          <a:p>
            <a:endParaRPr/>
          </a:p>
        </p:txBody>
      </p:sp>
      <p:grpSp>
        <p:nvGrpSpPr>
          <p:cNvPr id="22" name="Google Shape;22;p2"/>
          <p:cNvGrpSpPr/>
          <p:nvPr/>
        </p:nvGrpSpPr>
        <p:grpSpPr>
          <a:xfrm>
            <a:off x="-944628" y="-26349"/>
            <a:ext cx="10961068" cy="5169752"/>
            <a:chOff x="0" y="-26350"/>
            <a:chExt cx="8775875" cy="4139113"/>
          </a:xfrm>
        </p:grpSpPr>
        <p:grpSp>
          <p:nvGrpSpPr>
            <p:cNvPr id="23" name="Google Shape;23;p2"/>
            <p:cNvGrpSpPr/>
            <p:nvPr/>
          </p:nvGrpSpPr>
          <p:grpSpPr>
            <a:xfrm>
              <a:off x="24750" y="0"/>
              <a:ext cx="2522750" cy="1967000"/>
              <a:chOff x="421500" y="707250"/>
              <a:chExt cx="2522750" cy="1967000"/>
            </a:xfrm>
          </p:grpSpPr>
          <p:sp>
            <p:nvSpPr>
              <p:cNvPr id="24" name="Google Shape;24;p2"/>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 name="Google Shape;175;p2"/>
            <p:cNvGrpSpPr/>
            <p:nvPr/>
          </p:nvGrpSpPr>
          <p:grpSpPr>
            <a:xfrm>
              <a:off x="2613900" y="86000"/>
              <a:ext cx="2917900" cy="1881000"/>
              <a:chOff x="3955275" y="3120250"/>
              <a:chExt cx="2917900" cy="1881000"/>
            </a:xfrm>
          </p:grpSpPr>
          <p:sp>
            <p:nvSpPr>
              <p:cNvPr id="176" name="Google Shape;176;p2"/>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 name="Google Shape;350;p2"/>
            <p:cNvGrpSpPr/>
            <p:nvPr/>
          </p:nvGrpSpPr>
          <p:grpSpPr>
            <a:xfrm>
              <a:off x="5598200" y="-26350"/>
              <a:ext cx="2872875" cy="2019700"/>
              <a:chOff x="542850" y="2981550"/>
              <a:chExt cx="2872875" cy="2019700"/>
            </a:xfrm>
          </p:grpSpPr>
          <p:sp>
            <p:nvSpPr>
              <p:cNvPr id="351" name="Google Shape;351;p2"/>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 name="Google Shape;533;p2"/>
            <p:cNvGrpSpPr/>
            <p:nvPr/>
          </p:nvGrpSpPr>
          <p:grpSpPr>
            <a:xfrm>
              <a:off x="0" y="1993350"/>
              <a:ext cx="3217825" cy="2069500"/>
              <a:chOff x="4031200" y="2931750"/>
              <a:chExt cx="3217825" cy="2069500"/>
            </a:xfrm>
          </p:grpSpPr>
          <p:sp>
            <p:nvSpPr>
              <p:cNvPr id="534" name="Google Shape;534;p2"/>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2"/>
            <p:cNvGrpSpPr/>
            <p:nvPr/>
          </p:nvGrpSpPr>
          <p:grpSpPr>
            <a:xfrm>
              <a:off x="3206725" y="1943438"/>
              <a:ext cx="2730550" cy="2169325"/>
              <a:chOff x="354450" y="871350"/>
              <a:chExt cx="2730550" cy="2169325"/>
            </a:xfrm>
          </p:grpSpPr>
          <p:sp>
            <p:nvSpPr>
              <p:cNvPr id="738" name="Google Shape;738;p2"/>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 name="Google Shape;921;p2"/>
            <p:cNvGrpSpPr/>
            <p:nvPr/>
          </p:nvGrpSpPr>
          <p:grpSpPr>
            <a:xfrm>
              <a:off x="6010625" y="1797075"/>
              <a:ext cx="2765250" cy="2124700"/>
              <a:chOff x="6841900" y="1328550"/>
              <a:chExt cx="2765250" cy="2124700"/>
            </a:xfrm>
          </p:grpSpPr>
          <p:sp>
            <p:nvSpPr>
              <p:cNvPr id="922" name="Google Shape;922;p2"/>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07" name="Google Shape;1107;p2"/>
          <p:cNvGrpSpPr/>
          <p:nvPr/>
        </p:nvGrpSpPr>
        <p:grpSpPr>
          <a:xfrm>
            <a:off x="1284000" y="4702775"/>
            <a:ext cx="6576000" cy="98100"/>
            <a:chOff x="1284000" y="4550375"/>
            <a:chExt cx="6576000" cy="98100"/>
          </a:xfrm>
        </p:grpSpPr>
        <p:cxnSp>
          <p:nvCxnSpPr>
            <p:cNvPr id="1108" name="Google Shape;1108;p2"/>
            <p:cNvCxnSpPr/>
            <p:nvPr/>
          </p:nvCxnSpPr>
          <p:spPr>
            <a:xfrm rot="10800000">
              <a:off x="1284000" y="4599425"/>
              <a:ext cx="6576000" cy="0"/>
            </a:xfrm>
            <a:prstGeom prst="straightConnector1">
              <a:avLst/>
            </a:prstGeom>
            <a:noFill/>
            <a:ln w="19050" cap="flat" cmpd="sng">
              <a:solidFill>
                <a:schemeClr val="dk2"/>
              </a:solidFill>
              <a:prstDash val="solid"/>
              <a:round/>
              <a:headEnd type="none" w="med" len="med"/>
              <a:tailEnd type="none" w="med" len="med"/>
            </a:ln>
          </p:spPr>
        </p:cxnSp>
        <p:grpSp>
          <p:nvGrpSpPr>
            <p:cNvPr id="1109" name="Google Shape;1109;p2"/>
            <p:cNvGrpSpPr/>
            <p:nvPr/>
          </p:nvGrpSpPr>
          <p:grpSpPr>
            <a:xfrm>
              <a:off x="4340325" y="4550375"/>
              <a:ext cx="463350" cy="98100"/>
              <a:chOff x="4269100" y="4550375"/>
              <a:chExt cx="463350" cy="98100"/>
            </a:xfrm>
          </p:grpSpPr>
          <p:sp>
            <p:nvSpPr>
              <p:cNvPr id="1110" name="Google Shape;1110;p2"/>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3"/>
        <p:cNvGrpSpPr/>
        <p:nvPr/>
      </p:nvGrpSpPr>
      <p:grpSpPr>
        <a:xfrm>
          <a:off x="0" y="0"/>
          <a:ext cx="0" cy="0"/>
          <a:chOff x="0" y="0"/>
          <a:chExt cx="0" cy="0"/>
        </a:xfrm>
      </p:grpSpPr>
      <p:pic>
        <p:nvPicPr>
          <p:cNvPr id="1114" name="Google Shape;1114;p3"/>
          <p:cNvPicPr preferRelativeResize="0"/>
          <p:nvPr/>
        </p:nvPicPr>
        <p:blipFill rotWithShape="1">
          <a:blip r:embed="rId2">
            <a:alphaModFix/>
          </a:blip>
          <a:srcRect l="69" r="69"/>
          <a:stretch/>
        </p:blipFill>
        <p:spPr>
          <a:xfrm>
            <a:off x="1889001" y="994253"/>
            <a:ext cx="3288324" cy="3288359"/>
          </a:xfrm>
          <a:prstGeom prst="rect">
            <a:avLst/>
          </a:prstGeom>
          <a:noFill/>
          <a:ln>
            <a:noFill/>
          </a:ln>
        </p:spPr>
      </p:pic>
      <p:pic>
        <p:nvPicPr>
          <p:cNvPr id="1115" name="Google Shape;1115;p3"/>
          <p:cNvPicPr preferRelativeResize="0"/>
          <p:nvPr/>
        </p:nvPicPr>
        <p:blipFill rotWithShape="1">
          <a:blip r:embed="rId3">
            <a:alphaModFix amt="44000"/>
          </a:blip>
          <a:srcRect l="69" r="69"/>
          <a:stretch/>
        </p:blipFill>
        <p:spPr>
          <a:xfrm>
            <a:off x="7965225" y="3300"/>
            <a:ext cx="1683374" cy="1683376"/>
          </a:xfrm>
          <a:prstGeom prst="rect">
            <a:avLst/>
          </a:prstGeom>
          <a:noFill/>
          <a:ln>
            <a:noFill/>
          </a:ln>
        </p:spPr>
      </p:pic>
      <p:pic>
        <p:nvPicPr>
          <p:cNvPr id="1116" name="Google Shape;1116;p3"/>
          <p:cNvPicPr preferRelativeResize="0"/>
          <p:nvPr/>
        </p:nvPicPr>
        <p:blipFill rotWithShape="1">
          <a:blip r:embed="rId4">
            <a:alphaModFix/>
          </a:blip>
          <a:srcRect l="69" r="69"/>
          <a:stretch/>
        </p:blipFill>
        <p:spPr>
          <a:xfrm>
            <a:off x="7447450" y="2933049"/>
            <a:ext cx="854324" cy="854326"/>
          </a:xfrm>
          <a:prstGeom prst="rect">
            <a:avLst/>
          </a:prstGeom>
          <a:noFill/>
          <a:ln>
            <a:noFill/>
          </a:ln>
        </p:spPr>
      </p:pic>
      <p:pic>
        <p:nvPicPr>
          <p:cNvPr id="1117" name="Google Shape;1117;p3"/>
          <p:cNvPicPr preferRelativeResize="0"/>
          <p:nvPr/>
        </p:nvPicPr>
        <p:blipFill rotWithShape="1">
          <a:blip r:embed="rId5">
            <a:alphaModFix amt="55000"/>
          </a:blip>
          <a:srcRect/>
          <a:stretch/>
        </p:blipFill>
        <p:spPr>
          <a:xfrm>
            <a:off x="719925" y="4211050"/>
            <a:ext cx="236000" cy="236000"/>
          </a:xfrm>
          <a:prstGeom prst="rect">
            <a:avLst/>
          </a:prstGeom>
          <a:noFill/>
          <a:ln>
            <a:noFill/>
          </a:ln>
        </p:spPr>
      </p:pic>
      <p:pic>
        <p:nvPicPr>
          <p:cNvPr id="1118" name="Google Shape;1118;p3"/>
          <p:cNvPicPr preferRelativeResize="0"/>
          <p:nvPr/>
        </p:nvPicPr>
        <p:blipFill rotWithShape="1">
          <a:blip r:embed="rId6">
            <a:alphaModFix amt="70000"/>
          </a:blip>
          <a:srcRect l="69" r="69"/>
          <a:stretch/>
        </p:blipFill>
        <p:spPr>
          <a:xfrm>
            <a:off x="7883750" y="2737250"/>
            <a:ext cx="493500" cy="493500"/>
          </a:xfrm>
          <a:prstGeom prst="rect">
            <a:avLst/>
          </a:prstGeom>
          <a:noFill/>
          <a:ln>
            <a:noFill/>
          </a:ln>
        </p:spPr>
      </p:pic>
      <p:sp>
        <p:nvSpPr>
          <p:cNvPr id="1119" name="Google Shape;1119;p3"/>
          <p:cNvSpPr/>
          <p:nvPr/>
        </p:nvSpPr>
        <p:spPr>
          <a:xfrm>
            <a:off x="1475688" y="4500513"/>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
          <p:cNvSpPr/>
          <p:nvPr/>
        </p:nvSpPr>
        <p:spPr>
          <a:xfrm>
            <a:off x="7965225" y="37492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
          <p:cNvSpPr/>
          <p:nvPr/>
        </p:nvSpPr>
        <p:spPr>
          <a:xfrm>
            <a:off x="7018050" y="1185536"/>
            <a:ext cx="1622352" cy="2360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
          <p:cNvSpPr/>
          <p:nvPr/>
        </p:nvSpPr>
        <p:spPr>
          <a:xfrm>
            <a:off x="5577000" y="4340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23" name="Google Shape;1123;p3"/>
          <p:cNvPicPr preferRelativeResize="0"/>
          <p:nvPr/>
        </p:nvPicPr>
        <p:blipFill rotWithShape="1">
          <a:blip r:embed="rId3">
            <a:alphaModFix amt="44000"/>
          </a:blip>
          <a:srcRect l="69" r="69"/>
          <a:stretch/>
        </p:blipFill>
        <p:spPr>
          <a:xfrm>
            <a:off x="1066425" y="1535975"/>
            <a:ext cx="1864550" cy="1864550"/>
          </a:xfrm>
          <a:prstGeom prst="rect">
            <a:avLst/>
          </a:prstGeom>
          <a:noFill/>
          <a:ln>
            <a:noFill/>
          </a:ln>
        </p:spPr>
      </p:pic>
      <p:sp>
        <p:nvSpPr>
          <p:cNvPr id="1124" name="Google Shape;1124;p3"/>
          <p:cNvSpPr txBox="1">
            <a:spLocks noGrp="1"/>
          </p:cNvSpPr>
          <p:nvPr>
            <p:ph type="title"/>
          </p:nvPr>
        </p:nvSpPr>
        <p:spPr>
          <a:xfrm>
            <a:off x="2125950" y="1868363"/>
            <a:ext cx="4892100" cy="1873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solidFill>
                  <a:schemeClr val="lt1"/>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125" name="Google Shape;1125;p3"/>
          <p:cNvSpPr txBox="1">
            <a:spLocks noGrp="1"/>
          </p:cNvSpPr>
          <p:nvPr>
            <p:ph type="subTitle" idx="1"/>
          </p:nvPr>
        </p:nvSpPr>
        <p:spPr>
          <a:xfrm>
            <a:off x="2125950" y="3821100"/>
            <a:ext cx="4892100" cy="493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700"/>
              <a:buNone/>
              <a:defRPr sz="18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sp>
        <p:nvSpPr>
          <p:cNvPr id="1126" name="Google Shape;1126;p3"/>
          <p:cNvSpPr txBox="1">
            <a:spLocks noGrp="1"/>
          </p:cNvSpPr>
          <p:nvPr>
            <p:ph type="title" idx="2" hasCustomPrompt="1"/>
          </p:nvPr>
        </p:nvSpPr>
        <p:spPr>
          <a:xfrm>
            <a:off x="4047200" y="539534"/>
            <a:ext cx="1110900" cy="11115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800"/>
              <a:buNone/>
              <a:defRPr sz="4500">
                <a:solidFill>
                  <a:schemeClr val="lt2"/>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pic>
        <p:nvPicPr>
          <p:cNvPr id="1127" name="Google Shape;1127;p3"/>
          <p:cNvPicPr preferRelativeResize="0"/>
          <p:nvPr/>
        </p:nvPicPr>
        <p:blipFill rotWithShape="1">
          <a:blip r:embed="rId7">
            <a:alphaModFix/>
          </a:blip>
          <a:srcRect l="69" r="69"/>
          <a:stretch/>
        </p:blipFill>
        <p:spPr>
          <a:xfrm>
            <a:off x="3971312" y="624488"/>
            <a:ext cx="1201176" cy="1201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3"/>
        <p:cNvGrpSpPr/>
        <p:nvPr/>
      </p:nvGrpSpPr>
      <p:grpSpPr>
        <a:xfrm>
          <a:off x="0" y="0"/>
          <a:ext cx="0" cy="0"/>
          <a:chOff x="0" y="0"/>
          <a:chExt cx="0" cy="0"/>
        </a:xfrm>
      </p:grpSpPr>
      <p:sp>
        <p:nvSpPr>
          <p:cNvPr id="1144" name="Google Shape;1144;p5"/>
          <p:cNvSpPr txBox="1">
            <a:spLocks noGrp="1"/>
          </p:cNvSpPr>
          <p:nvPr>
            <p:ph type="title"/>
          </p:nvPr>
        </p:nvSpPr>
        <p:spPr>
          <a:xfrm>
            <a:off x="1123275" y="539525"/>
            <a:ext cx="6897300" cy="11232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grpSp>
        <p:nvGrpSpPr>
          <p:cNvPr id="1145" name="Google Shape;1145;p5"/>
          <p:cNvGrpSpPr/>
          <p:nvPr/>
        </p:nvGrpSpPr>
        <p:grpSpPr>
          <a:xfrm>
            <a:off x="8541750" y="554850"/>
            <a:ext cx="98100" cy="4727700"/>
            <a:chOff x="670875" y="539550"/>
            <a:chExt cx="98100" cy="4727700"/>
          </a:xfrm>
        </p:grpSpPr>
        <p:cxnSp>
          <p:nvCxnSpPr>
            <p:cNvPr id="1146" name="Google Shape;1146;p5"/>
            <p:cNvCxnSpPr/>
            <p:nvPr/>
          </p:nvCxnSpPr>
          <p:spPr>
            <a:xfrm rot="10800000">
              <a:off x="719925" y="539550"/>
              <a:ext cx="0" cy="4727700"/>
            </a:xfrm>
            <a:prstGeom prst="straightConnector1">
              <a:avLst/>
            </a:prstGeom>
            <a:noFill/>
            <a:ln w="19050" cap="flat" cmpd="sng">
              <a:solidFill>
                <a:schemeClr val="dk2"/>
              </a:solidFill>
              <a:prstDash val="solid"/>
              <a:round/>
              <a:headEnd type="none" w="med" len="med"/>
              <a:tailEnd type="none" w="med" len="med"/>
            </a:ln>
          </p:spPr>
        </p:cxnSp>
        <p:grpSp>
          <p:nvGrpSpPr>
            <p:cNvPr id="1147" name="Google Shape;1147;p5"/>
            <p:cNvGrpSpPr/>
            <p:nvPr/>
          </p:nvGrpSpPr>
          <p:grpSpPr>
            <a:xfrm rot="5400000">
              <a:off x="488250" y="805775"/>
              <a:ext cx="463350" cy="98100"/>
              <a:chOff x="4269100" y="4550375"/>
              <a:chExt cx="463350" cy="98100"/>
            </a:xfrm>
          </p:grpSpPr>
          <p:sp>
            <p:nvSpPr>
              <p:cNvPr id="1148" name="Google Shape;1148;p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151" name="Google Shape;1151;p5"/>
          <p:cNvPicPr preferRelativeResize="0"/>
          <p:nvPr/>
        </p:nvPicPr>
        <p:blipFill rotWithShape="1">
          <a:blip r:embed="rId2">
            <a:alphaModFix/>
          </a:blip>
          <a:srcRect l="69" r="69"/>
          <a:stretch/>
        </p:blipFill>
        <p:spPr>
          <a:xfrm>
            <a:off x="114677" y="-303550"/>
            <a:ext cx="1647199" cy="1647200"/>
          </a:xfrm>
          <a:prstGeom prst="rect">
            <a:avLst/>
          </a:prstGeom>
          <a:noFill/>
          <a:ln>
            <a:noFill/>
          </a:ln>
        </p:spPr>
      </p:pic>
      <p:pic>
        <p:nvPicPr>
          <p:cNvPr id="1152" name="Google Shape;1152;p5"/>
          <p:cNvPicPr preferRelativeResize="0"/>
          <p:nvPr/>
        </p:nvPicPr>
        <p:blipFill rotWithShape="1">
          <a:blip r:embed="rId3">
            <a:alphaModFix amt="70000"/>
          </a:blip>
          <a:srcRect l="69" r="69"/>
          <a:stretch/>
        </p:blipFill>
        <p:spPr>
          <a:xfrm>
            <a:off x="170311" y="835025"/>
            <a:ext cx="665326" cy="665325"/>
          </a:xfrm>
          <a:prstGeom prst="rect">
            <a:avLst/>
          </a:prstGeom>
          <a:noFill/>
          <a:ln>
            <a:noFill/>
          </a:ln>
        </p:spPr>
      </p:pic>
      <p:sp>
        <p:nvSpPr>
          <p:cNvPr id="1153" name="Google Shape;1153;p5"/>
          <p:cNvSpPr/>
          <p:nvPr/>
        </p:nvSpPr>
        <p:spPr>
          <a:xfrm>
            <a:off x="1271913" y="20842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
          <p:cNvSpPr/>
          <p:nvPr/>
        </p:nvSpPr>
        <p:spPr>
          <a:xfrm>
            <a:off x="7458675" y="296788"/>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70"/>
        <p:cNvGrpSpPr/>
        <p:nvPr/>
      </p:nvGrpSpPr>
      <p:grpSpPr>
        <a:xfrm>
          <a:off x="0" y="0"/>
          <a:ext cx="0" cy="0"/>
          <a:chOff x="0" y="0"/>
          <a:chExt cx="0" cy="0"/>
        </a:xfrm>
      </p:grpSpPr>
      <p:grpSp>
        <p:nvGrpSpPr>
          <p:cNvPr id="1171" name="Google Shape;1171;p7"/>
          <p:cNvGrpSpPr/>
          <p:nvPr/>
        </p:nvGrpSpPr>
        <p:grpSpPr>
          <a:xfrm>
            <a:off x="-944628" y="-26349"/>
            <a:ext cx="10961068" cy="5169752"/>
            <a:chOff x="0" y="-26350"/>
            <a:chExt cx="8775875" cy="4139113"/>
          </a:xfrm>
        </p:grpSpPr>
        <p:grpSp>
          <p:nvGrpSpPr>
            <p:cNvPr id="1172" name="Google Shape;1172;p7"/>
            <p:cNvGrpSpPr/>
            <p:nvPr/>
          </p:nvGrpSpPr>
          <p:grpSpPr>
            <a:xfrm>
              <a:off x="24750" y="0"/>
              <a:ext cx="2522750" cy="1967000"/>
              <a:chOff x="421500" y="707250"/>
              <a:chExt cx="2522750" cy="1967000"/>
            </a:xfrm>
          </p:grpSpPr>
          <p:sp>
            <p:nvSpPr>
              <p:cNvPr id="1173" name="Google Shape;1173;p7"/>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7"/>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7"/>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7"/>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7"/>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7"/>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7"/>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7"/>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7"/>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7"/>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7"/>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7"/>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7"/>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7"/>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7"/>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7"/>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7"/>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7"/>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7"/>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7"/>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7"/>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7"/>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7"/>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7"/>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7"/>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7"/>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7"/>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7"/>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7"/>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7"/>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7"/>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7"/>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7"/>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7"/>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7"/>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7"/>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7"/>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7"/>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7"/>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7"/>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7"/>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7"/>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7"/>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7"/>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7"/>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7"/>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7"/>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7"/>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7"/>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7"/>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7"/>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7"/>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7"/>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7"/>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7"/>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7"/>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7"/>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7"/>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7"/>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7"/>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7"/>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7"/>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7"/>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7"/>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7"/>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7"/>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7"/>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7"/>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7"/>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7"/>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7"/>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7"/>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7"/>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7"/>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7"/>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7"/>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7"/>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7"/>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7"/>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7"/>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7"/>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7"/>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7"/>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7"/>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7"/>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7"/>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7"/>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7"/>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7"/>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7"/>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7"/>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7"/>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7"/>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7"/>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7"/>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7"/>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7"/>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7"/>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7"/>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7"/>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7"/>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7"/>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7"/>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7"/>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7"/>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7"/>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7"/>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7"/>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7"/>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7"/>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7"/>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7"/>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7"/>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7"/>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7"/>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7"/>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7"/>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7"/>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7"/>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7"/>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7"/>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7"/>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7"/>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7"/>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4" name="Google Shape;1324;p7"/>
            <p:cNvGrpSpPr/>
            <p:nvPr/>
          </p:nvGrpSpPr>
          <p:grpSpPr>
            <a:xfrm>
              <a:off x="2613900" y="86000"/>
              <a:ext cx="2917900" cy="1881000"/>
              <a:chOff x="3955275" y="3120250"/>
              <a:chExt cx="2917900" cy="1881000"/>
            </a:xfrm>
          </p:grpSpPr>
          <p:sp>
            <p:nvSpPr>
              <p:cNvPr id="1325" name="Google Shape;1325;p7"/>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7"/>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7"/>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7"/>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7"/>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7"/>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7"/>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7"/>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7"/>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7"/>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7"/>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7"/>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7"/>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7"/>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7"/>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7"/>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7"/>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7"/>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7"/>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7"/>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7"/>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7"/>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7"/>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7"/>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7"/>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7"/>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7"/>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7"/>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7"/>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7"/>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7"/>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7"/>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7"/>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7"/>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7"/>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7"/>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7"/>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7"/>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7"/>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7"/>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7"/>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7"/>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7"/>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7"/>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7"/>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7"/>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7"/>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7"/>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7"/>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7"/>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7"/>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7"/>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7"/>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7"/>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7"/>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7"/>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7"/>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7"/>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7"/>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7"/>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7"/>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7"/>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7"/>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7"/>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7"/>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7"/>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7"/>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7"/>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7"/>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7"/>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7"/>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7"/>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7"/>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7"/>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7"/>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7"/>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7"/>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7"/>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7"/>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7"/>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7"/>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7"/>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7"/>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7"/>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7"/>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7"/>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7"/>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7"/>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7"/>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7"/>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7"/>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7"/>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7"/>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7"/>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7"/>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7"/>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7"/>
            <p:cNvGrpSpPr/>
            <p:nvPr/>
          </p:nvGrpSpPr>
          <p:grpSpPr>
            <a:xfrm>
              <a:off x="5598200" y="-26350"/>
              <a:ext cx="2872875" cy="2019700"/>
              <a:chOff x="542850" y="2981550"/>
              <a:chExt cx="2872875" cy="2019700"/>
            </a:xfrm>
          </p:grpSpPr>
          <p:sp>
            <p:nvSpPr>
              <p:cNvPr id="1500" name="Google Shape;1500;p7"/>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7"/>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7"/>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7"/>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7"/>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7"/>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7"/>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7"/>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7"/>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7"/>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7"/>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7"/>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7"/>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7"/>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7"/>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7"/>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7"/>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7"/>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7"/>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7"/>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7"/>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7"/>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7"/>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7"/>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7"/>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7"/>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7"/>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7"/>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7"/>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7"/>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7"/>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7"/>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7"/>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7"/>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7"/>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7"/>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7"/>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7"/>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7"/>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7"/>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7"/>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7"/>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7"/>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7"/>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7"/>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7"/>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7"/>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7"/>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7"/>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7"/>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7"/>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7"/>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7"/>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7"/>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7"/>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7"/>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7"/>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7"/>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7"/>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7"/>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7"/>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7"/>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7"/>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7"/>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7"/>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7"/>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7"/>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7"/>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7"/>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7"/>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7"/>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7"/>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7"/>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7"/>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7"/>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7"/>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7"/>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7"/>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7"/>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7"/>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7"/>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7"/>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7"/>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7"/>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7"/>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7"/>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7"/>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7"/>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7"/>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7"/>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7"/>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7"/>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7"/>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7"/>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7"/>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7"/>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7"/>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7"/>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7"/>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7"/>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7"/>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7"/>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7"/>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7"/>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7"/>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7"/>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7"/>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7"/>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7"/>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7"/>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7"/>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7"/>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7"/>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7"/>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7"/>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7"/>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7"/>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7"/>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7"/>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7"/>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7"/>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7"/>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7"/>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7"/>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7"/>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7"/>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7"/>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7"/>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7"/>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7"/>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7"/>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7"/>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7"/>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7"/>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7"/>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7"/>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7"/>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7"/>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7"/>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7"/>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7"/>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7"/>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7"/>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2" name="Google Shape;1682;p7"/>
            <p:cNvGrpSpPr/>
            <p:nvPr/>
          </p:nvGrpSpPr>
          <p:grpSpPr>
            <a:xfrm>
              <a:off x="0" y="1993350"/>
              <a:ext cx="3217825" cy="2069500"/>
              <a:chOff x="4031200" y="2931750"/>
              <a:chExt cx="3217825" cy="2069500"/>
            </a:xfrm>
          </p:grpSpPr>
          <p:sp>
            <p:nvSpPr>
              <p:cNvPr id="1683" name="Google Shape;1683;p7"/>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7"/>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7"/>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7"/>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7"/>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7"/>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7"/>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7"/>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7"/>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7"/>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7"/>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7"/>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7"/>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7"/>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7"/>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7"/>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7"/>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7"/>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7"/>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7"/>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7"/>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7"/>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7"/>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7"/>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7"/>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7"/>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7"/>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7"/>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7"/>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7"/>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7"/>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7"/>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7"/>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7"/>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7"/>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7"/>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7"/>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7"/>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7"/>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7"/>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7"/>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7"/>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7"/>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7"/>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7"/>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7"/>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7"/>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7"/>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7"/>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7"/>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7"/>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7"/>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7"/>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7"/>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7"/>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7"/>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7"/>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7"/>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7"/>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7"/>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7"/>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7"/>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7"/>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7"/>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7"/>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7"/>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7"/>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7"/>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7"/>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7"/>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7"/>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7"/>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7"/>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7"/>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7"/>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7"/>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7"/>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7"/>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7"/>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7"/>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7"/>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7"/>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7"/>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7"/>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7"/>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7"/>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7"/>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7"/>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7"/>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7"/>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7"/>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7"/>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7"/>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7"/>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7"/>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7"/>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7"/>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7"/>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7"/>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7"/>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7"/>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7"/>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7"/>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7"/>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7"/>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7"/>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7"/>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7"/>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7"/>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7"/>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7"/>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7"/>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7"/>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7"/>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7"/>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7"/>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7"/>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7"/>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7"/>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7"/>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7"/>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7"/>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7"/>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7"/>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7"/>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7"/>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7"/>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7"/>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7"/>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7"/>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7"/>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7"/>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7"/>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7"/>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7"/>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7"/>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7"/>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7"/>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7"/>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7"/>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7"/>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7"/>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7"/>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7"/>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7"/>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7"/>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7"/>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7"/>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7"/>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7"/>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7"/>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7"/>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7"/>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7"/>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7"/>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7"/>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7"/>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7"/>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7"/>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7"/>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7"/>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7"/>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7"/>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7"/>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7"/>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7"/>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7"/>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7"/>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7"/>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7"/>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7"/>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7"/>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7"/>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6" name="Google Shape;1886;p7"/>
            <p:cNvGrpSpPr/>
            <p:nvPr/>
          </p:nvGrpSpPr>
          <p:grpSpPr>
            <a:xfrm>
              <a:off x="3206725" y="1943438"/>
              <a:ext cx="2730550" cy="2169325"/>
              <a:chOff x="354450" y="871350"/>
              <a:chExt cx="2730550" cy="2169325"/>
            </a:xfrm>
          </p:grpSpPr>
          <p:sp>
            <p:nvSpPr>
              <p:cNvPr id="1887" name="Google Shape;1887;p7"/>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7"/>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7"/>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7"/>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7"/>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7"/>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7"/>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7"/>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7"/>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7"/>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7"/>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7"/>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7"/>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7"/>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7"/>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7"/>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7"/>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7"/>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7"/>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7"/>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7"/>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7"/>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7"/>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7"/>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7"/>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7"/>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7"/>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7"/>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7"/>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7"/>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7"/>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7"/>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7"/>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7"/>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7"/>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7"/>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7"/>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7"/>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7"/>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7"/>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7"/>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7"/>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7"/>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7"/>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7"/>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7"/>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7"/>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7"/>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7"/>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7"/>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7"/>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7"/>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7"/>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7"/>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7"/>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7"/>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7"/>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7"/>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7"/>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7"/>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7"/>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7"/>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7"/>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7"/>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7"/>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7"/>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7"/>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7"/>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7"/>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7"/>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7"/>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7"/>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7"/>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7"/>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7"/>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7"/>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7"/>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7"/>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7"/>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7"/>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7"/>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7"/>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7"/>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7"/>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7"/>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7"/>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7"/>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7"/>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7"/>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7"/>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7"/>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7"/>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7"/>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7"/>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7"/>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7"/>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7"/>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7"/>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7"/>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7"/>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7"/>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7"/>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7"/>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7"/>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7"/>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7"/>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7"/>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7"/>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7"/>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7"/>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7"/>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7"/>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7"/>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7"/>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7"/>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7"/>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7"/>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7"/>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7"/>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7"/>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7"/>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7"/>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7"/>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7"/>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7"/>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7"/>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7"/>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7"/>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7"/>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7"/>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7"/>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7"/>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7"/>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7"/>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7"/>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7"/>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7"/>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7"/>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7"/>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7"/>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7"/>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7"/>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7"/>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7"/>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7"/>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7"/>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7"/>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7"/>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7"/>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7"/>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7"/>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0" name="Google Shape;2070;p7"/>
            <p:cNvGrpSpPr/>
            <p:nvPr/>
          </p:nvGrpSpPr>
          <p:grpSpPr>
            <a:xfrm>
              <a:off x="6010625" y="1797075"/>
              <a:ext cx="2765250" cy="2124700"/>
              <a:chOff x="6841900" y="1328550"/>
              <a:chExt cx="2765250" cy="2124700"/>
            </a:xfrm>
          </p:grpSpPr>
          <p:sp>
            <p:nvSpPr>
              <p:cNvPr id="2071" name="Google Shape;2071;p7"/>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7"/>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7"/>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7"/>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7"/>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7"/>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7"/>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7"/>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7"/>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7"/>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7"/>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7"/>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7"/>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7"/>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7"/>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7"/>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7"/>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7"/>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7"/>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7"/>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7"/>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7"/>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7"/>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7"/>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7"/>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7"/>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7"/>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7"/>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7"/>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7"/>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7"/>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7"/>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7"/>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7"/>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7"/>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7"/>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7"/>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7"/>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7"/>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7"/>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7"/>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7"/>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7"/>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7"/>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7"/>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7"/>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7"/>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7"/>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7"/>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7"/>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7"/>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7"/>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7"/>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7"/>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7"/>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7"/>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56" name="Google Shape;2256;p7"/>
          <p:cNvSpPr txBox="1">
            <a:spLocks noGrp="1"/>
          </p:cNvSpPr>
          <p:nvPr>
            <p:ph type="title"/>
          </p:nvPr>
        </p:nvSpPr>
        <p:spPr>
          <a:xfrm>
            <a:off x="1126200" y="1344300"/>
            <a:ext cx="6891600" cy="2454900"/>
          </a:xfrm>
          <a:prstGeom prst="rect">
            <a:avLst/>
          </a:prstGeom>
        </p:spPr>
        <p:txBody>
          <a:bodyPr spcFirstLastPara="1" wrap="square" lIns="91425" tIns="91425" rIns="91425" bIns="91425" anchor="ctr" anchorCtr="0">
            <a:noAutofit/>
          </a:bodyPr>
          <a:lstStyle>
            <a:lvl1pPr lvl="0">
              <a:spcBef>
                <a:spcPts val="0"/>
              </a:spcBef>
              <a:spcAft>
                <a:spcPts val="0"/>
              </a:spcAft>
              <a:buSzPts val="9600"/>
              <a:buNone/>
              <a:defRPr sz="9600">
                <a:solidFill>
                  <a:schemeClr val="lt1"/>
                </a:solidFill>
              </a:defRPr>
            </a:lvl1pPr>
            <a:lvl2pPr lvl="1">
              <a:lnSpc>
                <a:spcPct val="85000"/>
              </a:lnSpc>
              <a:spcBef>
                <a:spcPts val="0"/>
              </a:spcBef>
              <a:spcAft>
                <a:spcPts val="0"/>
              </a:spcAft>
              <a:buSzPts val="9600"/>
              <a:buNone/>
              <a:defRPr sz="9600"/>
            </a:lvl2pPr>
            <a:lvl3pPr lvl="2">
              <a:lnSpc>
                <a:spcPct val="85000"/>
              </a:lnSpc>
              <a:spcBef>
                <a:spcPts val="0"/>
              </a:spcBef>
              <a:spcAft>
                <a:spcPts val="0"/>
              </a:spcAft>
              <a:buSzPts val="9600"/>
              <a:buNone/>
              <a:defRPr sz="9600"/>
            </a:lvl3pPr>
            <a:lvl4pPr lvl="3">
              <a:lnSpc>
                <a:spcPct val="85000"/>
              </a:lnSpc>
              <a:spcBef>
                <a:spcPts val="0"/>
              </a:spcBef>
              <a:spcAft>
                <a:spcPts val="0"/>
              </a:spcAft>
              <a:buSzPts val="9600"/>
              <a:buNone/>
              <a:defRPr sz="9600"/>
            </a:lvl4pPr>
            <a:lvl5pPr lvl="4">
              <a:lnSpc>
                <a:spcPct val="85000"/>
              </a:lnSpc>
              <a:spcBef>
                <a:spcPts val="0"/>
              </a:spcBef>
              <a:spcAft>
                <a:spcPts val="0"/>
              </a:spcAft>
              <a:buSzPts val="9600"/>
              <a:buNone/>
              <a:defRPr sz="9600"/>
            </a:lvl5pPr>
            <a:lvl6pPr lvl="5">
              <a:lnSpc>
                <a:spcPct val="85000"/>
              </a:lnSpc>
              <a:spcBef>
                <a:spcPts val="0"/>
              </a:spcBef>
              <a:spcAft>
                <a:spcPts val="0"/>
              </a:spcAft>
              <a:buSzPts val="9600"/>
              <a:buNone/>
              <a:defRPr sz="9600"/>
            </a:lvl6pPr>
            <a:lvl7pPr lvl="6">
              <a:lnSpc>
                <a:spcPct val="85000"/>
              </a:lnSpc>
              <a:spcBef>
                <a:spcPts val="0"/>
              </a:spcBef>
              <a:spcAft>
                <a:spcPts val="0"/>
              </a:spcAft>
              <a:buSzPts val="9600"/>
              <a:buNone/>
              <a:defRPr sz="9600"/>
            </a:lvl7pPr>
            <a:lvl8pPr lvl="7">
              <a:lnSpc>
                <a:spcPct val="85000"/>
              </a:lnSpc>
              <a:spcBef>
                <a:spcPts val="0"/>
              </a:spcBef>
              <a:spcAft>
                <a:spcPts val="0"/>
              </a:spcAft>
              <a:buSzPts val="9600"/>
              <a:buNone/>
              <a:defRPr sz="9600"/>
            </a:lvl8pPr>
            <a:lvl9pPr lvl="8">
              <a:lnSpc>
                <a:spcPct val="85000"/>
              </a:lnSpc>
              <a:spcBef>
                <a:spcPts val="0"/>
              </a:spcBef>
              <a:spcAft>
                <a:spcPts val="0"/>
              </a:spcAft>
              <a:buSzPts val="9600"/>
              <a:buNone/>
              <a:defRPr sz="9600"/>
            </a:lvl9pPr>
          </a:lstStyle>
          <a:p>
            <a:endParaRPr/>
          </a:p>
        </p:txBody>
      </p:sp>
      <p:pic>
        <p:nvPicPr>
          <p:cNvPr id="2257" name="Google Shape;2257;p7"/>
          <p:cNvPicPr preferRelativeResize="0"/>
          <p:nvPr/>
        </p:nvPicPr>
        <p:blipFill rotWithShape="1">
          <a:blip r:embed="rId2">
            <a:alphaModFix/>
          </a:blip>
          <a:srcRect/>
          <a:stretch/>
        </p:blipFill>
        <p:spPr>
          <a:xfrm>
            <a:off x="3996150" y="2093113"/>
            <a:ext cx="3163801" cy="3159275"/>
          </a:xfrm>
          <a:prstGeom prst="rect">
            <a:avLst/>
          </a:prstGeom>
          <a:noFill/>
          <a:ln>
            <a:noFill/>
          </a:ln>
        </p:spPr>
      </p:pic>
      <p:pic>
        <p:nvPicPr>
          <p:cNvPr id="2258" name="Google Shape;2258;p7"/>
          <p:cNvPicPr preferRelativeResize="0"/>
          <p:nvPr/>
        </p:nvPicPr>
        <p:blipFill>
          <a:blip r:embed="rId3">
            <a:alphaModFix amt="60000"/>
          </a:blip>
          <a:stretch>
            <a:fillRect/>
          </a:stretch>
        </p:blipFill>
        <p:spPr>
          <a:xfrm>
            <a:off x="3945350" y="4026825"/>
            <a:ext cx="755300" cy="755300"/>
          </a:xfrm>
          <a:prstGeom prst="rect">
            <a:avLst/>
          </a:prstGeom>
          <a:noFill/>
          <a:ln>
            <a:noFill/>
          </a:ln>
        </p:spPr>
      </p:pic>
      <p:grpSp>
        <p:nvGrpSpPr>
          <p:cNvPr id="2259" name="Google Shape;2259;p7"/>
          <p:cNvGrpSpPr/>
          <p:nvPr/>
        </p:nvGrpSpPr>
        <p:grpSpPr>
          <a:xfrm rot="10800000">
            <a:off x="3570900" y="336450"/>
            <a:ext cx="4867500" cy="98100"/>
            <a:chOff x="3587275" y="4556550"/>
            <a:chExt cx="4867500" cy="98100"/>
          </a:xfrm>
        </p:grpSpPr>
        <p:cxnSp>
          <p:nvCxnSpPr>
            <p:cNvPr id="2260" name="Google Shape;2260;p7"/>
            <p:cNvCxnSpPr/>
            <p:nvPr/>
          </p:nvCxnSpPr>
          <p:spPr>
            <a:xfrm>
              <a:off x="3587275" y="4605600"/>
              <a:ext cx="4867500" cy="0"/>
            </a:xfrm>
            <a:prstGeom prst="straightConnector1">
              <a:avLst/>
            </a:prstGeom>
            <a:noFill/>
            <a:ln w="19050" cap="flat" cmpd="sng">
              <a:solidFill>
                <a:schemeClr val="dk2"/>
              </a:solidFill>
              <a:prstDash val="solid"/>
              <a:round/>
              <a:headEnd type="none" w="med" len="med"/>
              <a:tailEnd type="none" w="med" len="med"/>
            </a:ln>
          </p:spPr>
        </p:cxnSp>
        <p:grpSp>
          <p:nvGrpSpPr>
            <p:cNvPr id="2261" name="Google Shape;2261;p7"/>
            <p:cNvGrpSpPr/>
            <p:nvPr/>
          </p:nvGrpSpPr>
          <p:grpSpPr>
            <a:xfrm rot="10800000">
              <a:off x="7918386" y="4556550"/>
              <a:ext cx="463350" cy="98100"/>
              <a:chOff x="4269100" y="4550375"/>
              <a:chExt cx="463350" cy="98100"/>
            </a:xfrm>
          </p:grpSpPr>
          <p:sp>
            <p:nvSpPr>
              <p:cNvPr id="2262" name="Google Shape;2262;p7"/>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265" name="Google Shape;2265;p7"/>
          <p:cNvPicPr preferRelativeResize="0"/>
          <p:nvPr/>
        </p:nvPicPr>
        <p:blipFill>
          <a:blip r:embed="rId3">
            <a:alphaModFix amt="60000"/>
          </a:blip>
          <a:stretch>
            <a:fillRect/>
          </a:stretch>
        </p:blipFill>
        <p:spPr>
          <a:xfrm>
            <a:off x="8162850" y="2792075"/>
            <a:ext cx="755300" cy="755300"/>
          </a:xfrm>
          <a:prstGeom prst="rect">
            <a:avLst/>
          </a:prstGeom>
          <a:noFill/>
          <a:ln>
            <a:noFill/>
          </a:ln>
        </p:spPr>
      </p:pic>
      <p:pic>
        <p:nvPicPr>
          <p:cNvPr id="2266" name="Google Shape;2266;p7"/>
          <p:cNvPicPr preferRelativeResize="0"/>
          <p:nvPr/>
        </p:nvPicPr>
        <p:blipFill rotWithShape="1">
          <a:blip r:embed="rId4">
            <a:alphaModFix amt="52999"/>
          </a:blip>
          <a:srcRect/>
          <a:stretch/>
        </p:blipFill>
        <p:spPr>
          <a:xfrm>
            <a:off x="6333550" y="-778150"/>
            <a:ext cx="1917050" cy="1917050"/>
          </a:xfrm>
          <a:prstGeom prst="rect">
            <a:avLst/>
          </a:prstGeom>
          <a:noFill/>
          <a:ln>
            <a:noFill/>
          </a:ln>
        </p:spPr>
      </p:pic>
      <p:pic>
        <p:nvPicPr>
          <p:cNvPr id="2267" name="Google Shape;2267;p7"/>
          <p:cNvPicPr preferRelativeResize="0"/>
          <p:nvPr/>
        </p:nvPicPr>
        <p:blipFill rotWithShape="1">
          <a:blip r:embed="rId5">
            <a:alphaModFix/>
          </a:blip>
          <a:srcRect/>
          <a:stretch/>
        </p:blipFill>
        <p:spPr>
          <a:xfrm rot="5400000">
            <a:off x="129450" y="-67451"/>
            <a:ext cx="2972901" cy="2968649"/>
          </a:xfrm>
          <a:prstGeom prst="rect">
            <a:avLst/>
          </a:prstGeom>
          <a:noFill/>
          <a:ln>
            <a:noFill/>
          </a:ln>
        </p:spPr>
      </p:pic>
      <p:pic>
        <p:nvPicPr>
          <p:cNvPr id="2268" name="Google Shape;2268;p7"/>
          <p:cNvPicPr preferRelativeResize="0"/>
          <p:nvPr/>
        </p:nvPicPr>
        <p:blipFill rotWithShape="1">
          <a:blip r:embed="rId6">
            <a:alphaModFix amt="69000"/>
          </a:blip>
          <a:srcRect l="69" r="69"/>
          <a:stretch/>
        </p:blipFill>
        <p:spPr>
          <a:xfrm>
            <a:off x="2441725" y="293075"/>
            <a:ext cx="755299" cy="755300"/>
          </a:xfrm>
          <a:prstGeom prst="rect">
            <a:avLst/>
          </a:prstGeom>
          <a:noFill/>
          <a:ln>
            <a:noFill/>
          </a:ln>
        </p:spPr>
      </p:pic>
      <p:sp>
        <p:nvSpPr>
          <p:cNvPr id="2269" name="Google Shape;2269;p7"/>
          <p:cNvSpPr/>
          <p:nvPr/>
        </p:nvSpPr>
        <p:spPr>
          <a:xfrm>
            <a:off x="4821650" y="8981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
          <p:cNvSpPr/>
          <p:nvPr/>
        </p:nvSpPr>
        <p:spPr>
          <a:xfrm>
            <a:off x="6678700" y="3006988"/>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
          <p:cNvSpPr/>
          <p:nvPr/>
        </p:nvSpPr>
        <p:spPr>
          <a:xfrm>
            <a:off x="1054538" y="3719888"/>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
          <p:cNvSpPr/>
          <p:nvPr/>
        </p:nvSpPr>
        <p:spPr>
          <a:xfrm>
            <a:off x="7587925" y="2629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3" name="Google Shape;2273;p7"/>
          <p:cNvGrpSpPr/>
          <p:nvPr/>
        </p:nvGrpSpPr>
        <p:grpSpPr>
          <a:xfrm>
            <a:off x="1322575" y="4708938"/>
            <a:ext cx="6388500" cy="98100"/>
            <a:chOff x="2066250" y="4556550"/>
            <a:chExt cx="6388500" cy="98100"/>
          </a:xfrm>
        </p:grpSpPr>
        <p:cxnSp>
          <p:nvCxnSpPr>
            <p:cNvPr id="2274" name="Google Shape;2274;p7"/>
            <p:cNvCxnSpPr/>
            <p:nvPr/>
          </p:nvCxnSpPr>
          <p:spPr>
            <a:xfrm>
              <a:off x="2066250" y="4605613"/>
              <a:ext cx="6388500" cy="0"/>
            </a:xfrm>
            <a:prstGeom prst="straightConnector1">
              <a:avLst/>
            </a:prstGeom>
            <a:noFill/>
            <a:ln w="19050" cap="flat" cmpd="sng">
              <a:solidFill>
                <a:schemeClr val="dk2"/>
              </a:solidFill>
              <a:prstDash val="solid"/>
              <a:round/>
              <a:headEnd type="none" w="med" len="med"/>
              <a:tailEnd type="none" w="med" len="med"/>
            </a:ln>
          </p:spPr>
        </p:cxnSp>
        <p:grpSp>
          <p:nvGrpSpPr>
            <p:cNvPr id="2275" name="Google Shape;2275;p7"/>
            <p:cNvGrpSpPr/>
            <p:nvPr/>
          </p:nvGrpSpPr>
          <p:grpSpPr>
            <a:xfrm rot="10800000">
              <a:off x="7918386" y="4556550"/>
              <a:ext cx="463350" cy="98100"/>
              <a:chOff x="4269100" y="4550375"/>
              <a:chExt cx="463350" cy="98100"/>
            </a:xfrm>
          </p:grpSpPr>
          <p:sp>
            <p:nvSpPr>
              <p:cNvPr id="2276" name="Google Shape;2276;p7"/>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279"/>
        <p:cNvGrpSpPr/>
        <p:nvPr/>
      </p:nvGrpSpPr>
      <p:grpSpPr>
        <a:xfrm>
          <a:off x="0" y="0"/>
          <a:ext cx="0" cy="0"/>
          <a:chOff x="0" y="0"/>
          <a:chExt cx="0" cy="0"/>
        </a:xfrm>
      </p:grpSpPr>
      <p:grpSp>
        <p:nvGrpSpPr>
          <p:cNvPr id="2280" name="Google Shape;2280;p8"/>
          <p:cNvGrpSpPr/>
          <p:nvPr/>
        </p:nvGrpSpPr>
        <p:grpSpPr>
          <a:xfrm>
            <a:off x="-944628" y="-26349"/>
            <a:ext cx="10961068" cy="5169752"/>
            <a:chOff x="0" y="-26350"/>
            <a:chExt cx="8775875" cy="4139113"/>
          </a:xfrm>
        </p:grpSpPr>
        <p:grpSp>
          <p:nvGrpSpPr>
            <p:cNvPr id="2281" name="Google Shape;2281;p8"/>
            <p:cNvGrpSpPr/>
            <p:nvPr/>
          </p:nvGrpSpPr>
          <p:grpSpPr>
            <a:xfrm>
              <a:off x="24750" y="0"/>
              <a:ext cx="2522750" cy="1967000"/>
              <a:chOff x="421500" y="707250"/>
              <a:chExt cx="2522750" cy="1967000"/>
            </a:xfrm>
          </p:grpSpPr>
          <p:sp>
            <p:nvSpPr>
              <p:cNvPr id="2282" name="Google Shape;2282;p8"/>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8"/>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8"/>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8"/>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8"/>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8"/>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8"/>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8"/>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8"/>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8"/>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8"/>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8"/>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8"/>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8"/>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8"/>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8"/>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8"/>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8"/>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8"/>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8"/>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8"/>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8"/>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8"/>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8"/>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8"/>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8"/>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8"/>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8"/>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8"/>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8"/>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8"/>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8"/>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8"/>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8"/>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8"/>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8"/>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8"/>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8"/>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8"/>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8"/>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8"/>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8"/>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8"/>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8"/>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8"/>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8"/>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8"/>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8"/>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8"/>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8"/>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8"/>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8"/>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8"/>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8"/>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8"/>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8"/>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8"/>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8"/>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8"/>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8"/>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8"/>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8"/>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8"/>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8"/>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8"/>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8"/>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8"/>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8"/>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8"/>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8"/>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8"/>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8"/>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8"/>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8"/>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8"/>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8"/>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8"/>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8"/>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8"/>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8"/>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8"/>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8"/>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8"/>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8"/>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8"/>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8"/>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8"/>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8"/>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8"/>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8"/>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8"/>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8"/>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8"/>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8"/>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8"/>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8"/>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8"/>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8"/>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8"/>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8"/>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8"/>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8"/>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8"/>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8"/>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8"/>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8"/>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8"/>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8"/>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8"/>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8"/>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8"/>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8"/>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8"/>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8"/>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8"/>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8"/>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8"/>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8"/>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8"/>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8"/>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8"/>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8"/>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8"/>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8"/>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8"/>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8"/>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8"/>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8"/>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8"/>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8"/>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8"/>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8"/>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8"/>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8"/>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8"/>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8"/>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8"/>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8"/>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8"/>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8"/>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8"/>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8"/>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8"/>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8"/>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3" name="Google Shape;2433;p8"/>
            <p:cNvGrpSpPr/>
            <p:nvPr/>
          </p:nvGrpSpPr>
          <p:grpSpPr>
            <a:xfrm>
              <a:off x="2613900" y="86000"/>
              <a:ext cx="2917900" cy="1881000"/>
              <a:chOff x="3955275" y="3120250"/>
              <a:chExt cx="2917900" cy="1881000"/>
            </a:xfrm>
          </p:grpSpPr>
          <p:sp>
            <p:nvSpPr>
              <p:cNvPr id="2434" name="Google Shape;2434;p8"/>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8"/>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8"/>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8"/>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8"/>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8"/>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8"/>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8"/>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8"/>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8"/>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8"/>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8"/>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8"/>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8"/>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8"/>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8"/>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8"/>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8"/>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8"/>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8"/>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8"/>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8"/>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8"/>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8"/>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8"/>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8"/>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8"/>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8"/>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8"/>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8"/>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8"/>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8"/>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8"/>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8"/>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8"/>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8"/>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8"/>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8"/>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8"/>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8"/>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8"/>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8"/>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8"/>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8"/>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8"/>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8"/>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8"/>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8"/>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8"/>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8"/>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8"/>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8"/>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8"/>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8"/>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8"/>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8"/>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8"/>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8"/>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8"/>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8"/>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8"/>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8"/>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8"/>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8"/>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8"/>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8"/>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8"/>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8"/>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8"/>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8"/>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8"/>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8"/>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8"/>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8"/>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8"/>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8"/>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8"/>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8"/>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8"/>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8"/>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8"/>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8"/>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8"/>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8"/>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8"/>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8"/>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8"/>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8"/>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8"/>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8"/>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8"/>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8"/>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8"/>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8"/>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8"/>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8"/>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8"/>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8"/>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8"/>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8"/>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8"/>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8"/>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8"/>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8"/>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8"/>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8"/>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8"/>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8"/>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8"/>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8"/>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8"/>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8" name="Google Shape;2608;p8"/>
            <p:cNvGrpSpPr/>
            <p:nvPr/>
          </p:nvGrpSpPr>
          <p:grpSpPr>
            <a:xfrm>
              <a:off x="5598200" y="-26350"/>
              <a:ext cx="2872875" cy="2019700"/>
              <a:chOff x="542850" y="2981550"/>
              <a:chExt cx="2872875" cy="2019700"/>
            </a:xfrm>
          </p:grpSpPr>
          <p:sp>
            <p:nvSpPr>
              <p:cNvPr id="2609" name="Google Shape;2609;p8"/>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8"/>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8"/>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8"/>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8"/>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8"/>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8"/>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8"/>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8"/>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8"/>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8"/>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8"/>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8"/>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8"/>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8"/>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8"/>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8"/>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8"/>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8"/>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8"/>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8"/>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8"/>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8"/>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8"/>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8"/>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8"/>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8"/>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8"/>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8"/>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8"/>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8"/>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8"/>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8"/>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8"/>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8"/>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8"/>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8"/>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8"/>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8"/>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8"/>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8"/>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8"/>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8"/>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8"/>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8"/>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8"/>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8"/>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8"/>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8"/>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8"/>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8"/>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8"/>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8"/>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8"/>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8"/>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8"/>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8"/>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8"/>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8"/>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8"/>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8"/>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8"/>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8"/>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8"/>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8"/>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8"/>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8"/>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8"/>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8"/>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8"/>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8"/>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8"/>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8"/>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8"/>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8"/>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8"/>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8"/>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8"/>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8"/>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8"/>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8"/>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8"/>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8"/>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8"/>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8"/>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8"/>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8"/>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8"/>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8"/>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8"/>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8"/>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8"/>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8"/>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8"/>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8"/>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8"/>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8"/>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8"/>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8"/>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8"/>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8"/>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8"/>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8"/>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8"/>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8"/>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8"/>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8"/>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8"/>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8"/>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8"/>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8"/>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8"/>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8"/>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8"/>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8"/>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8"/>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8"/>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8"/>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8"/>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8"/>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8"/>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8"/>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8"/>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8"/>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8"/>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8"/>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8"/>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8"/>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8"/>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8"/>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8"/>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8"/>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8"/>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8"/>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8"/>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8"/>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8"/>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1" name="Google Shape;2791;p8"/>
            <p:cNvGrpSpPr/>
            <p:nvPr/>
          </p:nvGrpSpPr>
          <p:grpSpPr>
            <a:xfrm>
              <a:off x="0" y="1993350"/>
              <a:ext cx="3217825" cy="2069500"/>
              <a:chOff x="4031200" y="2931750"/>
              <a:chExt cx="3217825" cy="2069500"/>
            </a:xfrm>
          </p:grpSpPr>
          <p:sp>
            <p:nvSpPr>
              <p:cNvPr id="2792" name="Google Shape;2792;p8"/>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8"/>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8"/>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8"/>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8"/>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8"/>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8"/>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8"/>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8"/>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8"/>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8"/>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8"/>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8"/>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8"/>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8"/>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8"/>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8"/>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8"/>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8"/>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8"/>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8"/>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8"/>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8"/>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8"/>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8"/>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8"/>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8"/>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8"/>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8"/>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8"/>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8"/>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8"/>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8"/>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8"/>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8"/>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8"/>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8"/>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8"/>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8"/>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8"/>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8"/>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8"/>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8"/>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8"/>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8"/>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8"/>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8"/>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8"/>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8"/>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8"/>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8"/>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8"/>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8"/>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8"/>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8"/>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8"/>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8"/>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8"/>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8"/>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8"/>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8"/>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8"/>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8"/>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8"/>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8"/>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8"/>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8"/>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8"/>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8"/>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8"/>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8"/>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8"/>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8"/>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8"/>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8"/>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8"/>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8"/>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8"/>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8"/>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8"/>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8"/>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8"/>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8"/>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8"/>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8"/>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8"/>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8"/>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8"/>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8"/>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8"/>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8"/>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8"/>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8"/>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8"/>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8"/>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8"/>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8"/>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8"/>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8"/>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8"/>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8"/>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8"/>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8"/>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8"/>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8"/>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8"/>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8"/>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8"/>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8"/>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8"/>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8"/>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8"/>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8"/>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8"/>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8"/>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8"/>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8"/>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8"/>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8"/>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8"/>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8"/>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8"/>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8"/>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8"/>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8"/>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8"/>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8"/>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8"/>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8"/>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8"/>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8"/>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8"/>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8"/>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8"/>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8"/>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8"/>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8"/>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8"/>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8"/>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8"/>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8"/>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8"/>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8"/>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8"/>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8"/>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8"/>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8"/>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8"/>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8"/>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8"/>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8"/>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8"/>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8"/>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8"/>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8"/>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8"/>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8"/>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8"/>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8"/>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8"/>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8"/>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8"/>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8"/>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8"/>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8"/>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8"/>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8"/>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8"/>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8"/>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8"/>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8"/>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8"/>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8"/>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8"/>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8"/>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8"/>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8"/>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8"/>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8"/>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8"/>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8"/>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8"/>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8"/>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8"/>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8"/>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8"/>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8"/>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8"/>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8"/>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8"/>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8"/>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8"/>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8"/>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8"/>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8"/>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8"/>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8"/>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5" name="Google Shape;2995;p8"/>
            <p:cNvGrpSpPr/>
            <p:nvPr/>
          </p:nvGrpSpPr>
          <p:grpSpPr>
            <a:xfrm>
              <a:off x="3206725" y="1943438"/>
              <a:ext cx="2730550" cy="2169325"/>
              <a:chOff x="354450" y="871350"/>
              <a:chExt cx="2730550" cy="2169325"/>
            </a:xfrm>
          </p:grpSpPr>
          <p:sp>
            <p:nvSpPr>
              <p:cNvPr id="2996" name="Google Shape;2996;p8"/>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8"/>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8"/>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8"/>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8"/>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8"/>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8"/>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8"/>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8"/>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8"/>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8"/>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8"/>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8"/>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8"/>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8"/>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8"/>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8"/>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8"/>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8"/>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8"/>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8"/>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8"/>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8"/>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8"/>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8"/>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8"/>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8"/>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8"/>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8"/>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8"/>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8"/>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8"/>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8"/>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8"/>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8"/>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8"/>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8"/>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8"/>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8"/>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8"/>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8"/>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8"/>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8"/>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8"/>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8"/>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8"/>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8"/>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8"/>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8"/>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8"/>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8"/>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8"/>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8"/>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8"/>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8"/>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8"/>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8"/>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8"/>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8"/>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8"/>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8"/>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8"/>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8"/>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8"/>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8"/>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8"/>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8"/>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8"/>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8"/>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8"/>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8"/>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8"/>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8"/>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8"/>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8"/>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8"/>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8"/>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8"/>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8"/>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8"/>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8"/>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8"/>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8"/>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8"/>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8"/>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8"/>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8"/>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8"/>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8"/>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8"/>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8"/>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8"/>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8"/>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8"/>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8"/>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8"/>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8"/>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8"/>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8"/>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8"/>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8"/>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8"/>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8"/>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8"/>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8"/>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8"/>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8"/>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8"/>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8"/>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8"/>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8"/>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8"/>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8"/>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8"/>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8"/>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8"/>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8"/>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8"/>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8"/>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8"/>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8"/>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8"/>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8"/>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8"/>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8"/>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8"/>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8"/>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8"/>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8"/>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8"/>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8"/>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8"/>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8"/>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8"/>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8"/>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8"/>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8"/>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8"/>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8"/>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8"/>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8"/>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8"/>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8"/>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8"/>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8"/>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8"/>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8"/>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8"/>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8"/>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8"/>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8"/>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8"/>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8"/>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8"/>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8"/>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8"/>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8"/>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8"/>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8"/>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8"/>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8"/>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8"/>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8"/>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8"/>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8"/>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8"/>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8"/>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8"/>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8"/>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8"/>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8"/>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8"/>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8"/>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8"/>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8"/>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8"/>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8"/>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8"/>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8"/>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8"/>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8"/>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8"/>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8"/>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8"/>
            <p:cNvGrpSpPr/>
            <p:nvPr/>
          </p:nvGrpSpPr>
          <p:grpSpPr>
            <a:xfrm>
              <a:off x="6010625" y="1797075"/>
              <a:ext cx="2765250" cy="2124700"/>
              <a:chOff x="6841900" y="1328550"/>
              <a:chExt cx="2765250" cy="2124700"/>
            </a:xfrm>
          </p:grpSpPr>
          <p:sp>
            <p:nvSpPr>
              <p:cNvPr id="3180" name="Google Shape;3180;p8"/>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8"/>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8"/>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8"/>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8"/>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8"/>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8"/>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8"/>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8"/>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8"/>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8"/>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8"/>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8"/>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8"/>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8"/>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8"/>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8"/>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8"/>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8"/>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8"/>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8"/>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8"/>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8"/>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8"/>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8"/>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8"/>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8"/>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8"/>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8"/>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8"/>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8"/>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8"/>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8"/>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8"/>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8"/>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8"/>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8"/>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8"/>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8"/>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8"/>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8"/>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8"/>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8"/>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8"/>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8"/>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8"/>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8"/>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8"/>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8"/>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8"/>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8"/>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8"/>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8"/>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8"/>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8"/>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8"/>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8"/>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8"/>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8"/>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8"/>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8"/>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8"/>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8"/>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8"/>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8"/>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8"/>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8"/>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8"/>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8"/>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8"/>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8"/>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8"/>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8"/>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8"/>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8"/>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8"/>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8"/>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8"/>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8"/>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8"/>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8"/>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8"/>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8"/>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8"/>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8"/>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8"/>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8"/>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8"/>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8"/>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8"/>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8"/>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8"/>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8"/>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8"/>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8"/>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8"/>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8"/>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8"/>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8"/>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8"/>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8"/>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8"/>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8"/>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8"/>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8"/>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8"/>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8"/>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8"/>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8"/>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8"/>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8"/>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8"/>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8"/>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8"/>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8"/>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8"/>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8"/>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8"/>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8"/>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8"/>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8"/>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8"/>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8"/>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8"/>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8"/>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8"/>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8"/>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8"/>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8"/>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8"/>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8"/>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8"/>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8"/>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8"/>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8"/>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8"/>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8"/>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8"/>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8"/>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8"/>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8"/>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8"/>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8"/>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8"/>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8"/>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8"/>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8"/>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8"/>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8"/>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8"/>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8"/>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8"/>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8"/>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8"/>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8"/>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8"/>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8"/>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8"/>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8"/>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8"/>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8"/>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8"/>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8"/>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8"/>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8"/>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8"/>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8"/>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8"/>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8"/>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8"/>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8"/>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8"/>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8"/>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8"/>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8"/>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8"/>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8"/>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8"/>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8"/>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8"/>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8"/>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8"/>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8"/>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8"/>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8"/>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65" name="Google Shape;3365;p8"/>
          <p:cNvSpPr txBox="1">
            <a:spLocks noGrp="1"/>
          </p:cNvSpPr>
          <p:nvPr>
            <p:ph type="title"/>
          </p:nvPr>
        </p:nvSpPr>
        <p:spPr>
          <a:xfrm>
            <a:off x="4393200" y="1619525"/>
            <a:ext cx="4045200" cy="628200"/>
          </a:xfrm>
          <a:prstGeom prst="rect">
            <a:avLst/>
          </a:prstGeom>
        </p:spPr>
        <p:txBody>
          <a:bodyPr spcFirstLastPara="1" wrap="square" lIns="91425" tIns="91425" rIns="91425" bIns="91425" anchor="t" anchorCtr="0">
            <a:noAutofit/>
          </a:bodyPr>
          <a:lstStyle>
            <a:lvl1pPr lvl="0" algn="r">
              <a:spcBef>
                <a:spcPts val="0"/>
              </a:spcBef>
              <a:spcAft>
                <a:spcPts val="0"/>
              </a:spcAft>
              <a:buSzPts val="4200"/>
              <a:buNone/>
              <a:defRPr sz="4500">
                <a:solidFill>
                  <a:schemeClr val="lt1"/>
                </a:solidFill>
              </a:defRPr>
            </a:lvl1pPr>
            <a:lvl2pPr lvl="1" algn="l">
              <a:spcBef>
                <a:spcPts val="0"/>
              </a:spcBef>
              <a:spcAft>
                <a:spcPts val="0"/>
              </a:spcAft>
              <a:buSzPts val="4200"/>
              <a:buNone/>
              <a:defRPr sz="4200"/>
            </a:lvl2pPr>
            <a:lvl3pPr lvl="2" algn="l">
              <a:spcBef>
                <a:spcPts val="0"/>
              </a:spcBef>
              <a:spcAft>
                <a:spcPts val="0"/>
              </a:spcAft>
              <a:buSzPts val="4200"/>
              <a:buNone/>
              <a:defRPr sz="4200"/>
            </a:lvl3pPr>
            <a:lvl4pPr lvl="3" algn="l">
              <a:spcBef>
                <a:spcPts val="0"/>
              </a:spcBef>
              <a:spcAft>
                <a:spcPts val="0"/>
              </a:spcAft>
              <a:buSzPts val="4200"/>
              <a:buNone/>
              <a:defRPr sz="4200"/>
            </a:lvl4pPr>
            <a:lvl5pPr lvl="4" algn="l">
              <a:spcBef>
                <a:spcPts val="0"/>
              </a:spcBef>
              <a:spcAft>
                <a:spcPts val="0"/>
              </a:spcAft>
              <a:buSzPts val="4200"/>
              <a:buNone/>
              <a:defRPr sz="4200"/>
            </a:lvl5pPr>
            <a:lvl6pPr lvl="5" algn="l">
              <a:spcBef>
                <a:spcPts val="0"/>
              </a:spcBef>
              <a:spcAft>
                <a:spcPts val="0"/>
              </a:spcAft>
              <a:buSzPts val="4200"/>
              <a:buNone/>
              <a:defRPr sz="4200"/>
            </a:lvl6pPr>
            <a:lvl7pPr lvl="6" algn="l">
              <a:spcBef>
                <a:spcPts val="0"/>
              </a:spcBef>
              <a:spcAft>
                <a:spcPts val="0"/>
              </a:spcAft>
              <a:buSzPts val="4200"/>
              <a:buNone/>
              <a:defRPr sz="4200"/>
            </a:lvl7pPr>
            <a:lvl8pPr lvl="7" algn="l">
              <a:spcBef>
                <a:spcPts val="0"/>
              </a:spcBef>
              <a:spcAft>
                <a:spcPts val="0"/>
              </a:spcAft>
              <a:buSzPts val="4200"/>
              <a:buNone/>
              <a:defRPr sz="4200"/>
            </a:lvl8pPr>
            <a:lvl9pPr lvl="8" algn="l">
              <a:spcBef>
                <a:spcPts val="0"/>
              </a:spcBef>
              <a:spcAft>
                <a:spcPts val="0"/>
              </a:spcAft>
              <a:buSzPts val="4200"/>
              <a:buNone/>
              <a:defRPr sz="4200"/>
            </a:lvl9pPr>
          </a:lstStyle>
          <a:p>
            <a:endParaRPr/>
          </a:p>
        </p:txBody>
      </p:sp>
      <p:sp>
        <p:nvSpPr>
          <p:cNvPr id="3366" name="Google Shape;3366;p8"/>
          <p:cNvSpPr txBox="1">
            <a:spLocks noGrp="1"/>
          </p:cNvSpPr>
          <p:nvPr>
            <p:ph type="subTitle" idx="1"/>
          </p:nvPr>
        </p:nvSpPr>
        <p:spPr>
          <a:xfrm>
            <a:off x="4393200" y="2445775"/>
            <a:ext cx="4045200" cy="1777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700"/>
              <a:buNone/>
              <a:defRPr sz="18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grpSp>
        <p:nvGrpSpPr>
          <p:cNvPr id="3367" name="Google Shape;3367;p8"/>
          <p:cNvGrpSpPr/>
          <p:nvPr/>
        </p:nvGrpSpPr>
        <p:grpSpPr>
          <a:xfrm>
            <a:off x="-174450" y="540625"/>
            <a:ext cx="2522850" cy="4091450"/>
            <a:chOff x="-174450" y="540625"/>
            <a:chExt cx="2522850" cy="4091450"/>
          </a:xfrm>
        </p:grpSpPr>
        <p:sp>
          <p:nvSpPr>
            <p:cNvPr id="3368" name="Google Shape;3368;p8"/>
            <p:cNvSpPr/>
            <p:nvPr/>
          </p:nvSpPr>
          <p:spPr>
            <a:xfrm flipH="1">
              <a:off x="-174450" y="540625"/>
              <a:ext cx="2470500" cy="4065042"/>
            </a:xfrm>
            <a:custGeom>
              <a:avLst/>
              <a:gdLst/>
              <a:ahLst/>
              <a:cxnLst/>
              <a:rect l="l" t="t" r="r" b="b"/>
              <a:pathLst>
                <a:path w="98820" h="99323" extrusionOk="0">
                  <a:moveTo>
                    <a:pt x="0" y="99323"/>
                  </a:moveTo>
                  <a:lnTo>
                    <a:pt x="0" y="0"/>
                  </a:lnTo>
                  <a:lnTo>
                    <a:pt x="98820" y="0"/>
                  </a:lnTo>
                </a:path>
              </a:pathLst>
            </a:custGeom>
            <a:noFill/>
            <a:ln w="19050" cap="flat" cmpd="sng">
              <a:solidFill>
                <a:schemeClr val="dk2"/>
              </a:solidFill>
              <a:prstDash val="solid"/>
              <a:round/>
              <a:headEnd type="none" w="med" len="med"/>
              <a:tailEnd type="none" w="med" len="med"/>
            </a:ln>
          </p:spPr>
        </p:sp>
        <p:grpSp>
          <p:nvGrpSpPr>
            <p:cNvPr id="3369" name="Google Shape;3369;p8"/>
            <p:cNvGrpSpPr/>
            <p:nvPr/>
          </p:nvGrpSpPr>
          <p:grpSpPr>
            <a:xfrm rot="-5400000">
              <a:off x="2067675" y="4351350"/>
              <a:ext cx="463350" cy="98100"/>
              <a:chOff x="4269100" y="4550375"/>
              <a:chExt cx="463350" cy="98100"/>
            </a:xfrm>
          </p:grpSpPr>
          <p:sp>
            <p:nvSpPr>
              <p:cNvPr id="3370" name="Google Shape;3370;p8"/>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8"/>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8"/>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373" name="Google Shape;3373;p8"/>
          <p:cNvPicPr preferRelativeResize="0"/>
          <p:nvPr/>
        </p:nvPicPr>
        <p:blipFill rotWithShape="1">
          <a:blip r:embed="rId2">
            <a:alphaModFix/>
          </a:blip>
          <a:srcRect l="69" r="69"/>
          <a:stretch/>
        </p:blipFill>
        <p:spPr>
          <a:xfrm>
            <a:off x="7786742" y="145750"/>
            <a:ext cx="1303325" cy="1303325"/>
          </a:xfrm>
          <a:prstGeom prst="rect">
            <a:avLst/>
          </a:prstGeom>
          <a:noFill/>
          <a:ln>
            <a:noFill/>
          </a:ln>
        </p:spPr>
      </p:pic>
      <p:pic>
        <p:nvPicPr>
          <p:cNvPr id="3374" name="Google Shape;3374;p8"/>
          <p:cNvPicPr preferRelativeResize="0"/>
          <p:nvPr/>
        </p:nvPicPr>
        <p:blipFill rotWithShape="1">
          <a:blip r:embed="rId3">
            <a:alphaModFix amt="50000"/>
          </a:blip>
          <a:srcRect l="69" r="69"/>
          <a:stretch/>
        </p:blipFill>
        <p:spPr>
          <a:xfrm>
            <a:off x="334525" y="2590175"/>
            <a:ext cx="1730650" cy="1730650"/>
          </a:xfrm>
          <a:prstGeom prst="rect">
            <a:avLst/>
          </a:prstGeom>
          <a:noFill/>
          <a:ln>
            <a:noFill/>
          </a:ln>
        </p:spPr>
      </p:pic>
      <p:pic>
        <p:nvPicPr>
          <p:cNvPr id="3375" name="Google Shape;3375;p8"/>
          <p:cNvPicPr preferRelativeResize="0"/>
          <p:nvPr/>
        </p:nvPicPr>
        <p:blipFill rotWithShape="1">
          <a:blip r:embed="rId4">
            <a:alphaModFix/>
          </a:blip>
          <a:srcRect l="69" r="69"/>
          <a:stretch/>
        </p:blipFill>
        <p:spPr>
          <a:xfrm>
            <a:off x="3355795" y="1177000"/>
            <a:ext cx="583176" cy="583175"/>
          </a:xfrm>
          <a:prstGeom prst="rect">
            <a:avLst/>
          </a:prstGeom>
          <a:noFill/>
          <a:ln>
            <a:noFill/>
          </a:ln>
        </p:spPr>
      </p:pic>
      <p:sp>
        <p:nvSpPr>
          <p:cNvPr id="3376" name="Google Shape;3376;p8"/>
          <p:cNvSpPr/>
          <p:nvPr/>
        </p:nvSpPr>
        <p:spPr>
          <a:xfrm>
            <a:off x="4553888" y="87132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8"/>
          <p:cNvSpPr/>
          <p:nvPr/>
        </p:nvSpPr>
        <p:spPr>
          <a:xfrm>
            <a:off x="7783475" y="13715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8"/>
          <p:cNvSpPr/>
          <p:nvPr/>
        </p:nvSpPr>
        <p:spPr>
          <a:xfrm>
            <a:off x="-186475" y="802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8"/>
          <p:cNvSpPr/>
          <p:nvPr/>
        </p:nvSpPr>
        <p:spPr>
          <a:xfrm>
            <a:off x="2924800" y="3880188"/>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80" name="Google Shape;3380;p8"/>
          <p:cNvPicPr preferRelativeResize="0"/>
          <p:nvPr/>
        </p:nvPicPr>
        <p:blipFill rotWithShape="1">
          <a:blip r:embed="rId5">
            <a:alphaModFix amt="52000"/>
          </a:blip>
          <a:srcRect/>
          <a:stretch/>
        </p:blipFill>
        <p:spPr>
          <a:xfrm>
            <a:off x="4285450" y="4537400"/>
            <a:ext cx="988150" cy="988150"/>
          </a:xfrm>
          <a:prstGeom prst="rect">
            <a:avLst/>
          </a:prstGeom>
          <a:noFill/>
          <a:ln>
            <a:noFill/>
          </a:ln>
          <a:effectLst>
            <a:outerShdw blurRad="57150" dist="19050" dir="5400000" algn="bl" rotWithShape="0">
              <a:srgbClr val="000000">
                <a:alpha val="1600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81"/>
        <p:cNvGrpSpPr/>
        <p:nvPr/>
      </p:nvGrpSpPr>
      <p:grpSpPr>
        <a:xfrm>
          <a:off x="0" y="0"/>
          <a:ext cx="0" cy="0"/>
          <a:chOff x="0" y="0"/>
          <a:chExt cx="0" cy="0"/>
        </a:xfrm>
      </p:grpSpPr>
      <p:sp>
        <p:nvSpPr>
          <p:cNvPr id="3382" name="Google Shape;3382;p9"/>
          <p:cNvSpPr txBox="1">
            <a:spLocks noGrp="1"/>
          </p:cNvSpPr>
          <p:nvPr>
            <p:ph type="title"/>
          </p:nvPr>
        </p:nvSpPr>
        <p:spPr>
          <a:xfrm>
            <a:off x="719925" y="539525"/>
            <a:ext cx="2552400" cy="2028600"/>
          </a:xfrm>
          <a:prstGeom prst="rect">
            <a:avLst/>
          </a:prstGeom>
        </p:spPr>
        <p:txBody>
          <a:bodyPr spcFirstLastPara="1" wrap="square" lIns="91425" tIns="91425" rIns="91425" bIns="91425" anchor="t" anchorCtr="0">
            <a:noAutofit/>
          </a:bodyPr>
          <a:lstStyle>
            <a:lvl1pPr lvl="0" algn="l" rtl="0">
              <a:lnSpc>
                <a:spcPct val="90000"/>
              </a:lnSpc>
              <a:spcBef>
                <a:spcPts val="0"/>
              </a:spcBef>
              <a:spcAft>
                <a:spcPts val="0"/>
              </a:spcAft>
              <a:buSzPts val="3600"/>
              <a:buNone/>
              <a:defRPr/>
            </a:lvl1pPr>
            <a:lvl2pPr lvl="1" algn="l" rtl="0">
              <a:lnSpc>
                <a:spcPct val="90000"/>
              </a:lnSpc>
              <a:spcBef>
                <a:spcPts val="0"/>
              </a:spcBef>
              <a:spcAft>
                <a:spcPts val="0"/>
              </a:spcAft>
              <a:buSzPts val="3600"/>
              <a:buNone/>
              <a:defRPr/>
            </a:lvl2pPr>
            <a:lvl3pPr lvl="2" algn="l" rtl="0">
              <a:lnSpc>
                <a:spcPct val="90000"/>
              </a:lnSpc>
              <a:spcBef>
                <a:spcPts val="0"/>
              </a:spcBef>
              <a:spcAft>
                <a:spcPts val="0"/>
              </a:spcAft>
              <a:buSzPts val="3600"/>
              <a:buNone/>
              <a:defRPr/>
            </a:lvl3pPr>
            <a:lvl4pPr lvl="3" algn="l" rtl="0">
              <a:lnSpc>
                <a:spcPct val="90000"/>
              </a:lnSpc>
              <a:spcBef>
                <a:spcPts val="0"/>
              </a:spcBef>
              <a:spcAft>
                <a:spcPts val="0"/>
              </a:spcAft>
              <a:buSzPts val="3600"/>
              <a:buNone/>
              <a:defRPr/>
            </a:lvl4pPr>
            <a:lvl5pPr lvl="4" algn="l" rtl="0">
              <a:lnSpc>
                <a:spcPct val="90000"/>
              </a:lnSpc>
              <a:spcBef>
                <a:spcPts val="0"/>
              </a:spcBef>
              <a:spcAft>
                <a:spcPts val="0"/>
              </a:spcAft>
              <a:buSzPts val="3600"/>
              <a:buNone/>
              <a:defRPr/>
            </a:lvl5pPr>
            <a:lvl6pPr lvl="5" algn="l" rtl="0">
              <a:lnSpc>
                <a:spcPct val="90000"/>
              </a:lnSpc>
              <a:spcBef>
                <a:spcPts val="0"/>
              </a:spcBef>
              <a:spcAft>
                <a:spcPts val="0"/>
              </a:spcAft>
              <a:buSzPts val="3600"/>
              <a:buNone/>
              <a:defRPr/>
            </a:lvl6pPr>
            <a:lvl7pPr lvl="6" algn="l" rtl="0">
              <a:lnSpc>
                <a:spcPct val="90000"/>
              </a:lnSpc>
              <a:spcBef>
                <a:spcPts val="0"/>
              </a:spcBef>
              <a:spcAft>
                <a:spcPts val="0"/>
              </a:spcAft>
              <a:buSzPts val="3600"/>
              <a:buNone/>
              <a:defRPr/>
            </a:lvl7pPr>
            <a:lvl8pPr lvl="7" algn="l" rtl="0">
              <a:lnSpc>
                <a:spcPct val="90000"/>
              </a:lnSpc>
              <a:spcBef>
                <a:spcPts val="0"/>
              </a:spcBef>
              <a:spcAft>
                <a:spcPts val="0"/>
              </a:spcAft>
              <a:buSzPts val="3600"/>
              <a:buNone/>
              <a:defRPr/>
            </a:lvl8pPr>
            <a:lvl9pPr lvl="8" algn="l" rtl="0">
              <a:lnSpc>
                <a:spcPct val="90000"/>
              </a:lnSpc>
              <a:spcBef>
                <a:spcPts val="0"/>
              </a:spcBef>
              <a:spcAft>
                <a:spcPts val="0"/>
              </a:spcAft>
              <a:buSzPts val="3600"/>
              <a:buNone/>
              <a:defRPr/>
            </a:lvl9pPr>
          </a:lstStyle>
          <a:p>
            <a:endParaRPr/>
          </a:p>
        </p:txBody>
      </p:sp>
      <p:pic>
        <p:nvPicPr>
          <p:cNvPr id="3383" name="Google Shape;3383;p9"/>
          <p:cNvPicPr preferRelativeResize="0"/>
          <p:nvPr/>
        </p:nvPicPr>
        <p:blipFill rotWithShape="1">
          <a:blip r:embed="rId2">
            <a:alphaModFix amt="73000"/>
          </a:blip>
          <a:srcRect/>
          <a:stretch/>
        </p:blipFill>
        <p:spPr>
          <a:xfrm>
            <a:off x="7279225" y="4009500"/>
            <a:ext cx="1917050" cy="1917050"/>
          </a:xfrm>
          <a:prstGeom prst="rect">
            <a:avLst/>
          </a:prstGeom>
          <a:noFill/>
          <a:ln>
            <a:noFill/>
          </a:ln>
        </p:spPr>
      </p:pic>
      <p:pic>
        <p:nvPicPr>
          <p:cNvPr id="3384" name="Google Shape;3384;p9"/>
          <p:cNvPicPr preferRelativeResize="0"/>
          <p:nvPr/>
        </p:nvPicPr>
        <p:blipFill rotWithShape="1">
          <a:blip r:embed="rId3">
            <a:alphaModFix/>
          </a:blip>
          <a:srcRect l="69" r="69"/>
          <a:stretch/>
        </p:blipFill>
        <p:spPr>
          <a:xfrm>
            <a:off x="6276225" y="-913150"/>
            <a:ext cx="1917049" cy="1917050"/>
          </a:xfrm>
          <a:prstGeom prst="rect">
            <a:avLst/>
          </a:prstGeom>
          <a:noFill/>
          <a:ln>
            <a:noFill/>
          </a:ln>
        </p:spPr>
      </p:pic>
      <p:pic>
        <p:nvPicPr>
          <p:cNvPr id="3385" name="Google Shape;3385;p9"/>
          <p:cNvPicPr preferRelativeResize="0"/>
          <p:nvPr/>
        </p:nvPicPr>
        <p:blipFill rotWithShape="1">
          <a:blip r:embed="rId4">
            <a:alphaModFix/>
          </a:blip>
          <a:srcRect l="69" r="69"/>
          <a:stretch/>
        </p:blipFill>
        <p:spPr>
          <a:xfrm>
            <a:off x="-901475" y="3154675"/>
            <a:ext cx="1917049" cy="1917050"/>
          </a:xfrm>
          <a:prstGeom prst="rect">
            <a:avLst/>
          </a:prstGeom>
          <a:noFill/>
          <a:ln>
            <a:noFill/>
          </a:ln>
        </p:spPr>
      </p:pic>
      <p:pic>
        <p:nvPicPr>
          <p:cNvPr id="3386" name="Google Shape;3386;p9"/>
          <p:cNvPicPr preferRelativeResize="0"/>
          <p:nvPr/>
        </p:nvPicPr>
        <p:blipFill rotWithShape="1">
          <a:blip r:embed="rId2">
            <a:alphaModFix amt="75000"/>
          </a:blip>
          <a:srcRect/>
          <a:stretch/>
        </p:blipFill>
        <p:spPr>
          <a:xfrm>
            <a:off x="7375975" y="185400"/>
            <a:ext cx="929775" cy="929775"/>
          </a:xfrm>
          <a:prstGeom prst="rect">
            <a:avLst/>
          </a:prstGeom>
          <a:noFill/>
          <a:ln>
            <a:noFill/>
          </a:ln>
        </p:spPr>
      </p:pic>
      <p:pic>
        <p:nvPicPr>
          <p:cNvPr id="3387" name="Google Shape;3387;p9"/>
          <p:cNvPicPr preferRelativeResize="0"/>
          <p:nvPr/>
        </p:nvPicPr>
        <p:blipFill rotWithShape="1">
          <a:blip r:embed="rId5">
            <a:alphaModFix/>
          </a:blip>
          <a:srcRect l="69" r="69"/>
          <a:stretch/>
        </p:blipFill>
        <p:spPr>
          <a:xfrm>
            <a:off x="168300" y="-518025"/>
            <a:ext cx="929775" cy="929775"/>
          </a:xfrm>
          <a:prstGeom prst="rect">
            <a:avLst/>
          </a:prstGeom>
          <a:noFill/>
          <a:ln>
            <a:noFill/>
          </a:ln>
        </p:spPr>
      </p:pic>
      <p:pic>
        <p:nvPicPr>
          <p:cNvPr id="3388" name="Google Shape;3388;p9"/>
          <p:cNvPicPr preferRelativeResize="0"/>
          <p:nvPr/>
        </p:nvPicPr>
        <p:blipFill rotWithShape="1">
          <a:blip r:embed="rId5">
            <a:alphaModFix amt="50000"/>
          </a:blip>
          <a:srcRect l="69" r="69"/>
          <a:stretch/>
        </p:blipFill>
        <p:spPr>
          <a:xfrm>
            <a:off x="6845575" y="3673625"/>
            <a:ext cx="433651" cy="433650"/>
          </a:xfrm>
          <a:prstGeom prst="rect">
            <a:avLst/>
          </a:prstGeom>
          <a:noFill/>
          <a:ln>
            <a:noFill/>
          </a:ln>
        </p:spPr>
      </p:pic>
      <p:pic>
        <p:nvPicPr>
          <p:cNvPr id="3389" name="Google Shape;3389;p9"/>
          <p:cNvPicPr preferRelativeResize="0"/>
          <p:nvPr/>
        </p:nvPicPr>
        <p:blipFill rotWithShape="1">
          <a:blip r:embed="rId5">
            <a:alphaModFix amt="50000"/>
          </a:blip>
          <a:srcRect l="69" r="69"/>
          <a:stretch/>
        </p:blipFill>
        <p:spPr>
          <a:xfrm>
            <a:off x="1098075" y="3314175"/>
            <a:ext cx="274151" cy="274150"/>
          </a:xfrm>
          <a:prstGeom prst="rect">
            <a:avLst/>
          </a:prstGeom>
          <a:noFill/>
          <a:ln>
            <a:noFill/>
          </a:ln>
        </p:spPr>
      </p:pic>
      <p:grpSp>
        <p:nvGrpSpPr>
          <p:cNvPr id="3390" name="Google Shape;3390;p9"/>
          <p:cNvGrpSpPr/>
          <p:nvPr/>
        </p:nvGrpSpPr>
        <p:grpSpPr>
          <a:xfrm>
            <a:off x="1947075" y="2721450"/>
            <a:ext cx="98100" cy="2511900"/>
            <a:chOff x="670875" y="539425"/>
            <a:chExt cx="98100" cy="2511900"/>
          </a:xfrm>
        </p:grpSpPr>
        <p:cxnSp>
          <p:nvCxnSpPr>
            <p:cNvPr id="3391" name="Google Shape;3391;p9"/>
            <p:cNvCxnSpPr/>
            <p:nvPr/>
          </p:nvCxnSpPr>
          <p:spPr>
            <a:xfrm rot="10800000">
              <a:off x="719925" y="539425"/>
              <a:ext cx="0" cy="2511900"/>
            </a:xfrm>
            <a:prstGeom prst="straightConnector1">
              <a:avLst/>
            </a:prstGeom>
            <a:noFill/>
            <a:ln w="19050" cap="flat" cmpd="sng">
              <a:solidFill>
                <a:schemeClr val="dk2"/>
              </a:solidFill>
              <a:prstDash val="solid"/>
              <a:round/>
              <a:headEnd type="none" w="med" len="med"/>
              <a:tailEnd type="none" w="med" len="med"/>
            </a:ln>
          </p:spPr>
        </p:cxnSp>
        <p:grpSp>
          <p:nvGrpSpPr>
            <p:cNvPr id="3392" name="Google Shape;3392;p9"/>
            <p:cNvGrpSpPr/>
            <p:nvPr/>
          </p:nvGrpSpPr>
          <p:grpSpPr>
            <a:xfrm rot="5400000">
              <a:off x="488250" y="805775"/>
              <a:ext cx="463350" cy="98100"/>
              <a:chOff x="4269100" y="4550375"/>
              <a:chExt cx="463350" cy="98100"/>
            </a:xfrm>
          </p:grpSpPr>
          <p:sp>
            <p:nvSpPr>
              <p:cNvPr id="3393" name="Google Shape;3393;p9"/>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9"/>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9"/>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396"/>
        <p:cNvGrpSpPr/>
        <p:nvPr/>
      </p:nvGrpSpPr>
      <p:grpSpPr>
        <a:xfrm>
          <a:off x="0" y="0"/>
          <a:ext cx="0" cy="0"/>
          <a:chOff x="0" y="0"/>
          <a:chExt cx="0" cy="0"/>
        </a:xfrm>
      </p:grpSpPr>
      <p:sp>
        <p:nvSpPr>
          <p:cNvPr id="3397" name="Google Shape;3397;p10"/>
          <p:cNvSpPr txBox="1">
            <a:spLocks noGrp="1"/>
          </p:cNvSpPr>
          <p:nvPr>
            <p:ph type="title" hasCustomPrompt="1"/>
          </p:nvPr>
        </p:nvSpPr>
        <p:spPr>
          <a:xfrm>
            <a:off x="1239450" y="1605888"/>
            <a:ext cx="6665100" cy="15090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solidFill>
                  <a:schemeClr val="l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98" name="Google Shape;3398;p10"/>
          <p:cNvSpPr txBox="1">
            <a:spLocks noGrp="1"/>
          </p:cNvSpPr>
          <p:nvPr>
            <p:ph type="subTitle" idx="1"/>
          </p:nvPr>
        </p:nvSpPr>
        <p:spPr>
          <a:xfrm>
            <a:off x="1239000" y="3321663"/>
            <a:ext cx="6666000" cy="45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700"/>
              <a:buNone/>
              <a:defRPr sz="18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grpSp>
        <p:nvGrpSpPr>
          <p:cNvPr id="3399" name="Google Shape;3399;p10"/>
          <p:cNvGrpSpPr/>
          <p:nvPr/>
        </p:nvGrpSpPr>
        <p:grpSpPr>
          <a:xfrm>
            <a:off x="-944628" y="-26349"/>
            <a:ext cx="10961068" cy="5169752"/>
            <a:chOff x="0" y="-26350"/>
            <a:chExt cx="8775875" cy="4139113"/>
          </a:xfrm>
        </p:grpSpPr>
        <p:grpSp>
          <p:nvGrpSpPr>
            <p:cNvPr id="3400" name="Google Shape;3400;p10"/>
            <p:cNvGrpSpPr/>
            <p:nvPr/>
          </p:nvGrpSpPr>
          <p:grpSpPr>
            <a:xfrm>
              <a:off x="24750" y="0"/>
              <a:ext cx="2522750" cy="1967000"/>
              <a:chOff x="421500" y="707250"/>
              <a:chExt cx="2522750" cy="1967000"/>
            </a:xfrm>
          </p:grpSpPr>
          <p:sp>
            <p:nvSpPr>
              <p:cNvPr id="3401" name="Google Shape;3401;p10"/>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0"/>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0"/>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0"/>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0"/>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0"/>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0"/>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0"/>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0"/>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0"/>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0"/>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0"/>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0"/>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0"/>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0"/>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0"/>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0"/>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0"/>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0"/>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0"/>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0"/>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0"/>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0"/>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0"/>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0"/>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0"/>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0"/>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0"/>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0"/>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0"/>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0"/>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10"/>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10"/>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10"/>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0"/>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0"/>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0"/>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0"/>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0"/>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0"/>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0"/>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0"/>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0"/>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0"/>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0"/>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0"/>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0"/>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0"/>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0"/>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0"/>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0"/>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0"/>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0"/>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10"/>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10"/>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0"/>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0"/>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0"/>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0"/>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0"/>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0"/>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0"/>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0"/>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0"/>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0"/>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0"/>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0"/>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0"/>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0"/>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0"/>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0"/>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0"/>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0"/>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0"/>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0"/>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0"/>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10"/>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10"/>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0"/>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0"/>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0"/>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0"/>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0"/>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0"/>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0"/>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0"/>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0"/>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0"/>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0"/>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0"/>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0"/>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0"/>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0"/>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0"/>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0"/>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0"/>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0"/>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0"/>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0"/>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0"/>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0"/>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0"/>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0"/>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0"/>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10"/>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10"/>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10"/>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10"/>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10"/>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10"/>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10"/>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10"/>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10"/>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10"/>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10"/>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0"/>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0"/>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0"/>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0"/>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0"/>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0"/>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10"/>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10"/>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10"/>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0"/>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10"/>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10"/>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10"/>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10"/>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10"/>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10"/>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10"/>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0"/>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0"/>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10"/>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10"/>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0"/>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0"/>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10"/>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10"/>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10"/>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10"/>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10"/>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10"/>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10"/>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10"/>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10"/>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10"/>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10"/>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10"/>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10"/>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2" name="Google Shape;3552;p10"/>
            <p:cNvGrpSpPr/>
            <p:nvPr/>
          </p:nvGrpSpPr>
          <p:grpSpPr>
            <a:xfrm>
              <a:off x="2613900" y="86000"/>
              <a:ext cx="2917900" cy="1881000"/>
              <a:chOff x="3955275" y="3120250"/>
              <a:chExt cx="2917900" cy="1881000"/>
            </a:xfrm>
          </p:grpSpPr>
          <p:sp>
            <p:nvSpPr>
              <p:cNvPr id="3553" name="Google Shape;3553;p10"/>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10"/>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0"/>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0"/>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0"/>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0"/>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10"/>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10"/>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0"/>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0"/>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0"/>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10"/>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10"/>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10"/>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10"/>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10"/>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10"/>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10"/>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10"/>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10"/>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10"/>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10"/>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10"/>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10"/>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10"/>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10"/>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10"/>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0"/>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0"/>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10"/>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10"/>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10"/>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10"/>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10"/>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10"/>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10"/>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10"/>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10"/>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10"/>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10"/>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10"/>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10"/>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10"/>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10"/>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10"/>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10"/>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10"/>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10"/>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10"/>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10"/>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10"/>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10"/>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10"/>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10"/>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10"/>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10"/>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10"/>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10"/>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10"/>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10"/>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10"/>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10"/>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10"/>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10"/>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10"/>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10"/>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10"/>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10"/>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10"/>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10"/>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10"/>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10"/>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10"/>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10"/>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10"/>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10"/>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10"/>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10"/>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10"/>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10"/>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10"/>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10"/>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10"/>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10"/>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10"/>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10"/>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10"/>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10"/>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10"/>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10"/>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10"/>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10"/>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10"/>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10"/>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10"/>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10"/>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10"/>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10"/>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10"/>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10"/>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10"/>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10"/>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10"/>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10"/>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10"/>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10"/>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10"/>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10"/>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10"/>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10"/>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10"/>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10"/>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10"/>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10"/>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10"/>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10"/>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10"/>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10"/>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10"/>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10"/>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10"/>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10"/>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10"/>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10"/>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10"/>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10"/>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10"/>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10"/>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10"/>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10"/>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10"/>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10"/>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10"/>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10"/>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10"/>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10"/>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10"/>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10"/>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10"/>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10"/>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10"/>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10"/>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10"/>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10"/>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10"/>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10"/>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10"/>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10"/>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10"/>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10"/>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10"/>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10"/>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10"/>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10"/>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10"/>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10"/>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10"/>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10"/>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10"/>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10"/>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10"/>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10"/>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10"/>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10"/>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10"/>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10"/>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10"/>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10"/>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10"/>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10"/>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10"/>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10"/>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10"/>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10"/>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7" name="Google Shape;3727;p10"/>
            <p:cNvGrpSpPr/>
            <p:nvPr/>
          </p:nvGrpSpPr>
          <p:grpSpPr>
            <a:xfrm>
              <a:off x="5598200" y="-26350"/>
              <a:ext cx="2872875" cy="2019700"/>
              <a:chOff x="542850" y="2981550"/>
              <a:chExt cx="2872875" cy="2019700"/>
            </a:xfrm>
          </p:grpSpPr>
          <p:sp>
            <p:nvSpPr>
              <p:cNvPr id="3728" name="Google Shape;3728;p10"/>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10"/>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10"/>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10"/>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10"/>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10"/>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10"/>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10"/>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10"/>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10"/>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10"/>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10"/>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10"/>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10"/>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10"/>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10"/>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10"/>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10"/>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10"/>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10"/>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10"/>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10"/>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10"/>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10"/>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10"/>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10"/>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10"/>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10"/>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10"/>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10"/>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10"/>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10"/>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10"/>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10"/>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10"/>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0"/>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0"/>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10"/>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10"/>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10"/>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10"/>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10"/>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10"/>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10"/>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10"/>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10"/>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10"/>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10"/>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10"/>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10"/>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10"/>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10"/>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10"/>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10"/>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10"/>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10"/>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0"/>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10"/>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0"/>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10"/>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10"/>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0"/>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10"/>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10"/>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10"/>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10"/>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10"/>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10"/>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10"/>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10"/>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10"/>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10"/>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10"/>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10"/>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10"/>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10"/>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10"/>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10"/>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10"/>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10"/>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10"/>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10"/>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10"/>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10"/>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10"/>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10"/>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10"/>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10"/>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10"/>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10"/>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10"/>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10"/>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10"/>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10"/>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10"/>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10"/>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10"/>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10"/>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10"/>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10"/>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10"/>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10"/>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10"/>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10"/>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10"/>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10"/>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10"/>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10"/>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10"/>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10"/>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10"/>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10"/>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10"/>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10"/>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10"/>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10"/>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10"/>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10"/>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10"/>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10"/>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10"/>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10"/>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10"/>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10"/>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10"/>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10"/>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10"/>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10"/>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10"/>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10"/>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10"/>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10"/>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10"/>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10"/>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10"/>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10"/>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10"/>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10"/>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10"/>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10"/>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10"/>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10"/>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10"/>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10"/>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10"/>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10"/>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10"/>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10"/>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10"/>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10"/>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10"/>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10"/>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10"/>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10"/>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10"/>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10"/>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0"/>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10"/>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10"/>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10"/>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0"/>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0"/>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0"/>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0"/>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10"/>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10"/>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10"/>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10"/>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10"/>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10"/>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10"/>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10"/>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10"/>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10"/>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10"/>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10"/>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10"/>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10"/>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10"/>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10"/>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10"/>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0" name="Google Shape;3910;p10"/>
            <p:cNvGrpSpPr/>
            <p:nvPr/>
          </p:nvGrpSpPr>
          <p:grpSpPr>
            <a:xfrm>
              <a:off x="0" y="1993350"/>
              <a:ext cx="3217825" cy="2069500"/>
              <a:chOff x="4031200" y="2931750"/>
              <a:chExt cx="3217825" cy="2069500"/>
            </a:xfrm>
          </p:grpSpPr>
          <p:sp>
            <p:nvSpPr>
              <p:cNvPr id="3911" name="Google Shape;3911;p10"/>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10"/>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10"/>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10"/>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10"/>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10"/>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10"/>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10"/>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10"/>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10"/>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10"/>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10"/>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10"/>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10"/>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10"/>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10"/>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10"/>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10"/>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10"/>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10"/>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10"/>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10"/>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10"/>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10"/>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10"/>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10"/>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10"/>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10"/>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10"/>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10"/>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10"/>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10"/>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10"/>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10"/>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10"/>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10"/>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10"/>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10"/>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10"/>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10"/>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10"/>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10"/>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10"/>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10"/>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10"/>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10"/>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10"/>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10"/>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10"/>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10"/>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10"/>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10"/>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10"/>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10"/>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10"/>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10"/>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10"/>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10"/>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10"/>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10"/>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10"/>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10"/>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10"/>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10"/>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10"/>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10"/>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10"/>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10"/>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10"/>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10"/>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10"/>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10"/>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10"/>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10"/>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10"/>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10"/>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10"/>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10"/>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10"/>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10"/>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10"/>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10"/>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10"/>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10"/>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10"/>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10"/>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10"/>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10"/>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10"/>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10"/>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10"/>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10"/>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10"/>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10"/>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10"/>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10"/>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10"/>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10"/>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10"/>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10"/>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10"/>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10"/>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10"/>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10"/>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10"/>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10"/>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10"/>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10"/>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10"/>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10"/>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10"/>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10"/>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10"/>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10"/>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10"/>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10"/>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10"/>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10"/>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10"/>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10"/>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10"/>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10"/>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10"/>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10"/>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10"/>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10"/>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10"/>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10"/>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10"/>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10"/>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10"/>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10"/>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10"/>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10"/>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10"/>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10"/>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10"/>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10"/>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10"/>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10"/>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10"/>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10"/>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10"/>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10"/>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10"/>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10"/>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10"/>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10"/>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10"/>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10"/>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10"/>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10"/>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10"/>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10"/>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10"/>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10"/>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10"/>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10"/>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10"/>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10"/>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10"/>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10"/>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10"/>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10"/>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10"/>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10"/>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10"/>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10"/>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10"/>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10"/>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10"/>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10"/>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10"/>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10"/>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10"/>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10"/>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10"/>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10"/>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10"/>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10"/>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10"/>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10"/>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10"/>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10"/>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10"/>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10"/>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10"/>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10"/>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10"/>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10"/>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10"/>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10"/>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10"/>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10"/>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10"/>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10"/>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10"/>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10"/>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10"/>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10"/>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10"/>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10"/>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10"/>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4" name="Google Shape;4114;p10"/>
            <p:cNvGrpSpPr/>
            <p:nvPr/>
          </p:nvGrpSpPr>
          <p:grpSpPr>
            <a:xfrm>
              <a:off x="3206725" y="1943438"/>
              <a:ext cx="2730550" cy="2169325"/>
              <a:chOff x="354450" y="871350"/>
              <a:chExt cx="2730550" cy="2169325"/>
            </a:xfrm>
          </p:grpSpPr>
          <p:sp>
            <p:nvSpPr>
              <p:cNvPr id="4115" name="Google Shape;4115;p10"/>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10"/>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10"/>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10"/>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10"/>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10"/>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10"/>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10"/>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10"/>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10"/>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10"/>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10"/>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10"/>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10"/>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10"/>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10"/>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10"/>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10"/>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10"/>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10"/>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10"/>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10"/>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10"/>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10"/>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10"/>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10"/>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10"/>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10"/>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10"/>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10"/>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10"/>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10"/>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10"/>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10"/>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10"/>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10"/>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10"/>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10"/>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10"/>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10"/>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10"/>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10"/>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10"/>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10"/>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10"/>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10"/>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10"/>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10"/>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10"/>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10"/>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10"/>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10"/>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10"/>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10"/>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10"/>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10"/>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10"/>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10"/>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10"/>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10"/>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10"/>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10"/>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10"/>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10"/>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10"/>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10"/>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10"/>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10"/>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10"/>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10"/>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10"/>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10"/>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10"/>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10"/>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10"/>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10"/>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10"/>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10"/>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10"/>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10"/>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10"/>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10"/>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10"/>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10"/>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10"/>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10"/>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10"/>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10"/>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10"/>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10"/>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10"/>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10"/>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10"/>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10"/>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10"/>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10"/>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10"/>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10"/>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10"/>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10"/>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10"/>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10"/>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10"/>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10"/>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10"/>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10"/>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10"/>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10"/>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10"/>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10"/>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10"/>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10"/>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10"/>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10"/>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10"/>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10"/>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10"/>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10"/>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10"/>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10"/>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10"/>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10"/>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10"/>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10"/>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10"/>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10"/>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10"/>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10"/>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10"/>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10"/>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10"/>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10"/>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10"/>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10"/>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10"/>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10"/>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10"/>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10"/>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10"/>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10"/>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10"/>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10"/>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10"/>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10"/>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10"/>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10"/>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10"/>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10"/>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10"/>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10"/>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10"/>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10"/>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10"/>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10"/>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10"/>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10"/>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10"/>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10"/>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10"/>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10"/>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10"/>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10"/>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10"/>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10"/>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10"/>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10"/>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10"/>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10"/>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10"/>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10"/>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10"/>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10"/>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10"/>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10"/>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10"/>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10"/>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10"/>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10"/>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10"/>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10"/>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10"/>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10"/>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10"/>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8" name="Google Shape;4298;p10"/>
            <p:cNvGrpSpPr/>
            <p:nvPr/>
          </p:nvGrpSpPr>
          <p:grpSpPr>
            <a:xfrm>
              <a:off x="6010625" y="1797075"/>
              <a:ext cx="2765250" cy="2124700"/>
              <a:chOff x="6841900" y="1328550"/>
              <a:chExt cx="2765250" cy="2124700"/>
            </a:xfrm>
          </p:grpSpPr>
          <p:sp>
            <p:nvSpPr>
              <p:cNvPr id="4299" name="Google Shape;4299;p10"/>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10"/>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10"/>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10"/>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10"/>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10"/>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10"/>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10"/>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10"/>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10"/>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10"/>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10"/>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10"/>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10"/>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10"/>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10"/>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10"/>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10"/>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10"/>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10"/>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10"/>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10"/>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10"/>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10"/>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10"/>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10"/>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10"/>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10"/>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10"/>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10"/>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10"/>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10"/>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10"/>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10"/>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10"/>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10"/>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10"/>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10"/>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10"/>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10"/>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10"/>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10"/>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10"/>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10"/>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10"/>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10"/>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10"/>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10"/>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10"/>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10"/>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10"/>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10"/>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10"/>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10"/>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10"/>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10"/>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10"/>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10"/>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10"/>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10"/>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10"/>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10"/>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10"/>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10"/>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10"/>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10"/>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10"/>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10"/>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10"/>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10"/>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10"/>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10"/>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10"/>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10"/>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10"/>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10"/>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10"/>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10"/>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10"/>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10"/>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10"/>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10"/>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10"/>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10"/>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10"/>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10"/>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10"/>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10"/>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10"/>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10"/>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10"/>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10"/>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10"/>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10"/>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10"/>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10"/>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10"/>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10"/>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10"/>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10"/>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10"/>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10"/>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10"/>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10"/>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10"/>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10"/>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10"/>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10"/>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10"/>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10"/>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10"/>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10"/>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10"/>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10"/>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10"/>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10"/>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10"/>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10"/>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10"/>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10"/>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10"/>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10"/>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10"/>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10"/>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10"/>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10"/>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10"/>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10"/>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10"/>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10"/>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10"/>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10"/>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10"/>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10"/>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10"/>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10"/>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10"/>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10"/>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10"/>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10"/>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10"/>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10"/>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10"/>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10"/>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10"/>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10"/>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10"/>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10"/>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10"/>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10"/>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10"/>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10"/>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10"/>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10"/>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10"/>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10"/>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10"/>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10"/>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10"/>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10"/>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10"/>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10"/>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10"/>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10"/>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10"/>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10"/>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10"/>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10"/>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10"/>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10"/>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10"/>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10"/>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10"/>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10"/>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10"/>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10"/>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10"/>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10"/>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10"/>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10"/>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10"/>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10"/>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10"/>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10"/>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10"/>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484" name="Google Shape;4484;p10"/>
          <p:cNvPicPr preferRelativeResize="0"/>
          <p:nvPr/>
        </p:nvPicPr>
        <p:blipFill rotWithShape="1">
          <a:blip r:embed="rId2">
            <a:alphaModFix/>
          </a:blip>
          <a:srcRect l="69" r="69"/>
          <a:stretch/>
        </p:blipFill>
        <p:spPr>
          <a:xfrm>
            <a:off x="1089224" y="285152"/>
            <a:ext cx="2481049" cy="2481075"/>
          </a:xfrm>
          <a:prstGeom prst="rect">
            <a:avLst/>
          </a:prstGeom>
          <a:noFill/>
          <a:ln>
            <a:noFill/>
          </a:ln>
        </p:spPr>
      </p:pic>
      <p:pic>
        <p:nvPicPr>
          <p:cNvPr id="4485" name="Google Shape;4485;p10"/>
          <p:cNvPicPr preferRelativeResize="0"/>
          <p:nvPr/>
        </p:nvPicPr>
        <p:blipFill rotWithShape="1">
          <a:blip r:embed="rId3">
            <a:alphaModFix amt="44000"/>
          </a:blip>
          <a:srcRect l="69" r="69"/>
          <a:stretch/>
        </p:blipFill>
        <p:spPr>
          <a:xfrm>
            <a:off x="8473650" y="1053875"/>
            <a:ext cx="1683374" cy="1683376"/>
          </a:xfrm>
          <a:prstGeom prst="rect">
            <a:avLst/>
          </a:prstGeom>
          <a:noFill/>
          <a:ln>
            <a:noFill/>
          </a:ln>
        </p:spPr>
      </p:pic>
      <p:pic>
        <p:nvPicPr>
          <p:cNvPr id="4486" name="Google Shape;4486;p10"/>
          <p:cNvPicPr preferRelativeResize="0"/>
          <p:nvPr/>
        </p:nvPicPr>
        <p:blipFill rotWithShape="1">
          <a:blip r:embed="rId4">
            <a:alphaModFix/>
          </a:blip>
          <a:srcRect l="69" r="69"/>
          <a:stretch/>
        </p:blipFill>
        <p:spPr>
          <a:xfrm>
            <a:off x="6727550" y="4020524"/>
            <a:ext cx="854324" cy="854326"/>
          </a:xfrm>
          <a:prstGeom prst="rect">
            <a:avLst/>
          </a:prstGeom>
          <a:noFill/>
          <a:ln>
            <a:noFill/>
          </a:ln>
        </p:spPr>
      </p:pic>
      <p:pic>
        <p:nvPicPr>
          <p:cNvPr id="4487" name="Google Shape;4487;p10"/>
          <p:cNvPicPr preferRelativeResize="0"/>
          <p:nvPr/>
        </p:nvPicPr>
        <p:blipFill rotWithShape="1">
          <a:blip r:embed="rId5">
            <a:alphaModFix amt="50000"/>
          </a:blip>
          <a:srcRect l="69" r="69"/>
          <a:stretch/>
        </p:blipFill>
        <p:spPr>
          <a:xfrm>
            <a:off x="1147324" y="512325"/>
            <a:ext cx="665326" cy="665326"/>
          </a:xfrm>
          <a:prstGeom prst="rect">
            <a:avLst/>
          </a:prstGeom>
          <a:noFill/>
          <a:ln>
            <a:noFill/>
          </a:ln>
        </p:spPr>
      </p:pic>
      <p:pic>
        <p:nvPicPr>
          <p:cNvPr id="4488" name="Google Shape;4488;p10"/>
          <p:cNvPicPr preferRelativeResize="0"/>
          <p:nvPr/>
        </p:nvPicPr>
        <p:blipFill rotWithShape="1">
          <a:blip r:embed="rId6">
            <a:alphaModFix amt="51000"/>
          </a:blip>
          <a:srcRect/>
          <a:stretch/>
        </p:blipFill>
        <p:spPr>
          <a:xfrm>
            <a:off x="7187300" y="3920350"/>
            <a:ext cx="290699" cy="290700"/>
          </a:xfrm>
          <a:prstGeom prst="rect">
            <a:avLst/>
          </a:prstGeom>
          <a:noFill/>
          <a:ln>
            <a:noFill/>
          </a:ln>
        </p:spPr>
      </p:pic>
      <p:pic>
        <p:nvPicPr>
          <p:cNvPr id="4489" name="Google Shape;4489;p10"/>
          <p:cNvPicPr preferRelativeResize="0"/>
          <p:nvPr/>
        </p:nvPicPr>
        <p:blipFill rotWithShape="1">
          <a:blip r:embed="rId7">
            <a:alphaModFix amt="55000"/>
          </a:blip>
          <a:srcRect/>
          <a:stretch/>
        </p:blipFill>
        <p:spPr>
          <a:xfrm>
            <a:off x="719925" y="4211050"/>
            <a:ext cx="236000" cy="236000"/>
          </a:xfrm>
          <a:prstGeom prst="rect">
            <a:avLst/>
          </a:prstGeom>
          <a:noFill/>
          <a:ln>
            <a:noFill/>
          </a:ln>
        </p:spPr>
      </p:pic>
      <p:pic>
        <p:nvPicPr>
          <p:cNvPr id="4490" name="Google Shape;4490;p10"/>
          <p:cNvPicPr preferRelativeResize="0"/>
          <p:nvPr/>
        </p:nvPicPr>
        <p:blipFill rotWithShape="1">
          <a:blip r:embed="rId7">
            <a:alphaModFix amt="55000"/>
          </a:blip>
          <a:srcRect/>
          <a:stretch/>
        </p:blipFill>
        <p:spPr>
          <a:xfrm>
            <a:off x="8473650" y="1053875"/>
            <a:ext cx="236000" cy="236000"/>
          </a:xfrm>
          <a:prstGeom prst="rect">
            <a:avLst/>
          </a:prstGeom>
          <a:noFill/>
          <a:ln>
            <a:noFill/>
          </a:ln>
        </p:spPr>
      </p:pic>
      <p:pic>
        <p:nvPicPr>
          <p:cNvPr id="4491" name="Google Shape;4491;p10"/>
          <p:cNvPicPr preferRelativeResize="0"/>
          <p:nvPr/>
        </p:nvPicPr>
        <p:blipFill rotWithShape="1">
          <a:blip r:embed="rId5">
            <a:alphaModFix amt="50000"/>
          </a:blip>
          <a:srcRect l="69" r="69"/>
          <a:stretch/>
        </p:blipFill>
        <p:spPr>
          <a:xfrm>
            <a:off x="6147525" y="-627275"/>
            <a:ext cx="1683374" cy="1683376"/>
          </a:xfrm>
          <a:prstGeom prst="rect">
            <a:avLst/>
          </a:prstGeom>
          <a:noFill/>
          <a:ln>
            <a:noFill/>
          </a:ln>
        </p:spPr>
      </p:pic>
      <p:pic>
        <p:nvPicPr>
          <p:cNvPr id="4492" name="Google Shape;4492;p10"/>
          <p:cNvPicPr preferRelativeResize="0"/>
          <p:nvPr/>
        </p:nvPicPr>
        <p:blipFill rotWithShape="1">
          <a:blip r:embed="rId5">
            <a:alphaModFix amt="70000"/>
          </a:blip>
          <a:srcRect l="69" r="69"/>
          <a:stretch/>
        </p:blipFill>
        <p:spPr>
          <a:xfrm>
            <a:off x="7014300" y="311100"/>
            <a:ext cx="1147600" cy="1147599"/>
          </a:xfrm>
          <a:prstGeom prst="rect">
            <a:avLst/>
          </a:prstGeom>
          <a:noFill/>
          <a:ln>
            <a:noFill/>
          </a:ln>
        </p:spPr>
      </p:pic>
      <p:sp>
        <p:nvSpPr>
          <p:cNvPr id="4493" name="Google Shape;4493;p10"/>
          <p:cNvSpPr/>
          <p:nvPr/>
        </p:nvSpPr>
        <p:spPr>
          <a:xfrm>
            <a:off x="4485413" y="12995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10"/>
          <p:cNvSpPr/>
          <p:nvPr/>
        </p:nvSpPr>
        <p:spPr>
          <a:xfrm>
            <a:off x="7965225" y="37492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10"/>
          <p:cNvSpPr/>
          <p:nvPr/>
        </p:nvSpPr>
        <p:spPr>
          <a:xfrm>
            <a:off x="7209875" y="1744586"/>
            <a:ext cx="1622352" cy="2360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10"/>
          <p:cNvSpPr/>
          <p:nvPr/>
        </p:nvSpPr>
        <p:spPr>
          <a:xfrm>
            <a:off x="447950" y="39602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97" name="Google Shape;4497;p10"/>
          <p:cNvPicPr preferRelativeResize="0"/>
          <p:nvPr/>
        </p:nvPicPr>
        <p:blipFill rotWithShape="1">
          <a:blip r:embed="rId3">
            <a:alphaModFix amt="44000"/>
          </a:blip>
          <a:srcRect l="69" r="69"/>
          <a:stretch/>
        </p:blipFill>
        <p:spPr>
          <a:xfrm>
            <a:off x="2330025" y="4252175"/>
            <a:ext cx="1864550" cy="1864550"/>
          </a:xfrm>
          <a:prstGeom prst="rect">
            <a:avLst/>
          </a:prstGeom>
          <a:noFill/>
          <a:ln>
            <a:noFill/>
          </a:ln>
        </p:spPr>
      </p:pic>
      <p:pic>
        <p:nvPicPr>
          <p:cNvPr id="4498" name="Google Shape;4498;p10"/>
          <p:cNvPicPr preferRelativeResize="0"/>
          <p:nvPr/>
        </p:nvPicPr>
        <p:blipFill rotWithShape="1">
          <a:blip r:embed="rId8">
            <a:alphaModFix/>
          </a:blip>
          <a:srcRect l="69" r="69"/>
          <a:stretch/>
        </p:blipFill>
        <p:spPr>
          <a:xfrm>
            <a:off x="4360550" y="2500324"/>
            <a:ext cx="1277800" cy="1277799"/>
          </a:xfrm>
          <a:prstGeom prst="rect">
            <a:avLst/>
          </a:prstGeom>
          <a:noFill/>
          <a:ln>
            <a:noFill/>
          </a:ln>
        </p:spPr>
      </p:pic>
      <p:grpSp>
        <p:nvGrpSpPr>
          <p:cNvPr id="4499" name="Google Shape;4499;p10"/>
          <p:cNvGrpSpPr/>
          <p:nvPr/>
        </p:nvGrpSpPr>
        <p:grpSpPr>
          <a:xfrm>
            <a:off x="-100275" y="338075"/>
            <a:ext cx="9362625" cy="98100"/>
            <a:chOff x="-366687" y="338075"/>
            <a:chExt cx="9362625" cy="98100"/>
          </a:xfrm>
        </p:grpSpPr>
        <p:grpSp>
          <p:nvGrpSpPr>
            <p:cNvPr id="4500" name="Google Shape;4500;p10"/>
            <p:cNvGrpSpPr/>
            <p:nvPr/>
          </p:nvGrpSpPr>
          <p:grpSpPr>
            <a:xfrm>
              <a:off x="4505238" y="338075"/>
              <a:ext cx="4490700" cy="98100"/>
              <a:chOff x="713513" y="490450"/>
              <a:chExt cx="4490700" cy="98100"/>
            </a:xfrm>
          </p:grpSpPr>
          <p:cxnSp>
            <p:nvCxnSpPr>
              <p:cNvPr id="4501" name="Google Shape;4501;p10"/>
              <p:cNvCxnSpPr/>
              <p:nvPr/>
            </p:nvCxnSpPr>
            <p:spPr>
              <a:xfrm rot="10800000">
                <a:off x="713513" y="539500"/>
                <a:ext cx="4490700" cy="0"/>
              </a:xfrm>
              <a:prstGeom prst="straightConnector1">
                <a:avLst/>
              </a:prstGeom>
              <a:noFill/>
              <a:ln w="19050" cap="flat" cmpd="sng">
                <a:solidFill>
                  <a:schemeClr val="dk2"/>
                </a:solidFill>
                <a:prstDash val="solid"/>
                <a:round/>
                <a:headEnd type="none" w="med" len="med"/>
                <a:tailEnd type="none" w="med" len="med"/>
              </a:ln>
            </p:spPr>
          </p:cxnSp>
          <p:grpSp>
            <p:nvGrpSpPr>
              <p:cNvPr id="4502" name="Google Shape;4502;p10"/>
              <p:cNvGrpSpPr/>
              <p:nvPr/>
            </p:nvGrpSpPr>
            <p:grpSpPr>
              <a:xfrm>
                <a:off x="786414" y="490450"/>
                <a:ext cx="463350" cy="98100"/>
                <a:chOff x="4269100" y="4550375"/>
                <a:chExt cx="463350" cy="98100"/>
              </a:xfrm>
            </p:grpSpPr>
            <p:sp>
              <p:nvSpPr>
                <p:cNvPr id="4503" name="Google Shape;4503;p10"/>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10"/>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10"/>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6" name="Google Shape;4506;p10"/>
            <p:cNvGrpSpPr/>
            <p:nvPr/>
          </p:nvGrpSpPr>
          <p:grpSpPr>
            <a:xfrm rot="10800000">
              <a:off x="-366687" y="338075"/>
              <a:ext cx="4472700" cy="98100"/>
              <a:chOff x="713438" y="490450"/>
              <a:chExt cx="4472700" cy="98100"/>
            </a:xfrm>
          </p:grpSpPr>
          <p:cxnSp>
            <p:nvCxnSpPr>
              <p:cNvPr id="4507" name="Google Shape;4507;p10"/>
              <p:cNvCxnSpPr/>
              <p:nvPr/>
            </p:nvCxnSpPr>
            <p:spPr>
              <a:xfrm rot="10800000">
                <a:off x="713438" y="539500"/>
                <a:ext cx="4472700" cy="0"/>
              </a:xfrm>
              <a:prstGeom prst="straightConnector1">
                <a:avLst/>
              </a:prstGeom>
              <a:noFill/>
              <a:ln w="19050" cap="flat" cmpd="sng">
                <a:solidFill>
                  <a:schemeClr val="dk2"/>
                </a:solidFill>
                <a:prstDash val="solid"/>
                <a:round/>
                <a:headEnd type="none" w="med" len="med"/>
                <a:tailEnd type="none" w="med" len="med"/>
              </a:ln>
            </p:spPr>
          </p:cxnSp>
          <p:grpSp>
            <p:nvGrpSpPr>
              <p:cNvPr id="4508" name="Google Shape;4508;p10"/>
              <p:cNvGrpSpPr/>
              <p:nvPr/>
            </p:nvGrpSpPr>
            <p:grpSpPr>
              <a:xfrm>
                <a:off x="786414" y="490450"/>
                <a:ext cx="463350" cy="98100"/>
                <a:chOff x="4269100" y="4550375"/>
                <a:chExt cx="463350" cy="98100"/>
              </a:xfrm>
            </p:grpSpPr>
            <p:sp>
              <p:nvSpPr>
                <p:cNvPr id="4509" name="Google Shape;4509;p10"/>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10"/>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10"/>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451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513"/>
        <p:cNvGrpSpPr/>
        <p:nvPr/>
      </p:nvGrpSpPr>
      <p:grpSpPr>
        <a:xfrm>
          <a:off x="0" y="0"/>
          <a:ext cx="0" cy="0"/>
          <a:chOff x="0" y="0"/>
          <a:chExt cx="0" cy="0"/>
        </a:xfrm>
      </p:grpSpPr>
      <p:sp>
        <p:nvSpPr>
          <p:cNvPr id="4514" name="Google Shape;4514;p12"/>
          <p:cNvSpPr txBox="1">
            <a:spLocks noGrp="1"/>
          </p:cNvSpPr>
          <p:nvPr>
            <p:ph type="title"/>
          </p:nvPr>
        </p:nvSpPr>
        <p:spPr>
          <a:xfrm>
            <a:off x="713225" y="539525"/>
            <a:ext cx="7717500" cy="564900"/>
          </a:xfrm>
          <a:prstGeom prst="rect">
            <a:avLst/>
          </a:prstGeom>
        </p:spPr>
        <p:txBody>
          <a:bodyPr spcFirstLastPara="1" wrap="square" lIns="91425" tIns="91425" rIns="91425" bIns="91425" anchor="t" anchorCtr="0">
            <a:noAutofit/>
          </a:bodyPr>
          <a:lstStyle>
            <a:lvl1pPr lvl="0">
              <a:spcBef>
                <a:spcPts val="0"/>
              </a:spcBef>
              <a:spcAft>
                <a:spcPts val="0"/>
              </a:spcAft>
              <a:buSzPts val="3600"/>
              <a:buFont typeface="Bodoni Moda"/>
              <a:buNone/>
              <a:defRPr>
                <a:solidFill>
                  <a:schemeClr val="lt1"/>
                </a:solidFill>
              </a:defRPr>
            </a:lvl1pPr>
            <a:lvl2pPr lvl="1">
              <a:spcBef>
                <a:spcPts val="0"/>
              </a:spcBef>
              <a:spcAft>
                <a:spcPts val="0"/>
              </a:spcAft>
              <a:buSzPts val="3600"/>
              <a:buFont typeface="Bodoni Moda"/>
              <a:buNone/>
              <a:defRPr>
                <a:latin typeface="Bodoni Moda"/>
                <a:ea typeface="Bodoni Moda"/>
                <a:cs typeface="Bodoni Moda"/>
                <a:sym typeface="Bodoni Moda"/>
              </a:defRPr>
            </a:lvl2pPr>
            <a:lvl3pPr lvl="2">
              <a:spcBef>
                <a:spcPts val="0"/>
              </a:spcBef>
              <a:spcAft>
                <a:spcPts val="0"/>
              </a:spcAft>
              <a:buSzPts val="3600"/>
              <a:buFont typeface="Bodoni Moda"/>
              <a:buNone/>
              <a:defRPr>
                <a:latin typeface="Bodoni Moda"/>
                <a:ea typeface="Bodoni Moda"/>
                <a:cs typeface="Bodoni Moda"/>
                <a:sym typeface="Bodoni Moda"/>
              </a:defRPr>
            </a:lvl3pPr>
            <a:lvl4pPr lvl="3">
              <a:spcBef>
                <a:spcPts val="0"/>
              </a:spcBef>
              <a:spcAft>
                <a:spcPts val="0"/>
              </a:spcAft>
              <a:buSzPts val="3600"/>
              <a:buFont typeface="Bodoni Moda"/>
              <a:buNone/>
              <a:defRPr>
                <a:latin typeface="Bodoni Moda"/>
                <a:ea typeface="Bodoni Moda"/>
                <a:cs typeface="Bodoni Moda"/>
                <a:sym typeface="Bodoni Moda"/>
              </a:defRPr>
            </a:lvl4pPr>
            <a:lvl5pPr lvl="4">
              <a:spcBef>
                <a:spcPts val="0"/>
              </a:spcBef>
              <a:spcAft>
                <a:spcPts val="0"/>
              </a:spcAft>
              <a:buSzPts val="3600"/>
              <a:buFont typeface="Bodoni Moda"/>
              <a:buNone/>
              <a:defRPr>
                <a:latin typeface="Bodoni Moda"/>
                <a:ea typeface="Bodoni Moda"/>
                <a:cs typeface="Bodoni Moda"/>
                <a:sym typeface="Bodoni Moda"/>
              </a:defRPr>
            </a:lvl5pPr>
            <a:lvl6pPr lvl="5">
              <a:spcBef>
                <a:spcPts val="0"/>
              </a:spcBef>
              <a:spcAft>
                <a:spcPts val="0"/>
              </a:spcAft>
              <a:buSzPts val="3600"/>
              <a:buFont typeface="Bodoni Moda"/>
              <a:buNone/>
              <a:defRPr>
                <a:latin typeface="Bodoni Moda"/>
                <a:ea typeface="Bodoni Moda"/>
                <a:cs typeface="Bodoni Moda"/>
                <a:sym typeface="Bodoni Moda"/>
              </a:defRPr>
            </a:lvl6pPr>
            <a:lvl7pPr lvl="6">
              <a:spcBef>
                <a:spcPts val="0"/>
              </a:spcBef>
              <a:spcAft>
                <a:spcPts val="0"/>
              </a:spcAft>
              <a:buSzPts val="3600"/>
              <a:buFont typeface="Bodoni Moda"/>
              <a:buNone/>
              <a:defRPr>
                <a:latin typeface="Bodoni Moda"/>
                <a:ea typeface="Bodoni Moda"/>
                <a:cs typeface="Bodoni Moda"/>
                <a:sym typeface="Bodoni Moda"/>
              </a:defRPr>
            </a:lvl7pPr>
            <a:lvl8pPr lvl="7">
              <a:spcBef>
                <a:spcPts val="0"/>
              </a:spcBef>
              <a:spcAft>
                <a:spcPts val="0"/>
              </a:spcAft>
              <a:buSzPts val="3600"/>
              <a:buFont typeface="Bodoni Moda"/>
              <a:buNone/>
              <a:defRPr>
                <a:latin typeface="Bodoni Moda"/>
                <a:ea typeface="Bodoni Moda"/>
                <a:cs typeface="Bodoni Moda"/>
                <a:sym typeface="Bodoni Moda"/>
              </a:defRPr>
            </a:lvl8pPr>
            <a:lvl9pPr lvl="8">
              <a:spcBef>
                <a:spcPts val="0"/>
              </a:spcBef>
              <a:spcAft>
                <a:spcPts val="0"/>
              </a:spcAft>
              <a:buSzPts val="3600"/>
              <a:buFont typeface="Bodoni Moda"/>
              <a:buNone/>
              <a:defRPr>
                <a:latin typeface="Bodoni Moda"/>
                <a:ea typeface="Bodoni Moda"/>
                <a:cs typeface="Bodoni Moda"/>
                <a:sym typeface="Bodoni Moda"/>
              </a:defRPr>
            </a:lvl9pPr>
          </a:lstStyle>
          <a:p>
            <a:endParaRPr/>
          </a:p>
        </p:txBody>
      </p:sp>
      <p:sp>
        <p:nvSpPr>
          <p:cNvPr id="4515" name="Google Shape;4515;p12"/>
          <p:cNvSpPr txBox="1">
            <a:spLocks noGrp="1"/>
          </p:cNvSpPr>
          <p:nvPr>
            <p:ph type="title" idx="2" hasCustomPrompt="1"/>
          </p:nvPr>
        </p:nvSpPr>
        <p:spPr>
          <a:xfrm>
            <a:off x="1627350" y="1449050"/>
            <a:ext cx="649200" cy="410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grpSp>
        <p:nvGrpSpPr>
          <p:cNvPr id="4516" name="Google Shape;4516;p12"/>
          <p:cNvGrpSpPr/>
          <p:nvPr/>
        </p:nvGrpSpPr>
        <p:grpSpPr>
          <a:xfrm>
            <a:off x="518475" y="539550"/>
            <a:ext cx="98100" cy="4727700"/>
            <a:chOff x="670875" y="539550"/>
            <a:chExt cx="98100" cy="4727700"/>
          </a:xfrm>
        </p:grpSpPr>
        <p:cxnSp>
          <p:nvCxnSpPr>
            <p:cNvPr id="4517" name="Google Shape;4517;p12"/>
            <p:cNvCxnSpPr/>
            <p:nvPr/>
          </p:nvCxnSpPr>
          <p:spPr>
            <a:xfrm rot="10800000">
              <a:off x="719925" y="539550"/>
              <a:ext cx="0" cy="4727700"/>
            </a:xfrm>
            <a:prstGeom prst="straightConnector1">
              <a:avLst/>
            </a:prstGeom>
            <a:noFill/>
            <a:ln w="19050" cap="flat" cmpd="sng">
              <a:solidFill>
                <a:schemeClr val="dk2"/>
              </a:solidFill>
              <a:prstDash val="solid"/>
              <a:round/>
              <a:headEnd type="none" w="med" len="med"/>
              <a:tailEnd type="none" w="med" len="med"/>
            </a:ln>
          </p:spPr>
        </p:cxnSp>
        <p:grpSp>
          <p:nvGrpSpPr>
            <p:cNvPr id="4518" name="Google Shape;4518;p12"/>
            <p:cNvGrpSpPr/>
            <p:nvPr/>
          </p:nvGrpSpPr>
          <p:grpSpPr>
            <a:xfrm rot="5400000">
              <a:off x="488250" y="805775"/>
              <a:ext cx="463350" cy="98100"/>
              <a:chOff x="4269100" y="4550375"/>
              <a:chExt cx="463350" cy="98100"/>
            </a:xfrm>
          </p:grpSpPr>
          <p:sp>
            <p:nvSpPr>
              <p:cNvPr id="4519" name="Google Shape;4519;p12"/>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12"/>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12"/>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522" name="Google Shape;4522;p12"/>
          <p:cNvSpPr txBox="1">
            <a:spLocks noGrp="1"/>
          </p:cNvSpPr>
          <p:nvPr>
            <p:ph type="subTitle" idx="1"/>
          </p:nvPr>
        </p:nvSpPr>
        <p:spPr>
          <a:xfrm>
            <a:off x="713225" y="2330700"/>
            <a:ext cx="2395800" cy="47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23" name="Google Shape;4523;p12"/>
          <p:cNvSpPr txBox="1">
            <a:spLocks noGrp="1"/>
          </p:cNvSpPr>
          <p:nvPr>
            <p:ph type="subTitle" idx="3"/>
          </p:nvPr>
        </p:nvSpPr>
        <p:spPr>
          <a:xfrm>
            <a:off x="712625" y="1992525"/>
            <a:ext cx="2396400" cy="36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4524" name="Google Shape;4524;p12"/>
          <p:cNvSpPr txBox="1">
            <a:spLocks noGrp="1"/>
          </p:cNvSpPr>
          <p:nvPr>
            <p:ph type="title" idx="4" hasCustomPrompt="1"/>
          </p:nvPr>
        </p:nvSpPr>
        <p:spPr>
          <a:xfrm>
            <a:off x="4255025" y="1448477"/>
            <a:ext cx="649200" cy="411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sp>
        <p:nvSpPr>
          <p:cNvPr id="4525" name="Google Shape;4525;p12"/>
          <p:cNvSpPr txBox="1">
            <a:spLocks noGrp="1"/>
          </p:cNvSpPr>
          <p:nvPr>
            <p:ph type="subTitle" idx="5"/>
          </p:nvPr>
        </p:nvSpPr>
        <p:spPr>
          <a:xfrm>
            <a:off x="3374100" y="2330700"/>
            <a:ext cx="23958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26" name="Google Shape;4526;p12"/>
          <p:cNvSpPr txBox="1">
            <a:spLocks noGrp="1"/>
          </p:cNvSpPr>
          <p:nvPr>
            <p:ph type="subTitle" idx="6"/>
          </p:nvPr>
        </p:nvSpPr>
        <p:spPr>
          <a:xfrm>
            <a:off x="3374100" y="1992525"/>
            <a:ext cx="2395800" cy="36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4527" name="Google Shape;4527;p12"/>
          <p:cNvSpPr txBox="1">
            <a:spLocks noGrp="1"/>
          </p:cNvSpPr>
          <p:nvPr>
            <p:ph type="title" idx="7" hasCustomPrompt="1"/>
          </p:nvPr>
        </p:nvSpPr>
        <p:spPr>
          <a:xfrm>
            <a:off x="6915425" y="1448440"/>
            <a:ext cx="649200" cy="411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sp>
        <p:nvSpPr>
          <p:cNvPr id="4528" name="Google Shape;4528;p12"/>
          <p:cNvSpPr txBox="1">
            <a:spLocks noGrp="1"/>
          </p:cNvSpPr>
          <p:nvPr>
            <p:ph type="subTitle" idx="8"/>
          </p:nvPr>
        </p:nvSpPr>
        <p:spPr>
          <a:xfrm>
            <a:off x="6042125" y="2339100"/>
            <a:ext cx="23958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29" name="Google Shape;4529;p12"/>
          <p:cNvSpPr txBox="1">
            <a:spLocks noGrp="1"/>
          </p:cNvSpPr>
          <p:nvPr>
            <p:ph type="subTitle" idx="9"/>
          </p:nvPr>
        </p:nvSpPr>
        <p:spPr>
          <a:xfrm>
            <a:off x="6042600" y="1994475"/>
            <a:ext cx="23958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4530" name="Google Shape;4530;p12"/>
          <p:cNvSpPr txBox="1">
            <a:spLocks noGrp="1"/>
          </p:cNvSpPr>
          <p:nvPr>
            <p:ph type="title" idx="13" hasCustomPrompt="1"/>
          </p:nvPr>
        </p:nvSpPr>
        <p:spPr>
          <a:xfrm>
            <a:off x="1627450" y="3141222"/>
            <a:ext cx="649200" cy="411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sp>
        <p:nvSpPr>
          <p:cNvPr id="4531" name="Google Shape;4531;p12"/>
          <p:cNvSpPr txBox="1">
            <a:spLocks noGrp="1"/>
          </p:cNvSpPr>
          <p:nvPr>
            <p:ph type="subTitle" idx="14"/>
          </p:nvPr>
        </p:nvSpPr>
        <p:spPr>
          <a:xfrm>
            <a:off x="713200" y="4033604"/>
            <a:ext cx="23958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32" name="Google Shape;4532;p12"/>
          <p:cNvSpPr txBox="1">
            <a:spLocks noGrp="1"/>
          </p:cNvSpPr>
          <p:nvPr>
            <p:ph type="subTitle" idx="15"/>
          </p:nvPr>
        </p:nvSpPr>
        <p:spPr>
          <a:xfrm>
            <a:off x="713200" y="3691250"/>
            <a:ext cx="23958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4533" name="Google Shape;4533;p12"/>
          <p:cNvSpPr txBox="1">
            <a:spLocks noGrp="1"/>
          </p:cNvSpPr>
          <p:nvPr>
            <p:ph type="title" idx="16" hasCustomPrompt="1"/>
          </p:nvPr>
        </p:nvSpPr>
        <p:spPr>
          <a:xfrm>
            <a:off x="4247400" y="3141222"/>
            <a:ext cx="649200" cy="411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sp>
        <p:nvSpPr>
          <p:cNvPr id="4534" name="Google Shape;4534;p12"/>
          <p:cNvSpPr txBox="1">
            <a:spLocks noGrp="1"/>
          </p:cNvSpPr>
          <p:nvPr>
            <p:ph type="subTitle" idx="17"/>
          </p:nvPr>
        </p:nvSpPr>
        <p:spPr>
          <a:xfrm>
            <a:off x="3374100" y="4033604"/>
            <a:ext cx="23958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35" name="Google Shape;4535;p12"/>
          <p:cNvSpPr txBox="1">
            <a:spLocks noGrp="1"/>
          </p:cNvSpPr>
          <p:nvPr>
            <p:ph type="subTitle" idx="18"/>
          </p:nvPr>
        </p:nvSpPr>
        <p:spPr>
          <a:xfrm>
            <a:off x="3374100" y="3691250"/>
            <a:ext cx="23958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4536" name="Google Shape;4536;p12"/>
          <p:cNvSpPr txBox="1">
            <a:spLocks noGrp="1"/>
          </p:cNvSpPr>
          <p:nvPr>
            <p:ph type="title" idx="19" hasCustomPrompt="1"/>
          </p:nvPr>
        </p:nvSpPr>
        <p:spPr>
          <a:xfrm>
            <a:off x="6891625" y="3141222"/>
            <a:ext cx="649200" cy="411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500"/>
              <a:buFont typeface="Bodoni Moda"/>
              <a:buNone/>
              <a:defRPr sz="2400">
                <a:solidFill>
                  <a:schemeClr val="lt2"/>
                </a:solidFill>
              </a:defRPr>
            </a:lvl1pPr>
            <a:lvl2pPr lvl="1" algn="ctr" rtl="0">
              <a:spcBef>
                <a:spcPts val="0"/>
              </a:spcBef>
              <a:spcAft>
                <a:spcPts val="0"/>
              </a:spcAft>
              <a:buSzPts val="3500"/>
              <a:buFont typeface="Bodoni Moda"/>
              <a:buNone/>
              <a:defRPr sz="3500">
                <a:latin typeface="Bodoni Moda"/>
                <a:ea typeface="Bodoni Moda"/>
                <a:cs typeface="Bodoni Moda"/>
                <a:sym typeface="Bodoni Moda"/>
              </a:defRPr>
            </a:lvl2pPr>
            <a:lvl3pPr lvl="2" algn="ctr" rtl="0">
              <a:spcBef>
                <a:spcPts val="0"/>
              </a:spcBef>
              <a:spcAft>
                <a:spcPts val="0"/>
              </a:spcAft>
              <a:buSzPts val="3500"/>
              <a:buFont typeface="Bodoni Moda"/>
              <a:buNone/>
              <a:defRPr sz="3500">
                <a:latin typeface="Bodoni Moda"/>
                <a:ea typeface="Bodoni Moda"/>
                <a:cs typeface="Bodoni Moda"/>
                <a:sym typeface="Bodoni Moda"/>
              </a:defRPr>
            </a:lvl3pPr>
            <a:lvl4pPr lvl="3" algn="ctr" rtl="0">
              <a:spcBef>
                <a:spcPts val="0"/>
              </a:spcBef>
              <a:spcAft>
                <a:spcPts val="0"/>
              </a:spcAft>
              <a:buSzPts val="3500"/>
              <a:buFont typeface="Bodoni Moda"/>
              <a:buNone/>
              <a:defRPr sz="3500">
                <a:latin typeface="Bodoni Moda"/>
                <a:ea typeface="Bodoni Moda"/>
                <a:cs typeface="Bodoni Moda"/>
                <a:sym typeface="Bodoni Moda"/>
              </a:defRPr>
            </a:lvl4pPr>
            <a:lvl5pPr lvl="4" algn="ctr" rtl="0">
              <a:spcBef>
                <a:spcPts val="0"/>
              </a:spcBef>
              <a:spcAft>
                <a:spcPts val="0"/>
              </a:spcAft>
              <a:buSzPts val="3500"/>
              <a:buFont typeface="Bodoni Moda"/>
              <a:buNone/>
              <a:defRPr sz="3500">
                <a:latin typeface="Bodoni Moda"/>
                <a:ea typeface="Bodoni Moda"/>
                <a:cs typeface="Bodoni Moda"/>
                <a:sym typeface="Bodoni Moda"/>
              </a:defRPr>
            </a:lvl5pPr>
            <a:lvl6pPr lvl="5" algn="ctr" rtl="0">
              <a:spcBef>
                <a:spcPts val="0"/>
              </a:spcBef>
              <a:spcAft>
                <a:spcPts val="0"/>
              </a:spcAft>
              <a:buSzPts val="3500"/>
              <a:buFont typeface="Bodoni Moda"/>
              <a:buNone/>
              <a:defRPr sz="3500">
                <a:latin typeface="Bodoni Moda"/>
                <a:ea typeface="Bodoni Moda"/>
                <a:cs typeface="Bodoni Moda"/>
                <a:sym typeface="Bodoni Moda"/>
              </a:defRPr>
            </a:lvl6pPr>
            <a:lvl7pPr lvl="6" algn="ctr" rtl="0">
              <a:spcBef>
                <a:spcPts val="0"/>
              </a:spcBef>
              <a:spcAft>
                <a:spcPts val="0"/>
              </a:spcAft>
              <a:buSzPts val="3500"/>
              <a:buFont typeface="Bodoni Moda"/>
              <a:buNone/>
              <a:defRPr sz="3500">
                <a:latin typeface="Bodoni Moda"/>
                <a:ea typeface="Bodoni Moda"/>
                <a:cs typeface="Bodoni Moda"/>
                <a:sym typeface="Bodoni Moda"/>
              </a:defRPr>
            </a:lvl7pPr>
            <a:lvl8pPr lvl="7" algn="ctr" rtl="0">
              <a:spcBef>
                <a:spcPts val="0"/>
              </a:spcBef>
              <a:spcAft>
                <a:spcPts val="0"/>
              </a:spcAft>
              <a:buSzPts val="3500"/>
              <a:buFont typeface="Bodoni Moda"/>
              <a:buNone/>
              <a:defRPr sz="3500">
                <a:latin typeface="Bodoni Moda"/>
                <a:ea typeface="Bodoni Moda"/>
                <a:cs typeface="Bodoni Moda"/>
                <a:sym typeface="Bodoni Moda"/>
              </a:defRPr>
            </a:lvl8pPr>
            <a:lvl9pPr lvl="8" algn="ctr" rtl="0">
              <a:spcBef>
                <a:spcPts val="0"/>
              </a:spcBef>
              <a:spcAft>
                <a:spcPts val="0"/>
              </a:spcAft>
              <a:buSzPts val="3500"/>
              <a:buFont typeface="Bodoni Moda"/>
              <a:buNone/>
              <a:defRPr sz="3500">
                <a:latin typeface="Bodoni Moda"/>
                <a:ea typeface="Bodoni Moda"/>
                <a:cs typeface="Bodoni Moda"/>
                <a:sym typeface="Bodoni Moda"/>
              </a:defRPr>
            </a:lvl9pPr>
          </a:lstStyle>
          <a:p>
            <a:r>
              <a:t>xx%</a:t>
            </a:r>
          </a:p>
        </p:txBody>
      </p:sp>
      <p:sp>
        <p:nvSpPr>
          <p:cNvPr id="4537" name="Google Shape;4537;p12"/>
          <p:cNvSpPr txBox="1">
            <a:spLocks noGrp="1"/>
          </p:cNvSpPr>
          <p:nvPr>
            <p:ph type="subTitle" idx="20"/>
          </p:nvPr>
        </p:nvSpPr>
        <p:spPr>
          <a:xfrm>
            <a:off x="6035000" y="4033604"/>
            <a:ext cx="2395800" cy="47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atin typeface="Lexend Deca Light"/>
                <a:ea typeface="Lexend Deca Light"/>
                <a:cs typeface="Lexend Deca Light"/>
                <a:sym typeface="Lexend Deca Light"/>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38" name="Google Shape;4538;p12"/>
          <p:cNvSpPr txBox="1">
            <a:spLocks noGrp="1"/>
          </p:cNvSpPr>
          <p:nvPr>
            <p:ph type="subTitle" idx="21"/>
          </p:nvPr>
        </p:nvSpPr>
        <p:spPr>
          <a:xfrm>
            <a:off x="6035000" y="3691250"/>
            <a:ext cx="23958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pic>
        <p:nvPicPr>
          <p:cNvPr id="4539" name="Google Shape;4539;p12"/>
          <p:cNvPicPr preferRelativeResize="0"/>
          <p:nvPr/>
        </p:nvPicPr>
        <p:blipFill rotWithShape="1">
          <a:blip r:embed="rId2">
            <a:alphaModFix amt="70000"/>
          </a:blip>
          <a:srcRect l="69" r="69"/>
          <a:stretch/>
        </p:blipFill>
        <p:spPr>
          <a:xfrm>
            <a:off x="-548725" y="2341999"/>
            <a:ext cx="837299" cy="837300"/>
          </a:xfrm>
          <a:prstGeom prst="rect">
            <a:avLst/>
          </a:prstGeom>
          <a:noFill/>
          <a:ln>
            <a:noFill/>
          </a:ln>
        </p:spPr>
      </p:pic>
      <p:pic>
        <p:nvPicPr>
          <p:cNvPr id="4540" name="Google Shape;4540;p12"/>
          <p:cNvPicPr preferRelativeResize="0"/>
          <p:nvPr/>
        </p:nvPicPr>
        <p:blipFill rotWithShape="1">
          <a:blip r:embed="rId3">
            <a:alphaModFix amt="70000"/>
          </a:blip>
          <a:srcRect/>
          <a:stretch/>
        </p:blipFill>
        <p:spPr>
          <a:xfrm>
            <a:off x="1328299" y="-278200"/>
            <a:ext cx="665325" cy="665326"/>
          </a:xfrm>
          <a:prstGeom prst="rect">
            <a:avLst/>
          </a:prstGeom>
          <a:noFill/>
          <a:ln>
            <a:noFill/>
          </a:ln>
        </p:spPr>
      </p:pic>
      <p:sp>
        <p:nvSpPr>
          <p:cNvPr id="4541" name="Google Shape;4541;p12"/>
          <p:cNvSpPr/>
          <p:nvPr/>
        </p:nvSpPr>
        <p:spPr>
          <a:xfrm>
            <a:off x="719913" y="24465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12"/>
          <p:cNvSpPr/>
          <p:nvPr/>
        </p:nvSpPr>
        <p:spPr>
          <a:xfrm>
            <a:off x="7783475" y="13715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12"/>
          <p:cNvSpPr/>
          <p:nvPr/>
        </p:nvSpPr>
        <p:spPr>
          <a:xfrm>
            <a:off x="-186475" y="802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12"/>
          <p:cNvSpPr/>
          <p:nvPr/>
        </p:nvSpPr>
        <p:spPr>
          <a:xfrm>
            <a:off x="7057325" y="4933588"/>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45" name="Google Shape;4545;p12"/>
          <p:cNvPicPr preferRelativeResize="0"/>
          <p:nvPr/>
        </p:nvPicPr>
        <p:blipFill rotWithShape="1">
          <a:blip r:embed="rId4">
            <a:alphaModFix amt="70000"/>
          </a:blip>
          <a:srcRect l="69" r="69"/>
          <a:stretch/>
        </p:blipFill>
        <p:spPr>
          <a:xfrm>
            <a:off x="8650600" y="572049"/>
            <a:ext cx="837299" cy="837300"/>
          </a:xfrm>
          <a:prstGeom prst="rect">
            <a:avLst/>
          </a:prstGeom>
          <a:noFill/>
          <a:ln>
            <a:noFill/>
          </a:ln>
        </p:spPr>
      </p:pic>
      <p:pic>
        <p:nvPicPr>
          <p:cNvPr id="4546" name="Google Shape;4546;p12"/>
          <p:cNvPicPr preferRelativeResize="0"/>
          <p:nvPr/>
        </p:nvPicPr>
        <p:blipFill rotWithShape="1">
          <a:blip r:embed="rId5">
            <a:alphaModFix amt="70000"/>
          </a:blip>
          <a:srcRect l="69" r="69"/>
          <a:stretch/>
        </p:blipFill>
        <p:spPr>
          <a:xfrm>
            <a:off x="8792624" y="270512"/>
            <a:ext cx="665326" cy="6653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2_1_1">
    <p:spTree>
      <p:nvGrpSpPr>
        <p:cNvPr id="1" name="Shape 4561"/>
        <p:cNvGrpSpPr/>
        <p:nvPr/>
      </p:nvGrpSpPr>
      <p:grpSpPr>
        <a:xfrm>
          <a:off x="0" y="0"/>
          <a:ext cx="0" cy="0"/>
          <a:chOff x="0" y="0"/>
          <a:chExt cx="0" cy="0"/>
        </a:xfrm>
      </p:grpSpPr>
      <p:sp>
        <p:nvSpPr>
          <p:cNvPr id="4562" name="Google Shape;4562;p14"/>
          <p:cNvSpPr txBox="1">
            <a:spLocks noGrp="1"/>
          </p:cNvSpPr>
          <p:nvPr>
            <p:ph type="title"/>
          </p:nvPr>
        </p:nvSpPr>
        <p:spPr>
          <a:xfrm>
            <a:off x="713225" y="539525"/>
            <a:ext cx="7717500" cy="606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4563" name="Google Shape;4563;p14"/>
          <p:cNvPicPr preferRelativeResize="0"/>
          <p:nvPr/>
        </p:nvPicPr>
        <p:blipFill rotWithShape="1">
          <a:blip r:embed="rId2">
            <a:alphaModFix amt="70000"/>
          </a:blip>
          <a:srcRect l="69" r="69"/>
          <a:stretch/>
        </p:blipFill>
        <p:spPr>
          <a:xfrm>
            <a:off x="6993861" y="-251875"/>
            <a:ext cx="665326" cy="665326"/>
          </a:xfrm>
          <a:prstGeom prst="rect">
            <a:avLst/>
          </a:prstGeom>
          <a:noFill/>
          <a:ln>
            <a:noFill/>
          </a:ln>
        </p:spPr>
      </p:pic>
      <p:sp>
        <p:nvSpPr>
          <p:cNvPr id="4564" name="Google Shape;4564;p14"/>
          <p:cNvSpPr/>
          <p:nvPr/>
        </p:nvSpPr>
        <p:spPr>
          <a:xfrm>
            <a:off x="7985863" y="8270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14"/>
          <p:cNvSpPr/>
          <p:nvPr/>
        </p:nvSpPr>
        <p:spPr>
          <a:xfrm>
            <a:off x="132800" y="458588"/>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66" name="Google Shape;4566;p14"/>
          <p:cNvPicPr preferRelativeResize="0"/>
          <p:nvPr/>
        </p:nvPicPr>
        <p:blipFill rotWithShape="1">
          <a:blip r:embed="rId3">
            <a:alphaModFix amt="49000"/>
          </a:blip>
          <a:srcRect l="69" r="69"/>
          <a:stretch/>
        </p:blipFill>
        <p:spPr>
          <a:xfrm>
            <a:off x="7952000" y="4035437"/>
            <a:ext cx="837299" cy="837300"/>
          </a:xfrm>
          <a:prstGeom prst="rect">
            <a:avLst/>
          </a:prstGeom>
          <a:noFill/>
          <a:ln>
            <a:noFill/>
          </a:ln>
        </p:spPr>
      </p:pic>
      <p:sp>
        <p:nvSpPr>
          <p:cNvPr id="4567" name="Google Shape;4567;p14"/>
          <p:cNvSpPr/>
          <p:nvPr/>
        </p:nvSpPr>
        <p:spPr>
          <a:xfrm>
            <a:off x="-718850" y="7934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8" name="Google Shape;4568;p14"/>
          <p:cNvGrpSpPr/>
          <p:nvPr/>
        </p:nvGrpSpPr>
        <p:grpSpPr>
          <a:xfrm rot="5400000" flipH="1">
            <a:off x="6109350" y="2917825"/>
            <a:ext cx="4962900" cy="98100"/>
            <a:chOff x="2611325" y="4702775"/>
            <a:chExt cx="4962900" cy="98100"/>
          </a:xfrm>
        </p:grpSpPr>
        <p:cxnSp>
          <p:nvCxnSpPr>
            <p:cNvPr id="4569" name="Google Shape;4569;p14"/>
            <p:cNvCxnSpPr/>
            <p:nvPr/>
          </p:nvCxnSpPr>
          <p:spPr>
            <a:xfrm rot="10800000">
              <a:off x="2611325" y="4751825"/>
              <a:ext cx="4962900" cy="0"/>
            </a:xfrm>
            <a:prstGeom prst="straightConnector1">
              <a:avLst/>
            </a:prstGeom>
            <a:noFill/>
            <a:ln w="19050" cap="flat" cmpd="sng">
              <a:solidFill>
                <a:schemeClr val="dk2"/>
              </a:solidFill>
              <a:prstDash val="solid"/>
              <a:round/>
              <a:headEnd type="none" w="med" len="med"/>
              <a:tailEnd type="none" w="med" len="med"/>
            </a:ln>
          </p:spPr>
        </p:cxnSp>
        <p:grpSp>
          <p:nvGrpSpPr>
            <p:cNvPr id="4570" name="Google Shape;4570;p14"/>
            <p:cNvGrpSpPr/>
            <p:nvPr/>
          </p:nvGrpSpPr>
          <p:grpSpPr>
            <a:xfrm>
              <a:off x="7034675" y="4702775"/>
              <a:ext cx="463350" cy="98100"/>
              <a:chOff x="4269100" y="4550375"/>
              <a:chExt cx="463350" cy="98100"/>
            </a:xfrm>
          </p:grpSpPr>
          <p:sp>
            <p:nvSpPr>
              <p:cNvPr id="4571" name="Google Shape;4571;p14"/>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14"/>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14"/>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CUSTOM_2_1_1_2">
    <p:spTree>
      <p:nvGrpSpPr>
        <p:cNvPr id="1" name="Shape 4574"/>
        <p:cNvGrpSpPr/>
        <p:nvPr/>
      </p:nvGrpSpPr>
      <p:grpSpPr>
        <a:xfrm>
          <a:off x="0" y="0"/>
          <a:ext cx="0" cy="0"/>
          <a:chOff x="0" y="0"/>
          <a:chExt cx="0" cy="0"/>
        </a:xfrm>
      </p:grpSpPr>
      <p:sp>
        <p:nvSpPr>
          <p:cNvPr id="4575" name="Google Shape;4575;p15"/>
          <p:cNvSpPr txBox="1">
            <a:spLocks noGrp="1"/>
          </p:cNvSpPr>
          <p:nvPr>
            <p:ph type="title"/>
          </p:nvPr>
        </p:nvSpPr>
        <p:spPr>
          <a:xfrm>
            <a:off x="713225" y="539525"/>
            <a:ext cx="7717500" cy="599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4576" name="Google Shape;4576;p15"/>
          <p:cNvPicPr preferRelativeResize="0"/>
          <p:nvPr/>
        </p:nvPicPr>
        <p:blipFill rotWithShape="1">
          <a:blip r:embed="rId2">
            <a:alphaModFix amt="50000"/>
          </a:blip>
          <a:srcRect l="69" r="69"/>
          <a:stretch/>
        </p:blipFill>
        <p:spPr>
          <a:xfrm>
            <a:off x="-581200" y="586850"/>
            <a:ext cx="1730650" cy="1730650"/>
          </a:xfrm>
          <a:prstGeom prst="rect">
            <a:avLst/>
          </a:prstGeom>
          <a:noFill/>
          <a:ln>
            <a:noFill/>
          </a:ln>
        </p:spPr>
      </p:pic>
      <p:sp>
        <p:nvSpPr>
          <p:cNvPr id="4577" name="Google Shape;4577;p15"/>
          <p:cNvSpPr/>
          <p:nvPr/>
        </p:nvSpPr>
        <p:spPr>
          <a:xfrm>
            <a:off x="6601438" y="13692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15"/>
          <p:cNvSpPr/>
          <p:nvPr/>
        </p:nvSpPr>
        <p:spPr>
          <a:xfrm>
            <a:off x="1333850" y="47449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15"/>
          <p:cNvSpPr/>
          <p:nvPr/>
        </p:nvSpPr>
        <p:spPr>
          <a:xfrm>
            <a:off x="496550" y="8959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15"/>
          <p:cNvSpPr/>
          <p:nvPr/>
        </p:nvSpPr>
        <p:spPr>
          <a:xfrm>
            <a:off x="7775538" y="4628013"/>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81" name="Google Shape;4581;p15"/>
          <p:cNvPicPr preferRelativeResize="0"/>
          <p:nvPr/>
        </p:nvPicPr>
        <p:blipFill rotWithShape="1">
          <a:blip r:embed="rId3">
            <a:alphaModFix amt="70000"/>
          </a:blip>
          <a:srcRect l="69" r="69"/>
          <a:stretch/>
        </p:blipFill>
        <p:spPr>
          <a:xfrm>
            <a:off x="8668500" y="1760249"/>
            <a:ext cx="837299" cy="837300"/>
          </a:xfrm>
          <a:prstGeom prst="rect">
            <a:avLst/>
          </a:prstGeom>
          <a:noFill/>
          <a:ln>
            <a:noFill/>
          </a:ln>
        </p:spPr>
      </p:pic>
      <p:pic>
        <p:nvPicPr>
          <p:cNvPr id="4582" name="Google Shape;4582;p15"/>
          <p:cNvPicPr preferRelativeResize="0"/>
          <p:nvPr/>
        </p:nvPicPr>
        <p:blipFill rotWithShape="1">
          <a:blip r:embed="rId4">
            <a:alphaModFix amt="70000"/>
          </a:blip>
          <a:srcRect l="69" r="69"/>
          <a:stretch/>
        </p:blipFill>
        <p:spPr>
          <a:xfrm>
            <a:off x="7775550" y="-297776"/>
            <a:ext cx="837299" cy="837300"/>
          </a:xfrm>
          <a:prstGeom prst="rect">
            <a:avLst/>
          </a:prstGeom>
          <a:noFill/>
          <a:ln>
            <a:noFill/>
          </a:ln>
        </p:spPr>
      </p:pic>
      <p:grpSp>
        <p:nvGrpSpPr>
          <p:cNvPr id="4583" name="Google Shape;4583;p15"/>
          <p:cNvGrpSpPr/>
          <p:nvPr/>
        </p:nvGrpSpPr>
        <p:grpSpPr>
          <a:xfrm>
            <a:off x="2694400" y="4708950"/>
            <a:ext cx="8457000" cy="98100"/>
            <a:chOff x="2694400" y="4708950"/>
            <a:chExt cx="8457000" cy="98100"/>
          </a:xfrm>
        </p:grpSpPr>
        <p:cxnSp>
          <p:nvCxnSpPr>
            <p:cNvPr id="4584" name="Google Shape;4584;p15"/>
            <p:cNvCxnSpPr/>
            <p:nvPr/>
          </p:nvCxnSpPr>
          <p:spPr>
            <a:xfrm>
              <a:off x="2694400" y="4758000"/>
              <a:ext cx="8457000" cy="0"/>
            </a:xfrm>
            <a:prstGeom prst="straightConnector1">
              <a:avLst/>
            </a:prstGeom>
            <a:noFill/>
            <a:ln w="19050" cap="flat" cmpd="sng">
              <a:solidFill>
                <a:schemeClr val="dk2"/>
              </a:solidFill>
              <a:prstDash val="solid"/>
              <a:round/>
              <a:headEnd type="none" w="med" len="med"/>
              <a:tailEnd type="none" w="med" len="med"/>
            </a:ln>
          </p:spPr>
        </p:cxnSp>
        <p:grpSp>
          <p:nvGrpSpPr>
            <p:cNvPr id="4585" name="Google Shape;4585;p15"/>
            <p:cNvGrpSpPr/>
            <p:nvPr/>
          </p:nvGrpSpPr>
          <p:grpSpPr>
            <a:xfrm flipH="1">
              <a:off x="4169875" y="4708950"/>
              <a:ext cx="463350" cy="98100"/>
              <a:chOff x="4269100" y="4550375"/>
              <a:chExt cx="463350" cy="98100"/>
            </a:xfrm>
          </p:grpSpPr>
          <p:sp>
            <p:nvSpPr>
              <p:cNvPr id="4586" name="Google Shape;4586;p1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1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1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9" name="Google Shape;4589;p15"/>
            <p:cNvGrpSpPr/>
            <p:nvPr/>
          </p:nvGrpSpPr>
          <p:grpSpPr>
            <a:xfrm flipH="1">
              <a:off x="8114225" y="4708950"/>
              <a:ext cx="463350" cy="98100"/>
              <a:chOff x="4269100" y="4550375"/>
              <a:chExt cx="463350" cy="98100"/>
            </a:xfrm>
          </p:grpSpPr>
          <p:sp>
            <p:nvSpPr>
              <p:cNvPr id="4590" name="Google Shape;4590;p1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1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1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3">
  <p:cSld name="CUSTOM_2_1_1_2_1">
    <p:spTree>
      <p:nvGrpSpPr>
        <p:cNvPr id="1" name="Shape 4593"/>
        <p:cNvGrpSpPr/>
        <p:nvPr/>
      </p:nvGrpSpPr>
      <p:grpSpPr>
        <a:xfrm>
          <a:off x="0" y="0"/>
          <a:ext cx="0" cy="0"/>
          <a:chOff x="0" y="0"/>
          <a:chExt cx="0" cy="0"/>
        </a:xfrm>
      </p:grpSpPr>
      <p:sp>
        <p:nvSpPr>
          <p:cNvPr id="4594" name="Google Shape;4594;p16"/>
          <p:cNvSpPr txBox="1">
            <a:spLocks noGrp="1"/>
          </p:cNvSpPr>
          <p:nvPr>
            <p:ph type="title"/>
          </p:nvPr>
        </p:nvSpPr>
        <p:spPr>
          <a:xfrm>
            <a:off x="1209300" y="539525"/>
            <a:ext cx="6725400" cy="612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4595" name="Google Shape;4595;p16"/>
          <p:cNvPicPr preferRelativeResize="0"/>
          <p:nvPr/>
        </p:nvPicPr>
        <p:blipFill rotWithShape="1">
          <a:blip r:embed="rId2">
            <a:alphaModFix amt="54000"/>
          </a:blip>
          <a:srcRect l="69" r="69"/>
          <a:stretch/>
        </p:blipFill>
        <p:spPr>
          <a:xfrm>
            <a:off x="696900" y="4132400"/>
            <a:ext cx="1386426" cy="1386425"/>
          </a:xfrm>
          <a:prstGeom prst="rect">
            <a:avLst/>
          </a:prstGeom>
          <a:noFill/>
          <a:ln>
            <a:noFill/>
          </a:ln>
        </p:spPr>
      </p:pic>
      <p:pic>
        <p:nvPicPr>
          <p:cNvPr id="4596" name="Google Shape;4596;p16"/>
          <p:cNvPicPr preferRelativeResize="0"/>
          <p:nvPr/>
        </p:nvPicPr>
        <p:blipFill rotWithShape="1">
          <a:blip r:embed="rId3">
            <a:alphaModFix/>
          </a:blip>
          <a:srcRect/>
          <a:stretch/>
        </p:blipFill>
        <p:spPr>
          <a:xfrm>
            <a:off x="7544125" y="-698900"/>
            <a:ext cx="1805217" cy="1802624"/>
          </a:xfrm>
          <a:prstGeom prst="rect">
            <a:avLst/>
          </a:prstGeom>
          <a:noFill/>
          <a:ln>
            <a:noFill/>
          </a:ln>
        </p:spPr>
      </p:pic>
      <p:pic>
        <p:nvPicPr>
          <p:cNvPr id="4597" name="Google Shape;4597;p16"/>
          <p:cNvPicPr preferRelativeResize="0"/>
          <p:nvPr/>
        </p:nvPicPr>
        <p:blipFill rotWithShape="1">
          <a:blip r:embed="rId4">
            <a:alphaModFix amt="60000"/>
          </a:blip>
          <a:srcRect/>
          <a:stretch/>
        </p:blipFill>
        <p:spPr>
          <a:xfrm>
            <a:off x="8550586" y="356171"/>
            <a:ext cx="881189" cy="879930"/>
          </a:xfrm>
          <a:prstGeom prst="rect">
            <a:avLst/>
          </a:prstGeom>
          <a:noFill/>
          <a:ln>
            <a:noFill/>
          </a:ln>
        </p:spPr>
      </p:pic>
      <p:grpSp>
        <p:nvGrpSpPr>
          <p:cNvPr id="4598" name="Google Shape;4598;p16"/>
          <p:cNvGrpSpPr/>
          <p:nvPr/>
        </p:nvGrpSpPr>
        <p:grpSpPr>
          <a:xfrm rot="-5400000">
            <a:off x="-2325900" y="3409925"/>
            <a:ext cx="5838900" cy="98100"/>
            <a:chOff x="2488300" y="4708950"/>
            <a:chExt cx="5838900" cy="98100"/>
          </a:xfrm>
        </p:grpSpPr>
        <p:cxnSp>
          <p:nvCxnSpPr>
            <p:cNvPr id="4599" name="Google Shape;4599;p16"/>
            <p:cNvCxnSpPr/>
            <p:nvPr/>
          </p:nvCxnSpPr>
          <p:spPr>
            <a:xfrm>
              <a:off x="2488300" y="4758000"/>
              <a:ext cx="5838900" cy="0"/>
            </a:xfrm>
            <a:prstGeom prst="straightConnector1">
              <a:avLst/>
            </a:prstGeom>
            <a:noFill/>
            <a:ln w="19050" cap="flat" cmpd="sng">
              <a:solidFill>
                <a:schemeClr val="dk2"/>
              </a:solidFill>
              <a:prstDash val="solid"/>
              <a:round/>
              <a:headEnd type="none" w="med" len="med"/>
              <a:tailEnd type="none" w="med" len="med"/>
            </a:ln>
          </p:spPr>
        </p:cxnSp>
        <p:grpSp>
          <p:nvGrpSpPr>
            <p:cNvPr id="4600" name="Google Shape;4600;p16"/>
            <p:cNvGrpSpPr/>
            <p:nvPr/>
          </p:nvGrpSpPr>
          <p:grpSpPr>
            <a:xfrm flipH="1">
              <a:off x="7787625" y="4708950"/>
              <a:ext cx="463350" cy="98100"/>
              <a:chOff x="4269100" y="4550375"/>
              <a:chExt cx="463350" cy="98100"/>
            </a:xfrm>
          </p:grpSpPr>
          <p:sp>
            <p:nvSpPr>
              <p:cNvPr id="4601" name="Google Shape;4601;p16"/>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16"/>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16"/>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604" name="Google Shape;4604;p16"/>
          <p:cNvPicPr preferRelativeResize="0"/>
          <p:nvPr/>
        </p:nvPicPr>
        <p:blipFill rotWithShape="1">
          <a:blip r:embed="rId4">
            <a:alphaModFix amt="60000"/>
          </a:blip>
          <a:srcRect/>
          <a:stretch/>
        </p:blipFill>
        <p:spPr>
          <a:xfrm>
            <a:off x="-335000" y="3505203"/>
            <a:ext cx="750550" cy="74947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4">
  <p:cSld name="CUSTOM_2_1_1_2_1_1">
    <p:spTree>
      <p:nvGrpSpPr>
        <p:cNvPr id="1" name="Shape 4605"/>
        <p:cNvGrpSpPr/>
        <p:nvPr/>
      </p:nvGrpSpPr>
      <p:grpSpPr>
        <a:xfrm>
          <a:off x="0" y="0"/>
          <a:ext cx="0" cy="0"/>
          <a:chOff x="0" y="0"/>
          <a:chExt cx="0" cy="0"/>
        </a:xfrm>
      </p:grpSpPr>
      <p:sp>
        <p:nvSpPr>
          <p:cNvPr id="4606" name="Google Shape;4606;p17"/>
          <p:cNvSpPr txBox="1">
            <a:spLocks noGrp="1"/>
          </p:cNvSpPr>
          <p:nvPr>
            <p:ph type="title"/>
          </p:nvPr>
        </p:nvSpPr>
        <p:spPr>
          <a:xfrm>
            <a:off x="713225" y="539525"/>
            <a:ext cx="7717500" cy="6201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4607" name="Google Shape;4607;p17"/>
          <p:cNvGrpSpPr/>
          <p:nvPr/>
        </p:nvGrpSpPr>
        <p:grpSpPr>
          <a:xfrm rot="10800000" flipH="1">
            <a:off x="-840050" y="4708950"/>
            <a:ext cx="8457000" cy="98100"/>
            <a:chOff x="-882775" y="4702775"/>
            <a:chExt cx="8457000" cy="98100"/>
          </a:xfrm>
        </p:grpSpPr>
        <p:cxnSp>
          <p:nvCxnSpPr>
            <p:cNvPr id="4608" name="Google Shape;4608;p17"/>
            <p:cNvCxnSpPr/>
            <p:nvPr/>
          </p:nvCxnSpPr>
          <p:spPr>
            <a:xfrm rot="10800000">
              <a:off x="-882775" y="4751825"/>
              <a:ext cx="8457000" cy="0"/>
            </a:xfrm>
            <a:prstGeom prst="straightConnector1">
              <a:avLst/>
            </a:prstGeom>
            <a:noFill/>
            <a:ln w="19050" cap="flat" cmpd="sng">
              <a:solidFill>
                <a:schemeClr val="dk2"/>
              </a:solidFill>
              <a:prstDash val="solid"/>
              <a:round/>
              <a:headEnd type="none" w="med" len="med"/>
              <a:tailEnd type="none" w="med" len="med"/>
            </a:ln>
          </p:spPr>
        </p:cxnSp>
        <p:grpSp>
          <p:nvGrpSpPr>
            <p:cNvPr id="4609" name="Google Shape;4609;p17"/>
            <p:cNvGrpSpPr/>
            <p:nvPr/>
          </p:nvGrpSpPr>
          <p:grpSpPr>
            <a:xfrm>
              <a:off x="7034675" y="4702775"/>
              <a:ext cx="463350" cy="98100"/>
              <a:chOff x="4269100" y="4550375"/>
              <a:chExt cx="463350" cy="98100"/>
            </a:xfrm>
          </p:grpSpPr>
          <p:sp>
            <p:nvSpPr>
              <p:cNvPr id="4610" name="Google Shape;4610;p17"/>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17"/>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17"/>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13" name="Google Shape;4613;p17"/>
          <p:cNvSpPr/>
          <p:nvPr/>
        </p:nvSpPr>
        <p:spPr>
          <a:xfrm>
            <a:off x="7985863" y="8270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17"/>
          <p:cNvSpPr/>
          <p:nvPr/>
        </p:nvSpPr>
        <p:spPr>
          <a:xfrm>
            <a:off x="-718850" y="7934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15" name="Google Shape;4615;p17"/>
          <p:cNvPicPr preferRelativeResize="0"/>
          <p:nvPr/>
        </p:nvPicPr>
        <p:blipFill rotWithShape="1">
          <a:blip r:embed="rId2">
            <a:alphaModFix amt="49000"/>
          </a:blip>
          <a:srcRect l="69" r="69"/>
          <a:stretch/>
        </p:blipFill>
        <p:spPr>
          <a:xfrm>
            <a:off x="776275" y="-537631"/>
            <a:ext cx="1270124" cy="1270126"/>
          </a:xfrm>
          <a:prstGeom prst="rect">
            <a:avLst/>
          </a:prstGeom>
          <a:noFill/>
          <a:ln>
            <a:noFill/>
          </a:ln>
        </p:spPr>
      </p:pic>
      <p:pic>
        <p:nvPicPr>
          <p:cNvPr id="4616" name="Google Shape;4616;p17"/>
          <p:cNvPicPr preferRelativeResize="0"/>
          <p:nvPr/>
        </p:nvPicPr>
        <p:blipFill rotWithShape="1">
          <a:blip r:embed="rId3">
            <a:alphaModFix amt="19000"/>
          </a:blip>
          <a:srcRect l="69" r="69"/>
          <a:stretch/>
        </p:blipFill>
        <p:spPr>
          <a:xfrm>
            <a:off x="3352362" y="1707506"/>
            <a:ext cx="2311576" cy="231166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5">
  <p:cSld name="CUSTOM_2_1_1_2_1_1_1">
    <p:spTree>
      <p:nvGrpSpPr>
        <p:cNvPr id="1" name="Shape 4617"/>
        <p:cNvGrpSpPr/>
        <p:nvPr/>
      </p:nvGrpSpPr>
      <p:grpSpPr>
        <a:xfrm>
          <a:off x="0" y="0"/>
          <a:ext cx="0" cy="0"/>
          <a:chOff x="0" y="0"/>
          <a:chExt cx="0" cy="0"/>
        </a:xfrm>
      </p:grpSpPr>
      <p:sp>
        <p:nvSpPr>
          <p:cNvPr id="4618" name="Google Shape;4618;p18"/>
          <p:cNvSpPr txBox="1">
            <a:spLocks noGrp="1"/>
          </p:cNvSpPr>
          <p:nvPr>
            <p:ph type="title"/>
          </p:nvPr>
        </p:nvSpPr>
        <p:spPr>
          <a:xfrm>
            <a:off x="713225" y="539525"/>
            <a:ext cx="7717500" cy="586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4619" name="Google Shape;4619;p18"/>
          <p:cNvSpPr/>
          <p:nvPr/>
        </p:nvSpPr>
        <p:spPr>
          <a:xfrm>
            <a:off x="807306" y="375950"/>
            <a:ext cx="2354786" cy="327158"/>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18"/>
          <p:cNvSpPr/>
          <p:nvPr/>
        </p:nvSpPr>
        <p:spPr>
          <a:xfrm>
            <a:off x="7831200" y="634188"/>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21" name="Google Shape;4621;p18"/>
          <p:cNvPicPr preferRelativeResize="0"/>
          <p:nvPr/>
        </p:nvPicPr>
        <p:blipFill rotWithShape="1">
          <a:blip r:embed="rId2">
            <a:alphaModFix amt="70000"/>
          </a:blip>
          <a:srcRect l="69" r="69"/>
          <a:stretch/>
        </p:blipFill>
        <p:spPr>
          <a:xfrm>
            <a:off x="8668500" y="3178049"/>
            <a:ext cx="837299" cy="837300"/>
          </a:xfrm>
          <a:prstGeom prst="rect">
            <a:avLst/>
          </a:prstGeom>
          <a:noFill/>
          <a:ln>
            <a:noFill/>
          </a:ln>
        </p:spPr>
      </p:pic>
      <p:pic>
        <p:nvPicPr>
          <p:cNvPr id="4622" name="Google Shape;4622;p18"/>
          <p:cNvPicPr preferRelativeResize="0"/>
          <p:nvPr/>
        </p:nvPicPr>
        <p:blipFill rotWithShape="1">
          <a:blip r:embed="rId3">
            <a:alphaModFix amt="70000"/>
          </a:blip>
          <a:srcRect l="69" r="69"/>
          <a:stretch/>
        </p:blipFill>
        <p:spPr>
          <a:xfrm>
            <a:off x="-788450" y="-36349"/>
            <a:ext cx="1629949" cy="1629950"/>
          </a:xfrm>
          <a:prstGeom prst="rect">
            <a:avLst/>
          </a:prstGeom>
          <a:noFill/>
          <a:ln>
            <a:noFill/>
          </a:ln>
        </p:spPr>
      </p:pic>
      <p:pic>
        <p:nvPicPr>
          <p:cNvPr id="4623" name="Google Shape;4623;p18"/>
          <p:cNvPicPr preferRelativeResize="0"/>
          <p:nvPr/>
        </p:nvPicPr>
        <p:blipFill rotWithShape="1">
          <a:blip r:embed="rId2">
            <a:alphaModFix amt="70000"/>
          </a:blip>
          <a:srcRect l="69" r="69"/>
          <a:stretch/>
        </p:blipFill>
        <p:spPr>
          <a:xfrm>
            <a:off x="507350" y="921275"/>
            <a:ext cx="578425" cy="578426"/>
          </a:xfrm>
          <a:prstGeom prst="rect">
            <a:avLst/>
          </a:prstGeom>
          <a:noFill/>
          <a:ln>
            <a:noFill/>
          </a:ln>
        </p:spPr>
      </p:pic>
      <p:pic>
        <p:nvPicPr>
          <p:cNvPr id="4624" name="Google Shape;4624;p18"/>
          <p:cNvPicPr preferRelativeResize="0"/>
          <p:nvPr/>
        </p:nvPicPr>
        <p:blipFill rotWithShape="1">
          <a:blip r:embed="rId4">
            <a:alphaModFix amt="70000"/>
          </a:blip>
          <a:srcRect l="69" r="69"/>
          <a:stretch/>
        </p:blipFill>
        <p:spPr>
          <a:xfrm>
            <a:off x="7539111" y="-430600"/>
            <a:ext cx="665326" cy="665326"/>
          </a:xfrm>
          <a:prstGeom prst="rect">
            <a:avLst/>
          </a:prstGeom>
          <a:noFill/>
          <a:ln>
            <a:noFill/>
          </a:ln>
        </p:spPr>
      </p:pic>
      <p:grpSp>
        <p:nvGrpSpPr>
          <p:cNvPr id="4625" name="Google Shape;4625;p18"/>
          <p:cNvGrpSpPr/>
          <p:nvPr/>
        </p:nvGrpSpPr>
        <p:grpSpPr>
          <a:xfrm flipH="1">
            <a:off x="4277675" y="338075"/>
            <a:ext cx="5084100" cy="98100"/>
            <a:chOff x="2490125" y="4702775"/>
            <a:chExt cx="5084100" cy="98100"/>
          </a:xfrm>
        </p:grpSpPr>
        <p:cxnSp>
          <p:nvCxnSpPr>
            <p:cNvPr id="4626" name="Google Shape;4626;p18"/>
            <p:cNvCxnSpPr/>
            <p:nvPr/>
          </p:nvCxnSpPr>
          <p:spPr>
            <a:xfrm rot="10800000">
              <a:off x="2490125" y="4751825"/>
              <a:ext cx="5084100" cy="0"/>
            </a:xfrm>
            <a:prstGeom prst="straightConnector1">
              <a:avLst/>
            </a:prstGeom>
            <a:noFill/>
            <a:ln w="19050" cap="flat" cmpd="sng">
              <a:solidFill>
                <a:schemeClr val="dk2"/>
              </a:solidFill>
              <a:prstDash val="solid"/>
              <a:round/>
              <a:headEnd type="none" w="med" len="med"/>
              <a:tailEnd type="none" w="med" len="med"/>
            </a:ln>
          </p:spPr>
        </p:cxnSp>
        <p:grpSp>
          <p:nvGrpSpPr>
            <p:cNvPr id="4627" name="Google Shape;4627;p18"/>
            <p:cNvGrpSpPr/>
            <p:nvPr/>
          </p:nvGrpSpPr>
          <p:grpSpPr>
            <a:xfrm>
              <a:off x="7034675" y="4702775"/>
              <a:ext cx="463350" cy="98100"/>
              <a:chOff x="4269100" y="4550375"/>
              <a:chExt cx="463350" cy="98100"/>
            </a:xfrm>
          </p:grpSpPr>
          <p:sp>
            <p:nvSpPr>
              <p:cNvPr id="4628" name="Google Shape;4628;p18"/>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18"/>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18"/>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6">
  <p:cSld name="CUSTOM_2_1_1_2_1_1_1_1">
    <p:spTree>
      <p:nvGrpSpPr>
        <p:cNvPr id="1" name="Shape 4631"/>
        <p:cNvGrpSpPr/>
        <p:nvPr/>
      </p:nvGrpSpPr>
      <p:grpSpPr>
        <a:xfrm>
          <a:off x="0" y="0"/>
          <a:ext cx="0" cy="0"/>
          <a:chOff x="0" y="0"/>
          <a:chExt cx="0" cy="0"/>
        </a:xfrm>
      </p:grpSpPr>
      <p:sp>
        <p:nvSpPr>
          <p:cNvPr id="4632" name="Google Shape;4632;p19"/>
          <p:cNvSpPr txBox="1">
            <a:spLocks noGrp="1"/>
          </p:cNvSpPr>
          <p:nvPr>
            <p:ph type="title"/>
          </p:nvPr>
        </p:nvSpPr>
        <p:spPr>
          <a:xfrm>
            <a:off x="713225" y="539525"/>
            <a:ext cx="7717500" cy="619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4633" name="Google Shape;4633;p19"/>
          <p:cNvGrpSpPr/>
          <p:nvPr/>
        </p:nvGrpSpPr>
        <p:grpSpPr>
          <a:xfrm>
            <a:off x="518475" y="481350"/>
            <a:ext cx="98100" cy="5084100"/>
            <a:chOff x="518475" y="481350"/>
            <a:chExt cx="98100" cy="5084100"/>
          </a:xfrm>
        </p:grpSpPr>
        <p:cxnSp>
          <p:nvCxnSpPr>
            <p:cNvPr id="4634" name="Google Shape;4634;p19"/>
            <p:cNvCxnSpPr/>
            <p:nvPr/>
          </p:nvCxnSpPr>
          <p:spPr>
            <a:xfrm rot="5400000">
              <a:off x="-1974525" y="3023400"/>
              <a:ext cx="5084100" cy="0"/>
            </a:xfrm>
            <a:prstGeom prst="straightConnector1">
              <a:avLst/>
            </a:prstGeom>
            <a:noFill/>
            <a:ln w="19050" cap="flat" cmpd="sng">
              <a:solidFill>
                <a:schemeClr val="dk2"/>
              </a:solidFill>
              <a:prstDash val="solid"/>
              <a:round/>
              <a:headEnd type="none" w="med" len="med"/>
              <a:tailEnd type="none" w="med" len="med"/>
            </a:ln>
          </p:spPr>
        </p:cxnSp>
        <p:grpSp>
          <p:nvGrpSpPr>
            <p:cNvPr id="4635" name="Google Shape;4635;p19"/>
            <p:cNvGrpSpPr/>
            <p:nvPr/>
          </p:nvGrpSpPr>
          <p:grpSpPr>
            <a:xfrm rot="5400000" flipH="1">
              <a:off x="335850" y="740175"/>
              <a:ext cx="463350" cy="98100"/>
              <a:chOff x="4269100" y="4550375"/>
              <a:chExt cx="463350" cy="98100"/>
            </a:xfrm>
          </p:grpSpPr>
          <p:sp>
            <p:nvSpPr>
              <p:cNvPr id="4636" name="Google Shape;4636;p19"/>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19"/>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19"/>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9" name="Google Shape;4639;p19"/>
            <p:cNvGrpSpPr/>
            <p:nvPr/>
          </p:nvGrpSpPr>
          <p:grpSpPr>
            <a:xfrm rot="5400000" flipH="1">
              <a:off x="335850" y="4349050"/>
              <a:ext cx="463350" cy="98100"/>
              <a:chOff x="4269100" y="4550375"/>
              <a:chExt cx="463350" cy="98100"/>
            </a:xfrm>
          </p:grpSpPr>
          <p:sp>
            <p:nvSpPr>
              <p:cNvPr id="4640" name="Google Shape;4640;p19"/>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19"/>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19"/>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643" name="Google Shape;4643;p19"/>
          <p:cNvPicPr preferRelativeResize="0"/>
          <p:nvPr/>
        </p:nvPicPr>
        <p:blipFill rotWithShape="1">
          <a:blip r:embed="rId2">
            <a:alphaModFix amt="70000"/>
          </a:blip>
          <a:srcRect/>
          <a:stretch/>
        </p:blipFill>
        <p:spPr>
          <a:xfrm>
            <a:off x="8067774" y="644462"/>
            <a:ext cx="665326" cy="665326"/>
          </a:xfrm>
          <a:prstGeom prst="rect">
            <a:avLst/>
          </a:prstGeom>
          <a:noFill/>
          <a:ln>
            <a:noFill/>
          </a:ln>
        </p:spPr>
      </p:pic>
      <p:sp>
        <p:nvSpPr>
          <p:cNvPr id="4644" name="Google Shape;4644;p19"/>
          <p:cNvSpPr/>
          <p:nvPr/>
        </p:nvSpPr>
        <p:spPr>
          <a:xfrm>
            <a:off x="-722512" y="27254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19"/>
          <p:cNvSpPr/>
          <p:nvPr/>
        </p:nvSpPr>
        <p:spPr>
          <a:xfrm>
            <a:off x="8527375" y="238357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19"/>
          <p:cNvSpPr/>
          <p:nvPr/>
        </p:nvSpPr>
        <p:spPr>
          <a:xfrm>
            <a:off x="6614275" y="15905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47" name="Google Shape;4647;p19"/>
          <p:cNvPicPr preferRelativeResize="0"/>
          <p:nvPr/>
        </p:nvPicPr>
        <p:blipFill rotWithShape="1">
          <a:blip r:embed="rId3">
            <a:alphaModFix amt="70000"/>
          </a:blip>
          <a:srcRect l="69" r="69"/>
          <a:stretch/>
        </p:blipFill>
        <p:spPr>
          <a:xfrm>
            <a:off x="8527369" y="-213770"/>
            <a:ext cx="1052601" cy="10526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7">
  <p:cSld name="CUSTOM_2_1_1_2_1_1_1_1_1">
    <p:spTree>
      <p:nvGrpSpPr>
        <p:cNvPr id="1" name="Shape 4648"/>
        <p:cNvGrpSpPr/>
        <p:nvPr/>
      </p:nvGrpSpPr>
      <p:grpSpPr>
        <a:xfrm>
          <a:off x="0" y="0"/>
          <a:ext cx="0" cy="0"/>
          <a:chOff x="0" y="0"/>
          <a:chExt cx="0" cy="0"/>
        </a:xfrm>
      </p:grpSpPr>
      <p:sp>
        <p:nvSpPr>
          <p:cNvPr id="4649" name="Google Shape;4649;p20"/>
          <p:cNvSpPr txBox="1">
            <a:spLocks noGrp="1"/>
          </p:cNvSpPr>
          <p:nvPr>
            <p:ph type="title"/>
          </p:nvPr>
        </p:nvSpPr>
        <p:spPr>
          <a:xfrm>
            <a:off x="713225" y="539525"/>
            <a:ext cx="7717500" cy="615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4650" name="Google Shape;4650;p20"/>
          <p:cNvPicPr preferRelativeResize="0"/>
          <p:nvPr/>
        </p:nvPicPr>
        <p:blipFill rotWithShape="1">
          <a:blip r:embed="rId2">
            <a:alphaModFix/>
          </a:blip>
          <a:srcRect l="69" r="69"/>
          <a:stretch/>
        </p:blipFill>
        <p:spPr>
          <a:xfrm>
            <a:off x="7835402" y="-476175"/>
            <a:ext cx="1647199" cy="1647200"/>
          </a:xfrm>
          <a:prstGeom prst="rect">
            <a:avLst/>
          </a:prstGeom>
          <a:noFill/>
          <a:ln>
            <a:noFill/>
          </a:ln>
        </p:spPr>
      </p:pic>
      <p:pic>
        <p:nvPicPr>
          <p:cNvPr id="4651" name="Google Shape;4651;p20"/>
          <p:cNvPicPr preferRelativeResize="0"/>
          <p:nvPr/>
        </p:nvPicPr>
        <p:blipFill rotWithShape="1">
          <a:blip r:embed="rId3">
            <a:alphaModFix amt="70000"/>
          </a:blip>
          <a:srcRect l="69" r="69"/>
          <a:stretch/>
        </p:blipFill>
        <p:spPr>
          <a:xfrm>
            <a:off x="7891036" y="662400"/>
            <a:ext cx="665326" cy="665326"/>
          </a:xfrm>
          <a:prstGeom prst="rect">
            <a:avLst/>
          </a:prstGeom>
          <a:noFill/>
          <a:ln>
            <a:noFill/>
          </a:ln>
        </p:spPr>
      </p:pic>
      <p:sp>
        <p:nvSpPr>
          <p:cNvPr id="4652" name="Google Shape;4652;p20"/>
          <p:cNvSpPr/>
          <p:nvPr/>
        </p:nvSpPr>
        <p:spPr>
          <a:xfrm>
            <a:off x="2151588" y="7027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20"/>
          <p:cNvSpPr/>
          <p:nvPr/>
        </p:nvSpPr>
        <p:spPr>
          <a:xfrm>
            <a:off x="1127675" y="476027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20"/>
          <p:cNvSpPr/>
          <p:nvPr/>
        </p:nvSpPr>
        <p:spPr>
          <a:xfrm>
            <a:off x="94200" y="5395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55" name="Google Shape;4655;p20"/>
          <p:cNvGrpSpPr/>
          <p:nvPr/>
        </p:nvGrpSpPr>
        <p:grpSpPr>
          <a:xfrm rot="10800000" flipH="1">
            <a:off x="-227150" y="338075"/>
            <a:ext cx="3450300" cy="98100"/>
            <a:chOff x="4123925" y="4702775"/>
            <a:chExt cx="3450300" cy="98100"/>
          </a:xfrm>
        </p:grpSpPr>
        <p:cxnSp>
          <p:nvCxnSpPr>
            <p:cNvPr id="4656" name="Google Shape;4656;p20"/>
            <p:cNvCxnSpPr/>
            <p:nvPr/>
          </p:nvCxnSpPr>
          <p:spPr>
            <a:xfrm rot="10800000">
              <a:off x="4123925" y="4751825"/>
              <a:ext cx="3450300" cy="0"/>
            </a:xfrm>
            <a:prstGeom prst="straightConnector1">
              <a:avLst/>
            </a:prstGeom>
            <a:noFill/>
            <a:ln w="19050" cap="flat" cmpd="sng">
              <a:solidFill>
                <a:schemeClr val="dk2"/>
              </a:solidFill>
              <a:prstDash val="solid"/>
              <a:round/>
              <a:headEnd type="none" w="med" len="med"/>
              <a:tailEnd type="none" w="med" len="med"/>
            </a:ln>
          </p:spPr>
        </p:cxnSp>
        <p:grpSp>
          <p:nvGrpSpPr>
            <p:cNvPr id="4657" name="Google Shape;4657;p20"/>
            <p:cNvGrpSpPr/>
            <p:nvPr/>
          </p:nvGrpSpPr>
          <p:grpSpPr>
            <a:xfrm>
              <a:off x="7034675" y="4702775"/>
              <a:ext cx="463350" cy="98100"/>
              <a:chOff x="4269100" y="4550375"/>
              <a:chExt cx="463350" cy="98100"/>
            </a:xfrm>
          </p:grpSpPr>
          <p:sp>
            <p:nvSpPr>
              <p:cNvPr id="4658" name="Google Shape;4658;p20"/>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20"/>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20"/>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2_1_1_1_1">
    <p:spTree>
      <p:nvGrpSpPr>
        <p:cNvPr id="1" name="Shape 5775"/>
        <p:cNvGrpSpPr/>
        <p:nvPr/>
      </p:nvGrpSpPr>
      <p:grpSpPr>
        <a:xfrm>
          <a:off x="0" y="0"/>
          <a:ext cx="0" cy="0"/>
          <a:chOff x="0" y="0"/>
          <a:chExt cx="0" cy="0"/>
        </a:xfrm>
      </p:grpSpPr>
      <p:sp>
        <p:nvSpPr>
          <p:cNvPr id="5776" name="Google Shape;5776;p23"/>
          <p:cNvSpPr txBox="1">
            <a:spLocks noGrp="1"/>
          </p:cNvSpPr>
          <p:nvPr>
            <p:ph type="title"/>
          </p:nvPr>
        </p:nvSpPr>
        <p:spPr>
          <a:xfrm>
            <a:off x="5064925" y="1036875"/>
            <a:ext cx="3374100" cy="1957800"/>
          </a:xfrm>
          <a:prstGeom prst="rect">
            <a:avLst/>
          </a:prstGeom>
        </p:spPr>
        <p:txBody>
          <a:bodyPr spcFirstLastPara="1" wrap="square" lIns="91425" tIns="91425" rIns="91425" bIns="91425" anchor="b" anchorCtr="0">
            <a:noAutofit/>
          </a:bodyPr>
          <a:lstStyle>
            <a:lvl1pPr lvl="0" algn="r" rtl="0">
              <a:lnSpc>
                <a:spcPct val="90000"/>
              </a:lnSpc>
              <a:spcBef>
                <a:spcPts val="0"/>
              </a:spcBef>
              <a:spcAft>
                <a:spcPts val="0"/>
              </a:spcAft>
              <a:buSzPts val="3600"/>
              <a:buNone/>
              <a:defRPr>
                <a:solidFill>
                  <a:schemeClr val="lt1"/>
                </a:solidFill>
              </a:defRPr>
            </a:lvl1pPr>
            <a:lvl2pPr lvl="1" rtl="0">
              <a:lnSpc>
                <a:spcPct val="90000"/>
              </a:lnSpc>
              <a:spcBef>
                <a:spcPts val="0"/>
              </a:spcBef>
              <a:spcAft>
                <a:spcPts val="0"/>
              </a:spcAft>
              <a:buSzPts val="3600"/>
              <a:buNone/>
              <a:defRPr/>
            </a:lvl2pPr>
            <a:lvl3pPr lvl="2" rtl="0">
              <a:lnSpc>
                <a:spcPct val="90000"/>
              </a:lnSpc>
              <a:spcBef>
                <a:spcPts val="0"/>
              </a:spcBef>
              <a:spcAft>
                <a:spcPts val="0"/>
              </a:spcAft>
              <a:buSzPts val="3600"/>
              <a:buNone/>
              <a:defRPr/>
            </a:lvl3pPr>
            <a:lvl4pPr lvl="3" rtl="0">
              <a:lnSpc>
                <a:spcPct val="90000"/>
              </a:lnSpc>
              <a:spcBef>
                <a:spcPts val="0"/>
              </a:spcBef>
              <a:spcAft>
                <a:spcPts val="0"/>
              </a:spcAft>
              <a:buSzPts val="3600"/>
              <a:buNone/>
              <a:defRPr/>
            </a:lvl4pPr>
            <a:lvl5pPr lvl="4" rtl="0">
              <a:lnSpc>
                <a:spcPct val="90000"/>
              </a:lnSpc>
              <a:spcBef>
                <a:spcPts val="0"/>
              </a:spcBef>
              <a:spcAft>
                <a:spcPts val="0"/>
              </a:spcAft>
              <a:buSzPts val="3600"/>
              <a:buNone/>
              <a:defRPr/>
            </a:lvl5pPr>
            <a:lvl6pPr lvl="5" rtl="0">
              <a:lnSpc>
                <a:spcPct val="90000"/>
              </a:lnSpc>
              <a:spcBef>
                <a:spcPts val="0"/>
              </a:spcBef>
              <a:spcAft>
                <a:spcPts val="0"/>
              </a:spcAft>
              <a:buSzPts val="3600"/>
              <a:buNone/>
              <a:defRPr/>
            </a:lvl6pPr>
            <a:lvl7pPr lvl="6" rtl="0">
              <a:lnSpc>
                <a:spcPct val="90000"/>
              </a:lnSpc>
              <a:spcBef>
                <a:spcPts val="0"/>
              </a:spcBef>
              <a:spcAft>
                <a:spcPts val="0"/>
              </a:spcAft>
              <a:buSzPts val="3600"/>
              <a:buNone/>
              <a:defRPr/>
            </a:lvl7pPr>
            <a:lvl8pPr lvl="7" rtl="0">
              <a:lnSpc>
                <a:spcPct val="90000"/>
              </a:lnSpc>
              <a:spcBef>
                <a:spcPts val="0"/>
              </a:spcBef>
              <a:spcAft>
                <a:spcPts val="0"/>
              </a:spcAft>
              <a:buSzPts val="3600"/>
              <a:buNone/>
              <a:defRPr/>
            </a:lvl8pPr>
            <a:lvl9pPr lvl="8" rtl="0">
              <a:lnSpc>
                <a:spcPct val="90000"/>
              </a:lnSpc>
              <a:spcBef>
                <a:spcPts val="0"/>
              </a:spcBef>
              <a:spcAft>
                <a:spcPts val="0"/>
              </a:spcAft>
              <a:buSzPts val="3600"/>
              <a:buNone/>
              <a:defRPr/>
            </a:lvl9pPr>
          </a:lstStyle>
          <a:p>
            <a:endParaRPr/>
          </a:p>
        </p:txBody>
      </p:sp>
      <p:sp>
        <p:nvSpPr>
          <p:cNvPr id="5777" name="Google Shape;5777;p23"/>
          <p:cNvSpPr txBox="1">
            <a:spLocks noGrp="1"/>
          </p:cNvSpPr>
          <p:nvPr>
            <p:ph type="subTitle" idx="1"/>
          </p:nvPr>
        </p:nvSpPr>
        <p:spPr>
          <a:xfrm>
            <a:off x="5064325" y="2994675"/>
            <a:ext cx="3375300" cy="12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700"/>
              <a:buNone/>
              <a:defRPr sz="17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pic>
        <p:nvPicPr>
          <p:cNvPr id="5778" name="Google Shape;5778;p23"/>
          <p:cNvPicPr preferRelativeResize="0"/>
          <p:nvPr/>
        </p:nvPicPr>
        <p:blipFill rotWithShape="1">
          <a:blip r:embed="rId2">
            <a:alphaModFix/>
          </a:blip>
          <a:srcRect l="69" r="69"/>
          <a:stretch/>
        </p:blipFill>
        <p:spPr>
          <a:xfrm>
            <a:off x="3007000" y="122400"/>
            <a:ext cx="1917049" cy="1917050"/>
          </a:xfrm>
          <a:prstGeom prst="rect">
            <a:avLst/>
          </a:prstGeom>
          <a:noFill/>
          <a:ln>
            <a:noFill/>
          </a:ln>
        </p:spPr>
      </p:pic>
      <p:grpSp>
        <p:nvGrpSpPr>
          <p:cNvPr id="5779" name="Google Shape;5779;p23"/>
          <p:cNvGrpSpPr/>
          <p:nvPr/>
        </p:nvGrpSpPr>
        <p:grpSpPr>
          <a:xfrm>
            <a:off x="-129825" y="4708950"/>
            <a:ext cx="8457000" cy="98100"/>
            <a:chOff x="-129825" y="4708950"/>
            <a:chExt cx="8457000" cy="98100"/>
          </a:xfrm>
        </p:grpSpPr>
        <p:cxnSp>
          <p:nvCxnSpPr>
            <p:cNvPr id="5780" name="Google Shape;5780;p23"/>
            <p:cNvCxnSpPr/>
            <p:nvPr/>
          </p:nvCxnSpPr>
          <p:spPr>
            <a:xfrm>
              <a:off x="-129825" y="4758000"/>
              <a:ext cx="8457000" cy="0"/>
            </a:xfrm>
            <a:prstGeom prst="straightConnector1">
              <a:avLst/>
            </a:prstGeom>
            <a:noFill/>
            <a:ln w="19050" cap="flat" cmpd="sng">
              <a:solidFill>
                <a:schemeClr val="dk2"/>
              </a:solidFill>
              <a:prstDash val="solid"/>
              <a:round/>
              <a:headEnd type="none" w="med" len="med"/>
              <a:tailEnd type="none" w="med" len="med"/>
            </a:ln>
          </p:spPr>
        </p:cxnSp>
        <p:grpSp>
          <p:nvGrpSpPr>
            <p:cNvPr id="5781" name="Google Shape;5781;p23"/>
            <p:cNvGrpSpPr/>
            <p:nvPr/>
          </p:nvGrpSpPr>
          <p:grpSpPr>
            <a:xfrm flipH="1">
              <a:off x="1345650" y="4708950"/>
              <a:ext cx="463350" cy="98100"/>
              <a:chOff x="4269100" y="4550375"/>
              <a:chExt cx="463350" cy="98100"/>
            </a:xfrm>
          </p:grpSpPr>
          <p:sp>
            <p:nvSpPr>
              <p:cNvPr id="5782" name="Google Shape;5782;p23"/>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3" name="Google Shape;5783;p23"/>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23"/>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5" name="Google Shape;5785;p23"/>
            <p:cNvGrpSpPr/>
            <p:nvPr/>
          </p:nvGrpSpPr>
          <p:grpSpPr>
            <a:xfrm flipH="1">
              <a:off x="7787625" y="4708950"/>
              <a:ext cx="463350" cy="98100"/>
              <a:chOff x="4269100" y="4550375"/>
              <a:chExt cx="463350" cy="98100"/>
            </a:xfrm>
          </p:grpSpPr>
          <p:sp>
            <p:nvSpPr>
              <p:cNvPr id="5786" name="Google Shape;5786;p23"/>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7" name="Google Shape;5787;p23"/>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23"/>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89" name="Google Shape;5789;p23"/>
          <p:cNvSpPr/>
          <p:nvPr/>
        </p:nvSpPr>
        <p:spPr>
          <a:xfrm>
            <a:off x="6251788" y="490462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0" name="Google Shape;5790;p23"/>
          <p:cNvSpPr/>
          <p:nvPr/>
        </p:nvSpPr>
        <p:spPr>
          <a:xfrm>
            <a:off x="4022375" y="3468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2_1_1_1_1_2">
    <p:spTree>
      <p:nvGrpSpPr>
        <p:cNvPr id="1" name="Shape 5791"/>
        <p:cNvGrpSpPr/>
        <p:nvPr/>
      </p:nvGrpSpPr>
      <p:grpSpPr>
        <a:xfrm>
          <a:off x="0" y="0"/>
          <a:ext cx="0" cy="0"/>
          <a:chOff x="0" y="0"/>
          <a:chExt cx="0" cy="0"/>
        </a:xfrm>
      </p:grpSpPr>
      <p:sp>
        <p:nvSpPr>
          <p:cNvPr id="5792" name="Google Shape;5792;p24"/>
          <p:cNvSpPr txBox="1">
            <a:spLocks noGrp="1"/>
          </p:cNvSpPr>
          <p:nvPr>
            <p:ph type="title"/>
          </p:nvPr>
        </p:nvSpPr>
        <p:spPr>
          <a:xfrm>
            <a:off x="1020450" y="1662925"/>
            <a:ext cx="3465600" cy="689100"/>
          </a:xfrm>
          <a:prstGeom prst="rect">
            <a:avLst/>
          </a:prstGeom>
        </p:spPr>
        <p:txBody>
          <a:bodyPr spcFirstLastPara="1" wrap="square" lIns="91425" tIns="91425" rIns="91425" bIns="91425" anchor="t" anchorCtr="0">
            <a:noAutofit/>
          </a:bodyPr>
          <a:lstStyle>
            <a:lvl1pPr lvl="0" algn="l" rtl="0">
              <a:lnSpc>
                <a:spcPct val="90000"/>
              </a:lnSpc>
              <a:spcBef>
                <a:spcPts val="0"/>
              </a:spcBef>
              <a:spcAft>
                <a:spcPts val="0"/>
              </a:spcAft>
              <a:buSzPts val="3600"/>
              <a:buNone/>
              <a:defRPr>
                <a:solidFill>
                  <a:schemeClr val="lt1"/>
                </a:solidFill>
              </a:defRPr>
            </a:lvl1pPr>
            <a:lvl2pPr lvl="1" rtl="0">
              <a:lnSpc>
                <a:spcPct val="90000"/>
              </a:lnSpc>
              <a:spcBef>
                <a:spcPts val="0"/>
              </a:spcBef>
              <a:spcAft>
                <a:spcPts val="0"/>
              </a:spcAft>
              <a:buSzPts val="3600"/>
              <a:buNone/>
              <a:defRPr/>
            </a:lvl2pPr>
            <a:lvl3pPr lvl="2" rtl="0">
              <a:lnSpc>
                <a:spcPct val="90000"/>
              </a:lnSpc>
              <a:spcBef>
                <a:spcPts val="0"/>
              </a:spcBef>
              <a:spcAft>
                <a:spcPts val="0"/>
              </a:spcAft>
              <a:buSzPts val="3600"/>
              <a:buNone/>
              <a:defRPr/>
            </a:lvl3pPr>
            <a:lvl4pPr lvl="3" rtl="0">
              <a:lnSpc>
                <a:spcPct val="90000"/>
              </a:lnSpc>
              <a:spcBef>
                <a:spcPts val="0"/>
              </a:spcBef>
              <a:spcAft>
                <a:spcPts val="0"/>
              </a:spcAft>
              <a:buSzPts val="3600"/>
              <a:buNone/>
              <a:defRPr/>
            </a:lvl4pPr>
            <a:lvl5pPr lvl="4" rtl="0">
              <a:lnSpc>
                <a:spcPct val="90000"/>
              </a:lnSpc>
              <a:spcBef>
                <a:spcPts val="0"/>
              </a:spcBef>
              <a:spcAft>
                <a:spcPts val="0"/>
              </a:spcAft>
              <a:buSzPts val="3600"/>
              <a:buNone/>
              <a:defRPr/>
            </a:lvl5pPr>
            <a:lvl6pPr lvl="5" rtl="0">
              <a:lnSpc>
                <a:spcPct val="90000"/>
              </a:lnSpc>
              <a:spcBef>
                <a:spcPts val="0"/>
              </a:spcBef>
              <a:spcAft>
                <a:spcPts val="0"/>
              </a:spcAft>
              <a:buSzPts val="3600"/>
              <a:buNone/>
              <a:defRPr/>
            </a:lvl6pPr>
            <a:lvl7pPr lvl="6" rtl="0">
              <a:lnSpc>
                <a:spcPct val="90000"/>
              </a:lnSpc>
              <a:spcBef>
                <a:spcPts val="0"/>
              </a:spcBef>
              <a:spcAft>
                <a:spcPts val="0"/>
              </a:spcAft>
              <a:buSzPts val="3600"/>
              <a:buNone/>
              <a:defRPr/>
            </a:lvl7pPr>
            <a:lvl8pPr lvl="7" rtl="0">
              <a:lnSpc>
                <a:spcPct val="90000"/>
              </a:lnSpc>
              <a:spcBef>
                <a:spcPts val="0"/>
              </a:spcBef>
              <a:spcAft>
                <a:spcPts val="0"/>
              </a:spcAft>
              <a:buSzPts val="3600"/>
              <a:buNone/>
              <a:defRPr/>
            </a:lvl8pPr>
            <a:lvl9pPr lvl="8" rtl="0">
              <a:lnSpc>
                <a:spcPct val="90000"/>
              </a:lnSpc>
              <a:spcBef>
                <a:spcPts val="0"/>
              </a:spcBef>
              <a:spcAft>
                <a:spcPts val="0"/>
              </a:spcAft>
              <a:buSzPts val="3600"/>
              <a:buNone/>
              <a:defRPr/>
            </a:lvl9pPr>
          </a:lstStyle>
          <a:p>
            <a:endParaRPr/>
          </a:p>
        </p:txBody>
      </p:sp>
      <p:sp>
        <p:nvSpPr>
          <p:cNvPr id="5793" name="Google Shape;5793;p24"/>
          <p:cNvSpPr txBox="1">
            <a:spLocks noGrp="1"/>
          </p:cNvSpPr>
          <p:nvPr>
            <p:ph type="subTitle" idx="1"/>
          </p:nvPr>
        </p:nvSpPr>
        <p:spPr>
          <a:xfrm>
            <a:off x="1020450" y="2284350"/>
            <a:ext cx="3465300" cy="12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700"/>
              <a:buNone/>
              <a:defRPr sz="1700"/>
            </a:lvl1pPr>
            <a:lvl2pPr lvl="1" algn="ctr" rtl="0">
              <a:lnSpc>
                <a:spcPct val="100000"/>
              </a:lnSpc>
              <a:spcBef>
                <a:spcPts val="0"/>
              </a:spcBef>
              <a:spcAft>
                <a:spcPts val="0"/>
              </a:spcAft>
              <a:buSzPts val="1700"/>
              <a:buNone/>
              <a:defRPr sz="1700"/>
            </a:lvl2pPr>
            <a:lvl3pPr lvl="2" algn="ctr" rtl="0">
              <a:lnSpc>
                <a:spcPct val="100000"/>
              </a:lnSpc>
              <a:spcBef>
                <a:spcPts val="0"/>
              </a:spcBef>
              <a:spcAft>
                <a:spcPts val="0"/>
              </a:spcAft>
              <a:buSzPts val="1700"/>
              <a:buNone/>
              <a:defRPr sz="1700"/>
            </a:lvl3pPr>
            <a:lvl4pPr lvl="3" algn="ctr" rtl="0">
              <a:lnSpc>
                <a:spcPct val="100000"/>
              </a:lnSpc>
              <a:spcBef>
                <a:spcPts val="0"/>
              </a:spcBef>
              <a:spcAft>
                <a:spcPts val="0"/>
              </a:spcAft>
              <a:buSzPts val="1700"/>
              <a:buNone/>
              <a:defRPr sz="1700"/>
            </a:lvl4pPr>
            <a:lvl5pPr lvl="4" algn="ctr" rtl="0">
              <a:lnSpc>
                <a:spcPct val="100000"/>
              </a:lnSpc>
              <a:spcBef>
                <a:spcPts val="0"/>
              </a:spcBef>
              <a:spcAft>
                <a:spcPts val="0"/>
              </a:spcAft>
              <a:buSzPts val="1700"/>
              <a:buNone/>
              <a:defRPr sz="1700"/>
            </a:lvl5pPr>
            <a:lvl6pPr lvl="5" algn="ctr" rtl="0">
              <a:lnSpc>
                <a:spcPct val="100000"/>
              </a:lnSpc>
              <a:spcBef>
                <a:spcPts val="0"/>
              </a:spcBef>
              <a:spcAft>
                <a:spcPts val="0"/>
              </a:spcAft>
              <a:buSzPts val="1700"/>
              <a:buNone/>
              <a:defRPr sz="1700"/>
            </a:lvl6pPr>
            <a:lvl7pPr lvl="6" algn="ctr" rtl="0">
              <a:lnSpc>
                <a:spcPct val="100000"/>
              </a:lnSpc>
              <a:spcBef>
                <a:spcPts val="0"/>
              </a:spcBef>
              <a:spcAft>
                <a:spcPts val="0"/>
              </a:spcAft>
              <a:buSzPts val="1700"/>
              <a:buNone/>
              <a:defRPr sz="1700"/>
            </a:lvl7pPr>
            <a:lvl8pPr lvl="7" algn="ctr" rtl="0">
              <a:lnSpc>
                <a:spcPct val="100000"/>
              </a:lnSpc>
              <a:spcBef>
                <a:spcPts val="0"/>
              </a:spcBef>
              <a:spcAft>
                <a:spcPts val="0"/>
              </a:spcAft>
              <a:buSzPts val="1700"/>
              <a:buNone/>
              <a:defRPr sz="1700"/>
            </a:lvl8pPr>
            <a:lvl9pPr lvl="8" algn="ctr" rtl="0">
              <a:lnSpc>
                <a:spcPct val="100000"/>
              </a:lnSpc>
              <a:spcBef>
                <a:spcPts val="0"/>
              </a:spcBef>
              <a:spcAft>
                <a:spcPts val="0"/>
              </a:spcAft>
              <a:buSzPts val="1700"/>
              <a:buNone/>
              <a:defRPr sz="1700"/>
            </a:lvl9pPr>
          </a:lstStyle>
          <a:p>
            <a:endParaRPr/>
          </a:p>
        </p:txBody>
      </p:sp>
      <p:pic>
        <p:nvPicPr>
          <p:cNvPr id="5794" name="Google Shape;5794;p24"/>
          <p:cNvPicPr preferRelativeResize="0"/>
          <p:nvPr/>
        </p:nvPicPr>
        <p:blipFill rotWithShape="1">
          <a:blip r:embed="rId2">
            <a:alphaModFix/>
          </a:blip>
          <a:srcRect l="69" r="69"/>
          <a:stretch/>
        </p:blipFill>
        <p:spPr>
          <a:xfrm>
            <a:off x="7089275" y="128725"/>
            <a:ext cx="1917049" cy="1917050"/>
          </a:xfrm>
          <a:prstGeom prst="rect">
            <a:avLst/>
          </a:prstGeom>
          <a:noFill/>
          <a:ln>
            <a:noFill/>
          </a:ln>
        </p:spPr>
      </p:pic>
      <p:sp>
        <p:nvSpPr>
          <p:cNvPr id="5795" name="Google Shape;5795;p24"/>
          <p:cNvSpPr/>
          <p:nvPr/>
        </p:nvSpPr>
        <p:spPr>
          <a:xfrm>
            <a:off x="2558300" y="45001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96" name="Google Shape;5796;p24"/>
          <p:cNvPicPr preferRelativeResize="0"/>
          <p:nvPr/>
        </p:nvPicPr>
        <p:blipFill rotWithShape="1">
          <a:blip r:embed="rId3">
            <a:alphaModFix amt="57000"/>
          </a:blip>
          <a:srcRect l="69" r="69"/>
          <a:stretch/>
        </p:blipFill>
        <p:spPr>
          <a:xfrm>
            <a:off x="-922925" y="3506200"/>
            <a:ext cx="2552525" cy="2552525"/>
          </a:xfrm>
          <a:prstGeom prst="rect">
            <a:avLst/>
          </a:prstGeom>
          <a:noFill/>
          <a:ln>
            <a:noFill/>
          </a:ln>
        </p:spPr>
      </p:pic>
      <p:pic>
        <p:nvPicPr>
          <p:cNvPr id="5797" name="Google Shape;5797;p24"/>
          <p:cNvPicPr preferRelativeResize="0"/>
          <p:nvPr/>
        </p:nvPicPr>
        <p:blipFill rotWithShape="1">
          <a:blip r:embed="rId3">
            <a:alphaModFix amt="57000"/>
          </a:blip>
          <a:srcRect l="69" r="69"/>
          <a:stretch/>
        </p:blipFill>
        <p:spPr>
          <a:xfrm>
            <a:off x="889775" y="3859775"/>
            <a:ext cx="866075" cy="866075"/>
          </a:xfrm>
          <a:prstGeom prst="rect">
            <a:avLst/>
          </a:prstGeom>
          <a:noFill/>
          <a:ln>
            <a:noFill/>
          </a:ln>
        </p:spPr>
      </p:pic>
      <p:grpSp>
        <p:nvGrpSpPr>
          <p:cNvPr id="5798" name="Google Shape;5798;p24"/>
          <p:cNvGrpSpPr/>
          <p:nvPr/>
        </p:nvGrpSpPr>
        <p:grpSpPr>
          <a:xfrm>
            <a:off x="-199000" y="387125"/>
            <a:ext cx="5838900" cy="98100"/>
            <a:chOff x="2488300" y="4708950"/>
            <a:chExt cx="5838900" cy="98100"/>
          </a:xfrm>
        </p:grpSpPr>
        <p:cxnSp>
          <p:nvCxnSpPr>
            <p:cNvPr id="5799" name="Google Shape;5799;p24"/>
            <p:cNvCxnSpPr/>
            <p:nvPr/>
          </p:nvCxnSpPr>
          <p:spPr>
            <a:xfrm>
              <a:off x="2488300" y="4758000"/>
              <a:ext cx="5838900" cy="0"/>
            </a:xfrm>
            <a:prstGeom prst="straightConnector1">
              <a:avLst/>
            </a:prstGeom>
            <a:noFill/>
            <a:ln w="19050" cap="flat" cmpd="sng">
              <a:solidFill>
                <a:schemeClr val="dk2"/>
              </a:solidFill>
              <a:prstDash val="solid"/>
              <a:round/>
              <a:headEnd type="none" w="med" len="med"/>
              <a:tailEnd type="none" w="med" len="med"/>
            </a:ln>
          </p:spPr>
        </p:cxnSp>
        <p:grpSp>
          <p:nvGrpSpPr>
            <p:cNvPr id="5800" name="Google Shape;5800;p24"/>
            <p:cNvGrpSpPr/>
            <p:nvPr/>
          </p:nvGrpSpPr>
          <p:grpSpPr>
            <a:xfrm flipH="1">
              <a:off x="7787625" y="4708950"/>
              <a:ext cx="463350" cy="98100"/>
              <a:chOff x="4269100" y="4550375"/>
              <a:chExt cx="463350" cy="98100"/>
            </a:xfrm>
          </p:grpSpPr>
          <p:sp>
            <p:nvSpPr>
              <p:cNvPr id="5801" name="Google Shape;5801;p24"/>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24"/>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24"/>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04" name="Google Shape;5804;p24"/>
          <p:cNvSpPr/>
          <p:nvPr/>
        </p:nvSpPr>
        <p:spPr>
          <a:xfrm>
            <a:off x="8295963" y="11468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5" name="Google Shape;5805;p24"/>
          <p:cNvSpPr/>
          <p:nvPr/>
        </p:nvSpPr>
        <p:spPr>
          <a:xfrm>
            <a:off x="218425" y="123516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24"/>
          <p:cNvSpPr/>
          <p:nvPr/>
        </p:nvSpPr>
        <p:spPr>
          <a:xfrm>
            <a:off x="7042263" y="436905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CUSTOM_2_1_1_1_1_1_2">
    <p:spTree>
      <p:nvGrpSpPr>
        <p:cNvPr id="1" name="Shape 5807"/>
        <p:cNvGrpSpPr/>
        <p:nvPr/>
      </p:nvGrpSpPr>
      <p:grpSpPr>
        <a:xfrm>
          <a:off x="0" y="0"/>
          <a:ext cx="0" cy="0"/>
          <a:chOff x="0" y="0"/>
          <a:chExt cx="0" cy="0"/>
        </a:xfrm>
      </p:grpSpPr>
      <p:sp>
        <p:nvSpPr>
          <p:cNvPr id="5808" name="Google Shape;5808;p25"/>
          <p:cNvSpPr txBox="1">
            <a:spLocks noGrp="1"/>
          </p:cNvSpPr>
          <p:nvPr>
            <p:ph type="title"/>
          </p:nvPr>
        </p:nvSpPr>
        <p:spPr>
          <a:xfrm>
            <a:off x="4643700" y="539525"/>
            <a:ext cx="3795000" cy="1136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809" name="Google Shape;5809;p25"/>
          <p:cNvSpPr txBox="1">
            <a:spLocks noGrp="1"/>
          </p:cNvSpPr>
          <p:nvPr>
            <p:ph type="subTitle" idx="1"/>
          </p:nvPr>
        </p:nvSpPr>
        <p:spPr>
          <a:xfrm>
            <a:off x="4609200" y="1827450"/>
            <a:ext cx="3829200" cy="247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700"/>
              <a:buChar char="●"/>
              <a:defRPr/>
            </a:lvl1pPr>
            <a:lvl2pPr lvl="1" algn="ctr" rtl="0">
              <a:lnSpc>
                <a:spcPct val="100000"/>
              </a:lnSpc>
              <a:spcBef>
                <a:spcPts val="0"/>
              </a:spcBef>
              <a:spcAft>
                <a:spcPts val="0"/>
              </a:spcAft>
              <a:buSzPts val="1700"/>
              <a:buChar char="○"/>
              <a:defRPr sz="1700"/>
            </a:lvl2pPr>
            <a:lvl3pPr lvl="2" algn="ctr" rtl="0">
              <a:lnSpc>
                <a:spcPct val="100000"/>
              </a:lnSpc>
              <a:spcBef>
                <a:spcPts val="0"/>
              </a:spcBef>
              <a:spcAft>
                <a:spcPts val="0"/>
              </a:spcAft>
              <a:buSzPts val="1700"/>
              <a:buChar char="■"/>
              <a:defRPr sz="1700"/>
            </a:lvl3pPr>
            <a:lvl4pPr lvl="3" algn="ctr" rtl="0">
              <a:lnSpc>
                <a:spcPct val="100000"/>
              </a:lnSpc>
              <a:spcBef>
                <a:spcPts val="0"/>
              </a:spcBef>
              <a:spcAft>
                <a:spcPts val="0"/>
              </a:spcAft>
              <a:buSzPts val="1700"/>
              <a:buChar char="●"/>
              <a:defRPr sz="1700"/>
            </a:lvl4pPr>
            <a:lvl5pPr lvl="4" algn="ctr" rtl="0">
              <a:lnSpc>
                <a:spcPct val="100000"/>
              </a:lnSpc>
              <a:spcBef>
                <a:spcPts val="0"/>
              </a:spcBef>
              <a:spcAft>
                <a:spcPts val="0"/>
              </a:spcAft>
              <a:buSzPts val="1700"/>
              <a:buChar char="○"/>
              <a:defRPr sz="1700"/>
            </a:lvl5pPr>
            <a:lvl6pPr lvl="5" algn="ctr" rtl="0">
              <a:lnSpc>
                <a:spcPct val="100000"/>
              </a:lnSpc>
              <a:spcBef>
                <a:spcPts val="0"/>
              </a:spcBef>
              <a:spcAft>
                <a:spcPts val="0"/>
              </a:spcAft>
              <a:buSzPts val="1700"/>
              <a:buChar char="■"/>
              <a:defRPr sz="1700"/>
            </a:lvl6pPr>
            <a:lvl7pPr lvl="6" algn="ctr" rtl="0">
              <a:lnSpc>
                <a:spcPct val="100000"/>
              </a:lnSpc>
              <a:spcBef>
                <a:spcPts val="0"/>
              </a:spcBef>
              <a:spcAft>
                <a:spcPts val="0"/>
              </a:spcAft>
              <a:buSzPts val="1700"/>
              <a:buChar char="●"/>
              <a:defRPr sz="1700"/>
            </a:lvl7pPr>
            <a:lvl8pPr lvl="7" algn="ctr" rtl="0">
              <a:lnSpc>
                <a:spcPct val="100000"/>
              </a:lnSpc>
              <a:spcBef>
                <a:spcPts val="0"/>
              </a:spcBef>
              <a:spcAft>
                <a:spcPts val="0"/>
              </a:spcAft>
              <a:buSzPts val="1700"/>
              <a:buChar char="○"/>
              <a:defRPr sz="1700"/>
            </a:lvl8pPr>
            <a:lvl9pPr lvl="8" algn="ctr" rtl="0">
              <a:lnSpc>
                <a:spcPct val="100000"/>
              </a:lnSpc>
              <a:spcBef>
                <a:spcPts val="0"/>
              </a:spcBef>
              <a:spcAft>
                <a:spcPts val="0"/>
              </a:spcAft>
              <a:buSzPts val="1700"/>
              <a:buChar char="■"/>
              <a:defRPr sz="1700"/>
            </a:lvl9pPr>
          </a:lstStyle>
          <a:p>
            <a:endParaRPr/>
          </a:p>
        </p:txBody>
      </p:sp>
      <p:pic>
        <p:nvPicPr>
          <p:cNvPr id="5810" name="Google Shape;5810;p25"/>
          <p:cNvPicPr preferRelativeResize="0"/>
          <p:nvPr/>
        </p:nvPicPr>
        <p:blipFill rotWithShape="1">
          <a:blip r:embed="rId2">
            <a:alphaModFix/>
          </a:blip>
          <a:srcRect l="69" r="69"/>
          <a:stretch/>
        </p:blipFill>
        <p:spPr>
          <a:xfrm>
            <a:off x="431350" y="748263"/>
            <a:ext cx="1917049" cy="1917050"/>
          </a:xfrm>
          <a:prstGeom prst="rect">
            <a:avLst/>
          </a:prstGeom>
          <a:noFill/>
          <a:ln>
            <a:noFill/>
          </a:ln>
        </p:spPr>
      </p:pic>
      <p:grpSp>
        <p:nvGrpSpPr>
          <p:cNvPr id="5811" name="Google Shape;5811;p25"/>
          <p:cNvGrpSpPr/>
          <p:nvPr/>
        </p:nvGrpSpPr>
        <p:grpSpPr>
          <a:xfrm>
            <a:off x="-174450" y="540625"/>
            <a:ext cx="2522850" cy="4091450"/>
            <a:chOff x="-174450" y="540625"/>
            <a:chExt cx="2522850" cy="4091450"/>
          </a:xfrm>
        </p:grpSpPr>
        <p:sp>
          <p:nvSpPr>
            <p:cNvPr id="5812" name="Google Shape;5812;p25"/>
            <p:cNvSpPr/>
            <p:nvPr/>
          </p:nvSpPr>
          <p:spPr>
            <a:xfrm flipH="1">
              <a:off x="-174450" y="540625"/>
              <a:ext cx="2470500" cy="4065042"/>
            </a:xfrm>
            <a:custGeom>
              <a:avLst/>
              <a:gdLst/>
              <a:ahLst/>
              <a:cxnLst/>
              <a:rect l="l" t="t" r="r" b="b"/>
              <a:pathLst>
                <a:path w="98820" h="99323" extrusionOk="0">
                  <a:moveTo>
                    <a:pt x="0" y="99323"/>
                  </a:moveTo>
                  <a:lnTo>
                    <a:pt x="0" y="0"/>
                  </a:lnTo>
                  <a:lnTo>
                    <a:pt x="98820" y="0"/>
                  </a:lnTo>
                </a:path>
              </a:pathLst>
            </a:custGeom>
            <a:noFill/>
            <a:ln w="19050" cap="flat" cmpd="sng">
              <a:solidFill>
                <a:schemeClr val="dk2"/>
              </a:solidFill>
              <a:prstDash val="solid"/>
              <a:round/>
              <a:headEnd type="none" w="med" len="med"/>
              <a:tailEnd type="none" w="med" len="med"/>
            </a:ln>
          </p:spPr>
        </p:sp>
        <p:grpSp>
          <p:nvGrpSpPr>
            <p:cNvPr id="5813" name="Google Shape;5813;p25"/>
            <p:cNvGrpSpPr/>
            <p:nvPr/>
          </p:nvGrpSpPr>
          <p:grpSpPr>
            <a:xfrm rot="-5400000">
              <a:off x="2067675" y="4351350"/>
              <a:ext cx="463350" cy="98100"/>
              <a:chOff x="4269100" y="4550375"/>
              <a:chExt cx="463350" cy="98100"/>
            </a:xfrm>
          </p:grpSpPr>
          <p:sp>
            <p:nvSpPr>
              <p:cNvPr id="5814" name="Google Shape;5814;p2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2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2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17" name="Google Shape;5817;p25"/>
          <p:cNvSpPr/>
          <p:nvPr/>
        </p:nvSpPr>
        <p:spPr>
          <a:xfrm>
            <a:off x="2699563" y="19965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8" name="Google Shape;5818;p25"/>
          <p:cNvSpPr/>
          <p:nvPr/>
        </p:nvSpPr>
        <p:spPr>
          <a:xfrm>
            <a:off x="2243125" y="48070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9" name="Google Shape;5819;p25"/>
          <p:cNvSpPr/>
          <p:nvPr/>
        </p:nvSpPr>
        <p:spPr>
          <a:xfrm>
            <a:off x="116075" y="268646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25"/>
          <p:cNvSpPr/>
          <p:nvPr/>
        </p:nvSpPr>
        <p:spPr>
          <a:xfrm>
            <a:off x="7731288" y="450010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1">
  <p:cSld name="CUSTOM_2_1_1_1_1_1_1">
    <p:spTree>
      <p:nvGrpSpPr>
        <p:cNvPr id="1" name="Shape 5833"/>
        <p:cNvGrpSpPr/>
        <p:nvPr/>
      </p:nvGrpSpPr>
      <p:grpSpPr>
        <a:xfrm>
          <a:off x="0" y="0"/>
          <a:ext cx="0" cy="0"/>
          <a:chOff x="0" y="0"/>
          <a:chExt cx="0" cy="0"/>
        </a:xfrm>
      </p:grpSpPr>
      <p:sp>
        <p:nvSpPr>
          <p:cNvPr id="5834" name="Google Shape;5834;p28"/>
          <p:cNvSpPr txBox="1">
            <a:spLocks noGrp="1"/>
          </p:cNvSpPr>
          <p:nvPr>
            <p:ph type="title"/>
          </p:nvPr>
        </p:nvSpPr>
        <p:spPr>
          <a:xfrm>
            <a:off x="713225" y="539525"/>
            <a:ext cx="7717500" cy="632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835" name="Google Shape;5835;p28"/>
          <p:cNvSpPr txBox="1">
            <a:spLocks noGrp="1"/>
          </p:cNvSpPr>
          <p:nvPr>
            <p:ph type="subTitle" idx="1"/>
          </p:nvPr>
        </p:nvSpPr>
        <p:spPr>
          <a:xfrm>
            <a:off x="1090000" y="2206175"/>
            <a:ext cx="3244800" cy="209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5836" name="Google Shape;5836;p28"/>
          <p:cNvSpPr txBox="1">
            <a:spLocks noGrp="1"/>
          </p:cNvSpPr>
          <p:nvPr>
            <p:ph type="subTitle" idx="2"/>
          </p:nvPr>
        </p:nvSpPr>
        <p:spPr>
          <a:xfrm>
            <a:off x="1307650" y="1701125"/>
            <a:ext cx="2809500" cy="47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5837" name="Google Shape;5837;p28"/>
          <p:cNvSpPr txBox="1">
            <a:spLocks noGrp="1"/>
          </p:cNvSpPr>
          <p:nvPr>
            <p:ph type="subTitle" idx="3"/>
          </p:nvPr>
        </p:nvSpPr>
        <p:spPr>
          <a:xfrm>
            <a:off x="5040000" y="2207525"/>
            <a:ext cx="3246000" cy="20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5838" name="Google Shape;5838;p28"/>
          <p:cNvSpPr txBox="1">
            <a:spLocks noGrp="1"/>
          </p:cNvSpPr>
          <p:nvPr>
            <p:ph type="subTitle" idx="4"/>
          </p:nvPr>
        </p:nvSpPr>
        <p:spPr>
          <a:xfrm>
            <a:off x="5259450" y="1702475"/>
            <a:ext cx="2807100" cy="47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grpSp>
        <p:nvGrpSpPr>
          <p:cNvPr id="5839" name="Google Shape;5839;p28"/>
          <p:cNvGrpSpPr/>
          <p:nvPr/>
        </p:nvGrpSpPr>
        <p:grpSpPr>
          <a:xfrm rot="10800000" flipH="1">
            <a:off x="-840050" y="4708950"/>
            <a:ext cx="8457000" cy="98100"/>
            <a:chOff x="-882775" y="4702775"/>
            <a:chExt cx="8457000" cy="98100"/>
          </a:xfrm>
        </p:grpSpPr>
        <p:cxnSp>
          <p:nvCxnSpPr>
            <p:cNvPr id="5840" name="Google Shape;5840;p28"/>
            <p:cNvCxnSpPr/>
            <p:nvPr/>
          </p:nvCxnSpPr>
          <p:spPr>
            <a:xfrm rot="10800000">
              <a:off x="-882775" y="4751825"/>
              <a:ext cx="8457000" cy="0"/>
            </a:xfrm>
            <a:prstGeom prst="straightConnector1">
              <a:avLst/>
            </a:prstGeom>
            <a:noFill/>
            <a:ln w="19050" cap="flat" cmpd="sng">
              <a:solidFill>
                <a:schemeClr val="dk2"/>
              </a:solidFill>
              <a:prstDash val="solid"/>
              <a:round/>
              <a:headEnd type="none" w="med" len="med"/>
              <a:tailEnd type="none" w="med" len="med"/>
            </a:ln>
          </p:spPr>
        </p:cxnSp>
        <p:grpSp>
          <p:nvGrpSpPr>
            <p:cNvPr id="5841" name="Google Shape;5841;p28"/>
            <p:cNvGrpSpPr/>
            <p:nvPr/>
          </p:nvGrpSpPr>
          <p:grpSpPr>
            <a:xfrm>
              <a:off x="7034675" y="4702775"/>
              <a:ext cx="463350" cy="98100"/>
              <a:chOff x="4269100" y="4550375"/>
              <a:chExt cx="463350" cy="98100"/>
            </a:xfrm>
          </p:grpSpPr>
          <p:sp>
            <p:nvSpPr>
              <p:cNvPr id="5842" name="Google Shape;5842;p28"/>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28"/>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28"/>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45" name="Google Shape;5845;p28"/>
          <p:cNvGrpSpPr/>
          <p:nvPr/>
        </p:nvGrpSpPr>
        <p:grpSpPr>
          <a:xfrm rot="5400000" flipH="1">
            <a:off x="6048750" y="3032525"/>
            <a:ext cx="5084100" cy="98100"/>
            <a:chOff x="2490125" y="4702775"/>
            <a:chExt cx="5084100" cy="98100"/>
          </a:xfrm>
        </p:grpSpPr>
        <p:cxnSp>
          <p:nvCxnSpPr>
            <p:cNvPr id="5846" name="Google Shape;5846;p28"/>
            <p:cNvCxnSpPr/>
            <p:nvPr/>
          </p:nvCxnSpPr>
          <p:spPr>
            <a:xfrm rot="10800000">
              <a:off x="2490125" y="4751825"/>
              <a:ext cx="5084100" cy="0"/>
            </a:xfrm>
            <a:prstGeom prst="straightConnector1">
              <a:avLst/>
            </a:prstGeom>
            <a:noFill/>
            <a:ln w="19050" cap="flat" cmpd="sng">
              <a:solidFill>
                <a:schemeClr val="dk2"/>
              </a:solidFill>
              <a:prstDash val="solid"/>
              <a:round/>
              <a:headEnd type="none" w="med" len="med"/>
              <a:tailEnd type="none" w="med" len="med"/>
            </a:ln>
          </p:spPr>
        </p:cxnSp>
        <p:grpSp>
          <p:nvGrpSpPr>
            <p:cNvPr id="5847" name="Google Shape;5847;p28"/>
            <p:cNvGrpSpPr/>
            <p:nvPr/>
          </p:nvGrpSpPr>
          <p:grpSpPr>
            <a:xfrm>
              <a:off x="7034675" y="4702775"/>
              <a:ext cx="463350" cy="98100"/>
              <a:chOff x="4269100" y="4550375"/>
              <a:chExt cx="463350" cy="98100"/>
            </a:xfrm>
          </p:grpSpPr>
          <p:sp>
            <p:nvSpPr>
              <p:cNvPr id="5848" name="Google Shape;5848;p28"/>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28"/>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28"/>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851" name="Google Shape;5851;p28"/>
          <p:cNvPicPr preferRelativeResize="0"/>
          <p:nvPr/>
        </p:nvPicPr>
        <p:blipFill rotWithShape="1">
          <a:blip r:embed="rId2">
            <a:alphaModFix amt="70000"/>
          </a:blip>
          <a:srcRect l="69" r="69"/>
          <a:stretch/>
        </p:blipFill>
        <p:spPr>
          <a:xfrm>
            <a:off x="-287025" y="655374"/>
            <a:ext cx="837299" cy="837300"/>
          </a:xfrm>
          <a:prstGeom prst="rect">
            <a:avLst/>
          </a:prstGeom>
          <a:noFill/>
          <a:ln>
            <a:noFill/>
          </a:ln>
        </p:spPr>
      </p:pic>
      <p:pic>
        <p:nvPicPr>
          <p:cNvPr id="5852" name="Google Shape;5852;p28"/>
          <p:cNvPicPr preferRelativeResize="0"/>
          <p:nvPr/>
        </p:nvPicPr>
        <p:blipFill rotWithShape="1">
          <a:blip r:embed="rId3">
            <a:alphaModFix amt="70000"/>
          </a:blip>
          <a:srcRect/>
          <a:stretch/>
        </p:blipFill>
        <p:spPr>
          <a:xfrm>
            <a:off x="7485974" y="-372700"/>
            <a:ext cx="665326" cy="665326"/>
          </a:xfrm>
          <a:prstGeom prst="rect">
            <a:avLst/>
          </a:prstGeom>
          <a:noFill/>
          <a:ln>
            <a:noFill/>
          </a:ln>
        </p:spPr>
      </p:pic>
      <p:sp>
        <p:nvSpPr>
          <p:cNvPr id="5853" name="Google Shape;5853;p28"/>
          <p:cNvSpPr/>
          <p:nvPr/>
        </p:nvSpPr>
        <p:spPr>
          <a:xfrm>
            <a:off x="719913" y="24465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28"/>
          <p:cNvSpPr/>
          <p:nvPr/>
        </p:nvSpPr>
        <p:spPr>
          <a:xfrm>
            <a:off x="7783475" y="13715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5" name="Google Shape;5855;p28"/>
          <p:cNvSpPr/>
          <p:nvPr/>
        </p:nvSpPr>
        <p:spPr>
          <a:xfrm>
            <a:off x="-186475" y="802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56" name="Google Shape;5856;p28"/>
          <p:cNvPicPr preferRelativeResize="0"/>
          <p:nvPr/>
        </p:nvPicPr>
        <p:blipFill rotWithShape="1">
          <a:blip r:embed="rId4">
            <a:alphaModFix amt="70000"/>
          </a:blip>
          <a:srcRect l="69" r="69"/>
          <a:stretch/>
        </p:blipFill>
        <p:spPr>
          <a:xfrm>
            <a:off x="8672425" y="3407349"/>
            <a:ext cx="837299" cy="837300"/>
          </a:xfrm>
          <a:prstGeom prst="rect">
            <a:avLst/>
          </a:prstGeom>
          <a:noFill/>
          <a:ln>
            <a:noFill/>
          </a:ln>
        </p:spPr>
      </p:pic>
      <p:pic>
        <p:nvPicPr>
          <p:cNvPr id="5857" name="Google Shape;5857;p28"/>
          <p:cNvPicPr preferRelativeResize="0"/>
          <p:nvPr/>
        </p:nvPicPr>
        <p:blipFill rotWithShape="1">
          <a:blip r:embed="rId5">
            <a:alphaModFix amt="70000"/>
          </a:blip>
          <a:srcRect l="69" r="69"/>
          <a:stretch/>
        </p:blipFill>
        <p:spPr>
          <a:xfrm>
            <a:off x="8814449" y="3105812"/>
            <a:ext cx="665326" cy="66532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2">
  <p:cSld name="CUSTOM_4_1">
    <p:spTree>
      <p:nvGrpSpPr>
        <p:cNvPr id="1" name="Shape 5877"/>
        <p:cNvGrpSpPr/>
        <p:nvPr/>
      </p:nvGrpSpPr>
      <p:grpSpPr>
        <a:xfrm>
          <a:off x="0" y="0"/>
          <a:ext cx="0" cy="0"/>
          <a:chOff x="0" y="0"/>
          <a:chExt cx="0" cy="0"/>
        </a:xfrm>
      </p:grpSpPr>
      <p:sp>
        <p:nvSpPr>
          <p:cNvPr id="5878" name="Google Shape;5878;p30"/>
          <p:cNvSpPr txBox="1">
            <a:spLocks noGrp="1"/>
          </p:cNvSpPr>
          <p:nvPr>
            <p:ph type="title"/>
          </p:nvPr>
        </p:nvSpPr>
        <p:spPr>
          <a:xfrm>
            <a:off x="713225" y="539525"/>
            <a:ext cx="7717500" cy="606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Font typeface="Bodoni Moda"/>
              <a:buNone/>
              <a:defRPr>
                <a:solidFill>
                  <a:schemeClr val="lt1"/>
                </a:solidFill>
              </a:defRPr>
            </a:lvl1pPr>
            <a:lvl2pPr lvl="1" rtl="0">
              <a:spcBef>
                <a:spcPts val="0"/>
              </a:spcBef>
              <a:spcAft>
                <a:spcPts val="0"/>
              </a:spcAft>
              <a:buSzPts val="3600"/>
              <a:buFont typeface="Bodoni Moda"/>
              <a:buNone/>
              <a:defRPr>
                <a:latin typeface="Bodoni Moda"/>
                <a:ea typeface="Bodoni Moda"/>
                <a:cs typeface="Bodoni Moda"/>
                <a:sym typeface="Bodoni Moda"/>
              </a:defRPr>
            </a:lvl2pPr>
            <a:lvl3pPr lvl="2" rtl="0">
              <a:spcBef>
                <a:spcPts val="0"/>
              </a:spcBef>
              <a:spcAft>
                <a:spcPts val="0"/>
              </a:spcAft>
              <a:buSzPts val="3600"/>
              <a:buFont typeface="Bodoni Moda"/>
              <a:buNone/>
              <a:defRPr>
                <a:latin typeface="Bodoni Moda"/>
                <a:ea typeface="Bodoni Moda"/>
                <a:cs typeface="Bodoni Moda"/>
                <a:sym typeface="Bodoni Moda"/>
              </a:defRPr>
            </a:lvl3pPr>
            <a:lvl4pPr lvl="3" rtl="0">
              <a:spcBef>
                <a:spcPts val="0"/>
              </a:spcBef>
              <a:spcAft>
                <a:spcPts val="0"/>
              </a:spcAft>
              <a:buSzPts val="3600"/>
              <a:buFont typeface="Bodoni Moda"/>
              <a:buNone/>
              <a:defRPr>
                <a:latin typeface="Bodoni Moda"/>
                <a:ea typeface="Bodoni Moda"/>
                <a:cs typeface="Bodoni Moda"/>
                <a:sym typeface="Bodoni Moda"/>
              </a:defRPr>
            </a:lvl4pPr>
            <a:lvl5pPr lvl="4" rtl="0">
              <a:spcBef>
                <a:spcPts val="0"/>
              </a:spcBef>
              <a:spcAft>
                <a:spcPts val="0"/>
              </a:spcAft>
              <a:buSzPts val="3600"/>
              <a:buFont typeface="Bodoni Moda"/>
              <a:buNone/>
              <a:defRPr>
                <a:latin typeface="Bodoni Moda"/>
                <a:ea typeface="Bodoni Moda"/>
                <a:cs typeface="Bodoni Moda"/>
                <a:sym typeface="Bodoni Moda"/>
              </a:defRPr>
            </a:lvl5pPr>
            <a:lvl6pPr lvl="5" rtl="0">
              <a:spcBef>
                <a:spcPts val="0"/>
              </a:spcBef>
              <a:spcAft>
                <a:spcPts val="0"/>
              </a:spcAft>
              <a:buSzPts val="3600"/>
              <a:buFont typeface="Bodoni Moda"/>
              <a:buNone/>
              <a:defRPr>
                <a:latin typeface="Bodoni Moda"/>
                <a:ea typeface="Bodoni Moda"/>
                <a:cs typeface="Bodoni Moda"/>
                <a:sym typeface="Bodoni Moda"/>
              </a:defRPr>
            </a:lvl6pPr>
            <a:lvl7pPr lvl="6" rtl="0">
              <a:spcBef>
                <a:spcPts val="0"/>
              </a:spcBef>
              <a:spcAft>
                <a:spcPts val="0"/>
              </a:spcAft>
              <a:buSzPts val="3600"/>
              <a:buFont typeface="Bodoni Moda"/>
              <a:buNone/>
              <a:defRPr>
                <a:latin typeface="Bodoni Moda"/>
                <a:ea typeface="Bodoni Moda"/>
                <a:cs typeface="Bodoni Moda"/>
                <a:sym typeface="Bodoni Moda"/>
              </a:defRPr>
            </a:lvl7pPr>
            <a:lvl8pPr lvl="7" rtl="0">
              <a:spcBef>
                <a:spcPts val="0"/>
              </a:spcBef>
              <a:spcAft>
                <a:spcPts val="0"/>
              </a:spcAft>
              <a:buSzPts val="3600"/>
              <a:buFont typeface="Bodoni Moda"/>
              <a:buNone/>
              <a:defRPr>
                <a:latin typeface="Bodoni Moda"/>
                <a:ea typeface="Bodoni Moda"/>
                <a:cs typeface="Bodoni Moda"/>
                <a:sym typeface="Bodoni Moda"/>
              </a:defRPr>
            </a:lvl8pPr>
            <a:lvl9pPr lvl="8" rtl="0">
              <a:spcBef>
                <a:spcPts val="0"/>
              </a:spcBef>
              <a:spcAft>
                <a:spcPts val="0"/>
              </a:spcAft>
              <a:buSzPts val="3600"/>
              <a:buFont typeface="Bodoni Moda"/>
              <a:buNone/>
              <a:defRPr>
                <a:latin typeface="Bodoni Moda"/>
                <a:ea typeface="Bodoni Moda"/>
                <a:cs typeface="Bodoni Moda"/>
                <a:sym typeface="Bodoni Moda"/>
              </a:defRPr>
            </a:lvl9pPr>
          </a:lstStyle>
          <a:p>
            <a:endParaRPr/>
          </a:p>
        </p:txBody>
      </p:sp>
      <p:sp>
        <p:nvSpPr>
          <p:cNvPr id="5879" name="Google Shape;5879;p30"/>
          <p:cNvSpPr txBox="1">
            <a:spLocks noGrp="1"/>
          </p:cNvSpPr>
          <p:nvPr>
            <p:ph type="subTitle" idx="1"/>
          </p:nvPr>
        </p:nvSpPr>
        <p:spPr>
          <a:xfrm>
            <a:off x="719925" y="1939650"/>
            <a:ext cx="4182000" cy="25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5880" name="Google Shape;5880;p30"/>
          <p:cNvSpPr txBox="1">
            <a:spLocks noGrp="1"/>
          </p:cNvSpPr>
          <p:nvPr>
            <p:ph type="subTitle" idx="2"/>
          </p:nvPr>
        </p:nvSpPr>
        <p:spPr>
          <a:xfrm>
            <a:off x="719925" y="1544250"/>
            <a:ext cx="4178700" cy="448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5881" name="Google Shape;5881;p30"/>
          <p:cNvSpPr txBox="1">
            <a:spLocks noGrp="1"/>
          </p:cNvSpPr>
          <p:nvPr>
            <p:ph type="subTitle" idx="3"/>
          </p:nvPr>
        </p:nvSpPr>
        <p:spPr>
          <a:xfrm>
            <a:off x="5573325" y="1939050"/>
            <a:ext cx="2788800" cy="99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82" name="Google Shape;5882;p30"/>
          <p:cNvSpPr txBox="1">
            <a:spLocks noGrp="1"/>
          </p:cNvSpPr>
          <p:nvPr>
            <p:ph type="subTitle" idx="4"/>
          </p:nvPr>
        </p:nvSpPr>
        <p:spPr>
          <a:xfrm>
            <a:off x="5573325" y="3200875"/>
            <a:ext cx="2788800" cy="448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5883" name="Google Shape;5883;p30"/>
          <p:cNvSpPr txBox="1">
            <a:spLocks noGrp="1"/>
          </p:cNvSpPr>
          <p:nvPr>
            <p:ph type="subTitle" idx="5"/>
          </p:nvPr>
        </p:nvSpPr>
        <p:spPr>
          <a:xfrm>
            <a:off x="5573325" y="3590785"/>
            <a:ext cx="2788800" cy="99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84" name="Google Shape;5884;p30"/>
          <p:cNvSpPr txBox="1">
            <a:spLocks noGrp="1"/>
          </p:cNvSpPr>
          <p:nvPr>
            <p:ph type="subTitle" idx="6"/>
          </p:nvPr>
        </p:nvSpPr>
        <p:spPr>
          <a:xfrm>
            <a:off x="5573325" y="1544250"/>
            <a:ext cx="2788800" cy="444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Font typeface="Bodoni Mod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2pPr>
            <a:lvl3pPr lvl="2"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3pPr>
            <a:lvl4pPr lvl="3"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4pPr>
            <a:lvl5pPr lvl="4"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5pPr>
            <a:lvl6pPr lvl="5"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6pPr>
            <a:lvl7pPr lvl="6"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7pPr>
            <a:lvl8pPr lvl="7"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8pPr>
            <a:lvl9pPr lvl="8" algn="ctr" rtl="0">
              <a:lnSpc>
                <a:spcPct val="100000"/>
              </a:lnSpc>
              <a:spcBef>
                <a:spcPts val="0"/>
              </a:spcBef>
              <a:spcAft>
                <a:spcPts val="0"/>
              </a:spcAft>
              <a:buClr>
                <a:schemeClr val="dk2"/>
              </a:buClr>
              <a:buSzPts val="2400"/>
              <a:buFont typeface="Bodoni Moda"/>
              <a:buNone/>
              <a:defRPr sz="2400">
                <a:solidFill>
                  <a:schemeClr val="dk2"/>
                </a:solidFill>
                <a:latin typeface="Bodoni Moda"/>
                <a:ea typeface="Bodoni Moda"/>
                <a:cs typeface="Bodoni Moda"/>
                <a:sym typeface="Bodoni Moda"/>
              </a:defRPr>
            </a:lvl9pPr>
          </a:lstStyle>
          <a:p>
            <a:endParaRPr/>
          </a:p>
        </p:txBody>
      </p:sp>
      <p:sp>
        <p:nvSpPr>
          <p:cNvPr id="5885" name="Google Shape;5885;p30"/>
          <p:cNvSpPr/>
          <p:nvPr/>
        </p:nvSpPr>
        <p:spPr>
          <a:xfrm>
            <a:off x="6601438" y="136925"/>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30"/>
          <p:cNvSpPr/>
          <p:nvPr/>
        </p:nvSpPr>
        <p:spPr>
          <a:xfrm>
            <a:off x="-186825" y="214636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87" name="Google Shape;5887;p30"/>
          <p:cNvPicPr preferRelativeResize="0"/>
          <p:nvPr/>
        </p:nvPicPr>
        <p:blipFill rotWithShape="1">
          <a:blip r:embed="rId2">
            <a:alphaModFix amt="50000"/>
          </a:blip>
          <a:srcRect l="69" r="69"/>
          <a:stretch/>
        </p:blipFill>
        <p:spPr>
          <a:xfrm>
            <a:off x="101775" y="-744450"/>
            <a:ext cx="1730650" cy="1730650"/>
          </a:xfrm>
          <a:prstGeom prst="rect">
            <a:avLst/>
          </a:prstGeom>
          <a:noFill/>
          <a:ln>
            <a:noFill/>
          </a:ln>
        </p:spPr>
      </p:pic>
      <p:pic>
        <p:nvPicPr>
          <p:cNvPr id="5888" name="Google Shape;5888;p30"/>
          <p:cNvPicPr preferRelativeResize="0"/>
          <p:nvPr/>
        </p:nvPicPr>
        <p:blipFill rotWithShape="1">
          <a:blip r:embed="rId3">
            <a:alphaModFix amt="70000"/>
          </a:blip>
          <a:srcRect l="69" r="69"/>
          <a:stretch/>
        </p:blipFill>
        <p:spPr>
          <a:xfrm>
            <a:off x="8697575" y="895924"/>
            <a:ext cx="837299" cy="837300"/>
          </a:xfrm>
          <a:prstGeom prst="rect">
            <a:avLst/>
          </a:prstGeom>
          <a:noFill/>
          <a:ln>
            <a:noFill/>
          </a:ln>
        </p:spPr>
      </p:pic>
      <p:pic>
        <p:nvPicPr>
          <p:cNvPr id="5889" name="Google Shape;5889;p30"/>
          <p:cNvPicPr preferRelativeResize="0"/>
          <p:nvPr/>
        </p:nvPicPr>
        <p:blipFill rotWithShape="1">
          <a:blip r:embed="rId4">
            <a:alphaModFix amt="70000"/>
          </a:blip>
          <a:srcRect l="69" r="69"/>
          <a:stretch/>
        </p:blipFill>
        <p:spPr>
          <a:xfrm>
            <a:off x="-124075" y="986199"/>
            <a:ext cx="837299" cy="837300"/>
          </a:xfrm>
          <a:prstGeom prst="rect">
            <a:avLst/>
          </a:prstGeom>
          <a:noFill/>
          <a:ln>
            <a:noFill/>
          </a:ln>
        </p:spPr>
      </p:pic>
      <p:grpSp>
        <p:nvGrpSpPr>
          <p:cNvPr id="5890" name="Google Shape;5890;p30"/>
          <p:cNvGrpSpPr/>
          <p:nvPr/>
        </p:nvGrpSpPr>
        <p:grpSpPr>
          <a:xfrm rot="5400000" flipH="1">
            <a:off x="-1974525" y="2938000"/>
            <a:ext cx="5084100" cy="98100"/>
            <a:chOff x="2490125" y="4702775"/>
            <a:chExt cx="5084100" cy="98100"/>
          </a:xfrm>
        </p:grpSpPr>
        <p:cxnSp>
          <p:nvCxnSpPr>
            <p:cNvPr id="5891" name="Google Shape;5891;p30"/>
            <p:cNvCxnSpPr/>
            <p:nvPr/>
          </p:nvCxnSpPr>
          <p:spPr>
            <a:xfrm rot="10800000">
              <a:off x="2490125" y="4751825"/>
              <a:ext cx="5084100" cy="0"/>
            </a:xfrm>
            <a:prstGeom prst="straightConnector1">
              <a:avLst/>
            </a:prstGeom>
            <a:noFill/>
            <a:ln w="19050" cap="flat" cmpd="sng">
              <a:solidFill>
                <a:schemeClr val="dk2"/>
              </a:solidFill>
              <a:prstDash val="solid"/>
              <a:round/>
              <a:headEnd type="none" w="med" len="med"/>
              <a:tailEnd type="none" w="med" len="med"/>
            </a:ln>
          </p:spPr>
        </p:cxnSp>
        <p:grpSp>
          <p:nvGrpSpPr>
            <p:cNvPr id="5892" name="Google Shape;5892;p30"/>
            <p:cNvGrpSpPr/>
            <p:nvPr/>
          </p:nvGrpSpPr>
          <p:grpSpPr>
            <a:xfrm>
              <a:off x="7034675" y="4702775"/>
              <a:ext cx="463350" cy="98100"/>
              <a:chOff x="4269100" y="4550375"/>
              <a:chExt cx="463350" cy="98100"/>
            </a:xfrm>
          </p:grpSpPr>
          <p:sp>
            <p:nvSpPr>
              <p:cNvPr id="5893" name="Google Shape;5893;p30"/>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30"/>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30"/>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5896"/>
        <p:cNvGrpSpPr/>
        <p:nvPr/>
      </p:nvGrpSpPr>
      <p:grpSpPr>
        <a:xfrm>
          <a:off x="0" y="0"/>
          <a:ext cx="0" cy="0"/>
          <a:chOff x="0" y="0"/>
          <a:chExt cx="0" cy="0"/>
        </a:xfrm>
      </p:grpSpPr>
      <p:sp>
        <p:nvSpPr>
          <p:cNvPr id="5897" name="Google Shape;5897;p31"/>
          <p:cNvSpPr txBox="1">
            <a:spLocks noGrp="1"/>
          </p:cNvSpPr>
          <p:nvPr>
            <p:ph type="title"/>
          </p:nvPr>
        </p:nvSpPr>
        <p:spPr>
          <a:xfrm>
            <a:off x="713225" y="539525"/>
            <a:ext cx="7717500" cy="658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5898" name="Google Shape;5898;p31"/>
          <p:cNvSpPr txBox="1">
            <a:spLocks noGrp="1"/>
          </p:cNvSpPr>
          <p:nvPr>
            <p:ph type="subTitle" idx="1"/>
          </p:nvPr>
        </p:nvSpPr>
        <p:spPr>
          <a:xfrm>
            <a:off x="946317" y="2289750"/>
            <a:ext cx="22347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99" name="Google Shape;5899;p31"/>
          <p:cNvSpPr txBox="1">
            <a:spLocks noGrp="1"/>
          </p:cNvSpPr>
          <p:nvPr>
            <p:ph type="subTitle" idx="2"/>
          </p:nvPr>
        </p:nvSpPr>
        <p:spPr>
          <a:xfrm>
            <a:off x="948117" y="1906900"/>
            <a:ext cx="2231100" cy="446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l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00" name="Google Shape;5900;p31"/>
          <p:cNvSpPr txBox="1">
            <a:spLocks noGrp="1"/>
          </p:cNvSpPr>
          <p:nvPr>
            <p:ph type="subTitle" idx="3"/>
          </p:nvPr>
        </p:nvSpPr>
        <p:spPr>
          <a:xfrm>
            <a:off x="948117" y="4049775"/>
            <a:ext cx="22311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01" name="Google Shape;5901;p31"/>
          <p:cNvSpPr txBox="1">
            <a:spLocks noGrp="1"/>
          </p:cNvSpPr>
          <p:nvPr>
            <p:ph type="subTitle" idx="4"/>
          </p:nvPr>
        </p:nvSpPr>
        <p:spPr>
          <a:xfrm>
            <a:off x="948117" y="3677775"/>
            <a:ext cx="2231100" cy="448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l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02" name="Google Shape;5902;p31"/>
          <p:cNvSpPr txBox="1">
            <a:spLocks noGrp="1"/>
          </p:cNvSpPr>
          <p:nvPr>
            <p:ph type="subTitle" idx="5"/>
          </p:nvPr>
        </p:nvSpPr>
        <p:spPr>
          <a:xfrm>
            <a:off x="5971025" y="2289750"/>
            <a:ext cx="22311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03" name="Google Shape;5903;p31"/>
          <p:cNvSpPr txBox="1">
            <a:spLocks noGrp="1"/>
          </p:cNvSpPr>
          <p:nvPr>
            <p:ph type="subTitle" idx="6"/>
          </p:nvPr>
        </p:nvSpPr>
        <p:spPr>
          <a:xfrm>
            <a:off x="5971025" y="1906000"/>
            <a:ext cx="2231100" cy="448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l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04" name="Google Shape;5904;p31"/>
          <p:cNvSpPr txBox="1">
            <a:spLocks noGrp="1"/>
          </p:cNvSpPr>
          <p:nvPr>
            <p:ph type="subTitle" idx="7"/>
          </p:nvPr>
        </p:nvSpPr>
        <p:spPr>
          <a:xfrm>
            <a:off x="5971025" y="4049775"/>
            <a:ext cx="22311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05" name="Google Shape;5905;p31"/>
          <p:cNvSpPr txBox="1">
            <a:spLocks noGrp="1"/>
          </p:cNvSpPr>
          <p:nvPr>
            <p:ph type="subTitle" idx="8"/>
          </p:nvPr>
        </p:nvSpPr>
        <p:spPr>
          <a:xfrm>
            <a:off x="5971025" y="3677775"/>
            <a:ext cx="2231100" cy="448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l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06" name="Google Shape;5906;p31"/>
          <p:cNvSpPr/>
          <p:nvPr/>
        </p:nvSpPr>
        <p:spPr>
          <a:xfrm>
            <a:off x="8295963" y="11468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31"/>
          <p:cNvSpPr/>
          <p:nvPr/>
        </p:nvSpPr>
        <p:spPr>
          <a:xfrm>
            <a:off x="-600" y="467597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31"/>
          <p:cNvSpPr/>
          <p:nvPr/>
        </p:nvSpPr>
        <p:spPr>
          <a:xfrm>
            <a:off x="51525" y="159766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31"/>
          <p:cNvSpPr/>
          <p:nvPr/>
        </p:nvSpPr>
        <p:spPr>
          <a:xfrm>
            <a:off x="4641663" y="23260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0" name="Google Shape;5910;p31"/>
          <p:cNvGrpSpPr/>
          <p:nvPr/>
        </p:nvGrpSpPr>
        <p:grpSpPr>
          <a:xfrm>
            <a:off x="-372275" y="344075"/>
            <a:ext cx="4126325" cy="98100"/>
            <a:chOff x="5323930" y="4700550"/>
            <a:chExt cx="3989100" cy="98100"/>
          </a:xfrm>
        </p:grpSpPr>
        <p:cxnSp>
          <p:nvCxnSpPr>
            <p:cNvPr id="5911" name="Google Shape;5911;p31"/>
            <p:cNvCxnSpPr/>
            <p:nvPr/>
          </p:nvCxnSpPr>
          <p:spPr>
            <a:xfrm>
              <a:off x="5323930" y="4749600"/>
              <a:ext cx="3989100" cy="0"/>
            </a:xfrm>
            <a:prstGeom prst="straightConnector1">
              <a:avLst/>
            </a:prstGeom>
            <a:noFill/>
            <a:ln w="19050" cap="flat" cmpd="sng">
              <a:solidFill>
                <a:schemeClr val="dk2"/>
              </a:solidFill>
              <a:prstDash val="solid"/>
              <a:round/>
              <a:headEnd type="none" w="med" len="med"/>
              <a:tailEnd type="none" w="med" len="med"/>
            </a:ln>
          </p:spPr>
        </p:cxnSp>
        <p:grpSp>
          <p:nvGrpSpPr>
            <p:cNvPr id="5912" name="Google Shape;5912;p31"/>
            <p:cNvGrpSpPr/>
            <p:nvPr/>
          </p:nvGrpSpPr>
          <p:grpSpPr>
            <a:xfrm rot="10800000">
              <a:off x="7891450" y="4700550"/>
              <a:ext cx="463350" cy="98100"/>
              <a:chOff x="4269100" y="4573250"/>
              <a:chExt cx="463350" cy="98100"/>
            </a:xfrm>
          </p:grpSpPr>
          <p:sp>
            <p:nvSpPr>
              <p:cNvPr id="5913" name="Google Shape;5913;p31"/>
              <p:cNvSpPr/>
              <p:nvPr/>
            </p:nvSpPr>
            <p:spPr>
              <a:xfrm>
                <a:off x="4269100" y="4573250"/>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31"/>
              <p:cNvSpPr/>
              <p:nvPr/>
            </p:nvSpPr>
            <p:spPr>
              <a:xfrm>
                <a:off x="4451725" y="4573250"/>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31"/>
              <p:cNvSpPr/>
              <p:nvPr/>
            </p:nvSpPr>
            <p:spPr>
              <a:xfrm>
                <a:off x="4634350" y="4573250"/>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916" name="Google Shape;5916;p31"/>
          <p:cNvPicPr preferRelativeResize="0"/>
          <p:nvPr/>
        </p:nvPicPr>
        <p:blipFill rotWithShape="1">
          <a:blip r:embed="rId2">
            <a:alphaModFix amt="50000"/>
          </a:blip>
          <a:srcRect l="69" r="69"/>
          <a:stretch/>
        </p:blipFill>
        <p:spPr>
          <a:xfrm>
            <a:off x="-966325" y="622650"/>
            <a:ext cx="1730650" cy="17306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5917"/>
        <p:cNvGrpSpPr/>
        <p:nvPr/>
      </p:nvGrpSpPr>
      <p:grpSpPr>
        <a:xfrm>
          <a:off x="0" y="0"/>
          <a:ext cx="0" cy="0"/>
          <a:chOff x="0" y="0"/>
          <a:chExt cx="0" cy="0"/>
        </a:xfrm>
      </p:grpSpPr>
      <p:sp>
        <p:nvSpPr>
          <p:cNvPr id="5918" name="Google Shape;5918;p32"/>
          <p:cNvSpPr txBox="1">
            <a:spLocks noGrp="1"/>
          </p:cNvSpPr>
          <p:nvPr>
            <p:ph type="title"/>
          </p:nvPr>
        </p:nvSpPr>
        <p:spPr>
          <a:xfrm>
            <a:off x="713225" y="539525"/>
            <a:ext cx="7717500" cy="63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919" name="Google Shape;5919;p32"/>
          <p:cNvSpPr txBox="1">
            <a:spLocks noGrp="1"/>
          </p:cNvSpPr>
          <p:nvPr>
            <p:ph type="subTitle" idx="1"/>
          </p:nvPr>
        </p:nvSpPr>
        <p:spPr>
          <a:xfrm>
            <a:off x="850300" y="3994350"/>
            <a:ext cx="2404800" cy="58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0" name="Google Shape;5920;p32"/>
          <p:cNvSpPr txBox="1">
            <a:spLocks noGrp="1"/>
          </p:cNvSpPr>
          <p:nvPr>
            <p:ph type="subTitle" idx="2"/>
          </p:nvPr>
        </p:nvSpPr>
        <p:spPr>
          <a:xfrm>
            <a:off x="850300" y="3709750"/>
            <a:ext cx="24048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21" name="Google Shape;5921;p32"/>
          <p:cNvSpPr txBox="1">
            <a:spLocks noGrp="1"/>
          </p:cNvSpPr>
          <p:nvPr>
            <p:ph type="subTitle" idx="3"/>
          </p:nvPr>
        </p:nvSpPr>
        <p:spPr>
          <a:xfrm>
            <a:off x="2114400" y="2287775"/>
            <a:ext cx="2404800" cy="582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2" name="Google Shape;5922;p32"/>
          <p:cNvSpPr txBox="1">
            <a:spLocks noGrp="1"/>
          </p:cNvSpPr>
          <p:nvPr>
            <p:ph type="subTitle" idx="4"/>
          </p:nvPr>
        </p:nvSpPr>
        <p:spPr>
          <a:xfrm>
            <a:off x="2114406" y="2003175"/>
            <a:ext cx="24048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23" name="Google Shape;5923;p32"/>
          <p:cNvSpPr txBox="1">
            <a:spLocks noGrp="1"/>
          </p:cNvSpPr>
          <p:nvPr>
            <p:ph type="subTitle" idx="5"/>
          </p:nvPr>
        </p:nvSpPr>
        <p:spPr>
          <a:xfrm>
            <a:off x="5888775" y="3994350"/>
            <a:ext cx="2402400" cy="58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4" name="Google Shape;5924;p32"/>
          <p:cNvSpPr txBox="1">
            <a:spLocks noGrp="1"/>
          </p:cNvSpPr>
          <p:nvPr>
            <p:ph type="subTitle" idx="6"/>
          </p:nvPr>
        </p:nvSpPr>
        <p:spPr>
          <a:xfrm>
            <a:off x="5888775" y="3709750"/>
            <a:ext cx="24024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25" name="Google Shape;5925;p32"/>
          <p:cNvSpPr txBox="1">
            <a:spLocks noGrp="1"/>
          </p:cNvSpPr>
          <p:nvPr>
            <p:ph type="subTitle" idx="7"/>
          </p:nvPr>
        </p:nvSpPr>
        <p:spPr>
          <a:xfrm>
            <a:off x="3370738" y="3994350"/>
            <a:ext cx="2402400" cy="58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6" name="Google Shape;5926;p32"/>
          <p:cNvSpPr txBox="1">
            <a:spLocks noGrp="1"/>
          </p:cNvSpPr>
          <p:nvPr>
            <p:ph type="subTitle" idx="8"/>
          </p:nvPr>
        </p:nvSpPr>
        <p:spPr>
          <a:xfrm>
            <a:off x="3370738" y="3709750"/>
            <a:ext cx="24024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27" name="Google Shape;5927;p32"/>
          <p:cNvSpPr txBox="1">
            <a:spLocks noGrp="1"/>
          </p:cNvSpPr>
          <p:nvPr>
            <p:ph type="subTitle" idx="9"/>
          </p:nvPr>
        </p:nvSpPr>
        <p:spPr>
          <a:xfrm>
            <a:off x="4624794" y="2287775"/>
            <a:ext cx="2402400" cy="58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8" name="Google Shape;5928;p32"/>
          <p:cNvSpPr txBox="1">
            <a:spLocks noGrp="1"/>
          </p:cNvSpPr>
          <p:nvPr>
            <p:ph type="subTitle" idx="13"/>
          </p:nvPr>
        </p:nvSpPr>
        <p:spPr>
          <a:xfrm>
            <a:off x="4624794" y="2003175"/>
            <a:ext cx="24024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pic>
        <p:nvPicPr>
          <p:cNvPr id="5929" name="Google Shape;5929;p32"/>
          <p:cNvPicPr preferRelativeResize="0"/>
          <p:nvPr/>
        </p:nvPicPr>
        <p:blipFill rotWithShape="1">
          <a:blip r:embed="rId2">
            <a:alphaModFix amt="70000"/>
          </a:blip>
          <a:srcRect l="69" r="69"/>
          <a:stretch/>
        </p:blipFill>
        <p:spPr>
          <a:xfrm>
            <a:off x="6671325" y="-435126"/>
            <a:ext cx="837299" cy="837300"/>
          </a:xfrm>
          <a:prstGeom prst="rect">
            <a:avLst/>
          </a:prstGeom>
          <a:noFill/>
          <a:ln>
            <a:noFill/>
          </a:ln>
        </p:spPr>
      </p:pic>
      <p:pic>
        <p:nvPicPr>
          <p:cNvPr id="5930" name="Google Shape;5930;p32"/>
          <p:cNvPicPr preferRelativeResize="0"/>
          <p:nvPr/>
        </p:nvPicPr>
        <p:blipFill rotWithShape="1">
          <a:blip r:embed="rId3">
            <a:alphaModFix amt="70000"/>
          </a:blip>
          <a:srcRect l="69" r="69"/>
          <a:stretch/>
        </p:blipFill>
        <p:spPr>
          <a:xfrm>
            <a:off x="91225" y="-865124"/>
            <a:ext cx="1629949" cy="1629950"/>
          </a:xfrm>
          <a:prstGeom prst="rect">
            <a:avLst/>
          </a:prstGeom>
          <a:noFill/>
          <a:ln>
            <a:noFill/>
          </a:ln>
        </p:spPr>
      </p:pic>
      <p:pic>
        <p:nvPicPr>
          <p:cNvPr id="5931" name="Google Shape;5931;p32"/>
          <p:cNvPicPr preferRelativeResize="0"/>
          <p:nvPr/>
        </p:nvPicPr>
        <p:blipFill rotWithShape="1">
          <a:blip r:embed="rId2">
            <a:alphaModFix amt="70000"/>
          </a:blip>
          <a:srcRect l="69" r="69"/>
          <a:stretch/>
        </p:blipFill>
        <p:spPr>
          <a:xfrm>
            <a:off x="252900" y="310600"/>
            <a:ext cx="578425" cy="578426"/>
          </a:xfrm>
          <a:prstGeom prst="rect">
            <a:avLst/>
          </a:prstGeom>
          <a:noFill/>
          <a:ln>
            <a:noFill/>
          </a:ln>
        </p:spPr>
      </p:pic>
      <p:pic>
        <p:nvPicPr>
          <p:cNvPr id="5932" name="Google Shape;5932;p32"/>
          <p:cNvPicPr preferRelativeResize="0"/>
          <p:nvPr/>
        </p:nvPicPr>
        <p:blipFill rotWithShape="1">
          <a:blip r:embed="rId4">
            <a:alphaModFix amt="70000"/>
          </a:blip>
          <a:srcRect l="69" r="69"/>
          <a:stretch/>
        </p:blipFill>
        <p:spPr>
          <a:xfrm>
            <a:off x="8840486" y="2207750"/>
            <a:ext cx="665326" cy="665326"/>
          </a:xfrm>
          <a:prstGeom prst="rect">
            <a:avLst/>
          </a:prstGeom>
          <a:noFill/>
          <a:ln>
            <a:noFill/>
          </a:ln>
        </p:spPr>
      </p:pic>
      <p:grpSp>
        <p:nvGrpSpPr>
          <p:cNvPr id="5933" name="Google Shape;5933;p32"/>
          <p:cNvGrpSpPr/>
          <p:nvPr/>
        </p:nvGrpSpPr>
        <p:grpSpPr>
          <a:xfrm rot="5400000" flipH="1">
            <a:off x="6090175" y="2938000"/>
            <a:ext cx="5084100" cy="98100"/>
            <a:chOff x="2490125" y="4702775"/>
            <a:chExt cx="5084100" cy="98100"/>
          </a:xfrm>
        </p:grpSpPr>
        <p:cxnSp>
          <p:nvCxnSpPr>
            <p:cNvPr id="5934" name="Google Shape;5934;p32"/>
            <p:cNvCxnSpPr/>
            <p:nvPr/>
          </p:nvCxnSpPr>
          <p:spPr>
            <a:xfrm rot="10800000">
              <a:off x="2490125" y="4751825"/>
              <a:ext cx="5084100" cy="0"/>
            </a:xfrm>
            <a:prstGeom prst="straightConnector1">
              <a:avLst/>
            </a:prstGeom>
            <a:noFill/>
            <a:ln w="19050" cap="flat" cmpd="sng">
              <a:solidFill>
                <a:schemeClr val="dk2"/>
              </a:solidFill>
              <a:prstDash val="solid"/>
              <a:round/>
              <a:headEnd type="none" w="med" len="med"/>
              <a:tailEnd type="none" w="med" len="med"/>
            </a:ln>
          </p:spPr>
        </p:cxnSp>
        <p:grpSp>
          <p:nvGrpSpPr>
            <p:cNvPr id="5935" name="Google Shape;5935;p32"/>
            <p:cNvGrpSpPr/>
            <p:nvPr/>
          </p:nvGrpSpPr>
          <p:grpSpPr>
            <a:xfrm>
              <a:off x="7034675" y="4702775"/>
              <a:ext cx="463350" cy="98100"/>
              <a:chOff x="4269100" y="4550375"/>
              <a:chExt cx="463350" cy="98100"/>
            </a:xfrm>
          </p:grpSpPr>
          <p:sp>
            <p:nvSpPr>
              <p:cNvPr id="5936" name="Google Shape;5936;p32"/>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32"/>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32"/>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939" name="Google Shape;5939;p32"/>
          <p:cNvSpPr/>
          <p:nvPr/>
        </p:nvSpPr>
        <p:spPr>
          <a:xfrm>
            <a:off x="-36475" y="16272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32"/>
          <p:cNvSpPr/>
          <p:nvPr/>
        </p:nvSpPr>
        <p:spPr>
          <a:xfrm>
            <a:off x="1584125" y="4805425"/>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32"/>
          <p:cNvSpPr/>
          <p:nvPr/>
        </p:nvSpPr>
        <p:spPr>
          <a:xfrm>
            <a:off x="1886000" y="23061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32"/>
          <p:cNvSpPr/>
          <p:nvPr/>
        </p:nvSpPr>
        <p:spPr>
          <a:xfrm>
            <a:off x="7969363" y="-1090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943"/>
        <p:cNvGrpSpPr/>
        <p:nvPr/>
      </p:nvGrpSpPr>
      <p:grpSpPr>
        <a:xfrm>
          <a:off x="0" y="0"/>
          <a:ext cx="0" cy="0"/>
          <a:chOff x="0" y="0"/>
          <a:chExt cx="0" cy="0"/>
        </a:xfrm>
      </p:grpSpPr>
      <p:sp>
        <p:nvSpPr>
          <p:cNvPr id="5944" name="Google Shape;5944;p33"/>
          <p:cNvSpPr txBox="1">
            <a:spLocks noGrp="1"/>
          </p:cNvSpPr>
          <p:nvPr>
            <p:ph type="title"/>
          </p:nvPr>
        </p:nvSpPr>
        <p:spPr>
          <a:xfrm>
            <a:off x="713225" y="539525"/>
            <a:ext cx="7717500" cy="6690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5945" name="Google Shape;5945;p33"/>
          <p:cNvSpPr txBox="1">
            <a:spLocks noGrp="1"/>
          </p:cNvSpPr>
          <p:nvPr>
            <p:ph type="subTitle" idx="1"/>
          </p:nvPr>
        </p:nvSpPr>
        <p:spPr>
          <a:xfrm>
            <a:off x="872325" y="3959575"/>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35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46" name="Google Shape;5946;p33"/>
          <p:cNvSpPr txBox="1">
            <a:spLocks noGrp="1"/>
          </p:cNvSpPr>
          <p:nvPr>
            <p:ph type="subTitle" idx="2"/>
          </p:nvPr>
        </p:nvSpPr>
        <p:spPr>
          <a:xfrm>
            <a:off x="872325" y="3688375"/>
            <a:ext cx="23133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47" name="Google Shape;5947;p33"/>
          <p:cNvSpPr txBox="1">
            <a:spLocks noGrp="1"/>
          </p:cNvSpPr>
          <p:nvPr>
            <p:ph type="subTitle" idx="3"/>
          </p:nvPr>
        </p:nvSpPr>
        <p:spPr>
          <a:xfrm>
            <a:off x="872325" y="2285950"/>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48" name="Google Shape;5948;p33"/>
          <p:cNvSpPr txBox="1">
            <a:spLocks noGrp="1"/>
          </p:cNvSpPr>
          <p:nvPr>
            <p:ph type="subTitle" idx="4"/>
          </p:nvPr>
        </p:nvSpPr>
        <p:spPr>
          <a:xfrm>
            <a:off x="872325" y="2010650"/>
            <a:ext cx="2313300" cy="343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49" name="Google Shape;5949;p33"/>
          <p:cNvSpPr txBox="1">
            <a:spLocks noGrp="1"/>
          </p:cNvSpPr>
          <p:nvPr>
            <p:ph type="subTitle" idx="5"/>
          </p:nvPr>
        </p:nvSpPr>
        <p:spPr>
          <a:xfrm>
            <a:off x="5972700" y="3959575"/>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35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50" name="Google Shape;5950;p33"/>
          <p:cNvSpPr txBox="1">
            <a:spLocks noGrp="1"/>
          </p:cNvSpPr>
          <p:nvPr>
            <p:ph type="subTitle" idx="6"/>
          </p:nvPr>
        </p:nvSpPr>
        <p:spPr>
          <a:xfrm>
            <a:off x="5972700" y="3688375"/>
            <a:ext cx="23133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51" name="Google Shape;5951;p33"/>
          <p:cNvSpPr txBox="1">
            <a:spLocks noGrp="1"/>
          </p:cNvSpPr>
          <p:nvPr>
            <p:ph type="subTitle" idx="7"/>
          </p:nvPr>
        </p:nvSpPr>
        <p:spPr>
          <a:xfrm>
            <a:off x="5972700" y="2281850"/>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52" name="Google Shape;5952;p33"/>
          <p:cNvSpPr txBox="1">
            <a:spLocks noGrp="1"/>
          </p:cNvSpPr>
          <p:nvPr>
            <p:ph type="subTitle" idx="8"/>
          </p:nvPr>
        </p:nvSpPr>
        <p:spPr>
          <a:xfrm>
            <a:off x="5972700" y="2010650"/>
            <a:ext cx="23133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53" name="Google Shape;5953;p33"/>
          <p:cNvSpPr txBox="1">
            <a:spLocks noGrp="1"/>
          </p:cNvSpPr>
          <p:nvPr>
            <p:ph type="subTitle" idx="9"/>
          </p:nvPr>
        </p:nvSpPr>
        <p:spPr>
          <a:xfrm>
            <a:off x="3417088" y="3959575"/>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35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54" name="Google Shape;5954;p33"/>
          <p:cNvSpPr txBox="1">
            <a:spLocks noGrp="1"/>
          </p:cNvSpPr>
          <p:nvPr>
            <p:ph type="subTitle" idx="13"/>
          </p:nvPr>
        </p:nvSpPr>
        <p:spPr>
          <a:xfrm>
            <a:off x="3417088" y="3688375"/>
            <a:ext cx="23133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sp>
        <p:nvSpPr>
          <p:cNvPr id="5955" name="Google Shape;5955;p33"/>
          <p:cNvSpPr txBox="1">
            <a:spLocks noGrp="1"/>
          </p:cNvSpPr>
          <p:nvPr>
            <p:ph type="subTitle" idx="14"/>
          </p:nvPr>
        </p:nvSpPr>
        <p:spPr>
          <a:xfrm>
            <a:off x="3415350" y="2281850"/>
            <a:ext cx="2313300" cy="5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56" name="Google Shape;5956;p33"/>
          <p:cNvSpPr txBox="1">
            <a:spLocks noGrp="1"/>
          </p:cNvSpPr>
          <p:nvPr>
            <p:ph type="subTitle" idx="15"/>
          </p:nvPr>
        </p:nvSpPr>
        <p:spPr>
          <a:xfrm>
            <a:off x="3415350" y="2010650"/>
            <a:ext cx="2313300" cy="347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400"/>
              <a:buFont typeface="Lexend Deca"/>
              <a:buNone/>
              <a:defRPr sz="1800" b="1">
                <a:solidFill>
                  <a:schemeClr val="accent1"/>
                </a:solidFill>
                <a:latin typeface="Lexend Deca"/>
                <a:ea typeface="Lexend Deca"/>
                <a:cs typeface="Lexend Deca"/>
                <a:sym typeface="Lexend Deca"/>
              </a:defRPr>
            </a:lvl1pPr>
            <a:lvl2pPr lvl="1"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2pPr>
            <a:lvl3pPr lvl="2"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3pPr>
            <a:lvl4pPr lvl="3"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4pPr>
            <a:lvl5pPr lvl="4"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5pPr>
            <a:lvl6pPr lvl="5"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6pPr>
            <a:lvl7pPr lvl="6"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7pPr>
            <a:lvl8pPr lvl="7"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8pPr>
            <a:lvl9pPr lvl="8" algn="ctr" rtl="0">
              <a:lnSpc>
                <a:spcPct val="100000"/>
              </a:lnSpc>
              <a:spcBef>
                <a:spcPts val="0"/>
              </a:spcBef>
              <a:spcAft>
                <a:spcPts val="0"/>
              </a:spcAft>
              <a:buClr>
                <a:schemeClr val="dk2"/>
              </a:buClr>
              <a:buSzPts val="2400"/>
              <a:buFont typeface="Lexend Deca"/>
              <a:buNone/>
              <a:defRPr sz="2400" b="1">
                <a:solidFill>
                  <a:schemeClr val="dk2"/>
                </a:solidFill>
                <a:latin typeface="Lexend Deca"/>
                <a:ea typeface="Lexend Deca"/>
                <a:cs typeface="Lexend Deca"/>
                <a:sym typeface="Lexend Deca"/>
              </a:defRPr>
            </a:lvl9pPr>
          </a:lstStyle>
          <a:p>
            <a:endParaRPr/>
          </a:p>
        </p:txBody>
      </p:sp>
      <p:pic>
        <p:nvPicPr>
          <p:cNvPr id="5957" name="Google Shape;5957;p33"/>
          <p:cNvPicPr preferRelativeResize="0"/>
          <p:nvPr/>
        </p:nvPicPr>
        <p:blipFill rotWithShape="1">
          <a:blip r:embed="rId2">
            <a:alphaModFix/>
          </a:blip>
          <a:srcRect l="69" r="69"/>
          <a:stretch/>
        </p:blipFill>
        <p:spPr>
          <a:xfrm>
            <a:off x="8438400" y="328451"/>
            <a:ext cx="1953377" cy="1953401"/>
          </a:xfrm>
          <a:prstGeom prst="rect">
            <a:avLst/>
          </a:prstGeom>
          <a:noFill/>
          <a:ln>
            <a:noFill/>
          </a:ln>
        </p:spPr>
      </p:pic>
      <p:grpSp>
        <p:nvGrpSpPr>
          <p:cNvPr id="5958" name="Google Shape;5958;p33"/>
          <p:cNvGrpSpPr/>
          <p:nvPr/>
        </p:nvGrpSpPr>
        <p:grpSpPr>
          <a:xfrm flipH="1">
            <a:off x="1666575" y="4759600"/>
            <a:ext cx="8457000" cy="98100"/>
            <a:chOff x="-882775" y="4702775"/>
            <a:chExt cx="8457000" cy="98100"/>
          </a:xfrm>
        </p:grpSpPr>
        <p:cxnSp>
          <p:nvCxnSpPr>
            <p:cNvPr id="5959" name="Google Shape;5959;p33"/>
            <p:cNvCxnSpPr/>
            <p:nvPr/>
          </p:nvCxnSpPr>
          <p:spPr>
            <a:xfrm rot="10800000">
              <a:off x="-882775" y="4751825"/>
              <a:ext cx="8457000" cy="0"/>
            </a:xfrm>
            <a:prstGeom prst="straightConnector1">
              <a:avLst/>
            </a:prstGeom>
            <a:noFill/>
            <a:ln w="19050" cap="flat" cmpd="sng">
              <a:solidFill>
                <a:schemeClr val="dk2"/>
              </a:solidFill>
              <a:prstDash val="solid"/>
              <a:round/>
              <a:headEnd type="none" w="med" len="med"/>
              <a:tailEnd type="none" w="med" len="med"/>
            </a:ln>
          </p:spPr>
        </p:cxnSp>
        <p:grpSp>
          <p:nvGrpSpPr>
            <p:cNvPr id="5960" name="Google Shape;5960;p33"/>
            <p:cNvGrpSpPr/>
            <p:nvPr/>
          </p:nvGrpSpPr>
          <p:grpSpPr>
            <a:xfrm>
              <a:off x="7034675" y="4702775"/>
              <a:ext cx="463350" cy="98100"/>
              <a:chOff x="4269100" y="4550375"/>
              <a:chExt cx="463350" cy="98100"/>
            </a:xfrm>
          </p:grpSpPr>
          <p:sp>
            <p:nvSpPr>
              <p:cNvPr id="5961" name="Google Shape;5961;p33"/>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33"/>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33"/>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964" name="Google Shape;5964;p33"/>
          <p:cNvPicPr preferRelativeResize="0"/>
          <p:nvPr/>
        </p:nvPicPr>
        <p:blipFill rotWithShape="1">
          <a:blip r:embed="rId3">
            <a:alphaModFix amt="44000"/>
          </a:blip>
          <a:srcRect l="69" r="69"/>
          <a:stretch/>
        </p:blipFill>
        <p:spPr>
          <a:xfrm>
            <a:off x="501675" y="-466177"/>
            <a:ext cx="1164899" cy="1164900"/>
          </a:xfrm>
          <a:prstGeom prst="rect">
            <a:avLst/>
          </a:prstGeom>
          <a:noFill/>
          <a:ln>
            <a:noFill/>
          </a:ln>
        </p:spPr>
      </p:pic>
      <p:pic>
        <p:nvPicPr>
          <p:cNvPr id="5965" name="Google Shape;5965;p33"/>
          <p:cNvPicPr preferRelativeResize="0"/>
          <p:nvPr/>
        </p:nvPicPr>
        <p:blipFill rotWithShape="1">
          <a:blip r:embed="rId4">
            <a:alphaModFix amt="50000"/>
          </a:blip>
          <a:srcRect l="69" r="69"/>
          <a:stretch/>
        </p:blipFill>
        <p:spPr>
          <a:xfrm>
            <a:off x="7974849" y="287600"/>
            <a:ext cx="665326" cy="665326"/>
          </a:xfrm>
          <a:prstGeom prst="rect">
            <a:avLst/>
          </a:prstGeom>
          <a:noFill/>
          <a:ln>
            <a:noFill/>
          </a:ln>
        </p:spPr>
      </p:pic>
      <p:sp>
        <p:nvSpPr>
          <p:cNvPr id="5966" name="Google Shape;5966;p33"/>
          <p:cNvSpPr/>
          <p:nvPr/>
        </p:nvSpPr>
        <p:spPr>
          <a:xfrm>
            <a:off x="8528288" y="396750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33"/>
          <p:cNvSpPr/>
          <p:nvPr/>
        </p:nvSpPr>
        <p:spPr>
          <a:xfrm>
            <a:off x="7783475" y="13715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33"/>
          <p:cNvSpPr/>
          <p:nvPr/>
        </p:nvSpPr>
        <p:spPr>
          <a:xfrm>
            <a:off x="2534300" y="115313"/>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5969"/>
        <p:cNvGrpSpPr/>
        <p:nvPr/>
      </p:nvGrpSpPr>
      <p:grpSpPr>
        <a:xfrm>
          <a:off x="0" y="0"/>
          <a:ext cx="0" cy="0"/>
          <a:chOff x="0" y="0"/>
          <a:chExt cx="0" cy="0"/>
        </a:xfrm>
      </p:grpSpPr>
      <p:pic>
        <p:nvPicPr>
          <p:cNvPr id="5970" name="Google Shape;5970;p34"/>
          <p:cNvPicPr preferRelativeResize="0"/>
          <p:nvPr/>
        </p:nvPicPr>
        <p:blipFill rotWithShape="1">
          <a:blip r:embed="rId2">
            <a:alphaModFix/>
          </a:blip>
          <a:srcRect/>
          <a:stretch/>
        </p:blipFill>
        <p:spPr>
          <a:xfrm>
            <a:off x="3621100" y="31063"/>
            <a:ext cx="3163801" cy="3159275"/>
          </a:xfrm>
          <a:prstGeom prst="rect">
            <a:avLst/>
          </a:prstGeom>
          <a:noFill/>
          <a:ln>
            <a:noFill/>
          </a:ln>
        </p:spPr>
      </p:pic>
      <p:pic>
        <p:nvPicPr>
          <p:cNvPr id="5971" name="Google Shape;5971;p34"/>
          <p:cNvPicPr preferRelativeResize="0"/>
          <p:nvPr/>
        </p:nvPicPr>
        <p:blipFill rotWithShape="1">
          <a:blip r:embed="rId3">
            <a:alphaModFix/>
          </a:blip>
          <a:srcRect/>
          <a:stretch/>
        </p:blipFill>
        <p:spPr>
          <a:xfrm>
            <a:off x="675238" y="1623562"/>
            <a:ext cx="2189850" cy="2186725"/>
          </a:xfrm>
          <a:prstGeom prst="rect">
            <a:avLst/>
          </a:prstGeom>
          <a:noFill/>
          <a:ln>
            <a:noFill/>
          </a:ln>
        </p:spPr>
      </p:pic>
      <p:pic>
        <p:nvPicPr>
          <p:cNvPr id="5972" name="Google Shape;5972;p34"/>
          <p:cNvPicPr preferRelativeResize="0"/>
          <p:nvPr/>
        </p:nvPicPr>
        <p:blipFill>
          <a:blip r:embed="rId4">
            <a:alphaModFix amt="60000"/>
          </a:blip>
          <a:stretch>
            <a:fillRect/>
          </a:stretch>
        </p:blipFill>
        <p:spPr>
          <a:xfrm>
            <a:off x="675250" y="2824150"/>
            <a:ext cx="755300" cy="755300"/>
          </a:xfrm>
          <a:prstGeom prst="rect">
            <a:avLst/>
          </a:prstGeom>
          <a:noFill/>
          <a:ln>
            <a:noFill/>
          </a:ln>
        </p:spPr>
      </p:pic>
      <p:grpSp>
        <p:nvGrpSpPr>
          <p:cNvPr id="5973" name="Google Shape;5973;p34"/>
          <p:cNvGrpSpPr/>
          <p:nvPr/>
        </p:nvGrpSpPr>
        <p:grpSpPr>
          <a:xfrm>
            <a:off x="1016045" y="3109495"/>
            <a:ext cx="894510" cy="2220417"/>
            <a:chOff x="7939775" y="3650050"/>
            <a:chExt cx="656425" cy="1629425"/>
          </a:xfrm>
        </p:grpSpPr>
        <p:sp>
          <p:nvSpPr>
            <p:cNvPr id="5974" name="Google Shape;5974;p34"/>
            <p:cNvSpPr/>
            <p:nvPr/>
          </p:nvSpPr>
          <p:spPr>
            <a:xfrm>
              <a:off x="8054664" y="3718205"/>
              <a:ext cx="426646" cy="1493115"/>
            </a:xfrm>
            <a:custGeom>
              <a:avLst/>
              <a:gdLst/>
              <a:ahLst/>
              <a:cxnLst/>
              <a:rect l="l" t="t" r="r" b="b"/>
              <a:pathLst>
                <a:path w="23314" h="81591" extrusionOk="0">
                  <a:moveTo>
                    <a:pt x="15829" y="0"/>
                  </a:moveTo>
                  <a:lnTo>
                    <a:pt x="15829" y="16046"/>
                  </a:lnTo>
                  <a:lnTo>
                    <a:pt x="11967" y="16046"/>
                  </a:lnTo>
                  <a:lnTo>
                    <a:pt x="11967" y="6539"/>
                  </a:lnTo>
                  <a:lnTo>
                    <a:pt x="6658" y="3101"/>
                  </a:lnTo>
                  <a:lnTo>
                    <a:pt x="6658" y="12533"/>
                  </a:lnTo>
                  <a:lnTo>
                    <a:pt x="4363" y="12533"/>
                  </a:lnTo>
                  <a:lnTo>
                    <a:pt x="4363" y="3101"/>
                  </a:lnTo>
                  <a:lnTo>
                    <a:pt x="1" y="3101"/>
                  </a:lnTo>
                  <a:lnTo>
                    <a:pt x="1" y="81590"/>
                  </a:lnTo>
                  <a:lnTo>
                    <a:pt x="23314" y="81590"/>
                  </a:lnTo>
                  <a:lnTo>
                    <a:pt x="23314" y="4852"/>
                  </a:lnTo>
                  <a:lnTo>
                    <a:pt x="15829"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5975" name="Google Shape;5975;p34"/>
            <p:cNvPicPr preferRelativeResize="0"/>
            <p:nvPr/>
          </p:nvPicPr>
          <p:blipFill rotWithShape="1">
            <a:blip r:embed="rId5">
              <a:alphaModFix/>
            </a:blip>
            <a:srcRect l="748" r="748"/>
            <a:stretch/>
          </p:blipFill>
          <p:spPr>
            <a:xfrm>
              <a:off x="7939775" y="3650050"/>
              <a:ext cx="656425" cy="1629425"/>
            </a:xfrm>
            <a:prstGeom prst="rect">
              <a:avLst/>
            </a:prstGeom>
            <a:noFill/>
            <a:ln>
              <a:noFill/>
            </a:ln>
          </p:spPr>
        </p:pic>
      </p:grpSp>
      <p:pic>
        <p:nvPicPr>
          <p:cNvPr id="5976" name="Google Shape;5976;p34"/>
          <p:cNvPicPr preferRelativeResize="0"/>
          <p:nvPr/>
        </p:nvPicPr>
        <p:blipFill rotWithShape="1">
          <a:blip r:embed="rId6">
            <a:alphaModFix amt="52999"/>
          </a:blip>
          <a:srcRect/>
          <a:stretch/>
        </p:blipFill>
        <p:spPr>
          <a:xfrm>
            <a:off x="6453529" y="2616041"/>
            <a:ext cx="1441050" cy="1441085"/>
          </a:xfrm>
          <a:prstGeom prst="rect">
            <a:avLst/>
          </a:prstGeom>
          <a:noFill/>
          <a:ln>
            <a:noFill/>
          </a:ln>
        </p:spPr>
      </p:pic>
      <p:grpSp>
        <p:nvGrpSpPr>
          <p:cNvPr id="5977" name="Google Shape;5977;p34"/>
          <p:cNvGrpSpPr/>
          <p:nvPr/>
        </p:nvGrpSpPr>
        <p:grpSpPr>
          <a:xfrm>
            <a:off x="-944628" y="-26349"/>
            <a:ext cx="10961068" cy="5169752"/>
            <a:chOff x="0" y="-26350"/>
            <a:chExt cx="8775875" cy="4139113"/>
          </a:xfrm>
        </p:grpSpPr>
        <p:grpSp>
          <p:nvGrpSpPr>
            <p:cNvPr id="5978" name="Google Shape;5978;p34"/>
            <p:cNvGrpSpPr/>
            <p:nvPr/>
          </p:nvGrpSpPr>
          <p:grpSpPr>
            <a:xfrm>
              <a:off x="24750" y="0"/>
              <a:ext cx="2522750" cy="1967000"/>
              <a:chOff x="421500" y="707250"/>
              <a:chExt cx="2522750" cy="1967000"/>
            </a:xfrm>
          </p:grpSpPr>
          <p:sp>
            <p:nvSpPr>
              <p:cNvPr id="5979" name="Google Shape;5979;p34"/>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34"/>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34"/>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34"/>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34"/>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34"/>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34"/>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34"/>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34"/>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34"/>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34"/>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34"/>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34"/>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34"/>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34"/>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34"/>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34"/>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34"/>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34"/>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34"/>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34"/>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34"/>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34"/>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34"/>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34"/>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34"/>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34"/>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34"/>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34"/>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34"/>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34"/>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34"/>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34"/>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34"/>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34"/>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34"/>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34"/>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34"/>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34"/>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34"/>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34"/>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34"/>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34"/>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34"/>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34"/>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34"/>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34"/>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34"/>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34"/>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34"/>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34"/>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34"/>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34"/>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2" name="Google Shape;6032;p34"/>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34"/>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34"/>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5" name="Google Shape;6035;p34"/>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34"/>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34"/>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34"/>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34"/>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34"/>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34"/>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34"/>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34"/>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34"/>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34"/>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34"/>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7" name="Google Shape;6047;p34"/>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34"/>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34"/>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34"/>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34"/>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34"/>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34"/>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34"/>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34"/>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34"/>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34"/>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34"/>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34"/>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34"/>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34"/>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2" name="Google Shape;6062;p34"/>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3" name="Google Shape;6063;p34"/>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4" name="Google Shape;6064;p34"/>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34"/>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34"/>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7" name="Google Shape;6067;p34"/>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34"/>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34"/>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34"/>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34"/>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2" name="Google Shape;6072;p34"/>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3" name="Google Shape;6073;p34"/>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34"/>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34"/>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34"/>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34"/>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34"/>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34"/>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34"/>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34"/>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34"/>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3" name="Google Shape;6083;p34"/>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34"/>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34"/>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34"/>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34"/>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34"/>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34"/>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34"/>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34"/>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2" name="Google Shape;6092;p34"/>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34"/>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4" name="Google Shape;6094;p34"/>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5" name="Google Shape;6095;p34"/>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6" name="Google Shape;6096;p34"/>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7" name="Google Shape;6097;p34"/>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8" name="Google Shape;6098;p34"/>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34"/>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34"/>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34"/>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34"/>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34"/>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34"/>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34"/>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34"/>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34"/>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34"/>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34"/>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34"/>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34"/>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34"/>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34"/>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4" name="Google Shape;6114;p34"/>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34"/>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34"/>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34"/>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34"/>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9" name="Google Shape;6119;p34"/>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34"/>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34"/>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34"/>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34"/>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34"/>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34"/>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34"/>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7" name="Google Shape;6127;p34"/>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8" name="Google Shape;6128;p34"/>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34"/>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0" name="Google Shape;6130;p34"/>
            <p:cNvGrpSpPr/>
            <p:nvPr/>
          </p:nvGrpSpPr>
          <p:grpSpPr>
            <a:xfrm>
              <a:off x="2613900" y="86000"/>
              <a:ext cx="2917900" cy="1881000"/>
              <a:chOff x="3955275" y="3120250"/>
              <a:chExt cx="2917900" cy="1881000"/>
            </a:xfrm>
          </p:grpSpPr>
          <p:sp>
            <p:nvSpPr>
              <p:cNvPr id="6131" name="Google Shape;6131;p34"/>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2" name="Google Shape;6132;p34"/>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34"/>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34"/>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34"/>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34"/>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34"/>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34"/>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34"/>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34"/>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34"/>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34"/>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34"/>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34"/>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34"/>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34"/>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34"/>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34"/>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34"/>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0" name="Google Shape;6150;p34"/>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34"/>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2" name="Google Shape;6152;p34"/>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34"/>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34"/>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5" name="Google Shape;6155;p34"/>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6" name="Google Shape;6156;p34"/>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34"/>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34"/>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34"/>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34"/>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34"/>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34"/>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34"/>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34"/>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34"/>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34"/>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34"/>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8" name="Google Shape;6168;p34"/>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34"/>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34"/>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34"/>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34"/>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34"/>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34"/>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34"/>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34"/>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34"/>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34"/>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34"/>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34"/>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34"/>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34"/>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34"/>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34"/>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34"/>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34"/>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7" name="Google Shape;6187;p34"/>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34"/>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34"/>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0" name="Google Shape;6190;p34"/>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1" name="Google Shape;6191;p34"/>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34"/>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34"/>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34"/>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34"/>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6" name="Google Shape;6196;p34"/>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34"/>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34"/>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9" name="Google Shape;6199;p34"/>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0" name="Google Shape;6200;p34"/>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34"/>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34"/>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34"/>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34"/>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34"/>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34"/>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34"/>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34"/>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34"/>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34"/>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34"/>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34"/>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34"/>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34"/>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34"/>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34"/>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34"/>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34"/>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34"/>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34"/>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34"/>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34"/>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34"/>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4" name="Google Shape;6224;p34"/>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34"/>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34"/>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34"/>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34"/>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34"/>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34"/>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34"/>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34"/>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34"/>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34"/>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34"/>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34"/>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34"/>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8" name="Google Shape;6238;p34"/>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34"/>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34"/>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34"/>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34"/>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3" name="Google Shape;6243;p34"/>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4" name="Google Shape;6244;p34"/>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34"/>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34"/>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34"/>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34"/>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34"/>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34"/>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34"/>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34"/>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34"/>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34"/>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34"/>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34"/>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34"/>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34"/>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34"/>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34"/>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34"/>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34"/>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34"/>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34"/>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34"/>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34"/>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34"/>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34"/>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34"/>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34"/>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34"/>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34"/>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34"/>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34"/>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34"/>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34"/>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34"/>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34"/>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34"/>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34"/>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34"/>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34"/>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34"/>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34"/>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34"/>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34"/>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34"/>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34"/>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34"/>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34"/>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34"/>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34"/>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34"/>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34"/>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34"/>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34"/>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34"/>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34"/>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34"/>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34"/>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34"/>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34"/>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34"/>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34"/>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5" name="Google Shape;6305;p34"/>
            <p:cNvGrpSpPr/>
            <p:nvPr/>
          </p:nvGrpSpPr>
          <p:grpSpPr>
            <a:xfrm>
              <a:off x="5598200" y="-26350"/>
              <a:ext cx="2872875" cy="2019700"/>
              <a:chOff x="542850" y="2981550"/>
              <a:chExt cx="2872875" cy="2019700"/>
            </a:xfrm>
          </p:grpSpPr>
          <p:sp>
            <p:nvSpPr>
              <p:cNvPr id="6306" name="Google Shape;6306;p34"/>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34"/>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34"/>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34"/>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34"/>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34"/>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34"/>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34"/>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34"/>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34"/>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34"/>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34"/>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34"/>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34"/>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34"/>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34"/>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34"/>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34"/>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34"/>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34"/>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34"/>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34"/>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34"/>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34"/>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34"/>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34"/>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34"/>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34"/>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34"/>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34"/>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34"/>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34"/>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34"/>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34"/>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34"/>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34"/>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34"/>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34"/>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34"/>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34"/>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34"/>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34"/>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34"/>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34"/>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34"/>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34"/>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34"/>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34"/>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34"/>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34"/>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34"/>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34"/>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34"/>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34"/>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34"/>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34"/>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34"/>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34"/>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34"/>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34"/>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6" name="Google Shape;6366;p34"/>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34"/>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34"/>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34"/>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34"/>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34"/>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34"/>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3" name="Google Shape;6373;p34"/>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4" name="Google Shape;6374;p34"/>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34"/>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34"/>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7" name="Google Shape;6377;p34"/>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34"/>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34"/>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34"/>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34"/>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34"/>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34"/>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34"/>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34"/>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34"/>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7" name="Google Shape;6387;p34"/>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34"/>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9" name="Google Shape;6389;p34"/>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34"/>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34"/>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34"/>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34"/>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34"/>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34"/>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34"/>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34"/>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34"/>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34"/>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0" name="Google Shape;6400;p34"/>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1" name="Google Shape;6401;p34"/>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34"/>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34"/>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34"/>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34"/>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34"/>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7" name="Google Shape;6407;p34"/>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34"/>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34"/>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34"/>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34"/>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2" name="Google Shape;6412;p34"/>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34"/>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34"/>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5" name="Google Shape;6415;p34"/>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34"/>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34"/>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34"/>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34"/>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34"/>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34"/>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34"/>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34"/>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34"/>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34"/>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34"/>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34"/>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34"/>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34"/>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34"/>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34"/>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34"/>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34"/>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4" name="Google Shape;6434;p34"/>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34"/>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34"/>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7" name="Google Shape;6437;p34"/>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34"/>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34"/>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34"/>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34"/>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34"/>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34"/>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34"/>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34"/>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34"/>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7" name="Google Shape;6447;p34"/>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34"/>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34"/>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34"/>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34"/>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34"/>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3" name="Google Shape;6453;p34"/>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4" name="Google Shape;6454;p34"/>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34"/>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34"/>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34"/>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8" name="Google Shape;6458;p34"/>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34"/>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34"/>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1" name="Google Shape;6461;p34"/>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2" name="Google Shape;6462;p34"/>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34"/>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34"/>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34"/>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34"/>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34"/>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34"/>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9" name="Google Shape;6469;p34"/>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34"/>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34"/>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34"/>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3" name="Google Shape;6473;p34"/>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34"/>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34"/>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6" name="Google Shape;6476;p34"/>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34"/>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34"/>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34"/>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34"/>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34"/>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34"/>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3" name="Google Shape;6483;p34"/>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4" name="Google Shape;6484;p34"/>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34"/>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6" name="Google Shape;6486;p34"/>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7" name="Google Shape;6487;p34"/>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8" name="Google Shape;6488;p34"/>
            <p:cNvGrpSpPr/>
            <p:nvPr/>
          </p:nvGrpSpPr>
          <p:grpSpPr>
            <a:xfrm>
              <a:off x="0" y="1993350"/>
              <a:ext cx="3217825" cy="2069500"/>
              <a:chOff x="4031200" y="2931750"/>
              <a:chExt cx="3217825" cy="2069500"/>
            </a:xfrm>
          </p:grpSpPr>
          <p:sp>
            <p:nvSpPr>
              <p:cNvPr id="6489" name="Google Shape;6489;p34"/>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34"/>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34"/>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34"/>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34"/>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34"/>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34"/>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34"/>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34"/>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34"/>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34"/>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34"/>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34"/>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34"/>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34"/>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4" name="Google Shape;6504;p34"/>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34"/>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34"/>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34"/>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8" name="Google Shape;6508;p34"/>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9" name="Google Shape;6509;p34"/>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34"/>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34"/>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34"/>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3" name="Google Shape;6513;p34"/>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34"/>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34"/>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6" name="Google Shape;6516;p34"/>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34"/>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34"/>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34"/>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34"/>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1" name="Google Shape;6521;p34"/>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2" name="Google Shape;6522;p34"/>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34"/>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34"/>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5" name="Google Shape;6525;p34"/>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34"/>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34"/>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34"/>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34"/>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34"/>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34"/>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34"/>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3" name="Google Shape;6533;p34"/>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4" name="Google Shape;6534;p34"/>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34"/>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34"/>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34"/>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34"/>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34"/>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34"/>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1" name="Google Shape;6541;p34"/>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2" name="Google Shape;6542;p34"/>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34"/>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34"/>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34"/>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34"/>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34"/>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34"/>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9" name="Google Shape;6549;p34"/>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0" name="Google Shape;6550;p34"/>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34"/>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34"/>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34"/>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4" name="Google Shape;6554;p34"/>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34"/>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34"/>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34"/>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8" name="Google Shape;6558;p34"/>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34"/>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34"/>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34"/>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34"/>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34"/>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34"/>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5" name="Google Shape;6565;p34"/>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6" name="Google Shape;6566;p34"/>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34"/>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34"/>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34"/>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34"/>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34"/>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34"/>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3" name="Google Shape;6573;p34"/>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34"/>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34"/>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34"/>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7" name="Google Shape;6577;p34"/>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34"/>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34"/>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34"/>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1" name="Google Shape;6581;p34"/>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2" name="Google Shape;6582;p34"/>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34"/>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34"/>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34"/>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34"/>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34"/>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34"/>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34"/>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34"/>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34"/>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2" name="Google Shape;6592;p34"/>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3" name="Google Shape;6593;p34"/>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34"/>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34"/>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6" name="Google Shape;6596;p34"/>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7" name="Google Shape;6597;p34"/>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8" name="Google Shape;6598;p34"/>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9" name="Google Shape;6599;p34"/>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0" name="Google Shape;6600;p34"/>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34"/>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34"/>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34"/>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4" name="Google Shape;6604;p34"/>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5" name="Google Shape;6605;p34"/>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34"/>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7" name="Google Shape;6607;p34"/>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8" name="Google Shape;6608;p34"/>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9" name="Google Shape;6609;p34"/>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0" name="Google Shape;6610;p34"/>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1" name="Google Shape;6611;p34"/>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2" name="Google Shape;6612;p34"/>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3" name="Google Shape;6613;p34"/>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4" name="Google Shape;6614;p34"/>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5" name="Google Shape;6615;p34"/>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6" name="Google Shape;6616;p34"/>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7" name="Google Shape;6617;p34"/>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8" name="Google Shape;6618;p34"/>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9" name="Google Shape;6619;p34"/>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0" name="Google Shape;6620;p34"/>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1" name="Google Shape;6621;p34"/>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2" name="Google Shape;6622;p34"/>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3" name="Google Shape;6623;p34"/>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4" name="Google Shape;6624;p34"/>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5" name="Google Shape;6625;p34"/>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6" name="Google Shape;6626;p34"/>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34"/>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8" name="Google Shape;6628;p34"/>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9" name="Google Shape;6629;p34"/>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0" name="Google Shape;6630;p34"/>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1" name="Google Shape;6631;p34"/>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2" name="Google Shape;6632;p34"/>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3" name="Google Shape;6633;p34"/>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34"/>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34"/>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6" name="Google Shape;6636;p34"/>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7" name="Google Shape;6637;p34"/>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8" name="Google Shape;6638;p34"/>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9" name="Google Shape;6639;p34"/>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0" name="Google Shape;6640;p34"/>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34"/>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2" name="Google Shape;6642;p34"/>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3" name="Google Shape;6643;p34"/>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4" name="Google Shape;6644;p34"/>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5" name="Google Shape;6645;p34"/>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6" name="Google Shape;6646;p34"/>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7" name="Google Shape;6647;p34"/>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8" name="Google Shape;6648;p34"/>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9" name="Google Shape;6649;p34"/>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0" name="Google Shape;6650;p34"/>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34"/>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2" name="Google Shape;6652;p34"/>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3" name="Google Shape;6653;p34"/>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4" name="Google Shape;6654;p34"/>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5" name="Google Shape;6655;p34"/>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6" name="Google Shape;6656;p34"/>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7" name="Google Shape;6657;p34"/>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8" name="Google Shape;6658;p34"/>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9" name="Google Shape;6659;p34"/>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0" name="Google Shape;6660;p34"/>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1" name="Google Shape;6661;p34"/>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2" name="Google Shape;6662;p34"/>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3" name="Google Shape;6663;p34"/>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4" name="Google Shape;6664;p34"/>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5" name="Google Shape;6665;p34"/>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6" name="Google Shape;6666;p34"/>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7" name="Google Shape;6667;p34"/>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8" name="Google Shape;6668;p34"/>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9" name="Google Shape;6669;p34"/>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0" name="Google Shape;6670;p34"/>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1" name="Google Shape;6671;p34"/>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2" name="Google Shape;6672;p34"/>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3" name="Google Shape;6673;p34"/>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4" name="Google Shape;6674;p34"/>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5" name="Google Shape;6675;p34"/>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6" name="Google Shape;6676;p34"/>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7" name="Google Shape;6677;p34"/>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8" name="Google Shape;6678;p34"/>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9" name="Google Shape;6679;p34"/>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0" name="Google Shape;6680;p34"/>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1" name="Google Shape;6681;p34"/>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2" name="Google Shape;6682;p34"/>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3" name="Google Shape;6683;p34"/>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4" name="Google Shape;6684;p34"/>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5" name="Google Shape;6685;p34"/>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6" name="Google Shape;6686;p34"/>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7" name="Google Shape;6687;p34"/>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8" name="Google Shape;6688;p34"/>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9" name="Google Shape;6689;p34"/>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0" name="Google Shape;6690;p34"/>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1" name="Google Shape;6691;p34"/>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2" name="Google Shape;6692;p34"/>
            <p:cNvGrpSpPr/>
            <p:nvPr/>
          </p:nvGrpSpPr>
          <p:grpSpPr>
            <a:xfrm>
              <a:off x="3206725" y="1943438"/>
              <a:ext cx="2730550" cy="2169325"/>
              <a:chOff x="354450" y="871350"/>
              <a:chExt cx="2730550" cy="2169325"/>
            </a:xfrm>
          </p:grpSpPr>
          <p:sp>
            <p:nvSpPr>
              <p:cNvPr id="6693" name="Google Shape;6693;p34"/>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4" name="Google Shape;6694;p34"/>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5" name="Google Shape;6695;p34"/>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6" name="Google Shape;6696;p34"/>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7" name="Google Shape;6697;p34"/>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8" name="Google Shape;6698;p34"/>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9" name="Google Shape;6699;p34"/>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0" name="Google Shape;6700;p34"/>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1" name="Google Shape;6701;p34"/>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2" name="Google Shape;6702;p34"/>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3" name="Google Shape;6703;p34"/>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4" name="Google Shape;6704;p34"/>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5" name="Google Shape;6705;p34"/>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6" name="Google Shape;6706;p34"/>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7" name="Google Shape;6707;p34"/>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8" name="Google Shape;6708;p34"/>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9" name="Google Shape;6709;p34"/>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0" name="Google Shape;6710;p34"/>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1" name="Google Shape;6711;p34"/>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2" name="Google Shape;6712;p34"/>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3" name="Google Shape;6713;p34"/>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4" name="Google Shape;6714;p34"/>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5" name="Google Shape;6715;p34"/>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6" name="Google Shape;6716;p34"/>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7" name="Google Shape;6717;p34"/>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8" name="Google Shape;6718;p34"/>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9" name="Google Shape;6719;p34"/>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0" name="Google Shape;6720;p34"/>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1" name="Google Shape;6721;p34"/>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2" name="Google Shape;6722;p34"/>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3" name="Google Shape;6723;p34"/>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4" name="Google Shape;6724;p34"/>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5" name="Google Shape;6725;p34"/>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6" name="Google Shape;6726;p34"/>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7" name="Google Shape;6727;p34"/>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8" name="Google Shape;6728;p34"/>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9" name="Google Shape;6729;p34"/>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0" name="Google Shape;6730;p34"/>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1" name="Google Shape;6731;p34"/>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2" name="Google Shape;6732;p34"/>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3" name="Google Shape;6733;p34"/>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4" name="Google Shape;6734;p34"/>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5" name="Google Shape;6735;p34"/>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6" name="Google Shape;6736;p34"/>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7" name="Google Shape;6737;p34"/>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8" name="Google Shape;6738;p34"/>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9" name="Google Shape;6739;p34"/>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0" name="Google Shape;6740;p34"/>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1" name="Google Shape;6741;p34"/>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2" name="Google Shape;6742;p34"/>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3" name="Google Shape;6743;p34"/>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4" name="Google Shape;6744;p34"/>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5" name="Google Shape;6745;p34"/>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6" name="Google Shape;6746;p34"/>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7" name="Google Shape;6747;p34"/>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8" name="Google Shape;6748;p34"/>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9" name="Google Shape;6749;p34"/>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0" name="Google Shape;6750;p34"/>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1" name="Google Shape;6751;p34"/>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2" name="Google Shape;6752;p34"/>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3" name="Google Shape;6753;p34"/>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4" name="Google Shape;6754;p34"/>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5" name="Google Shape;6755;p34"/>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6" name="Google Shape;6756;p34"/>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7" name="Google Shape;6757;p34"/>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8" name="Google Shape;6758;p34"/>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9" name="Google Shape;6759;p34"/>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0" name="Google Shape;6760;p34"/>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1" name="Google Shape;6761;p34"/>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2" name="Google Shape;6762;p34"/>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3" name="Google Shape;6763;p34"/>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4" name="Google Shape;6764;p34"/>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5" name="Google Shape;6765;p34"/>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6" name="Google Shape;6766;p34"/>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7" name="Google Shape;6767;p34"/>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8" name="Google Shape;6768;p34"/>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9" name="Google Shape;6769;p34"/>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0" name="Google Shape;6770;p34"/>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1" name="Google Shape;6771;p34"/>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2" name="Google Shape;6772;p34"/>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3" name="Google Shape;6773;p34"/>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4" name="Google Shape;6774;p34"/>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5" name="Google Shape;6775;p34"/>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6" name="Google Shape;6776;p34"/>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7" name="Google Shape;6777;p34"/>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8" name="Google Shape;6778;p34"/>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9" name="Google Shape;6779;p34"/>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0" name="Google Shape;6780;p34"/>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1" name="Google Shape;6781;p34"/>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2" name="Google Shape;6782;p34"/>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3" name="Google Shape;6783;p34"/>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4" name="Google Shape;6784;p34"/>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5" name="Google Shape;6785;p34"/>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6" name="Google Shape;6786;p34"/>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7" name="Google Shape;6787;p34"/>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8" name="Google Shape;6788;p34"/>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9" name="Google Shape;6789;p34"/>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0" name="Google Shape;6790;p34"/>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1" name="Google Shape;6791;p34"/>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2" name="Google Shape;6792;p34"/>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3" name="Google Shape;6793;p34"/>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4" name="Google Shape;6794;p34"/>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5" name="Google Shape;6795;p34"/>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6" name="Google Shape;6796;p34"/>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7" name="Google Shape;6797;p34"/>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8" name="Google Shape;6798;p34"/>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9" name="Google Shape;6799;p34"/>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0" name="Google Shape;6800;p34"/>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1" name="Google Shape;6801;p34"/>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2" name="Google Shape;6802;p34"/>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3" name="Google Shape;6803;p34"/>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4" name="Google Shape;6804;p34"/>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34"/>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6" name="Google Shape;6806;p34"/>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7" name="Google Shape;6807;p34"/>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34"/>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34"/>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0" name="Google Shape;6810;p34"/>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1" name="Google Shape;6811;p34"/>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2" name="Google Shape;6812;p34"/>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3" name="Google Shape;6813;p34"/>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4" name="Google Shape;6814;p34"/>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5" name="Google Shape;6815;p34"/>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34"/>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34"/>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8" name="Google Shape;6818;p34"/>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9" name="Google Shape;6819;p34"/>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0" name="Google Shape;6820;p34"/>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34"/>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34"/>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3" name="Google Shape;6823;p34"/>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4" name="Google Shape;6824;p34"/>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34"/>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34"/>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34"/>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8" name="Google Shape;6828;p34"/>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9" name="Google Shape;6829;p34"/>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0" name="Google Shape;6830;p34"/>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1" name="Google Shape;6831;p34"/>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34"/>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3" name="Google Shape;6833;p34"/>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4" name="Google Shape;6834;p34"/>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34"/>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34"/>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7" name="Google Shape;6837;p34"/>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8" name="Google Shape;6838;p34"/>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34"/>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0" name="Google Shape;6840;p34"/>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1" name="Google Shape;6841;p34"/>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2" name="Google Shape;6842;p34"/>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34"/>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4" name="Google Shape;6844;p34"/>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5" name="Google Shape;6845;p34"/>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6" name="Google Shape;6846;p34"/>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34"/>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8" name="Google Shape;6848;p34"/>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9" name="Google Shape;6849;p34"/>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0" name="Google Shape;6850;p34"/>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1" name="Google Shape;6851;p34"/>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2" name="Google Shape;6852;p34"/>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34"/>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34"/>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34"/>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6" name="Google Shape;6856;p34"/>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7" name="Google Shape;6857;p34"/>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8" name="Google Shape;6858;p34"/>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9" name="Google Shape;6859;p34"/>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0" name="Google Shape;6860;p34"/>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1" name="Google Shape;6861;p34"/>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34"/>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34"/>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34"/>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5" name="Google Shape;6865;p34"/>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6" name="Google Shape;6866;p34"/>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7" name="Google Shape;6867;p34"/>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8" name="Google Shape;6868;p34"/>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34"/>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0" name="Google Shape;6870;p34"/>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1" name="Google Shape;6871;p34"/>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2" name="Google Shape;6872;p34"/>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3" name="Google Shape;6873;p34"/>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34"/>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5" name="Google Shape;6875;p34"/>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6" name="Google Shape;6876;p34"/>
            <p:cNvGrpSpPr/>
            <p:nvPr/>
          </p:nvGrpSpPr>
          <p:grpSpPr>
            <a:xfrm>
              <a:off x="6010625" y="1797075"/>
              <a:ext cx="2765250" cy="2124700"/>
              <a:chOff x="6841900" y="1328550"/>
              <a:chExt cx="2765250" cy="2124700"/>
            </a:xfrm>
          </p:grpSpPr>
          <p:sp>
            <p:nvSpPr>
              <p:cNvPr id="6877" name="Google Shape;6877;p34"/>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34"/>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9" name="Google Shape;6879;p34"/>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0" name="Google Shape;6880;p34"/>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1" name="Google Shape;6881;p34"/>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34"/>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34"/>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34"/>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34"/>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34"/>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34"/>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8" name="Google Shape;6888;p34"/>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9" name="Google Shape;6889;p34"/>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34"/>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34"/>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34"/>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34"/>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34"/>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34"/>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34"/>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34"/>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34"/>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34"/>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34"/>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34"/>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2" name="Google Shape;6902;p34"/>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3" name="Google Shape;6903;p34"/>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4" name="Google Shape;6904;p34"/>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5" name="Google Shape;6905;p34"/>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34"/>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34"/>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8" name="Google Shape;6908;p34"/>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9" name="Google Shape;6909;p34"/>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0" name="Google Shape;6910;p34"/>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34"/>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2" name="Google Shape;6912;p34"/>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3" name="Google Shape;6913;p34"/>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4" name="Google Shape;6914;p34"/>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34"/>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34"/>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34"/>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34"/>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9" name="Google Shape;6919;p34"/>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0" name="Google Shape;6920;p34"/>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34"/>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34"/>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34"/>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34"/>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34"/>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34"/>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34"/>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34"/>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34"/>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34"/>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34"/>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34"/>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34"/>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34"/>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34"/>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34"/>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34"/>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34"/>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9" name="Google Shape;6939;p34"/>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0" name="Google Shape;6940;p34"/>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34"/>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34"/>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34"/>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34"/>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34"/>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34"/>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34"/>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34"/>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34"/>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34"/>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34"/>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34"/>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34"/>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34"/>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34"/>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34"/>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34"/>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34"/>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34"/>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34"/>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34"/>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34"/>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34"/>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34"/>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34"/>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34"/>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34"/>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34"/>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34"/>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34"/>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34"/>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34"/>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34"/>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34"/>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34"/>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34"/>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34"/>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34"/>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34"/>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34"/>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34"/>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34"/>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34"/>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34"/>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34"/>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34"/>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7" name="Google Shape;6987;p34"/>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34"/>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34"/>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34"/>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34"/>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34"/>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34"/>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34"/>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34"/>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34"/>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34"/>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34"/>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34"/>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34"/>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34"/>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34"/>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34"/>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34"/>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34"/>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34"/>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34"/>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34"/>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34"/>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34"/>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34"/>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34"/>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34"/>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34"/>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5" name="Google Shape;7015;p34"/>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6" name="Google Shape;7016;p34"/>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34"/>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34"/>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34"/>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34"/>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1" name="Google Shape;7021;p34"/>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34"/>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34"/>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34"/>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34"/>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34"/>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34"/>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34"/>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34"/>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34"/>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34"/>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34"/>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34"/>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34"/>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34"/>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34"/>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34"/>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34"/>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34"/>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34"/>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34"/>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34"/>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34"/>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34"/>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34"/>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6" name="Google Shape;7046;p34"/>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34"/>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34"/>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34"/>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34"/>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34"/>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2" name="Google Shape;7052;p34"/>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34"/>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4" name="Google Shape;7054;p34"/>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5" name="Google Shape;7055;p34"/>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6" name="Google Shape;7056;p34"/>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7" name="Google Shape;7057;p34"/>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34"/>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9" name="Google Shape;7059;p34"/>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0" name="Google Shape;7060;p34"/>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1" name="Google Shape;7061;p34"/>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62" name="Google Shape;7062;p34"/>
          <p:cNvSpPr txBox="1">
            <a:spLocks noGrp="1"/>
          </p:cNvSpPr>
          <p:nvPr>
            <p:ph type="title"/>
          </p:nvPr>
        </p:nvSpPr>
        <p:spPr>
          <a:xfrm>
            <a:off x="2629200" y="748250"/>
            <a:ext cx="3885600" cy="10371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6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7063" name="Google Shape;7063;p34"/>
          <p:cNvSpPr txBox="1"/>
          <p:nvPr/>
        </p:nvSpPr>
        <p:spPr>
          <a:xfrm>
            <a:off x="2629200" y="3399679"/>
            <a:ext cx="3885600" cy="618000"/>
          </a:xfrm>
          <a:prstGeom prst="rect">
            <a:avLst/>
          </a:prstGeom>
          <a:noFill/>
          <a:ln>
            <a:noFill/>
          </a:ln>
        </p:spPr>
        <p:txBody>
          <a:bodyPr spcFirstLastPara="1" wrap="square" lIns="129525" tIns="129525" rIns="129525" bIns="129525" anchor="ctr" anchorCtr="0">
            <a:noAutofit/>
          </a:bodyPr>
          <a:lstStyle/>
          <a:p>
            <a:pPr marL="0" lvl="0" indent="0" algn="ctr" rtl="0">
              <a:lnSpc>
                <a:spcPct val="100000"/>
              </a:lnSpc>
              <a:spcBef>
                <a:spcPts val="0"/>
              </a:spcBef>
              <a:spcAft>
                <a:spcPts val="0"/>
              </a:spcAft>
              <a:buSzPts val="1018"/>
              <a:buNone/>
            </a:pPr>
            <a:r>
              <a:rPr lang="en" sz="1200">
                <a:solidFill>
                  <a:schemeClr val="dk1"/>
                </a:solidFill>
                <a:latin typeface="Lexend Deca Light"/>
                <a:ea typeface="Lexend Deca Light"/>
                <a:cs typeface="Lexend Deca Light"/>
                <a:sym typeface="Lexend Deca Light"/>
              </a:rPr>
              <a:t>Credits: This presentation template was created by </a:t>
            </a:r>
            <a:r>
              <a:rPr lang="en" sz="1200">
                <a:solidFill>
                  <a:schemeClr val="dk2"/>
                </a:solidFill>
                <a:uFill>
                  <a:noFill/>
                </a:uFill>
                <a:latin typeface="Lexend Deca Light"/>
                <a:ea typeface="Lexend Deca Light"/>
                <a:cs typeface="Lexend Deca Light"/>
                <a:sym typeface="Lexend Deca Light"/>
                <a:hlinkClick r:id="rId7">
                  <a:extLst>
                    <a:ext uri="{A12FA001-AC4F-418D-AE19-62706E023703}">
                      <ahyp:hlinkClr xmlns:ahyp="http://schemas.microsoft.com/office/drawing/2018/hyperlinkcolor" val="tx"/>
                    </a:ext>
                  </a:extLst>
                </a:hlinkClick>
              </a:rPr>
              <a:t>Slidesgo</a:t>
            </a:r>
            <a:r>
              <a:rPr lang="en" sz="1200">
                <a:solidFill>
                  <a:schemeClr val="dk1"/>
                </a:solidFill>
                <a:latin typeface="Lexend Deca Light"/>
                <a:ea typeface="Lexend Deca Light"/>
                <a:cs typeface="Lexend Deca Light"/>
                <a:sym typeface="Lexend Deca Light"/>
              </a:rPr>
              <a:t>, including icons by </a:t>
            </a:r>
            <a:r>
              <a:rPr lang="en" sz="1200">
                <a:solidFill>
                  <a:schemeClr val="dk2"/>
                </a:solidFill>
                <a:uFill>
                  <a:noFill/>
                </a:uFill>
                <a:latin typeface="Lexend Deca Light"/>
                <a:ea typeface="Lexend Deca Light"/>
                <a:cs typeface="Lexend Deca Light"/>
                <a:sym typeface="Lexend Deca Light"/>
                <a:hlinkClick r:id="rId8">
                  <a:extLst>
                    <a:ext uri="{A12FA001-AC4F-418D-AE19-62706E023703}">
                      <ahyp:hlinkClr xmlns:ahyp="http://schemas.microsoft.com/office/drawing/2018/hyperlinkcolor" val="tx"/>
                    </a:ext>
                  </a:extLst>
                </a:hlinkClick>
              </a:rPr>
              <a:t>Flaticon</a:t>
            </a:r>
            <a:r>
              <a:rPr lang="en" sz="1200">
                <a:solidFill>
                  <a:schemeClr val="dk1"/>
                </a:solidFill>
                <a:latin typeface="Lexend Deca Light"/>
                <a:ea typeface="Lexend Deca Light"/>
                <a:cs typeface="Lexend Deca Light"/>
                <a:sym typeface="Lexend Deca Light"/>
              </a:rPr>
              <a:t>, and infographics &amp; images by </a:t>
            </a:r>
            <a:r>
              <a:rPr lang="en" sz="1200">
                <a:solidFill>
                  <a:schemeClr val="dk2"/>
                </a:solidFill>
                <a:uFill>
                  <a:noFill/>
                </a:uFill>
                <a:latin typeface="Lexend Deca Light"/>
                <a:ea typeface="Lexend Deca Light"/>
                <a:cs typeface="Lexend Deca Light"/>
                <a:sym typeface="Lexend Deca Light"/>
                <a:hlinkClick r:id="rId9">
                  <a:extLst>
                    <a:ext uri="{A12FA001-AC4F-418D-AE19-62706E023703}">
                      <ahyp:hlinkClr xmlns:ahyp="http://schemas.microsoft.com/office/drawing/2018/hyperlinkcolor" val="tx"/>
                    </a:ext>
                  </a:extLst>
                </a:hlinkClick>
              </a:rPr>
              <a:t>Freepik</a:t>
            </a:r>
            <a:endParaRPr sz="1200">
              <a:solidFill>
                <a:schemeClr val="dk1"/>
              </a:solidFill>
              <a:latin typeface="Lexend Deca Light"/>
              <a:ea typeface="Lexend Deca Light"/>
              <a:cs typeface="Lexend Deca Light"/>
              <a:sym typeface="Lexend Deca Light"/>
            </a:endParaRPr>
          </a:p>
        </p:txBody>
      </p:sp>
      <p:sp>
        <p:nvSpPr>
          <p:cNvPr id="7064" name="Google Shape;7064;p34"/>
          <p:cNvSpPr txBox="1">
            <a:spLocks noGrp="1"/>
          </p:cNvSpPr>
          <p:nvPr>
            <p:ph type="subTitle" idx="1"/>
          </p:nvPr>
        </p:nvSpPr>
        <p:spPr>
          <a:xfrm>
            <a:off x="2063975" y="2022875"/>
            <a:ext cx="5016000" cy="138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2pPr>
            <a:lvl3pPr lvl="2"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3pPr>
            <a:lvl4pPr lvl="3"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4pPr>
            <a:lvl5pPr lvl="4"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5pPr>
            <a:lvl6pPr lvl="5"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6pPr>
            <a:lvl7pPr lvl="6"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7pPr>
            <a:lvl8pPr lvl="7"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8pPr>
            <a:lvl9pPr lvl="8" algn="ctr" rtl="0">
              <a:lnSpc>
                <a:spcPct val="100000"/>
              </a:lnSpc>
              <a:spcBef>
                <a:spcPts val="0"/>
              </a:spcBef>
              <a:spcAft>
                <a:spcPts val="0"/>
              </a:spcAft>
              <a:buSzPts val="1600"/>
              <a:buFont typeface="Faustina SemiBold"/>
              <a:buNone/>
              <a:defRPr sz="1600">
                <a:latin typeface="Faustina SemiBold"/>
                <a:ea typeface="Faustina SemiBold"/>
                <a:cs typeface="Faustina SemiBold"/>
                <a:sym typeface="Faustina SemiBold"/>
              </a:defRPr>
            </a:lvl9pPr>
          </a:lstStyle>
          <a:p>
            <a:endParaRPr/>
          </a:p>
        </p:txBody>
      </p:sp>
      <p:sp>
        <p:nvSpPr>
          <p:cNvPr id="7065" name="Google Shape;7065;p34"/>
          <p:cNvSpPr txBox="1">
            <a:spLocks noGrp="1"/>
          </p:cNvSpPr>
          <p:nvPr>
            <p:ph type="subTitle" idx="2"/>
          </p:nvPr>
        </p:nvSpPr>
        <p:spPr>
          <a:xfrm>
            <a:off x="2629200" y="4158899"/>
            <a:ext cx="3885600" cy="27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Faustina Light"/>
              <a:buNone/>
              <a:defRPr sz="1200"/>
            </a:lvl1pPr>
            <a:lvl2pPr lvl="1"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2pPr>
            <a:lvl3pPr lvl="2"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3pPr>
            <a:lvl4pPr lvl="3"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4pPr>
            <a:lvl5pPr lvl="4"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5pPr>
            <a:lvl6pPr lvl="5"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6pPr>
            <a:lvl7pPr lvl="6"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7pPr>
            <a:lvl8pPr lvl="7"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8pPr>
            <a:lvl9pPr lvl="8" algn="ctr" rtl="0">
              <a:lnSpc>
                <a:spcPct val="100000"/>
              </a:lnSpc>
              <a:spcBef>
                <a:spcPts val="0"/>
              </a:spcBef>
              <a:spcAft>
                <a:spcPts val="0"/>
              </a:spcAft>
              <a:buSzPts val="1200"/>
              <a:buFont typeface="Faustina SemiBold"/>
              <a:buNone/>
              <a:defRPr sz="1200">
                <a:latin typeface="Faustina SemiBold"/>
                <a:ea typeface="Faustina SemiBold"/>
                <a:cs typeface="Faustina SemiBold"/>
                <a:sym typeface="Faustina SemiBold"/>
              </a:defRPr>
            </a:lvl9pPr>
          </a:lstStyle>
          <a:p>
            <a:endParaRPr/>
          </a:p>
        </p:txBody>
      </p:sp>
      <p:pic>
        <p:nvPicPr>
          <p:cNvPr id="7066" name="Google Shape;7066;p34"/>
          <p:cNvPicPr preferRelativeResize="0"/>
          <p:nvPr/>
        </p:nvPicPr>
        <p:blipFill rotWithShape="1">
          <a:blip r:embed="rId6">
            <a:alphaModFix amt="52999"/>
          </a:blip>
          <a:srcRect/>
          <a:stretch/>
        </p:blipFill>
        <p:spPr>
          <a:xfrm>
            <a:off x="6909038" y="2647450"/>
            <a:ext cx="2089875" cy="2089901"/>
          </a:xfrm>
          <a:prstGeom prst="rect">
            <a:avLst/>
          </a:prstGeom>
          <a:noFill/>
          <a:ln>
            <a:noFill/>
          </a:ln>
        </p:spPr>
      </p:pic>
      <p:grpSp>
        <p:nvGrpSpPr>
          <p:cNvPr id="7067" name="Google Shape;7067;p34"/>
          <p:cNvGrpSpPr/>
          <p:nvPr/>
        </p:nvGrpSpPr>
        <p:grpSpPr>
          <a:xfrm>
            <a:off x="8173348" y="2885241"/>
            <a:ext cx="999866" cy="2444653"/>
            <a:chOff x="-37875" y="1422800"/>
            <a:chExt cx="1592650" cy="3894000"/>
          </a:xfrm>
        </p:grpSpPr>
        <p:sp>
          <p:nvSpPr>
            <p:cNvPr id="7068" name="Google Shape;7068;p34"/>
            <p:cNvSpPr/>
            <p:nvPr/>
          </p:nvSpPr>
          <p:spPr>
            <a:xfrm>
              <a:off x="310575" y="1547651"/>
              <a:ext cx="898407" cy="3644298"/>
            </a:xfrm>
            <a:custGeom>
              <a:avLst/>
              <a:gdLst/>
              <a:ahLst/>
              <a:cxnLst/>
              <a:rect l="l" t="t" r="r" b="b"/>
              <a:pathLst>
                <a:path w="12275" h="49794" extrusionOk="0">
                  <a:moveTo>
                    <a:pt x="6138" y="1"/>
                  </a:moveTo>
                  <a:lnTo>
                    <a:pt x="6064" y="2729"/>
                  </a:lnTo>
                  <a:cubicBezTo>
                    <a:pt x="4950" y="2769"/>
                    <a:pt x="4063" y="3676"/>
                    <a:pt x="4063" y="4797"/>
                  </a:cubicBezTo>
                  <a:cubicBezTo>
                    <a:pt x="4063" y="5877"/>
                    <a:pt x="4897" y="6764"/>
                    <a:pt x="5951" y="6858"/>
                  </a:cubicBezTo>
                  <a:lnTo>
                    <a:pt x="5877" y="9579"/>
                  </a:lnTo>
                  <a:lnTo>
                    <a:pt x="1749" y="9579"/>
                  </a:lnTo>
                  <a:lnTo>
                    <a:pt x="1749" y="17037"/>
                  </a:lnTo>
                  <a:lnTo>
                    <a:pt x="1" y="17037"/>
                  </a:lnTo>
                  <a:lnTo>
                    <a:pt x="1" y="49794"/>
                  </a:lnTo>
                  <a:lnTo>
                    <a:pt x="12274" y="49794"/>
                  </a:lnTo>
                  <a:lnTo>
                    <a:pt x="12274" y="17037"/>
                  </a:lnTo>
                  <a:lnTo>
                    <a:pt x="10526" y="17037"/>
                  </a:lnTo>
                  <a:lnTo>
                    <a:pt x="10526" y="9579"/>
                  </a:lnTo>
                  <a:lnTo>
                    <a:pt x="6398" y="9579"/>
                  </a:lnTo>
                  <a:lnTo>
                    <a:pt x="6324" y="6858"/>
                  </a:lnTo>
                  <a:cubicBezTo>
                    <a:pt x="7378" y="6764"/>
                    <a:pt x="8212" y="5877"/>
                    <a:pt x="8212" y="4797"/>
                  </a:cubicBezTo>
                  <a:cubicBezTo>
                    <a:pt x="8212" y="3676"/>
                    <a:pt x="7325" y="2762"/>
                    <a:pt x="6211" y="2729"/>
                  </a:cubicBezTo>
                  <a:lnTo>
                    <a:pt x="613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69" name="Google Shape;7069;p34"/>
            <p:cNvPicPr preferRelativeResize="0"/>
            <p:nvPr/>
          </p:nvPicPr>
          <p:blipFill>
            <a:blip r:embed="rId10">
              <a:alphaModFix/>
            </a:blip>
            <a:stretch>
              <a:fillRect/>
            </a:stretch>
          </p:blipFill>
          <p:spPr>
            <a:xfrm>
              <a:off x="-37875" y="1422800"/>
              <a:ext cx="1592650" cy="3894000"/>
            </a:xfrm>
            <a:prstGeom prst="rect">
              <a:avLst/>
            </a:prstGeom>
            <a:noFill/>
            <a:ln>
              <a:noFill/>
            </a:ln>
          </p:spPr>
        </p:pic>
      </p:grpSp>
      <p:pic>
        <p:nvPicPr>
          <p:cNvPr id="7070" name="Google Shape;7070;p34"/>
          <p:cNvPicPr preferRelativeResize="0"/>
          <p:nvPr/>
        </p:nvPicPr>
        <p:blipFill rotWithShape="1">
          <a:blip r:embed="rId11">
            <a:alphaModFix/>
          </a:blip>
          <a:srcRect l="69" r="69"/>
          <a:stretch/>
        </p:blipFill>
        <p:spPr>
          <a:xfrm>
            <a:off x="450900" y="603245"/>
            <a:ext cx="1132825" cy="1132826"/>
          </a:xfrm>
          <a:prstGeom prst="rect">
            <a:avLst/>
          </a:prstGeom>
          <a:noFill/>
          <a:ln>
            <a:noFill/>
          </a:ln>
        </p:spPr>
      </p:pic>
      <p:grpSp>
        <p:nvGrpSpPr>
          <p:cNvPr id="7071" name="Google Shape;7071;p34"/>
          <p:cNvGrpSpPr/>
          <p:nvPr/>
        </p:nvGrpSpPr>
        <p:grpSpPr>
          <a:xfrm>
            <a:off x="-229050" y="3150388"/>
            <a:ext cx="872400" cy="2138623"/>
            <a:chOff x="-445650" y="1440988"/>
            <a:chExt cx="1572175" cy="3853375"/>
          </a:xfrm>
        </p:grpSpPr>
        <p:sp>
          <p:nvSpPr>
            <p:cNvPr id="7072" name="Google Shape;7072;p34"/>
            <p:cNvSpPr/>
            <p:nvPr/>
          </p:nvSpPr>
          <p:spPr>
            <a:xfrm>
              <a:off x="-32350" y="1545073"/>
              <a:ext cx="745575" cy="3625230"/>
            </a:xfrm>
            <a:custGeom>
              <a:avLst/>
              <a:gdLst/>
              <a:ahLst/>
              <a:cxnLst/>
              <a:rect l="l" t="t" r="r" b="b"/>
              <a:pathLst>
                <a:path w="10606" h="51568" extrusionOk="0">
                  <a:moveTo>
                    <a:pt x="10606" y="1"/>
                  </a:moveTo>
                  <a:lnTo>
                    <a:pt x="0" y="5824"/>
                  </a:lnTo>
                  <a:lnTo>
                    <a:pt x="0" y="51568"/>
                  </a:lnTo>
                  <a:lnTo>
                    <a:pt x="10606" y="51568"/>
                  </a:lnTo>
                  <a:lnTo>
                    <a:pt x="10606"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73" name="Google Shape;7073;p34"/>
            <p:cNvPicPr preferRelativeResize="0"/>
            <p:nvPr/>
          </p:nvPicPr>
          <p:blipFill>
            <a:blip r:embed="rId12">
              <a:alphaModFix/>
            </a:blip>
            <a:stretch>
              <a:fillRect/>
            </a:stretch>
          </p:blipFill>
          <p:spPr>
            <a:xfrm>
              <a:off x="-445650" y="1440988"/>
              <a:ext cx="1572175" cy="3853375"/>
            </a:xfrm>
            <a:prstGeom prst="rect">
              <a:avLst/>
            </a:prstGeom>
            <a:noFill/>
            <a:ln>
              <a:noFill/>
            </a:ln>
          </p:spPr>
        </p:pic>
      </p:grpSp>
      <p:grpSp>
        <p:nvGrpSpPr>
          <p:cNvPr id="7074" name="Google Shape;7074;p34"/>
          <p:cNvGrpSpPr/>
          <p:nvPr/>
        </p:nvGrpSpPr>
        <p:grpSpPr>
          <a:xfrm>
            <a:off x="8110076" y="3694350"/>
            <a:ext cx="577042" cy="2247200"/>
            <a:chOff x="8431626" y="3129425"/>
            <a:chExt cx="577042" cy="2247200"/>
          </a:xfrm>
        </p:grpSpPr>
        <p:sp>
          <p:nvSpPr>
            <p:cNvPr id="7075" name="Google Shape;7075;p34"/>
            <p:cNvSpPr/>
            <p:nvPr/>
          </p:nvSpPr>
          <p:spPr>
            <a:xfrm>
              <a:off x="8519550" y="3208775"/>
              <a:ext cx="401191" cy="2071277"/>
            </a:xfrm>
            <a:custGeom>
              <a:avLst/>
              <a:gdLst/>
              <a:ahLst/>
              <a:cxnLst/>
              <a:rect l="l" t="t" r="r" b="b"/>
              <a:pathLst>
                <a:path w="10447" h="53936" extrusionOk="0">
                  <a:moveTo>
                    <a:pt x="5223" y="1"/>
                  </a:moveTo>
                  <a:lnTo>
                    <a:pt x="5103" y="3716"/>
                  </a:lnTo>
                  <a:cubicBezTo>
                    <a:pt x="4076" y="3769"/>
                    <a:pt x="3236" y="4550"/>
                    <a:pt x="3096" y="5550"/>
                  </a:cubicBezTo>
                  <a:cubicBezTo>
                    <a:pt x="3089" y="5597"/>
                    <a:pt x="3089" y="5637"/>
                    <a:pt x="3076" y="5690"/>
                  </a:cubicBezTo>
                  <a:lnTo>
                    <a:pt x="3076" y="5724"/>
                  </a:lnTo>
                  <a:cubicBezTo>
                    <a:pt x="3076" y="5771"/>
                    <a:pt x="3069" y="5824"/>
                    <a:pt x="3069" y="5864"/>
                  </a:cubicBezTo>
                  <a:cubicBezTo>
                    <a:pt x="3069" y="5917"/>
                    <a:pt x="3069" y="5964"/>
                    <a:pt x="3076" y="6011"/>
                  </a:cubicBezTo>
                  <a:lnTo>
                    <a:pt x="3076" y="6044"/>
                  </a:lnTo>
                  <a:cubicBezTo>
                    <a:pt x="3076" y="6091"/>
                    <a:pt x="3089" y="6131"/>
                    <a:pt x="3096" y="6184"/>
                  </a:cubicBezTo>
                  <a:cubicBezTo>
                    <a:pt x="3236" y="7145"/>
                    <a:pt x="4003" y="7892"/>
                    <a:pt x="4970" y="8012"/>
                  </a:cubicBezTo>
                  <a:lnTo>
                    <a:pt x="4930" y="9259"/>
                  </a:lnTo>
                  <a:cubicBezTo>
                    <a:pt x="1528" y="9346"/>
                    <a:pt x="1" y="10780"/>
                    <a:pt x="1" y="11460"/>
                  </a:cubicBezTo>
                  <a:cubicBezTo>
                    <a:pt x="4096" y="11460"/>
                    <a:pt x="4523" y="14162"/>
                    <a:pt x="4556" y="20972"/>
                  </a:cubicBezTo>
                  <a:lnTo>
                    <a:pt x="4556" y="53936"/>
                  </a:lnTo>
                  <a:lnTo>
                    <a:pt x="5890" y="53936"/>
                  </a:lnTo>
                  <a:cubicBezTo>
                    <a:pt x="5890" y="53309"/>
                    <a:pt x="5890" y="21465"/>
                    <a:pt x="5897" y="20898"/>
                  </a:cubicBezTo>
                  <a:cubicBezTo>
                    <a:pt x="5937" y="14135"/>
                    <a:pt x="6371" y="11460"/>
                    <a:pt x="10446" y="11460"/>
                  </a:cubicBezTo>
                  <a:cubicBezTo>
                    <a:pt x="10440" y="10760"/>
                    <a:pt x="8912" y="9346"/>
                    <a:pt x="5510" y="9259"/>
                  </a:cubicBezTo>
                  <a:lnTo>
                    <a:pt x="5470" y="8012"/>
                  </a:lnTo>
                  <a:cubicBezTo>
                    <a:pt x="6437" y="7892"/>
                    <a:pt x="7205" y="7145"/>
                    <a:pt x="7345" y="6184"/>
                  </a:cubicBezTo>
                  <a:cubicBezTo>
                    <a:pt x="7358" y="6131"/>
                    <a:pt x="7358" y="6091"/>
                    <a:pt x="7365" y="6044"/>
                  </a:cubicBezTo>
                  <a:lnTo>
                    <a:pt x="7365" y="6011"/>
                  </a:lnTo>
                  <a:cubicBezTo>
                    <a:pt x="7365" y="5957"/>
                    <a:pt x="7371" y="5904"/>
                    <a:pt x="7371" y="5864"/>
                  </a:cubicBezTo>
                  <a:cubicBezTo>
                    <a:pt x="7371" y="5817"/>
                    <a:pt x="7371" y="5764"/>
                    <a:pt x="7365" y="5724"/>
                  </a:cubicBezTo>
                  <a:lnTo>
                    <a:pt x="7365" y="5690"/>
                  </a:lnTo>
                  <a:cubicBezTo>
                    <a:pt x="7365" y="5637"/>
                    <a:pt x="7358" y="5597"/>
                    <a:pt x="7345" y="5550"/>
                  </a:cubicBezTo>
                  <a:cubicBezTo>
                    <a:pt x="7198" y="4550"/>
                    <a:pt x="6364" y="3769"/>
                    <a:pt x="5337" y="3716"/>
                  </a:cubicBezTo>
                  <a:lnTo>
                    <a:pt x="5223"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76" name="Google Shape;7076;p34"/>
            <p:cNvPicPr preferRelativeResize="0"/>
            <p:nvPr/>
          </p:nvPicPr>
          <p:blipFill rotWithShape="1">
            <a:blip r:embed="rId13">
              <a:alphaModFix/>
            </a:blip>
            <a:srcRect l="18608" r="18608"/>
            <a:stretch/>
          </p:blipFill>
          <p:spPr>
            <a:xfrm>
              <a:off x="8431626" y="3129425"/>
              <a:ext cx="577042" cy="2247200"/>
            </a:xfrm>
            <a:prstGeom prst="rect">
              <a:avLst/>
            </a:prstGeom>
            <a:noFill/>
            <a:ln>
              <a:noFill/>
            </a:ln>
          </p:spPr>
        </p:pic>
      </p:grpSp>
      <p:grpSp>
        <p:nvGrpSpPr>
          <p:cNvPr id="7077" name="Google Shape;7077;p34"/>
          <p:cNvGrpSpPr/>
          <p:nvPr/>
        </p:nvGrpSpPr>
        <p:grpSpPr>
          <a:xfrm>
            <a:off x="241202" y="3343905"/>
            <a:ext cx="1170112" cy="2274088"/>
            <a:chOff x="82575" y="840590"/>
            <a:chExt cx="2214025" cy="4302910"/>
          </a:xfrm>
        </p:grpSpPr>
        <p:sp>
          <p:nvSpPr>
            <p:cNvPr id="7078" name="Google Shape;7078;p34"/>
            <p:cNvSpPr/>
            <p:nvPr/>
          </p:nvSpPr>
          <p:spPr>
            <a:xfrm>
              <a:off x="328428" y="840590"/>
              <a:ext cx="1722291" cy="4302847"/>
            </a:xfrm>
            <a:custGeom>
              <a:avLst/>
              <a:gdLst/>
              <a:ahLst/>
              <a:cxnLst/>
              <a:rect l="l" t="t" r="r" b="b"/>
              <a:pathLst>
                <a:path w="32876" h="82135" extrusionOk="0">
                  <a:moveTo>
                    <a:pt x="15894" y="1"/>
                  </a:moveTo>
                  <a:lnTo>
                    <a:pt x="15546" y="10390"/>
                  </a:lnTo>
                  <a:cubicBezTo>
                    <a:pt x="12663" y="10553"/>
                    <a:pt x="10313" y="12751"/>
                    <a:pt x="9922" y="15557"/>
                  </a:cubicBezTo>
                  <a:cubicBezTo>
                    <a:pt x="9911" y="15633"/>
                    <a:pt x="9911" y="15699"/>
                    <a:pt x="9889" y="15764"/>
                  </a:cubicBezTo>
                  <a:cubicBezTo>
                    <a:pt x="9889" y="15808"/>
                    <a:pt x="9889" y="15829"/>
                    <a:pt x="9878" y="15873"/>
                  </a:cubicBezTo>
                  <a:cubicBezTo>
                    <a:pt x="9878" y="15927"/>
                    <a:pt x="9867" y="15992"/>
                    <a:pt x="9867" y="16047"/>
                  </a:cubicBezTo>
                  <a:lnTo>
                    <a:pt x="9867" y="16145"/>
                  </a:lnTo>
                  <a:cubicBezTo>
                    <a:pt x="9867" y="16243"/>
                    <a:pt x="9857" y="16319"/>
                    <a:pt x="9857" y="16417"/>
                  </a:cubicBezTo>
                  <a:cubicBezTo>
                    <a:pt x="9857" y="16515"/>
                    <a:pt x="9857" y="16591"/>
                    <a:pt x="9867" y="16689"/>
                  </a:cubicBezTo>
                  <a:lnTo>
                    <a:pt x="9867" y="16787"/>
                  </a:lnTo>
                  <a:cubicBezTo>
                    <a:pt x="9867" y="16841"/>
                    <a:pt x="9878" y="16906"/>
                    <a:pt x="9878" y="16961"/>
                  </a:cubicBezTo>
                  <a:cubicBezTo>
                    <a:pt x="9878" y="17004"/>
                    <a:pt x="9878" y="17026"/>
                    <a:pt x="9889" y="17069"/>
                  </a:cubicBezTo>
                  <a:cubicBezTo>
                    <a:pt x="9911" y="17135"/>
                    <a:pt x="9911" y="17211"/>
                    <a:pt x="9922" y="17276"/>
                  </a:cubicBezTo>
                  <a:cubicBezTo>
                    <a:pt x="10303" y="19963"/>
                    <a:pt x="12467" y="22084"/>
                    <a:pt x="15176" y="22400"/>
                  </a:cubicBezTo>
                  <a:lnTo>
                    <a:pt x="15067" y="25914"/>
                  </a:lnTo>
                  <a:cubicBezTo>
                    <a:pt x="5549" y="26131"/>
                    <a:pt x="1273" y="30156"/>
                    <a:pt x="1273" y="32082"/>
                  </a:cubicBezTo>
                  <a:cubicBezTo>
                    <a:pt x="8062" y="32082"/>
                    <a:pt x="11238" y="40165"/>
                    <a:pt x="12739" y="51283"/>
                  </a:cubicBezTo>
                  <a:cubicBezTo>
                    <a:pt x="5440" y="54470"/>
                    <a:pt x="1" y="66828"/>
                    <a:pt x="1" y="81591"/>
                  </a:cubicBezTo>
                  <a:lnTo>
                    <a:pt x="1" y="82134"/>
                  </a:lnTo>
                  <a:lnTo>
                    <a:pt x="32876" y="82134"/>
                  </a:lnTo>
                  <a:lnTo>
                    <a:pt x="32876" y="81591"/>
                  </a:lnTo>
                  <a:cubicBezTo>
                    <a:pt x="32865" y="66132"/>
                    <a:pt x="26903" y="53317"/>
                    <a:pt x="19114" y="50880"/>
                  </a:cubicBezTo>
                  <a:cubicBezTo>
                    <a:pt x="20626" y="39958"/>
                    <a:pt x="23803" y="32060"/>
                    <a:pt x="30526" y="32060"/>
                  </a:cubicBezTo>
                  <a:cubicBezTo>
                    <a:pt x="30526" y="30080"/>
                    <a:pt x="26251" y="26099"/>
                    <a:pt x="16732" y="25881"/>
                  </a:cubicBezTo>
                  <a:lnTo>
                    <a:pt x="16623" y="22378"/>
                  </a:lnTo>
                  <a:cubicBezTo>
                    <a:pt x="19321" y="22052"/>
                    <a:pt x="21486" y="19952"/>
                    <a:pt x="21867" y="17276"/>
                  </a:cubicBezTo>
                  <a:cubicBezTo>
                    <a:pt x="21878" y="17189"/>
                    <a:pt x="21888" y="17113"/>
                    <a:pt x="21888" y="17048"/>
                  </a:cubicBezTo>
                  <a:cubicBezTo>
                    <a:pt x="21888" y="17015"/>
                    <a:pt x="21888" y="16972"/>
                    <a:pt x="21899" y="16950"/>
                  </a:cubicBezTo>
                  <a:cubicBezTo>
                    <a:pt x="21899" y="16895"/>
                    <a:pt x="21910" y="16830"/>
                    <a:pt x="21910" y="16776"/>
                  </a:cubicBezTo>
                  <a:lnTo>
                    <a:pt x="21910" y="16678"/>
                  </a:lnTo>
                  <a:cubicBezTo>
                    <a:pt x="21910" y="16580"/>
                    <a:pt x="21932" y="16504"/>
                    <a:pt x="21932" y="16406"/>
                  </a:cubicBezTo>
                  <a:cubicBezTo>
                    <a:pt x="21932" y="16308"/>
                    <a:pt x="21932" y="16232"/>
                    <a:pt x="21910" y="16134"/>
                  </a:cubicBezTo>
                  <a:lnTo>
                    <a:pt x="21910" y="16036"/>
                  </a:lnTo>
                  <a:cubicBezTo>
                    <a:pt x="21910" y="15971"/>
                    <a:pt x="21899" y="15916"/>
                    <a:pt x="21899" y="15862"/>
                  </a:cubicBezTo>
                  <a:cubicBezTo>
                    <a:pt x="21899" y="15829"/>
                    <a:pt x="21899" y="15797"/>
                    <a:pt x="21888" y="15764"/>
                  </a:cubicBezTo>
                  <a:cubicBezTo>
                    <a:pt x="21878" y="15688"/>
                    <a:pt x="21878" y="15601"/>
                    <a:pt x="21867" y="15536"/>
                  </a:cubicBezTo>
                  <a:cubicBezTo>
                    <a:pt x="21453" y="12729"/>
                    <a:pt x="19114" y="10553"/>
                    <a:pt x="16231" y="10390"/>
                  </a:cubicBezTo>
                  <a:lnTo>
                    <a:pt x="15894"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79" name="Google Shape;7079;p34"/>
            <p:cNvPicPr preferRelativeResize="0"/>
            <p:nvPr/>
          </p:nvPicPr>
          <p:blipFill rotWithShape="1">
            <a:blip r:embed="rId14">
              <a:alphaModFix/>
            </a:blip>
            <a:srcRect t="5011" b="5011"/>
            <a:stretch/>
          </p:blipFill>
          <p:spPr>
            <a:xfrm>
              <a:off x="82575" y="862100"/>
              <a:ext cx="2214025" cy="4281400"/>
            </a:xfrm>
            <a:prstGeom prst="rect">
              <a:avLst/>
            </a:prstGeom>
            <a:noFill/>
            <a:ln>
              <a:noFill/>
            </a:ln>
          </p:spPr>
        </p:pic>
      </p:grpSp>
      <p:grpSp>
        <p:nvGrpSpPr>
          <p:cNvPr id="7080" name="Google Shape;7080;p34"/>
          <p:cNvGrpSpPr/>
          <p:nvPr/>
        </p:nvGrpSpPr>
        <p:grpSpPr>
          <a:xfrm>
            <a:off x="1341428" y="3380668"/>
            <a:ext cx="999748" cy="2449849"/>
            <a:chOff x="3522726" y="1146800"/>
            <a:chExt cx="2098548" cy="5143500"/>
          </a:xfrm>
        </p:grpSpPr>
        <p:sp>
          <p:nvSpPr>
            <p:cNvPr id="7081" name="Google Shape;7081;p34"/>
            <p:cNvSpPr/>
            <p:nvPr/>
          </p:nvSpPr>
          <p:spPr>
            <a:xfrm>
              <a:off x="3856213" y="1313375"/>
              <a:ext cx="1426033" cy="4828388"/>
            </a:xfrm>
            <a:custGeom>
              <a:avLst/>
              <a:gdLst/>
              <a:ahLst/>
              <a:cxnLst/>
              <a:rect l="l" t="t" r="r" b="b"/>
              <a:pathLst>
                <a:path w="15936" h="53956" extrusionOk="0">
                  <a:moveTo>
                    <a:pt x="8058" y="1"/>
                  </a:moveTo>
                  <a:lnTo>
                    <a:pt x="7871" y="5664"/>
                  </a:lnTo>
                  <a:cubicBezTo>
                    <a:pt x="6304" y="5744"/>
                    <a:pt x="5030" y="6931"/>
                    <a:pt x="4803" y="8452"/>
                  </a:cubicBezTo>
                  <a:cubicBezTo>
                    <a:pt x="4796" y="8519"/>
                    <a:pt x="4789" y="8599"/>
                    <a:pt x="4776" y="8672"/>
                  </a:cubicBezTo>
                  <a:lnTo>
                    <a:pt x="4776" y="8719"/>
                  </a:lnTo>
                  <a:cubicBezTo>
                    <a:pt x="4769" y="8799"/>
                    <a:pt x="4769" y="8872"/>
                    <a:pt x="4769" y="8946"/>
                  </a:cubicBezTo>
                  <a:cubicBezTo>
                    <a:pt x="4769" y="9019"/>
                    <a:pt x="4769" y="9099"/>
                    <a:pt x="4776" y="9172"/>
                  </a:cubicBezTo>
                  <a:lnTo>
                    <a:pt x="4776" y="9219"/>
                  </a:lnTo>
                  <a:cubicBezTo>
                    <a:pt x="4789" y="9299"/>
                    <a:pt x="4796" y="9366"/>
                    <a:pt x="4803" y="9439"/>
                  </a:cubicBezTo>
                  <a:cubicBezTo>
                    <a:pt x="5023" y="10900"/>
                    <a:pt x="6190" y="12040"/>
                    <a:pt x="7658" y="12214"/>
                  </a:cubicBezTo>
                  <a:lnTo>
                    <a:pt x="7598" y="14122"/>
                  </a:lnTo>
                  <a:cubicBezTo>
                    <a:pt x="2468" y="14222"/>
                    <a:pt x="107" y="16376"/>
                    <a:pt x="0" y="17483"/>
                  </a:cubicBezTo>
                  <a:lnTo>
                    <a:pt x="7" y="17483"/>
                  </a:lnTo>
                  <a:cubicBezTo>
                    <a:pt x="7" y="17510"/>
                    <a:pt x="0" y="17537"/>
                    <a:pt x="0" y="17557"/>
                  </a:cubicBezTo>
                  <a:lnTo>
                    <a:pt x="641" y="17557"/>
                  </a:lnTo>
                  <a:cubicBezTo>
                    <a:pt x="6704" y="19057"/>
                    <a:pt x="6223" y="42036"/>
                    <a:pt x="6223" y="53956"/>
                  </a:cubicBezTo>
                  <a:lnTo>
                    <a:pt x="9712" y="53956"/>
                  </a:lnTo>
                  <a:cubicBezTo>
                    <a:pt x="9712" y="42036"/>
                    <a:pt x="9225" y="19057"/>
                    <a:pt x="15295" y="17557"/>
                  </a:cubicBezTo>
                  <a:lnTo>
                    <a:pt x="15935" y="17557"/>
                  </a:lnTo>
                  <a:cubicBezTo>
                    <a:pt x="15935" y="17543"/>
                    <a:pt x="15929" y="17517"/>
                    <a:pt x="15929" y="17490"/>
                  </a:cubicBezTo>
                  <a:cubicBezTo>
                    <a:pt x="15829" y="16376"/>
                    <a:pt x="13514" y="14275"/>
                    <a:pt x="8511" y="14135"/>
                  </a:cubicBezTo>
                  <a:lnTo>
                    <a:pt x="8458" y="12214"/>
                  </a:lnTo>
                  <a:cubicBezTo>
                    <a:pt x="9925" y="12040"/>
                    <a:pt x="11099" y="10900"/>
                    <a:pt x="11306" y="9439"/>
                  </a:cubicBezTo>
                  <a:cubicBezTo>
                    <a:pt x="11313" y="9372"/>
                    <a:pt x="11326" y="9299"/>
                    <a:pt x="11333" y="9219"/>
                  </a:cubicBezTo>
                  <a:lnTo>
                    <a:pt x="11333" y="9172"/>
                  </a:lnTo>
                  <a:cubicBezTo>
                    <a:pt x="11339" y="9099"/>
                    <a:pt x="11339" y="9019"/>
                    <a:pt x="11339" y="8946"/>
                  </a:cubicBezTo>
                  <a:cubicBezTo>
                    <a:pt x="11339" y="8872"/>
                    <a:pt x="11339" y="8799"/>
                    <a:pt x="11333" y="8719"/>
                  </a:cubicBezTo>
                  <a:lnTo>
                    <a:pt x="11333" y="8672"/>
                  </a:lnTo>
                  <a:cubicBezTo>
                    <a:pt x="11326" y="8599"/>
                    <a:pt x="11313" y="8532"/>
                    <a:pt x="11306" y="8452"/>
                  </a:cubicBezTo>
                  <a:cubicBezTo>
                    <a:pt x="11079" y="6931"/>
                    <a:pt x="9805" y="5744"/>
                    <a:pt x="8238" y="5664"/>
                  </a:cubicBezTo>
                  <a:lnTo>
                    <a:pt x="805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82" name="Google Shape;7082;p34"/>
            <p:cNvPicPr preferRelativeResize="0"/>
            <p:nvPr/>
          </p:nvPicPr>
          <p:blipFill>
            <a:blip r:embed="rId15">
              <a:alphaModFix/>
            </a:blip>
            <a:stretch>
              <a:fillRect/>
            </a:stretch>
          </p:blipFill>
          <p:spPr>
            <a:xfrm>
              <a:off x="3522726" y="1146800"/>
              <a:ext cx="2098548" cy="5143500"/>
            </a:xfrm>
            <a:prstGeom prst="rect">
              <a:avLst/>
            </a:prstGeom>
            <a:noFill/>
            <a:ln>
              <a:noFill/>
            </a:ln>
          </p:spPr>
        </p:pic>
      </p:grpSp>
      <p:grpSp>
        <p:nvGrpSpPr>
          <p:cNvPr id="7083" name="Google Shape;7083;p34"/>
          <p:cNvGrpSpPr/>
          <p:nvPr/>
        </p:nvGrpSpPr>
        <p:grpSpPr>
          <a:xfrm>
            <a:off x="6593054" y="3150403"/>
            <a:ext cx="999801" cy="2444502"/>
            <a:chOff x="-582798" y="1780547"/>
            <a:chExt cx="1441050" cy="3523352"/>
          </a:xfrm>
        </p:grpSpPr>
        <p:sp>
          <p:nvSpPr>
            <p:cNvPr id="7084" name="Google Shape;7084;p34"/>
            <p:cNvSpPr/>
            <p:nvPr/>
          </p:nvSpPr>
          <p:spPr>
            <a:xfrm>
              <a:off x="-280925" y="1904588"/>
              <a:ext cx="837311" cy="3275264"/>
            </a:xfrm>
            <a:custGeom>
              <a:avLst/>
              <a:gdLst/>
              <a:ahLst/>
              <a:cxnLst/>
              <a:rect l="l" t="t" r="r" b="b"/>
              <a:pathLst>
                <a:path w="13788" h="53936" extrusionOk="0">
                  <a:moveTo>
                    <a:pt x="13788" y="0"/>
                  </a:moveTo>
                  <a:lnTo>
                    <a:pt x="13028" y="9259"/>
                  </a:lnTo>
                  <a:lnTo>
                    <a:pt x="12467" y="9259"/>
                  </a:lnTo>
                  <a:lnTo>
                    <a:pt x="12467" y="2789"/>
                  </a:lnTo>
                  <a:lnTo>
                    <a:pt x="11940" y="9259"/>
                  </a:lnTo>
                  <a:lnTo>
                    <a:pt x="9199" y="9259"/>
                  </a:lnTo>
                  <a:cubicBezTo>
                    <a:pt x="9199" y="23299"/>
                    <a:pt x="6131" y="42563"/>
                    <a:pt x="1" y="53935"/>
                  </a:cubicBezTo>
                  <a:lnTo>
                    <a:pt x="13788" y="53935"/>
                  </a:lnTo>
                  <a:cubicBezTo>
                    <a:pt x="13788" y="53935"/>
                    <a:pt x="13695" y="27395"/>
                    <a:pt x="13775" y="11046"/>
                  </a:cubicBezTo>
                  <a:lnTo>
                    <a:pt x="13788" y="11046"/>
                  </a:lnTo>
                  <a:lnTo>
                    <a:pt x="13788"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85" name="Google Shape;7085;p34"/>
            <p:cNvPicPr preferRelativeResize="0"/>
            <p:nvPr/>
          </p:nvPicPr>
          <p:blipFill>
            <a:blip r:embed="rId16">
              <a:alphaModFix/>
            </a:blip>
            <a:stretch>
              <a:fillRect/>
            </a:stretch>
          </p:blipFill>
          <p:spPr>
            <a:xfrm>
              <a:off x="-582798" y="1780547"/>
              <a:ext cx="1441050" cy="3523352"/>
            </a:xfrm>
            <a:prstGeom prst="rect">
              <a:avLst/>
            </a:prstGeom>
            <a:noFill/>
            <a:ln>
              <a:noFill/>
            </a:ln>
          </p:spPr>
        </p:pic>
      </p:grpSp>
      <p:grpSp>
        <p:nvGrpSpPr>
          <p:cNvPr id="7086" name="Google Shape;7086;p34"/>
          <p:cNvGrpSpPr/>
          <p:nvPr/>
        </p:nvGrpSpPr>
        <p:grpSpPr>
          <a:xfrm>
            <a:off x="2090887" y="4158892"/>
            <a:ext cx="689613" cy="1487419"/>
            <a:chOff x="163874" y="3211938"/>
            <a:chExt cx="1112100" cy="2398675"/>
          </a:xfrm>
        </p:grpSpPr>
        <p:sp>
          <p:nvSpPr>
            <p:cNvPr id="7087" name="Google Shape;7087;p34"/>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88" name="Google Shape;7088;p34"/>
            <p:cNvPicPr preferRelativeResize="0"/>
            <p:nvPr/>
          </p:nvPicPr>
          <p:blipFill>
            <a:blip r:embed="rId17">
              <a:alphaModFix/>
            </a:blip>
            <a:stretch>
              <a:fillRect/>
            </a:stretch>
          </p:blipFill>
          <p:spPr>
            <a:xfrm>
              <a:off x="163874" y="3211938"/>
              <a:ext cx="1112100" cy="2398675"/>
            </a:xfrm>
            <a:prstGeom prst="rect">
              <a:avLst/>
            </a:prstGeom>
            <a:noFill/>
            <a:ln>
              <a:noFill/>
            </a:ln>
          </p:spPr>
        </p:pic>
      </p:grpSp>
      <p:grpSp>
        <p:nvGrpSpPr>
          <p:cNvPr id="7089" name="Google Shape;7089;p34"/>
          <p:cNvGrpSpPr/>
          <p:nvPr/>
        </p:nvGrpSpPr>
        <p:grpSpPr>
          <a:xfrm>
            <a:off x="6453537" y="4158892"/>
            <a:ext cx="689613" cy="1487419"/>
            <a:chOff x="163874" y="3211938"/>
            <a:chExt cx="1112100" cy="2398675"/>
          </a:xfrm>
        </p:grpSpPr>
        <p:sp>
          <p:nvSpPr>
            <p:cNvPr id="7090" name="Google Shape;7090;p34"/>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91" name="Google Shape;7091;p34"/>
            <p:cNvPicPr preferRelativeResize="0"/>
            <p:nvPr/>
          </p:nvPicPr>
          <p:blipFill>
            <a:blip r:embed="rId17">
              <a:alphaModFix/>
            </a:blip>
            <a:stretch>
              <a:fillRect/>
            </a:stretch>
          </p:blipFill>
          <p:spPr>
            <a:xfrm>
              <a:off x="163874" y="3211938"/>
              <a:ext cx="1112100" cy="2398675"/>
            </a:xfrm>
            <a:prstGeom prst="rect">
              <a:avLst/>
            </a:prstGeom>
            <a:noFill/>
            <a:ln>
              <a:noFill/>
            </a:ln>
          </p:spPr>
        </p:pic>
      </p:grpSp>
      <p:sp>
        <p:nvSpPr>
          <p:cNvPr id="7092" name="Google Shape;7092;p34"/>
          <p:cNvSpPr/>
          <p:nvPr/>
        </p:nvSpPr>
        <p:spPr>
          <a:xfrm>
            <a:off x="643338" y="2089750"/>
            <a:ext cx="1512775" cy="210175"/>
          </a:xfrm>
          <a:custGeom>
            <a:avLst/>
            <a:gdLst/>
            <a:ahLst/>
            <a:cxnLst/>
            <a:rect l="l" t="t" r="r" b="b"/>
            <a:pathLst>
              <a:path w="60511" h="8407" extrusionOk="0">
                <a:moveTo>
                  <a:pt x="3370" y="0"/>
                </a:moveTo>
                <a:cubicBezTo>
                  <a:pt x="1" y="0"/>
                  <a:pt x="334" y="2869"/>
                  <a:pt x="3370" y="2869"/>
                </a:cubicBezTo>
                <a:lnTo>
                  <a:pt x="21149" y="2869"/>
                </a:lnTo>
                <a:cubicBezTo>
                  <a:pt x="24852" y="2869"/>
                  <a:pt x="24351" y="5271"/>
                  <a:pt x="21149" y="5271"/>
                </a:cubicBezTo>
                <a:lnTo>
                  <a:pt x="11942" y="5271"/>
                </a:lnTo>
                <a:cubicBezTo>
                  <a:pt x="7973" y="5271"/>
                  <a:pt x="7506" y="8406"/>
                  <a:pt x="11942" y="8406"/>
                </a:cubicBezTo>
                <a:lnTo>
                  <a:pt x="33524" y="8406"/>
                </a:lnTo>
                <a:cubicBezTo>
                  <a:pt x="36326" y="8406"/>
                  <a:pt x="37394" y="5438"/>
                  <a:pt x="33524" y="5438"/>
                </a:cubicBezTo>
                <a:cubicBezTo>
                  <a:pt x="29655" y="5438"/>
                  <a:pt x="30556" y="2736"/>
                  <a:pt x="33524" y="2736"/>
                </a:cubicBezTo>
                <a:lnTo>
                  <a:pt x="56841" y="2736"/>
                </a:lnTo>
                <a:cubicBezTo>
                  <a:pt x="60510" y="2736"/>
                  <a:pt x="60043" y="0"/>
                  <a:pt x="56841"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3" name="Google Shape;7093;p34"/>
          <p:cNvSpPr/>
          <p:nvPr/>
        </p:nvSpPr>
        <p:spPr>
          <a:xfrm>
            <a:off x="7233450" y="1942813"/>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4" name="Google Shape;7094;p34"/>
          <p:cNvSpPr/>
          <p:nvPr/>
        </p:nvSpPr>
        <p:spPr>
          <a:xfrm>
            <a:off x="1454775" y="60325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5" name="Google Shape;7095;p34"/>
          <p:cNvSpPr/>
          <p:nvPr/>
        </p:nvSpPr>
        <p:spPr>
          <a:xfrm>
            <a:off x="4641663" y="23260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96" name="Google Shape;7096;p34"/>
          <p:cNvGrpSpPr/>
          <p:nvPr/>
        </p:nvGrpSpPr>
        <p:grpSpPr>
          <a:xfrm>
            <a:off x="7233446" y="2928222"/>
            <a:ext cx="1082307" cy="2646192"/>
            <a:chOff x="24975" y="3137845"/>
            <a:chExt cx="901622" cy="2204425"/>
          </a:xfrm>
        </p:grpSpPr>
        <p:sp>
          <p:nvSpPr>
            <p:cNvPr id="7097" name="Google Shape;7097;p34"/>
            <p:cNvSpPr/>
            <p:nvPr/>
          </p:nvSpPr>
          <p:spPr>
            <a:xfrm>
              <a:off x="265944" y="3210609"/>
              <a:ext cx="441608" cy="2005310"/>
            </a:xfrm>
            <a:custGeom>
              <a:avLst/>
              <a:gdLst/>
              <a:ahLst/>
              <a:cxnLst/>
              <a:rect l="l" t="t" r="r" b="b"/>
              <a:pathLst>
                <a:path w="18343" h="83277" extrusionOk="0">
                  <a:moveTo>
                    <a:pt x="9161" y="1"/>
                  </a:moveTo>
                  <a:lnTo>
                    <a:pt x="9063" y="4080"/>
                  </a:lnTo>
                  <a:cubicBezTo>
                    <a:pt x="7409" y="4134"/>
                    <a:pt x="6071" y="5494"/>
                    <a:pt x="6071" y="7170"/>
                  </a:cubicBezTo>
                  <a:cubicBezTo>
                    <a:pt x="6071" y="8790"/>
                    <a:pt x="7311" y="10118"/>
                    <a:pt x="8900" y="10248"/>
                  </a:cubicBezTo>
                  <a:lnTo>
                    <a:pt x="8791" y="14328"/>
                  </a:lnTo>
                  <a:lnTo>
                    <a:pt x="2623" y="14328"/>
                  </a:lnTo>
                  <a:lnTo>
                    <a:pt x="2623" y="27110"/>
                  </a:lnTo>
                  <a:lnTo>
                    <a:pt x="1" y="27110"/>
                  </a:lnTo>
                  <a:lnTo>
                    <a:pt x="1" y="83276"/>
                  </a:lnTo>
                  <a:lnTo>
                    <a:pt x="18342" y="83276"/>
                  </a:lnTo>
                  <a:lnTo>
                    <a:pt x="18342" y="27110"/>
                  </a:lnTo>
                  <a:lnTo>
                    <a:pt x="15721" y="27110"/>
                  </a:lnTo>
                  <a:lnTo>
                    <a:pt x="15721" y="14328"/>
                  </a:lnTo>
                  <a:lnTo>
                    <a:pt x="9542" y="14328"/>
                  </a:lnTo>
                  <a:lnTo>
                    <a:pt x="9433" y="10248"/>
                  </a:lnTo>
                  <a:cubicBezTo>
                    <a:pt x="11010" y="10118"/>
                    <a:pt x="12261" y="8780"/>
                    <a:pt x="12261" y="7170"/>
                  </a:cubicBezTo>
                  <a:cubicBezTo>
                    <a:pt x="12261" y="5494"/>
                    <a:pt x="10934" y="4134"/>
                    <a:pt x="9270" y="4080"/>
                  </a:cubicBezTo>
                  <a:lnTo>
                    <a:pt x="9161"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98" name="Google Shape;7098;p34"/>
            <p:cNvPicPr preferRelativeResize="0"/>
            <p:nvPr/>
          </p:nvPicPr>
          <p:blipFill rotWithShape="1">
            <a:blip r:embed="rId18">
              <a:alphaModFix/>
            </a:blip>
            <a:srcRect t="2143" r="2143"/>
            <a:stretch/>
          </p:blipFill>
          <p:spPr>
            <a:xfrm>
              <a:off x="24975" y="3137845"/>
              <a:ext cx="901622" cy="2204425"/>
            </a:xfrm>
            <a:prstGeom prst="rect">
              <a:avLst/>
            </a:prstGeom>
            <a:noFill/>
            <a:ln>
              <a:noFill/>
            </a:ln>
          </p:spPr>
        </p:pic>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099"/>
        <p:cNvGrpSpPr/>
        <p:nvPr/>
      </p:nvGrpSpPr>
      <p:grpSpPr>
        <a:xfrm>
          <a:off x="0" y="0"/>
          <a:ext cx="0" cy="0"/>
          <a:chOff x="0" y="0"/>
          <a:chExt cx="0" cy="0"/>
        </a:xfrm>
      </p:grpSpPr>
      <p:grpSp>
        <p:nvGrpSpPr>
          <p:cNvPr id="7100" name="Google Shape;7100;p35"/>
          <p:cNvGrpSpPr/>
          <p:nvPr/>
        </p:nvGrpSpPr>
        <p:grpSpPr>
          <a:xfrm>
            <a:off x="-792228" y="126051"/>
            <a:ext cx="10961068" cy="5169752"/>
            <a:chOff x="0" y="-26350"/>
            <a:chExt cx="8775875" cy="4139113"/>
          </a:xfrm>
        </p:grpSpPr>
        <p:grpSp>
          <p:nvGrpSpPr>
            <p:cNvPr id="7101" name="Google Shape;7101;p35"/>
            <p:cNvGrpSpPr/>
            <p:nvPr/>
          </p:nvGrpSpPr>
          <p:grpSpPr>
            <a:xfrm>
              <a:off x="24750" y="0"/>
              <a:ext cx="2522750" cy="1967000"/>
              <a:chOff x="421500" y="707250"/>
              <a:chExt cx="2522750" cy="1967000"/>
            </a:xfrm>
          </p:grpSpPr>
          <p:sp>
            <p:nvSpPr>
              <p:cNvPr id="7102" name="Google Shape;7102;p35"/>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3" name="Google Shape;7103;p35"/>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35"/>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35"/>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35"/>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35"/>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35"/>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35"/>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0" name="Google Shape;7110;p35"/>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1" name="Google Shape;7111;p35"/>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35"/>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35"/>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35"/>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35"/>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35"/>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35"/>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35"/>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35"/>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35"/>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35"/>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35"/>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35"/>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35"/>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5" name="Google Shape;7125;p35"/>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6" name="Google Shape;7126;p35"/>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7" name="Google Shape;7127;p35"/>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35"/>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35"/>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0" name="Google Shape;7130;p35"/>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35"/>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35"/>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35"/>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4" name="Google Shape;7134;p35"/>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5" name="Google Shape;7135;p35"/>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35"/>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35"/>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8" name="Google Shape;7138;p35"/>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9" name="Google Shape;7139;p35"/>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0" name="Google Shape;7140;p35"/>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35"/>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2" name="Google Shape;7142;p35"/>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35"/>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4" name="Google Shape;7144;p35"/>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5" name="Google Shape;7145;p35"/>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35"/>
              <p:cNvSpPr/>
              <p:nvPr/>
            </p:nvSpPr>
            <p:spPr>
              <a:xfrm>
                <a:off x="830525" y="707250"/>
                <a:ext cx="13875" cy="10875"/>
              </a:xfrm>
              <a:custGeom>
                <a:avLst/>
                <a:gdLst/>
                <a:ahLst/>
                <a:cxnLst/>
                <a:rect l="l" t="t" r="r" b="b"/>
                <a:pathLst>
                  <a:path w="555" h="435" extrusionOk="0">
                    <a:moveTo>
                      <a:pt x="298" y="1"/>
                    </a:moveTo>
                    <a:cubicBezTo>
                      <a:pt x="263" y="1"/>
                      <a:pt x="225" y="10"/>
                      <a:pt x="189" y="31"/>
                    </a:cubicBezTo>
                    <a:cubicBezTo>
                      <a:pt x="112" y="31"/>
                      <a:pt x="86" y="56"/>
                      <a:pt x="86" y="108"/>
                    </a:cubicBezTo>
                    <a:cubicBezTo>
                      <a:pt x="0" y="280"/>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35"/>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35"/>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35"/>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0" name="Google Shape;7150;p35"/>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35"/>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35"/>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35"/>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35"/>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35"/>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6" name="Google Shape;7156;p35"/>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35"/>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35"/>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35"/>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35"/>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1" name="Google Shape;7161;p35"/>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2" name="Google Shape;7162;p35"/>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35"/>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4" name="Google Shape;7164;p35"/>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35"/>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6" name="Google Shape;7166;p35"/>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7" name="Google Shape;7167;p35"/>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35"/>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9" name="Google Shape;7169;p35"/>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0" name="Google Shape;7170;p35"/>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35"/>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2" name="Google Shape;7172;p35"/>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3" name="Google Shape;7173;p35"/>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35"/>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35"/>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35"/>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35"/>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8" name="Google Shape;7178;p35"/>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9" name="Google Shape;7179;p35"/>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35"/>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35"/>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35"/>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3" name="Google Shape;7183;p35"/>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35"/>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5" name="Google Shape;7185;p35"/>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35"/>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35"/>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8" name="Google Shape;7188;p35"/>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9" name="Google Shape;7189;p35"/>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35"/>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35"/>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35"/>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35"/>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4" name="Google Shape;7194;p35"/>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35"/>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35"/>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35"/>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35"/>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35"/>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35"/>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35"/>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35"/>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3" name="Google Shape;7203;p35"/>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4" name="Google Shape;7204;p35"/>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35"/>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35"/>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35"/>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8" name="Google Shape;7208;p35"/>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35"/>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35"/>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35"/>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35"/>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35"/>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4" name="Google Shape;7214;p35"/>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35"/>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35"/>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35"/>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8" name="Google Shape;7218;p35"/>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35"/>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0" name="Google Shape;7220;p35"/>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1" name="Google Shape;7221;p35"/>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35"/>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35"/>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35"/>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5" name="Google Shape;7225;p35"/>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35"/>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35"/>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8" name="Google Shape;7228;p35"/>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9" name="Google Shape;7229;p35"/>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35"/>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1" name="Google Shape;7231;p35"/>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2" name="Google Shape;7232;p35"/>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35"/>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35"/>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5" name="Google Shape;7235;p35"/>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6" name="Google Shape;7236;p35"/>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7" name="Google Shape;7237;p35"/>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35"/>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35"/>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0" name="Google Shape;7240;p35"/>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35"/>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35"/>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35"/>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35"/>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35"/>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35"/>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7" name="Google Shape;7247;p35"/>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8" name="Google Shape;7248;p35"/>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35"/>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0" name="Google Shape;7250;p35"/>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1" name="Google Shape;7251;p35"/>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35"/>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3" name="Google Shape;7253;p35"/>
            <p:cNvGrpSpPr/>
            <p:nvPr/>
          </p:nvGrpSpPr>
          <p:grpSpPr>
            <a:xfrm>
              <a:off x="2613900" y="86000"/>
              <a:ext cx="2917900" cy="1881000"/>
              <a:chOff x="3955275" y="3120250"/>
              <a:chExt cx="2917900" cy="1881000"/>
            </a:xfrm>
          </p:grpSpPr>
          <p:sp>
            <p:nvSpPr>
              <p:cNvPr id="7254" name="Google Shape;7254;p35"/>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35"/>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35"/>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35"/>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8" name="Google Shape;7258;p35"/>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9" name="Google Shape;7259;p35"/>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35"/>
              <p:cNvSpPr/>
              <p:nvPr/>
            </p:nvSpPr>
            <p:spPr>
              <a:xfrm>
                <a:off x="4006750" y="3620900"/>
                <a:ext cx="13850" cy="11125"/>
              </a:xfrm>
              <a:custGeom>
                <a:avLst/>
                <a:gdLst/>
                <a:ahLst/>
                <a:cxnLst/>
                <a:rect l="l" t="t" r="r" b="b"/>
                <a:pathLst>
                  <a:path w="554" h="445" extrusionOk="0">
                    <a:moveTo>
                      <a:pt x="287" y="1"/>
                    </a:moveTo>
                    <a:cubicBezTo>
                      <a:pt x="254" y="1"/>
                      <a:pt x="220" y="9"/>
                      <a:pt x="186" y="28"/>
                    </a:cubicBezTo>
                    <a:cubicBezTo>
                      <a:pt x="160" y="28"/>
                      <a:pt x="109" y="106"/>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35"/>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35"/>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35"/>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4" name="Google Shape;7264;p35"/>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5" name="Google Shape;7265;p35"/>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6" name="Google Shape;7266;p35"/>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35"/>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35"/>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35"/>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0" name="Google Shape;7270;p35"/>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1" name="Google Shape;7271;p35"/>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35"/>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35"/>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4" name="Google Shape;7274;p35"/>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5" name="Google Shape;7275;p35"/>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35"/>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35"/>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35"/>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9" name="Google Shape;7279;p35"/>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35"/>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35"/>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2" name="Google Shape;7282;p35"/>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35"/>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35"/>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35"/>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35"/>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35"/>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8" name="Google Shape;7288;p35"/>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9" name="Google Shape;7289;p35"/>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35"/>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35"/>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35"/>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3" name="Google Shape;7293;p35"/>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4" name="Google Shape;7294;p35"/>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35"/>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6" name="Google Shape;7296;p35"/>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7" name="Google Shape;7297;p35"/>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35"/>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35"/>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0" name="Google Shape;7300;p35"/>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1" name="Google Shape;7301;p35"/>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35"/>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35"/>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35"/>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35"/>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35"/>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7" name="Google Shape;7307;p35"/>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35"/>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35"/>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35"/>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35"/>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35"/>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35"/>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35"/>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35"/>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35"/>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35"/>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35"/>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35"/>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35"/>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35"/>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35"/>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3" name="Google Shape;7323;p35"/>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4" name="Google Shape;7324;p35"/>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35"/>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35"/>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35"/>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35"/>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35"/>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35"/>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35"/>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35"/>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35"/>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35"/>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35"/>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35"/>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35"/>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8" name="Google Shape;7338;p35"/>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35"/>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35"/>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35"/>
              <p:cNvSpPr/>
              <p:nvPr/>
            </p:nvSpPr>
            <p:spPr>
              <a:xfrm>
                <a:off x="4006025" y="4095075"/>
                <a:ext cx="13875" cy="10900"/>
              </a:xfrm>
              <a:custGeom>
                <a:avLst/>
                <a:gdLst/>
                <a:ahLst/>
                <a:cxnLst/>
                <a:rect l="l" t="t" r="r" b="b"/>
                <a:pathLst>
                  <a:path w="555" h="436" extrusionOk="0">
                    <a:moveTo>
                      <a:pt x="298" y="1"/>
                    </a:moveTo>
                    <a:cubicBezTo>
                      <a:pt x="263" y="1"/>
                      <a:pt x="225" y="10"/>
                      <a:pt x="189" y="31"/>
                    </a:cubicBezTo>
                    <a:lnTo>
                      <a:pt x="86" y="108"/>
                    </a:lnTo>
                    <a:cubicBezTo>
                      <a:pt x="0" y="281"/>
                      <a:pt x="131" y="435"/>
                      <a:pt x="282" y="435"/>
                    </a:cubicBezTo>
                    <a:cubicBezTo>
                      <a:pt x="311" y="435"/>
                      <a:pt x="340"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35"/>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35"/>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35"/>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35"/>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35"/>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7" name="Google Shape;7347;p35"/>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35"/>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35"/>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0" name="Google Shape;7350;p35"/>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35"/>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2" name="Google Shape;7352;p35"/>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35"/>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35"/>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35"/>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6" name="Google Shape;7356;p35"/>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7" name="Google Shape;7357;p35"/>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35"/>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35"/>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35"/>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1" name="Google Shape;7361;p35"/>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2" name="Google Shape;7362;p35"/>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35"/>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35"/>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5" name="Google Shape;7365;p35"/>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6" name="Google Shape;7366;p35"/>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35"/>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8" name="Google Shape;7368;p35"/>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9" name="Google Shape;7369;p35"/>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35"/>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35"/>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2" name="Google Shape;7372;p35"/>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3" name="Google Shape;7373;p35"/>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35"/>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35"/>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6" name="Google Shape;7376;p35"/>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35"/>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35"/>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35"/>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35"/>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35"/>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35"/>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35"/>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4" name="Google Shape;7384;p35"/>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35"/>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35"/>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35"/>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8" name="Google Shape;7388;p35"/>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9" name="Google Shape;7389;p35"/>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0" name="Google Shape;7390;p35"/>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35"/>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35"/>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35"/>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35"/>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35"/>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35"/>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7" name="Google Shape;7397;p35"/>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8" name="Google Shape;7398;p35"/>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35"/>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35"/>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35"/>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35"/>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3" name="Google Shape;7403;p35"/>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35"/>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35"/>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35"/>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35"/>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35"/>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35"/>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35"/>
              <p:cNvSpPr/>
              <p:nvPr/>
            </p:nvSpPr>
            <p:spPr>
              <a:xfrm>
                <a:off x="3955275" y="4722450"/>
                <a:ext cx="13800" cy="10525"/>
              </a:xfrm>
              <a:custGeom>
                <a:avLst/>
                <a:gdLst/>
                <a:ahLst/>
                <a:cxnLst/>
                <a:rect l="l" t="t" r="r" b="b"/>
                <a:pathLst>
                  <a:path w="552" h="421" extrusionOk="0">
                    <a:moveTo>
                      <a:pt x="258" y="1"/>
                    </a:moveTo>
                    <a:cubicBezTo>
                      <a:pt x="116" y="1"/>
                      <a:pt x="1" y="149"/>
                      <a:pt x="83" y="314"/>
                    </a:cubicBezTo>
                    <a:lnTo>
                      <a:pt x="186" y="391"/>
                    </a:lnTo>
                    <a:cubicBezTo>
                      <a:pt x="222" y="412"/>
                      <a:pt x="259" y="421"/>
                      <a:pt x="295" y="421"/>
                    </a:cubicBezTo>
                    <a:cubicBezTo>
                      <a:pt x="436" y="421"/>
                      <a:pt x="552" y="273"/>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35"/>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35"/>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3" name="Google Shape;7413;p35"/>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4" name="Google Shape;7414;p35"/>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35"/>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35"/>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35"/>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35"/>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35"/>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35"/>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35"/>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35"/>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35"/>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35"/>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35"/>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35"/>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35"/>
              <p:cNvSpPr/>
              <p:nvPr/>
            </p:nvSpPr>
            <p:spPr>
              <a:xfrm>
                <a:off x="3964850" y="4238875"/>
                <a:ext cx="13875" cy="10875"/>
              </a:xfrm>
              <a:custGeom>
                <a:avLst/>
                <a:gdLst/>
                <a:ahLst/>
                <a:cxnLst/>
                <a:rect l="l" t="t" r="r" b="b"/>
                <a:pathLst>
                  <a:path w="555" h="435" extrusionOk="0">
                    <a:moveTo>
                      <a:pt x="280" y="0"/>
                    </a:moveTo>
                    <a:cubicBezTo>
                      <a:pt x="130" y="0"/>
                      <a:pt x="0" y="151"/>
                      <a:pt x="86" y="302"/>
                    </a:cubicBezTo>
                    <a:lnTo>
                      <a:pt x="189" y="404"/>
                    </a:lnTo>
                    <a:cubicBezTo>
                      <a:pt x="225" y="425"/>
                      <a:pt x="262" y="434"/>
                      <a:pt x="298" y="434"/>
                    </a:cubicBezTo>
                    <a:cubicBezTo>
                      <a:pt x="439" y="434"/>
                      <a:pt x="555" y="286"/>
                      <a:pt x="472" y="121"/>
                    </a:cubicBezTo>
                    <a:lnTo>
                      <a:pt x="369" y="18"/>
                    </a:lnTo>
                    <a:cubicBezTo>
                      <a:pt x="340" y="6"/>
                      <a:pt x="310" y="0"/>
                      <a:pt x="28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8" name="Google Shape;7428;p35"/>
            <p:cNvGrpSpPr/>
            <p:nvPr/>
          </p:nvGrpSpPr>
          <p:grpSpPr>
            <a:xfrm>
              <a:off x="5598200" y="-26350"/>
              <a:ext cx="2872875" cy="2019700"/>
              <a:chOff x="542850" y="2981550"/>
              <a:chExt cx="2872875" cy="2019700"/>
            </a:xfrm>
          </p:grpSpPr>
          <p:sp>
            <p:nvSpPr>
              <p:cNvPr id="7429" name="Google Shape;7429;p35"/>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35"/>
              <p:cNvSpPr/>
              <p:nvPr/>
            </p:nvSpPr>
            <p:spPr>
              <a:xfrm>
                <a:off x="1168325"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35"/>
              <p:cNvSpPr/>
              <p:nvPr/>
            </p:nvSpPr>
            <p:spPr>
              <a:xfrm>
                <a:off x="1329300" y="3312275"/>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5"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35"/>
              <p:cNvSpPr/>
              <p:nvPr/>
            </p:nvSpPr>
            <p:spPr>
              <a:xfrm>
                <a:off x="1084100" y="3474775"/>
                <a:ext cx="13325" cy="11125"/>
              </a:xfrm>
              <a:custGeom>
                <a:avLst/>
                <a:gdLst/>
                <a:ahLst/>
                <a:cxnLst/>
                <a:rect l="l" t="t" r="r" b="b"/>
                <a:pathLst>
                  <a:path w="533" h="445" extrusionOk="0">
                    <a:moveTo>
                      <a:pt x="280" y="1"/>
                    </a:moveTo>
                    <a:cubicBezTo>
                      <a:pt x="243" y="1"/>
                      <a:pt x="203" y="10"/>
                      <a:pt x="162" y="31"/>
                    </a:cubicBezTo>
                    <a:cubicBezTo>
                      <a:pt x="136" y="31"/>
                      <a:pt x="110" y="57"/>
                      <a:pt x="84" y="134"/>
                    </a:cubicBezTo>
                    <a:cubicBezTo>
                      <a:pt x="1" y="281"/>
                      <a:pt x="105" y="444"/>
                      <a:pt x="257" y="444"/>
                    </a:cubicBezTo>
                    <a:cubicBezTo>
                      <a:pt x="292" y="444"/>
                      <a:pt x="329"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35"/>
              <p:cNvSpPr/>
              <p:nvPr/>
            </p:nvSpPr>
            <p:spPr>
              <a:xfrm>
                <a:off x="901400" y="3287550"/>
                <a:ext cx="13800" cy="10525"/>
              </a:xfrm>
              <a:custGeom>
                <a:avLst/>
                <a:gdLst/>
                <a:ahLst/>
                <a:cxnLst/>
                <a:rect l="l" t="t" r="r" b="b"/>
                <a:pathLst>
                  <a:path w="552" h="421" extrusionOk="0">
                    <a:moveTo>
                      <a:pt x="294" y="0"/>
                    </a:moveTo>
                    <a:cubicBezTo>
                      <a:pt x="259" y="0"/>
                      <a:pt x="222" y="9"/>
                      <a:pt x="186" y="30"/>
                    </a:cubicBezTo>
                    <a:lnTo>
                      <a:pt x="83" y="107"/>
                    </a:lnTo>
                    <a:cubicBezTo>
                      <a:pt x="0" y="272"/>
                      <a:pt x="116" y="420"/>
                      <a:pt x="257" y="420"/>
                    </a:cubicBezTo>
                    <a:cubicBezTo>
                      <a:pt x="293" y="420"/>
                      <a:pt x="330" y="411"/>
                      <a:pt x="366" y="390"/>
                    </a:cubicBezTo>
                    <a:lnTo>
                      <a:pt x="469" y="313"/>
                    </a:lnTo>
                    <a:cubicBezTo>
                      <a:pt x="551" y="148"/>
                      <a:pt x="436" y="0"/>
                      <a:pt x="2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35"/>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35"/>
              <p:cNvSpPr/>
              <p:nvPr/>
            </p:nvSpPr>
            <p:spPr>
              <a:xfrm>
                <a:off x="2517100" y="3101575"/>
                <a:ext cx="13825" cy="11125"/>
              </a:xfrm>
              <a:custGeom>
                <a:avLst/>
                <a:gdLst/>
                <a:ahLst/>
                <a:cxnLst/>
                <a:rect l="l" t="t" r="r" b="b"/>
                <a:pathLst>
                  <a:path w="553" h="445" extrusionOk="0">
                    <a:moveTo>
                      <a:pt x="296" y="1"/>
                    </a:moveTo>
                    <a:cubicBezTo>
                      <a:pt x="260" y="1"/>
                      <a:pt x="223" y="10"/>
                      <a:pt x="187" y="30"/>
                    </a:cubicBezTo>
                    <a:lnTo>
                      <a:pt x="84" y="133"/>
                    </a:lnTo>
                    <a:cubicBezTo>
                      <a:pt x="0" y="280"/>
                      <a:pt x="122"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35"/>
              <p:cNvSpPr/>
              <p:nvPr/>
            </p:nvSpPr>
            <p:spPr>
              <a:xfrm>
                <a:off x="3377300" y="3590675"/>
                <a:ext cx="13350" cy="11050"/>
              </a:xfrm>
              <a:custGeom>
                <a:avLst/>
                <a:gdLst/>
                <a:ahLst/>
                <a:cxnLst/>
                <a:rect l="l" t="t" r="r" b="b"/>
                <a:pathLst>
                  <a:path w="534" h="442" extrusionOk="0">
                    <a:moveTo>
                      <a:pt x="276" y="0"/>
                    </a:moveTo>
                    <a:cubicBezTo>
                      <a:pt x="242" y="0"/>
                      <a:pt x="204" y="9"/>
                      <a:pt x="166" y="28"/>
                    </a:cubicBezTo>
                    <a:lnTo>
                      <a:pt x="63" y="131"/>
                    </a:ln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35"/>
              <p:cNvSpPr/>
              <p:nvPr/>
            </p:nvSpPr>
            <p:spPr>
              <a:xfrm>
                <a:off x="2526750" y="4346725"/>
                <a:ext cx="13875" cy="11075"/>
              </a:xfrm>
              <a:custGeom>
                <a:avLst/>
                <a:gdLst/>
                <a:ahLst/>
                <a:cxnLst/>
                <a:rect l="l" t="t" r="r" b="b"/>
                <a:pathLst>
                  <a:path w="555" h="443" extrusionOk="0">
                    <a:moveTo>
                      <a:pt x="288" y="1"/>
                    </a:moveTo>
                    <a:cubicBezTo>
                      <a:pt x="255" y="1"/>
                      <a:pt x="221" y="9"/>
                      <a:pt x="187" y="28"/>
                    </a:cubicBezTo>
                    <a:cubicBezTo>
                      <a:pt x="162" y="28"/>
                      <a:pt x="110" y="54"/>
                      <a:pt x="84" y="131"/>
                    </a:cubicBez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35"/>
              <p:cNvSpPr/>
              <p:nvPr/>
            </p:nvSpPr>
            <p:spPr>
              <a:xfrm>
                <a:off x="2527400" y="489755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0" y="277"/>
                      <a:pt x="121"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35"/>
              <p:cNvSpPr/>
              <p:nvPr/>
            </p:nvSpPr>
            <p:spPr>
              <a:xfrm>
                <a:off x="3167000" y="4349900"/>
                <a:ext cx="13825" cy="11100"/>
              </a:xfrm>
              <a:custGeom>
                <a:avLst/>
                <a:gdLst/>
                <a:ahLst/>
                <a:cxnLst/>
                <a:rect l="l" t="t" r="r" b="b"/>
                <a:pathLst>
                  <a:path w="553" h="444" extrusionOk="0">
                    <a:moveTo>
                      <a:pt x="296" y="0"/>
                    </a:moveTo>
                    <a:cubicBezTo>
                      <a:pt x="260" y="0"/>
                      <a:pt x="223" y="10"/>
                      <a:pt x="187" y="30"/>
                    </a:cubicBezTo>
                    <a:lnTo>
                      <a:pt x="84" y="133"/>
                    </a:lnTo>
                    <a:cubicBezTo>
                      <a:pt x="0" y="280"/>
                      <a:pt x="122" y="444"/>
                      <a:pt x="267" y="444"/>
                    </a:cubicBezTo>
                    <a:cubicBezTo>
                      <a:pt x="300" y="444"/>
                      <a:pt x="334" y="435"/>
                      <a:pt x="367" y="416"/>
                    </a:cubicBezTo>
                    <a:lnTo>
                      <a:pt x="470" y="313"/>
                    </a:lnTo>
                    <a:cubicBezTo>
                      <a:pt x="553" y="149"/>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35"/>
              <p:cNvSpPr/>
              <p:nvPr/>
            </p:nvSpPr>
            <p:spPr>
              <a:xfrm>
                <a:off x="1921925" y="4576675"/>
                <a:ext cx="13900" cy="10900"/>
              </a:xfrm>
              <a:custGeom>
                <a:avLst/>
                <a:gdLst/>
                <a:ahLst/>
                <a:cxnLst/>
                <a:rect l="l" t="t" r="r" b="b"/>
                <a:pathLst>
                  <a:path w="556" h="436" extrusionOk="0">
                    <a:moveTo>
                      <a:pt x="275" y="1"/>
                    </a:moveTo>
                    <a:cubicBezTo>
                      <a:pt x="246" y="1"/>
                      <a:pt x="216" y="6"/>
                      <a:pt x="186" y="19"/>
                    </a:cubicBezTo>
                    <a:lnTo>
                      <a:pt x="83" y="122"/>
                    </a:lnTo>
                    <a:cubicBezTo>
                      <a:pt x="1" y="287"/>
                      <a:pt x="116" y="435"/>
                      <a:pt x="258" y="435"/>
                    </a:cubicBezTo>
                    <a:cubicBezTo>
                      <a:pt x="293" y="435"/>
                      <a:pt x="330" y="426"/>
                      <a:pt x="366" y="405"/>
                    </a:cubicBezTo>
                    <a:lnTo>
                      <a:pt x="469" y="302"/>
                    </a:lnTo>
                    <a:cubicBezTo>
                      <a:pt x="555" y="151"/>
                      <a:pt x="425"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35"/>
              <p:cNvSpPr/>
              <p:nvPr/>
            </p:nvSpPr>
            <p:spPr>
              <a:xfrm>
                <a:off x="2249350" y="3902050"/>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4"/>
                      <a:pt x="282" y="434"/>
                    </a:cubicBezTo>
                    <a:cubicBezTo>
                      <a:pt x="311" y="434"/>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35"/>
              <p:cNvSpPr/>
              <p:nvPr/>
            </p:nvSpPr>
            <p:spPr>
              <a:xfrm>
                <a:off x="2104025" y="3125675"/>
                <a:ext cx="13350" cy="10875"/>
              </a:xfrm>
              <a:custGeom>
                <a:avLst/>
                <a:gdLst/>
                <a:ahLst/>
                <a:cxnLst/>
                <a:rect l="l" t="t" r="r" b="b"/>
                <a:pathLst>
                  <a:path w="534" h="435" extrusionOk="0">
                    <a:moveTo>
                      <a:pt x="258" y="0"/>
                    </a:moveTo>
                    <a:cubicBezTo>
                      <a:pt x="227" y="0"/>
                      <a:pt x="194" y="6"/>
                      <a:pt x="160" y="19"/>
                    </a:cubicBezTo>
                    <a:cubicBezTo>
                      <a:pt x="135" y="19"/>
                      <a:pt x="109" y="96"/>
                      <a:pt x="83" y="122"/>
                    </a:cubicBezTo>
                    <a:cubicBezTo>
                      <a:pt x="1" y="286"/>
                      <a:pt x="100" y="435"/>
                      <a:pt x="248" y="435"/>
                    </a:cubicBezTo>
                    <a:cubicBezTo>
                      <a:pt x="285" y="435"/>
                      <a:pt x="325" y="425"/>
                      <a:pt x="366" y="405"/>
                    </a:cubicBezTo>
                    <a:lnTo>
                      <a:pt x="469" y="302"/>
                    </a:lnTo>
                    <a:cubicBezTo>
                      <a:pt x="534" y="151"/>
                      <a:pt x="418"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35"/>
              <p:cNvSpPr/>
              <p:nvPr/>
            </p:nvSpPr>
            <p:spPr>
              <a:xfrm>
                <a:off x="1185175" y="3868875"/>
                <a:ext cx="13875" cy="10875"/>
              </a:xfrm>
              <a:custGeom>
                <a:avLst/>
                <a:gdLst/>
                <a:ahLst/>
                <a:cxnLst/>
                <a:rect l="l" t="t" r="r" b="b"/>
                <a:pathLst>
                  <a:path w="555" h="435" extrusionOk="0">
                    <a:moveTo>
                      <a:pt x="274" y="0"/>
                    </a:moveTo>
                    <a:cubicBezTo>
                      <a:pt x="245" y="0"/>
                      <a:pt x="215" y="6"/>
                      <a:pt x="185" y="19"/>
                    </a:cubicBezTo>
                    <a:cubicBezTo>
                      <a:pt x="160" y="19"/>
                      <a:pt x="108" y="70"/>
                      <a:pt x="82" y="122"/>
                    </a:cubicBezTo>
                    <a:cubicBezTo>
                      <a:pt x="0" y="286"/>
                      <a:pt x="115" y="435"/>
                      <a:pt x="257" y="435"/>
                    </a:cubicBezTo>
                    <a:cubicBezTo>
                      <a:pt x="292" y="435"/>
                      <a:pt x="330" y="425"/>
                      <a:pt x="366" y="405"/>
                    </a:cubicBezTo>
                    <a:lnTo>
                      <a:pt x="469" y="302"/>
                    </a:lnTo>
                    <a:cubicBezTo>
                      <a:pt x="555" y="151"/>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35"/>
              <p:cNvSpPr/>
              <p:nvPr/>
            </p:nvSpPr>
            <p:spPr>
              <a:xfrm>
                <a:off x="1034725" y="4499200"/>
                <a:ext cx="12250" cy="10500"/>
              </a:xfrm>
              <a:custGeom>
                <a:avLst/>
                <a:gdLst/>
                <a:ahLst/>
                <a:cxnLst/>
                <a:rect l="l" t="t" r="r" b="b"/>
                <a:pathLst>
                  <a:path w="490" h="420" extrusionOk="0">
                    <a:moveTo>
                      <a:pt x="211" y="0"/>
                    </a:moveTo>
                    <a:cubicBezTo>
                      <a:pt x="160" y="0"/>
                      <a:pt x="113" y="19"/>
                      <a:pt x="78" y="55"/>
                    </a:cubicBezTo>
                    <a:cubicBezTo>
                      <a:pt x="0" y="132"/>
                      <a:pt x="26" y="261"/>
                      <a:pt x="103" y="338"/>
                    </a:cubicBezTo>
                    <a:cubicBezTo>
                      <a:pt x="159"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35"/>
              <p:cNvSpPr/>
              <p:nvPr/>
            </p:nvSpPr>
            <p:spPr>
              <a:xfrm>
                <a:off x="865975" y="4678750"/>
                <a:ext cx="13875" cy="11075"/>
              </a:xfrm>
              <a:custGeom>
                <a:avLst/>
                <a:gdLst/>
                <a:ahLst/>
                <a:cxnLst/>
                <a:rect l="l" t="t" r="r" b="b"/>
                <a:pathLst>
                  <a:path w="555" h="443" extrusionOk="0">
                    <a:moveTo>
                      <a:pt x="274" y="1"/>
                    </a:moveTo>
                    <a:cubicBezTo>
                      <a:pt x="238" y="1"/>
                      <a:pt x="199" y="9"/>
                      <a:pt x="161" y="29"/>
                    </a:cubicBezTo>
                    <a:cubicBezTo>
                      <a:pt x="136" y="29"/>
                      <a:pt x="110" y="54"/>
                      <a:pt x="84" y="131"/>
                    </a:cubicBezTo>
                    <a:cubicBezTo>
                      <a:pt x="0" y="278"/>
                      <a:pt x="104" y="442"/>
                      <a:pt x="257" y="442"/>
                    </a:cubicBezTo>
                    <a:cubicBezTo>
                      <a:pt x="292" y="442"/>
                      <a:pt x="329" y="434"/>
                      <a:pt x="367" y="415"/>
                    </a:cubicBezTo>
                    <a:lnTo>
                      <a:pt x="470" y="312"/>
                    </a:lnTo>
                    <a:cubicBezTo>
                      <a:pt x="554" y="165"/>
                      <a:pt x="433"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35"/>
              <p:cNvSpPr/>
              <p:nvPr/>
            </p:nvSpPr>
            <p:spPr>
              <a:xfrm>
                <a:off x="745475" y="3857000"/>
                <a:ext cx="13350" cy="10875"/>
              </a:xfrm>
              <a:custGeom>
                <a:avLst/>
                <a:gdLst/>
                <a:ahLst/>
                <a:cxnLst/>
                <a:rect l="l" t="t" r="r" b="b"/>
                <a:pathLst>
                  <a:path w="534" h="435" extrusionOk="0">
                    <a:moveTo>
                      <a:pt x="287" y="1"/>
                    </a:moveTo>
                    <a:cubicBezTo>
                      <a:pt x="250" y="1"/>
                      <a:pt x="209" y="10"/>
                      <a:pt x="168" y="30"/>
                    </a:cubicBezTo>
                    <a:cubicBezTo>
                      <a:pt x="117" y="56"/>
                      <a:pt x="65" y="82"/>
                      <a:pt x="65" y="108"/>
                    </a:cubicBez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35"/>
              <p:cNvSpPr/>
              <p:nvPr/>
            </p:nvSpPr>
            <p:spPr>
              <a:xfrm>
                <a:off x="969575" y="3703925"/>
                <a:ext cx="13850" cy="11050"/>
              </a:xfrm>
              <a:custGeom>
                <a:avLst/>
                <a:gdLst/>
                <a:ahLst/>
                <a:cxnLst/>
                <a:rect l="l" t="t" r="r" b="b"/>
                <a:pathLst>
                  <a:path w="554" h="442" extrusionOk="0">
                    <a:moveTo>
                      <a:pt x="288" y="0"/>
                    </a:moveTo>
                    <a:cubicBezTo>
                      <a:pt x="255" y="0"/>
                      <a:pt x="220" y="9"/>
                      <a:pt x="187" y="28"/>
                    </a:cubicBezTo>
                    <a:lnTo>
                      <a:pt x="84" y="131"/>
                    </a:ln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35"/>
              <p:cNvSpPr/>
              <p:nvPr/>
            </p:nvSpPr>
            <p:spPr>
              <a:xfrm>
                <a:off x="1358800" y="4532650"/>
                <a:ext cx="13900" cy="10875"/>
              </a:xfrm>
              <a:custGeom>
                <a:avLst/>
                <a:gdLst/>
                <a:ahLst/>
                <a:cxnLst/>
                <a:rect l="l" t="t" r="r" b="b"/>
                <a:pathLst>
                  <a:path w="556" h="435" extrusionOk="0">
                    <a:moveTo>
                      <a:pt x="298" y="0"/>
                    </a:moveTo>
                    <a:cubicBezTo>
                      <a:pt x="263" y="0"/>
                      <a:pt x="226" y="9"/>
                      <a:pt x="190" y="30"/>
                    </a:cubicBezTo>
                    <a:cubicBezTo>
                      <a:pt x="113" y="30"/>
                      <a:pt x="87" y="56"/>
                      <a:pt x="87" y="107"/>
                    </a:cubicBezTo>
                    <a:cubicBezTo>
                      <a:pt x="1" y="280"/>
                      <a:pt x="131" y="434"/>
                      <a:pt x="282" y="434"/>
                    </a:cubicBezTo>
                    <a:cubicBezTo>
                      <a:pt x="311" y="434"/>
                      <a:pt x="341" y="428"/>
                      <a:pt x="370" y="416"/>
                    </a:cubicBezTo>
                    <a:lnTo>
                      <a:pt x="473" y="313"/>
                    </a:lnTo>
                    <a:cubicBezTo>
                      <a:pt x="555" y="148"/>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35"/>
              <p:cNvSpPr/>
              <p:nvPr/>
            </p:nvSpPr>
            <p:spPr>
              <a:xfrm>
                <a:off x="2132900" y="3937425"/>
                <a:ext cx="13375" cy="10900"/>
              </a:xfrm>
              <a:custGeom>
                <a:avLst/>
                <a:gdLst/>
                <a:ahLst/>
                <a:cxnLst/>
                <a:rect l="l" t="t" r="r" b="b"/>
                <a:pathLst>
                  <a:path w="535" h="436" extrusionOk="0">
                    <a:moveTo>
                      <a:pt x="282" y="1"/>
                    </a:moveTo>
                    <a:cubicBezTo>
                      <a:pt x="245" y="1"/>
                      <a:pt x="205" y="10"/>
                      <a:pt x="164" y="31"/>
                    </a:cubicBezTo>
                    <a:cubicBezTo>
                      <a:pt x="112" y="31"/>
                      <a:pt x="86" y="57"/>
                      <a:pt x="86" y="108"/>
                    </a:cubicBezTo>
                    <a:cubicBezTo>
                      <a:pt x="0" y="281"/>
                      <a:pt x="113" y="435"/>
                      <a:pt x="273" y="435"/>
                    </a:cubicBezTo>
                    <a:cubicBezTo>
                      <a:pt x="304" y="435"/>
                      <a:pt x="336" y="429"/>
                      <a:pt x="370"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35"/>
              <p:cNvSpPr/>
              <p:nvPr/>
            </p:nvSpPr>
            <p:spPr>
              <a:xfrm>
                <a:off x="1737875" y="3490875"/>
                <a:ext cx="13825" cy="11100"/>
              </a:xfrm>
              <a:custGeom>
                <a:avLst/>
                <a:gdLst/>
                <a:ahLst/>
                <a:cxnLst/>
                <a:rect l="l" t="t" r="r" b="b"/>
                <a:pathLst>
                  <a:path w="553" h="444" extrusionOk="0">
                    <a:moveTo>
                      <a:pt x="295" y="0"/>
                    </a:moveTo>
                    <a:cubicBezTo>
                      <a:pt x="260" y="0"/>
                      <a:pt x="223" y="10"/>
                      <a:pt x="187" y="30"/>
                    </a:cubicBezTo>
                    <a:lnTo>
                      <a:pt x="84" y="133"/>
                    </a:lnTo>
                    <a:cubicBezTo>
                      <a:pt x="0" y="280"/>
                      <a:pt x="121" y="444"/>
                      <a:pt x="266" y="444"/>
                    </a:cubicBezTo>
                    <a:cubicBezTo>
                      <a:pt x="299" y="444"/>
                      <a:pt x="334" y="435"/>
                      <a:pt x="367" y="416"/>
                    </a:cubicBezTo>
                    <a:lnTo>
                      <a:pt x="470" y="313"/>
                    </a:lnTo>
                    <a:cubicBezTo>
                      <a:pt x="552" y="149"/>
                      <a:pt x="437" y="0"/>
                      <a:pt x="29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35"/>
              <p:cNvSpPr/>
              <p:nvPr/>
            </p:nvSpPr>
            <p:spPr>
              <a:xfrm>
                <a:off x="750075" y="3226400"/>
                <a:ext cx="13375" cy="10900"/>
              </a:xfrm>
              <a:custGeom>
                <a:avLst/>
                <a:gdLst/>
                <a:ahLst/>
                <a:cxnLst/>
                <a:rect l="l" t="t" r="r" b="b"/>
                <a:pathLst>
                  <a:path w="535" h="436" extrusionOk="0">
                    <a:moveTo>
                      <a:pt x="283" y="1"/>
                    </a:moveTo>
                    <a:cubicBezTo>
                      <a:pt x="246" y="1"/>
                      <a:pt x="206" y="10"/>
                      <a:pt x="164" y="31"/>
                    </a:cubicBezTo>
                    <a:lnTo>
                      <a:pt x="87" y="108"/>
                    </a:lnTo>
                    <a:cubicBezTo>
                      <a:pt x="1" y="281"/>
                      <a:pt x="132" y="435"/>
                      <a:pt x="282" y="435"/>
                    </a:cubicBezTo>
                    <a:cubicBezTo>
                      <a:pt x="311" y="435"/>
                      <a:pt x="341"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35"/>
              <p:cNvSpPr/>
              <p:nvPr/>
            </p:nvSpPr>
            <p:spPr>
              <a:xfrm>
                <a:off x="734100" y="3054675"/>
                <a:ext cx="13300" cy="11100"/>
              </a:xfrm>
              <a:custGeom>
                <a:avLst/>
                <a:gdLst/>
                <a:ahLst/>
                <a:cxnLst/>
                <a:rect l="l" t="t" r="r" b="b"/>
                <a:pathLst>
                  <a:path w="532" h="444" extrusionOk="0">
                    <a:moveTo>
                      <a:pt x="284" y="0"/>
                    </a:moveTo>
                    <a:cubicBezTo>
                      <a:pt x="252" y="0"/>
                      <a:pt x="219" y="9"/>
                      <a:pt x="186" y="28"/>
                    </a:cubicBezTo>
                    <a:cubicBezTo>
                      <a:pt x="134" y="28"/>
                      <a:pt x="108" y="79"/>
                      <a:pt x="83" y="131"/>
                    </a:cubicBezTo>
                    <a:cubicBezTo>
                      <a:pt x="0" y="295"/>
                      <a:pt x="116" y="444"/>
                      <a:pt x="257" y="444"/>
                    </a:cubicBezTo>
                    <a:cubicBezTo>
                      <a:pt x="293" y="444"/>
                      <a:pt x="330" y="434"/>
                      <a:pt x="366" y="414"/>
                    </a:cubicBezTo>
                    <a:lnTo>
                      <a:pt x="469" y="311"/>
                    </a:lnTo>
                    <a:cubicBezTo>
                      <a:pt x="532"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35"/>
              <p:cNvSpPr/>
              <p:nvPr/>
            </p:nvSpPr>
            <p:spPr>
              <a:xfrm>
                <a:off x="632925" y="443425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35"/>
              <p:cNvSpPr/>
              <p:nvPr/>
            </p:nvSpPr>
            <p:spPr>
              <a:xfrm>
                <a:off x="971500" y="4266300"/>
                <a:ext cx="13350" cy="11050"/>
              </a:xfrm>
              <a:custGeom>
                <a:avLst/>
                <a:gdLst/>
                <a:ahLst/>
                <a:cxnLst/>
                <a:rect l="l" t="t" r="r" b="b"/>
                <a:pathLst>
                  <a:path w="534" h="442" extrusionOk="0">
                    <a:moveTo>
                      <a:pt x="272" y="1"/>
                    </a:moveTo>
                    <a:cubicBezTo>
                      <a:pt x="237" y="1"/>
                      <a:pt x="200"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35"/>
              <p:cNvSpPr/>
              <p:nvPr/>
            </p:nvSpPr>
            <p:spPr>
              <a:xfrm>
                <a:off x="1386525" y="3432950"/>
                <a:ext cx="13325" cy="11125"/>
              </a:xfrm>
              <a:custGeom>
                <a:avLst/>
                <a:gdLst/>
                <a:ahLst/>
                <a:cxnLst/>
                <a:rect l="l" t="t" r="r" b="b"/>
                <a:pathLst>
                  <a:path w="533" h="445" extrusionOk="0">
                    <a:moveTo>
                      <a:pt x="280" y="1"/>
                    </a:moveTo>
                    <a:cubicBezTo>
                      <a:pt x="243" y="1"/>
                      <a:pt x="203" y="10"/>
                      <a:pt x="162" y="31"/>
                    </a:cubicBezTo>
                    <a:lnTo>
                      <a:pt x="85" y="134"/>
                    </a:lnTo>
                    <a:cubicBezTo>
                      <a:pt x="1" y="281"/>
                      <a:pt x="105" y="444"/>
                      <a:pt x="258" y="444"/>
                    </a:cubicBezTo>
                    <a:cubicBezTo>
                      <a:pt x="292" y="444"/>
                      <a:pt x="330" y="436"/>
                      <a:pt x="368" y="417"/>
                    </a:cubicBezTo>
                    <a:lnTo>
                      <a:pt x="471" y="314"/>
                    </a:lnTo>
                    <a:cubicBezTo>
                      <a:pt x="532" y="149"/>
                      <a:pt x="43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35"/>
              <p:cNvSpPr/>
              <p:nvPr/>
            </p:nvSpPr>
            <p:spPr>
              <a:xfrm>
                <a:off x="1274500" y="3329375"/>
                <a:ext cx="13900" cy="10875"/>
              </a:xfrm>
              <a:custGeom>
                <a:avLst/>
                <a:gdLst/>
                <a:ahLst/>
                <a:cxnLst/>
                <a:rect l="l" t="t" r="r" b="b"/>
                <a:pathLst>
                  <a:path w="556" h="435" extrusionOk="0">
                    <a:moveTo>
                      <a:pt x="299" y="0"/>
                    </a:moveTo>
                    <a:cubicBezTo>
                      <a:pt x="263" y="0"/>
                      <a:pt x="226" y="9"/>
                      <a:pt x="190" y="30"/>
                    </a:cubicBezTo>
                    <a:cubicBezTo>
                      <a:pt x="139" y="30"/>
                      <a:pt x="113" y="56"/>
                      <a:pt x="87" y="107"/>
                    </a:cubicBezTo>
                    <a:cubicBezTo>
                      <a:pt x="1" y="280"/>
                      <a:pt x="132" y="434"/>
                      <a:pt x="282" y="434"/>
                    </a:cubicBezTo>
                    <a:cubicBezTo>
                      <a:pt x="311" y="434"/>
                      <a:pt x="341" y="428"/>
                      <a:pt x="370" y="416"/>
                    </a:cubicBezTo>
                    <a:lnTo>
                      <a:pt x="473" y="313"/>
                    </a:lnTo>
                    <a:cubicBezTo>
                      <a:pt x="556" y="148"/>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35"/>
              <p:cNvSpPr/>
              <p:nvPr/>
            </p:nvSpPr>
            <p:spPr>
              <a:xfrm>
                <a:off x="994025" y="3542400"/>
                <a:ext cx="13350" cy="11050"/>
              </a:xfrm>
              <a:custGeom>
                <a:avLst/>
                <a:gdLst/>
                <a:ahLst/>
                <a:cxnLst/>
                <a:rect l="l" t="t" r="r" b="b"/>
                <a:pathLst>
                  <a:path w="534" h="442" extrusionOk="0">
                    <a:moveTo>
                      <a:pt x="272" y="1"/>
                    </a:moveTo>
                    <a:cubicBezTo>
                      <a:pt x="237" y="1"/>
                      <a:pt x="199" y="9"/>
                      <a:pt x="161" y="28"/>
                    </a:cubicBezTo>
                    <a:cubicBezTo>
                      <a:pt x="110" y="54"/>
                      <a:pt x="84" y="80"/>
                      <a:pt x="84" y="131"/>
                    </a:cubicBezTo>
                    <a:cubicBezTo>
                      <a:pt x="0" y="278"/>
                      <a:pt x="104" y="442"/>
                      <a:pt x="257" y="442"/>
                    </a:cubicBezTo>
                    <a:cubicBezTo>
                      <a:pt x="292" y="442"/>
                      <a:pt x="329" y="434"/>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35"/>
              <p:cNvSpPr/>
              <p:nvPr/>
            </p:nvSpPr>
            <p:spPr>
              <a:xfrm>
                <a:off x="1300950" y="4098950"/>
                <a:ext cx="13825" cy="11100"/>
              </a:xfrm>
              <a:custGeom>
                <a:avLst/>
                <a:gdLst/>
                <a:ahLst/>
                <a:cxnLst/>
                <a:rect l="l" t="t" r="r" b="b"/>
                <a:pathLst>
                  <a:path w="553" h="444" extrusionOk="0">
                    <a:moveTo>
                      <a:pt x="296" y="0"/>
                    </a:moveTo>
                    <a:cubicBezTo>
                      <a:pt x="260" y="0"/>
                      <a:pt x="223" y="10"/>
                      <a:pt x="187" y="30"/>
                    </a:cubicBezTo>
                    <a:cubicBezTo>
                      <a:pt x="110" y="30"/>
                      <a:pt x="84" y="56"/>
                      <a:pt x="84" y="133"/>
                    </a:cubicBezTo>
                    <a:cubicBezTo>
                      <a:pt x="1" y="280"/>
                      <a:pt x="122" y="444"/>
                      <a:pt x="267" y="444"/>
                    </a:cubicBezTo>
                    <a:cubicBezTo>
                      <a:pt x="300" y="444"/>
                      <a:pt x="334" y="435"/>
                      <a:pt x="368" y="416"/>
                    </a:cubicBezTo>
                    <a:lnTo>
                      <a:pt x="470"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35"/>
              <p:cNvSpPr/>
              <p:nvPr/>
            </p:nvSpPr>
            <p:spPr>
              <a:xfrm>
                <a:off x="1183850" y="3999200"/>
                <a:ext cx="13300" cy="11125"/>
              </a:xfrm>
              <a:custGeom>
                <a:avLst/>
                <a:gdLst/>
                <a:ahLst/>
                <a:cxnLst/>
                <a:rect l="l" t="t" r="r" b="b"/>
                <a:pathLst>
                  <a:path w="532" h="445" extrusionOk="0">
                    <a:moveTo>
                      <a:pt x="280" y="1"/>
                    </a:moveTo>
                    <a:cubicBezTo>
                      <a:pt x="243" y="1"/>
                      <a:pt x="202" y="10"/>
                      <a:pt x="161" y="31"/>
                    </a:cubicBezTo>
                    <a:cubicBezTo>
                      <a:pt x="135" y="56"/>
                      <a:pt x="84" y="82"/>
                      <a:pt x="84" y="134"/>
                    </a:cubicBezTo>
                    <a:cubicBezTo>
                      <a:pt x="0" y="280"/>
                      <a:pt x="104" y="444"/>
                      <a:pt x="257" y="444"/>
                    </a:cubicBezTo>
                    <a:cubicBezTo>
                      <a:pt x="292" y="444"/>
                      <a:pt x="329" y="436"/>
                      <a:pt x="367" y="417"/>
                    </a:cubicBezTo>
                    <a:lnTo>
                      <a:pt x="470"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35"/>
              <p:cNvSpPr/>
              <p:nvPr/>
            </p:nvSpPr>
            <p:spPr>
              <a:xfrm>
                <a:off x="1131600" y="3562350"/>
                <a:ext cx="13350" cy="11050"/>
              </a:xfrm>
              <a:custGeom>
                <a:avLst/>
                <a:gdLst/>
                <a:ahLst/>
                <a:cxnLst/>
                <a:rect l="l" t="t" r="r" b="b"/>
                <a:pathLst>
                  <a:path w="534" h="442" extrusionOk="0">
                    <a:moveTo>
                      <a:pt x="277" y="1"/>
                    </a:moveTo>
                    <a:cubicBezTo>
                      <a:pt x="242" y="1"/>
                      <a:pt x="205" y="9"/>
                      <a:pt x="166" y="28"/>
                    </a:cubicBezTo>
                    <a:cubicBezTo>
                      <a:pt x="141" y="28"/>
                      <a:pt x="115" y="54"/>
                      <a:pt x="63" y="131"/>
                    </a:cubicBezTo>
                    <a:cubicBezTo>
                      <a:pt x="0" y="278"/>
                      <a:pt x="108" y="442"/>
                      <a:pt x="262" y="442"/>
                    </a:cubicBezTo>
                    <a:cubicBezTo>
                      <a:pt x="297" y="442"/>
                      <a:pt x="334" y="433"/>
                      <a:pt x="372" y="414"/>
                    </a:cubicBezTo>
                    <a:lnTo>
                      <a:pt x="449" y="311"/>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35"/>
              <p:cNvSpPr/>
              <p:nvPr/>
            </p:nvSpPr>
            <p:spPr>
              <a:xfrm>
                <a:off x="2783525" y="3132100"/>
                <a:ext cx="13900" cy="10900"/>
              </a:xfrm>
              <a:custGeom>
                <a:avLst/>
                <a:gdLst/>
                <a:ahLst/>
                <a:cxnLst/>
                <a:rect l="l" t="t" r="r" b="b"/>
                <a:pathLst>
                  <a:path w="556" h="436" extrusionOk="0">
                    <a:moveTo>
                      <a:pt x="274" y="1"/>
                    </a:moveTo>
                    <a:cubicBezTo>
                      <a:pt x="245" y="1"/>
                      <a:pt x="215" y="7"/>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35"/>
              <p:cNvSpPr/>
              <p:nvPr/>
            </p:nvSpPr>
            <p:spPr>
              <a:xfrm>
                <a:off x="3340100" y="34465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35"/>
              <p:cNvSpPr/>
              <p:nvPr/>
            </p:nvSpPr>
            <p:spPr>
              <a:xfrm>
                <a:off x="3235725" y="31241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3"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35"/>
              <p:cNvSpPr/>
              <p:nvPr/>
            </p:nvSpPr>
            <p:spPr>
              <a:xfrm>
                <a:off x="2888300" y="3299175"/>
                <a:ext cx="13300" cy="11125"/>
              </a:xfrm>
              <a:custGeom>
                <a:avLst/>
                <a:gdLst/>
                <a:ahLst/>
                <a:cxnLst/>
                <a:rect l="l" t="t" r="r" b="b"/>
                <a:pathLst>
                  <a:path w="532" h="445" extrusionOk="0">
                    <a:moveTo>
                      <a:pt x="275" y="1"/>
                    </a:moveTo>
                    <a:cubicBezTo>
                      <a:pt x="240" y="1"/>
                      <a:pt x="203" y="9"/>
                      <a:pt x="165" y="28"/>
                    </a:cubicBezTo>
                    <a:cubicBezTo>
                      <a:pt x="139" y="28"/>
                      <a:pt x="113" y="105"/>
                      <a:pt x="62" y="131"/>
                    </a:cubicBezTo>
                    <a:cubicBezTo>
                      <a:pt x="0" y="296"/>
                      <a:pt x="103" y="444"/>
                      <a:pt x="252" y="444"/>
                    </a:cubicBezTo>
                    <a:cubicBezTo>
                      <a:pt x="289" y="444"/>
                      <a:pt x="329" y="435"/>
                      <a:pt x="371" y="414"/>
                    </a:cubicBezTo>
                    <a:lnTo>
                      <a:pt x="448" y="311"/>
                    </a:lnTo>
                    <a:cubicBezTo>
                      <a:pt x="532" y="165"/>
                      <a:pt x="428" y="1"/>
                      <a:pt x="27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35"/>
              <p:cNvSpPr/>
              <p:nvPr/>
            </p:nvSpPr>
            <p:spPr>
              <a:xfrm>
                <a:off x="2878625" y="3614700"/>
                <a:ext cx="13400" cy="10875"/>
              </a:xfrm>
              <a:custGeom>
                <a:avLst/>
                <a:gdLst/>
                <a:ahLst/>
                <a:cxnLst/>
                <a:rect l="l" t="t" r="r" b="b"/>
                <a:pathLst>
                  <a:path w="536" h="435" extrusionOk="0">
                    <a:moveTo>
                      <a:pt x="262" y="1"/>
                    </a:moveTo>
                    <a:cubicBezTo>
                      <a:pt x="232" y="1"/>
                      <a:pt x="199" y="7"/>
                      <a:pt x="166" y="19"/>
                    </a:cubicBezTo>
                    <a:cubicBezTo>
                      <a:pt x="114" y="19"/>
                      <a:pt x="63" y="71"/>
                      <a:pt x="63" y="122"/>
                    </a:cubicBez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35"/>
              <p:cNvSpPr/>
              <p:nvPr/>
            </p:nvSpPr>
            <p:spPr>
              <a:xfrm>
                <a:off x="3044750" y="3755400"/>
                <a:ext cx="13850" cy="11050"/>
              </a:xfrm>
              <a:custGeom>
                <a:avLst/>
                <a:gdLst/>
                <a:ahLst/>
                <a:cxnLst/>
                <a:rect l="l" t="t" r="r" b="b"/>
                <a:pathLst>
                  <a:path w="554" h="442" extrusionOk="0">
                    <a:moveTo>
                      <a:pt x="288" y="0"/>
                    </a:moveTo>
                    <a:cubicBezTo>
                      <a:pt x="255" y="0"/>
                      <a:pt x="220" y="9"/>
                      <a:pt x="187" y="28"/>
                    </a:cubicBezTo>
                    <a:cubicBezTo>
                      <a:pt x="110" y="54"/>
                      <a:pt x="84" y="105"/>
                      <a:pt x="84" y="131"/>
                    </a:cubicBezTo>
                    <a:cubicBezTo>
                      <a:pt x="0" y="278"/>
                      <a:pt x="121" y="441"/>
                      <a:pt x="266"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35"/>
              <p:cNvSpPr/>
              <p:nvPr/>
            </p:nvSpPr>
            <p:spPr>
              <a:xfrm>
                <a:off x="3121950" y="3964525"/>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35"/>
              <p:cNvSpPr/>
              <p:nvPr/>
            </p:nvSpPr>
            <p:spPr>
              <a:xfrm>
                <a:off x="2814300" y="4106950"/>
                <a:ext cx="13375" cy="10875"/>
              </a:xfrm>
              <a:custGeom>
                <a:avLst/>
                <a:gdLst/>
                <a:ahLst/>
                <a:cxnLst/>
                <a:rect l="l" t="t" r="r" b="b"/>
                <a:pathLst>
                  <a:path w="535" h="435" extrusionOk="0">
                    <a:moveTo>
                      <a:pt x="253" y="1"/>
                    </a:moveTo>
                    <a:cubicBezTo>
                      <a:pt x="224" y="1"/>
                      <a:pt x="194" y="7"/>
                      <a:pt x="165" y="19"/>
                    </a:cubicBezTo>
                    <a:lnTo>
                      <a:pt x="62" y="122"/>
                    </a:lnTo>
                    <a:cubicBezTo>
                      <a:pt x="0" y="287"/>
                      <a:pt x="103" y="435"/>
                      <a:pt x="239" y="435"/>
                    </a:cubicBezTo>
                    <a:cubicBezTo>
                      <a:pt x="273" y="435"/>
                      <a:pt x="309" y="426"/>
                      <a:pt x="345" y="405"/>
                    </a:cubicBezTo>
                    <a:lnTo>
                      <a:pt x="448" y="328"/>
                    </a:lnTo>
                    <a:cubicBezTo>
                      <a:pt x="534"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35"/>
              <p:cNvSpPr/>
              <p:nvPr/>
            </p:nvSpPr>
            <p:spPr>
              <a:xfrm>
                <a:off x="2519700" y="3464500"/>
                <a:ext cx="13300" cy="10525"/>
              </a:xfrm>
              <a:custGeom>
                <a:avLst/>
                <a:gdLst/>
                <a:ahLst/>
                <a:cxnLst/>
                <a:rect l="l" t="t" r="r" b="b"/>
                <a:pathLst>
                  <a:path w="532" h="421" extrusionOk="0">
                    <a:moveTo>
                      <a:pt x="292" y="0"/>
                    </a:moveTo>
                    <a:cubicBezTo>
                      <a:pt x="258" y="0"/>
                      <a:pt x="222" y="9"/>
                      <a:pt x="186" y="30"/>
                    </a:cubicBezTo>
                    <a:cubicBezTo>
                      <a:pt x="109" y="56"/>
                      <a:pt x="83" y="81"/>
                      <a:pt x="83" y="107"/>
                    </a:cubicBezTo>
                    <a:cubicBezTo>
                      <a:pt x="1" y="272"/>
                      <a:pt x="116" y="420"/>
                      <a:pt x="258" y="420"/>
                    </a:cubicBezTo>
                    <a:cubicBezTo>
                      <a:pt x="293" y="420"/>
                      <a:pt x="330" y="411"/>
                      <a:pt x="366" y="390"/>
                    </a:cubicBezTo>
                    <a:lnTo>
                      <a:pt x="469" y="313"/>
                    </a:lnTo>
                    <a:cubicBezTo>
                      <a:pt x="531" y="148"/>
                      <a:pt x="428" y="0"/>
                      <a:pt x="29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35"/>
              <p:cNvSpPr/>
              <p:nvPr/>
            </p:nvSpPr>
            <p:spPr>
              <a:xfrm>
                <a:off x="2398700" y="3494800"/>
                <a:ext cx="13875" cy="11050"/>
              </a:xfrm>
              <a:custGeom>
                <a:avLst/>
                <a:gdLst/>
                <a:ahLst/>
                <a:cxnLst/>
                <a:rect l="l" t="t" r="r" b="b"/>
                <a:pathLst>
                  <a:path w="555" h="442" extrusionOk="0">
                    <a:moveTo>
                      <a:pt x="288" y="0"/>
                    </a:moveTo>
                    <a:cubicBezTo>
                      <a:pt x="255" y="0"/>
                      <a:pt x="221" y="9"/>
                      <a:pt x="187" y="28"/>
                    </a:cubicBezTo>
                    <a:cubicBezTo>
                      <a:pt x="136" y="53"/>
                      <a:pt x="84" y="105"/>
                      <a:pt x="84"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35"/>
              <p:cNvSpPr/>
              <p:nvPr/>
            </p:nvSpPr>
            <p:spPr>
              <a:xfrm>
                <a:off x="1980625" y="3679000"/>
                <a:ext cx="11600" cy="10700"/>
              </a:xfrm>
              <a:custGeom>
                <a:avLst/>
                <a:gdLst/>
                <a:ahLst/>
                <a:cxnLst/>
                <a:rect l="l" t="t" r="r" b="b"/>
                <a:pathLst>
                  <a:path w="464" h="428" extrusionOk="0">
                    <a:moveTo>
                      <a:pt x="194" y="0"/>
                    </a:moveTo>
                    <a:cubicBezTo>
                      <a:pt x="151" y="0"/>
                      <a:pt x="110" y="14"/>
                      <a:pt x="77" y="47"/>
                    </a:cubicBezTo>
                    <a:cubicBezTo>
                      <a:pt x="0" y="124"/>
                      <a:pt x="0" y="253"/>
                      <a:pt x="103" y="356"/>
                    </a:cubicBezTo>
                    <a:cubicBezTo>
                      <a:pt x="148" y="400"/>
                      <a:pt x="210" y="428"/>
                      <a:pt x="270" y="428"/>
                    </a:cubicBezTo>
                    <a:cubicBezTo>
                      <a:pt x="313" y="428"/>
                      <a:pt x="354" y="414"/>
                      <a:pt x="386" y="381"/>
                    </a:cubicBezTo>
                    <a:cubicBezTo>
                      <a:pt x="463" y="304"/>
                      <a:pt x="463" y="175"/>
                      <a:pt x="360" y="72"/>
                    </a:cubicBezTo>
                    <a:cubicBezTo>
                      <a:pt x="316" y="28"/>
                      <a:pt x="253"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35"/>
              <p:cNvSpPr/>
              <p:nvPr/>
            </p:nvSpPr>
            <p:spPr>
              <a:xfrm>
                <a:off x="1786125" y="3787575"/>
                <a:ext cx="13875" cy="11050"/>
              </a:xfrm>
              <a:custGeom>
                <a:avLst/>
                <a:gdLst/>
                <a:ahLst/>
                <a:cxnLst/>
                <a:rect l="l" t="t" r="r" b="b"/>
                <a:pathLst>
                  <a:path w="555" h="442" extrusionOk="0">
                    <a:moveTo>
                      <a:pt x="288" y="0"/>
                    </a:moveTo>
                    <a:cubicBezTo>
                      <a:pt x="255" y="0"/>
                      <a:pt x="221" y="9"/>
                      <a:pt x="187" y="28"/>
                    </a:cubicBezTo>
                    <a:lnTo>
                      <a:pt x="84" y="131"/>
                    </a:ln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35"/>
              <p:cNvSpPr/>
              <p:nvPr/>
            </p:nvSpPr>
            <p:spPr>
              <a:xfrm>
                <a:off x="2089200" y="38802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35"/>
              <p:cNvSpPr/>
              <p:nvPr/>
            </p:nvSpPr>
            <p:spPr>
              <a:xfrm>
                <a:off x="3023425" y="4027525"/>
                <a:ext cx="13275" cy="10525"/>
              </a:xfrm>
              <a:custGeom>
                <a:avLst/>
                <a:gdLst/>
                <a:ahLst/>
                <a:cxnLst/>
                <a:rect l="l" t="t" r="r" b="b"/>
                <a:pathLst>
                  <a:path w="531" h="421" extrusionOk="0">
                    <a:moveTo>
                      <a:pt x="283" y="0"/>
                    </a:moveTo>
                    <a:cubicBezTo>
                      <a:pt x="246" y="0"/>
                      <a:pt x="206" y="10"/>
                      <a:pt x="165" y="30"/>
                    </a:cubicBezTo>
                    <a:lnTo>
                      <a:pt x="62" y="107"/>
                    </a:lnTo>
                    <a:cubicBezTo>
                      <a:pt x="0" y="272"/>
                      <a:pt x="103" y="420"/>
                      <a:pt x="252" y="420"/>
                    </a:cubicBezTo>
                    <a:cubicBezTo>
                      <a:pt x="289" y="420"/>
                      <a:pt x="330" y="411"/>
                      <a:pt x="371" y="391"/>
                    </a:cubicBezTo>
                    <a:lnTo>
                      <a:pt x="448" y="313"/>
                    </a:lnTo>
                    <a:cubicBezTo>
                      <a:pt x="530"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35"/>
              <p:cNvSpPr/>
              <p:nvPr/>
            </p:nvSpPr>
            <p:spPr>
              <a:xfrm>
                <a:off x="2899325" y="4086775"/>
                <a:ext cx="13875" cy="11050"/>
              </a:xfrm>
              <a:custGeom>
                <a:avLst/>
                <a:gdLst/>
                <a:ahLst/>
                <a:cxnLst/>
                <a:rect l="l" t="t" r="r" b="b"/>
                <a:pathLst>
                  <a:path w="555" h="442" extrusionOk="0">
                    <a:moveTo>
                      <a:pt x="288" y="1"/>
                    </a:moveTo>
                    <a:cubicBezTo>
                      <a:pt x="255" y="1"/>
                      <a:pt x="220" y="9"/>
                      <a:pt x="187" y="28"/>
                    </a:cubicBezTo>
                    <a:cubicBezTo>
                      <a:pt x="136" y="28"/>
                      <a:pt x="110" y="105"/>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35"/>
              <p:cNvSpPr/>
              <p:nvPr/>
            </p:nvSpPr>
            <p:spPr>
              <a:xfrm>
                <a:off x="2363825" y="3700000"/>
                <a:ext cx="13325" cy="11100"/>
              </a:xfrm>
              <a:custGeom>
                <a:avLst/>
                <a:gdLst/>
                <a:ahLst/>
                <a:cxnLst/>
                <a:rect l="l" t="t" r="r" b="b"/>
                <a:pathLst>
                  <a:path w="533" h="444" extrusionOk="0">
                    <a:moveTo>
                      <a:pt x="275" y="0"/>
                    </a:moveTo>
                    <a:cubicBezTo>
                      <a:pt x="240" y="0"/>
                      <a:pt x="203" y="10"/>
                      <a:pt x="167" y="30"/>
                    </a:cubicBezTo>
                    <a:cubicBezTo>
                      <a:pt x="115" y="56"/>
                      <a:pt x="64" y="82"/>
                      <a:pt x="64" y="133"/>
                    </a:cubicBezTo>
                    <a:cubicBezTo>
                      <a:pt x="1" y="280"/>
                      <a:pt x="109" y="444"/>
                      <a:pt x="248" y="444"/>
                    </a:cubicBezTo>
                    <a:cubicBezTo>
                      <a:pt x="280" y="444"/>
                      <a:pt x="314" y="435"/>
                      <a:pt x="347" y="416"/>
                    </a:cubicBezTo>
                    <a:lnTo>
                      <a:pt x="450" y="313"/>
                    </a:lnTo>
                    <a:cubicBezTo>
                      <a:pt x="532" y="149"/>
                      <a:pt x="417"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35"/>
              <p:cNvSpPr/>
              <p:nvPr/>
            </p:nvSpPr>
            <p:spPr>
              <a:xfrm>
                <a:off x="2049350" y="3408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35"/>
              <p:cNvSpPr/>
              <p:nvPr/>
            </p:nvSpPr>
            <p:spPr>
              <a:xfrm>
                <a:off x="1961675" y="3288875"/>
                <a:ext cx="13350" cy="11075"/>
              </a:xfrm>
              <a:custGeom>
                <a:avLst/>
                <a:gdLst/>
                <a:ahLst/>
                <a:cxnLst/>
                <a:rect l="l" t="t" r="r" b="b"/>
                <a:pathLst>
                  <a:path w="534" h="443" extrusionOk="0">
                    <a:moveTo>
                      <a:pt x="276" y="1"/>
                    </a:moveTo>
                    <a:cubicBezTo>
                      <a:pt x="242" y="1"/>
                      <a:pt x="204" y="9"/>
                      <a:pt x="166" y="28"/>
                    </a:cubicBezTo>
                    <a:lnTo>
                      <a:pt x="63" y="131"/>
                    </a:lnTo>
                    <a:cubicBezTo>
                      <a:pt x="0" y="278"/>
                      <a:pt x="108" y="442"/>
                      <a:pt x="262" y="442"/>
                    </a:cubicBezTo>
                    <a:cubicBezTo>
                      <a:pt x="297" y="442"/>
                      <a:pt x="334" y="434"/>
                      <a:pt x="372" y="414"/>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35"/>
              <p:cNvSpPr/>
              <p:nvPr/>
            </p:nvSpPr>
            <p:spPr>
              <a:xfrm>
                <a:off x="2343375" y="3250275"/>
                <a:ext cx="13850" cy="11050"/>
              </a:xfrm>
              <a:custGeom>
                <a:avLst/>
                <a:gdLst/>
                <a:ahLst/>
                <a:cxnLst/>
                <a:rect l="l" t="t" r="r" b="b"/>
                <a:pathLst>
                  <a:path w="554" h="442" extrusionOk="0">
                    <a:moveTo>
                      <a:pt x="288" y="1"/>
                    </a:moveTo>
                    <a:cubicBezTo>
                      <a:pt x="255" y="1"/>
                      <a:pt x="220" y="9"/>
                      <a:pt x="187" y="28"/>
                    </a:cubicBezTo>
                    <a:cubicBezTo>
                      <a:pt x="110" y="54"/>
                      <a:pt x="84" y="105"/>
                      <a:pt x="84" y="131"/>
                    </a:cubicBezTo>
                    <a:cubicBezTo>
                      <a:pt x="0" y="278"/>
                      <a:pt x="121" y="442"/>
                      <a:pt x="266" y="442"/>
                    </a:cubicBezTo>
                    <a:cubicBezTo>
                      <a:pt x="299"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35"/>
              <p:cNvSpPr/>
              <p:nvPr/>
            </p:nvSpPr>
            <p:spPr>
              <a:xfrm>
                <a:off x="1565950" y="3317200"/>
                <a:ext cx="13325" cy="11050"/>
              </a:xfrm>
              <a:custGeom>
                <a:avLst/>
                <a:gdLst/>
                <a:ahLst/>
                <a:cxnLst/>
                <a:rect l="l" t="t" r="r" b="b"/>
                <a:pathLst>
                  <a:path w="533" h="442" extrusionOk="0">
                    <a:moveTo>
                      <a:pt x="276" y="0"/>
                    </a:moveTo>
                    <a:cubicBezTo>
                      <a:pt x="241" y="0"/>
                      <a:pt x="204" y="9"/>
                      <a:pt x="166" y="28"/>
                    </a:cubicBezTo>
                    <a:lnTo>
                      <a:pt x="63" y="131"/>
                    </a:lnTo>
                    <a:cubicBezTo>
                      <a:pt x="0" y="278"/>
                      <a:pt x="108" y="442"/>
                      <a:pt x="262" y="442"/>
                    </a:cubicBezTo>
                    <a:cubicBezTo>
                      <a:pt x="296" y="442"/>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35"/>
              <p:cNvSpPr/>
              <p:nvPr/>
            </p:nvSpPr>
            <p:spPr>
              <a:xfrm>
                <a:off x="1703275" y="3357700"/>
                <a:ext cx="11625" cy="10500"/>
              </a:xfrm>
              <a:custGeom>
                <a:avLst/>
                <a:gdLst/>
                <a:ahLst/>
                <a:cxnLst/>
                <a:rect l="l" t="t" r="r" b="b"/>
                <a:pathLst>
                  <a:path w="465" h="420" extrusionOk="0">
                    <a:moveTo>
                      <a:pt x="209"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35"/>
              <p:cNvSpPr/>
              <p:nvPr/>
            </p:nvSpPr>
            <p:spPr>
              <a:xfrm>
                <a:off x="1817600" y="3153050"/>
                <a:ext cx="13375" cy="10900"/>
              </a:xfrm>
              <a:custGeom>
                <a:avLst/>
                <a:gdLst/>
                <a:ahLst/>
                <a:cxnLst/>
                <a:rect l="l" t="t" r="r" b="b"/>
                <a:pathLst>
                  <a:path w="535" h="436" extrusionOk="0">
                    <a:moveTo>
                      <a:pt x="282" y="1"/>
                    </a:moveTo>
                    <a:cubicBezTo>
                      <a:pt x="245" y="1"/>
                      <a:pt x="205" y="10"/>
                      <a:pt x="164" y="31"/>
                    </a:cubicBezTo>
                    <a:cubicBezTo>
                      <a:pt x="112" y="31"/>
                      <a:pt x="86" y="56"/>
                      <a:pt x="86" y="134"/>
                    </a:cubicBezTo>
                    <a:cubicBezTo>
                      <a:pt x="0" y="284"/>
                      <a:pt x="112" y="435"/>
                      <a:pt x="272" y="435"/>
                    </a:cubicBezTo>
                    <a:cubicBezTo>
                      <a:pt x="303" y="435"/>
                      <a:pt x="336" y="429"/>
                      <a:pt x="370" y="417"/>
                    </a:cubicBezTo>
                    <a:lnTo>
                      <a:pt x="473"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35"/>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35"/>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35"/>
              <p:cNvSpPr/>
              <p:nvPr/>
            </p:nvSpPr>
            <p:spPr>
              <a:xfrm>
                <a:off x="1405025" y="3635000"/>
                <a:ext cx="13350" cy="10900"/>
              </a:xfrm>
              <a:custGeom>
                <a:avLst/>
                <a:gdLst/>
                <a:ahLst/>
                <a:cxnLst/>
                <a:rect l="l" t="t" r="r" b="b"/>
                <a:pathLst>
                  <a:path w="534" h="436" extrusionOk="0">
                    <a:moveTo>
                      <a:pt x="287" y="1"/>
                    </a:moveTo>
                    <a:cubicBezTo>
                      <a:pt x="250" y="1"/>
                      <a:pt x="209" y="10"/>
                      <a:pt x="168" y="31"/>
                    </a:cubicBezTo>
                    <a:cubicBezTo>
                      <a:pt x="143" y="56"/>
                      <a:pt x="65" y="82"/>
                      <a:pt x="65" y="108"/>
                    </a:cubicBez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35"/>
              <p:cNvSpPr/>
              <p:nvPr/>
            </p:nvSpPr>
            <p:spPr>
              <a:xfrm>
                <a:off x="1547400" y="4035300"/>
                <a:ext cx="13350" cy="11050"/>
              </a:xfrm>
              <a:custGeom>
                <a:avLst/>
                <a:gdLst/>
                <a:ahLst/>
                <a:cxnLst/>
                <a:rect l="l" t="t" r="r" b="b"/>
                <a:pathLst>
                  <a:path w="534" h="442" extrusionOk="0">
                    <a:moveTo>
                      <a:pt x="272" y="0"/>
                    </a:moveTo>
                    <a:cubicBezTo>
                      <a:pt x="237" y="0"/>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35"/>
              <p:cNvSpPr/>
              <p:nvPr/>
            </p:nvSpPr>
            <p:spPr>
              <a:xfrm>
                <a:off x="1656825" y="4106950"/>
                <a:ext cx="13350" cy="10875"/>
              </a:xfrm>
              <a:custGeom>
                <a:avLst/>
                <a:gdLst/>
                <a:ahLst/>
                <a:cxnLst/>
                <a:rect l="l" t="t" r="r" b="b"/>
                <a:pathLst>
                  <a:path w="534" h="435" extrusionOk="0">
                    <a:moveTo>
                      <a:pt x="257" y="1"/>
                    </a:moveTo>
                    <a:cubicBezTo>
                      <a:pt x="226" y="1"/>
                      <a:pt x="193" y="7"/>
                      <a:pt x="160" y="19"/>
                    </a:cubicBezTo>
                    <a:cubicBezTo>
                      <a:pt x="134" y="19"/>
                      <a:pt x="109" y="70"/>
                      <a:pt x="83" y="122"/>
                    </a:cubicBezTo>
                    <a:cubicBezTo>
                      <a:pt x="0"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35"/>
              <p:cNvSpPr/>
              <p:nvPr/>
            </p:nvSpPr>
            <p:spPr>
              <a:xfrm>
                <a:off x="1865950" y="4280450"/>
                <a:ext cx="13300" cy="11125"/>
              </a:xfrm>
              <a:custGeom>
                <a:avLst/>
                <a:gdLst/>
                <a:ahLst/>
                <a:cxnLst/>
                <a:rect l="l" t="t" r="r" b="b"/>
                <a:pathLst>
                  <a:path w="532" h="445" extrusionOk="0">
                    <a:moveTo>
                      <a:pt x="270" y="1"/>
                    </a:moveTo>
                    <a:cubicBezTo>
                      <a:pt x="236" y="1"/>
                      <a:pt x="198" y="9"/>
                      <a:pt x="160" y="28"/>
                    </a:cubicBezTo>
                    <a:lnTo>
                      <a:pt x="83" y="131"/>
                    </a:lnTo>
                    <a:cubicBezTo>
                      <a:pt x="1" y="296"/>
                      <a:pt x="99" y="444"/>
                      <a:pt x="248" y="444"/>
                    </a:cubicBezTo>
                    <a:cubicBezTo>
                      <a:pt x="285" y="444"/>
                      <a:pt x="325" y="435"/>
                      <a:pt x="366" y="414"/>
                    </a:cubicBezTo>
                    <a:lnTo>
                      <a:pt x="469" y="312"/>
                    </a:lnTo>
                    <a:cubicBezTo>
                      <a:pt x="532" y="165"/>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35"/>
              <p:cNvSpPr/>
              <p:nvPr/>
            </p:nvSpPr>
            <p:spPr>
              <a:xfrm>
                <a:off x="2055725" y="4308075"/>
                <a:ext cx="13325" cy="11100"/>
              </a:xfrm>
              <a:custGeom>
                <a:avLst/>
                <a:gdLst/>
                <a:ahLst/>
                <a:cxnLst/>
                <a:rect l="l" t="t" r="r" b="b"/>
                <a:pathLst>
                  <a:path w="533" h="444" extrusionOk="0">
                    <a:moveTo>
                      <a:pt x="281" y="0"/>
                    </a:moveTo>
                    <a:cubicBezTo>
                      <a:pt x="243" y="0"/>
                      <a:pt x="203" y="10"/>
                      <a:pt x="162" y="30"/>
                    </a:cubicBezTo>
                    <a:cubicBezTo>
                      <a:pt x="111" y="30"/>
                      <a:pt x="85" y="82"/>
                      <a:pt x="85" y="133"/>
                    </a:cubicBezTo>
                    <a:cubicBezTo>
                      <a:pt x="1" y="280"/>
                      <a:pt x="105" y="444"/>
                      <a:pt x="258" y="444"/>
                    </a:cubicBezTo>
                    <a:cubicBezTo>
                      <a:pt x="292" y="444"/>
                      <a:pt x="330" y="435"/>
                      <a:pt x="368" y="416"/>
                    </a:cubicBezTo>
                    <a:lnTo>
                      <a:pt x="471" y="313"/>
                    </a:lnTo>
                    <a:cubicBezTo>
                      <a:pt x="533" y="149"/>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35"/>
              <p:cNvSpPr/>
              <p:nvPr/>
            </p:nvSpPr>
            <p:spPr>
              <a:xfrm>
                <a:off x="2112925" y="4354700"/>
                <a:ext cx="13375" cy="10875"/>
              </a:xfrm>
              <a:custGeom>
                <a:avLst/>
                <a:gdLst/>
                <a:ahLst/>
                <a:cxnLst/>
                <a:rect l="l" t="t" r="r" b="b"/>
                <a:pathLst>
                  <a:path w="535" h="435" extrusionOk="0">
                    <a:moveTo>
                      <a:pt x="262" y="0"/>
                    </a:moveTo>
                    <a:cubicBezTo>
                      <a:pt x="231" y="0"/>
                      <a:pt x="198" y="6"/>
                      <a:pt x="165" y="18"/>
                    </a:cubicBezTo>
                    <a:cubicBezTo>
                      <a:pt x="113" y="18"/>
                      <a:pt x="62" y="70"/>
                      <a:pt x="62" y="121"/>
                    </a:cubicBezTo>
                    <a:cubicBezTo>
                      <a:pt x="0" y="286"/>
                      <a:pt x="103" y="434"/>
                      <a:pt x="252" y="434"/>
                    </a:cubicBezTo>
                    <a:cubicBezTo>
                      <a:pt x="289" y="434"/>
                      <a:pt x="329"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35"/>
              <p:cNvSpPr/>
              <p:nvPr/>
            </p:nvSpPr>
            <p:spPr>
              <a:xfrm>
                <a:off x="2175425" y="4520400"/>
                <a:ext cx="13825" cy="11125"/>
              </a:xfrm>
              <a:custGeom>
                <a:avLst/>
                <a:gdLst/>
                <a:ahLst/>
                <a:cxnLst/>
                <a:rect l="l" t="t" r="r" b="b"/>
                <a:pathLst>
                  <a:path w="553" h="445" extrusionOk="0">
                    <a:moveTo>
                      <a:pt x="296" y="1"/>
                    </a:moveTo>
                    <a:cubicBezTo>
                      <a:pt x="260" y="1"/>
                      <a:pt x="223" y="10"/>
                      <a:pt x="187" y="31"/>
                    </a:cubicBezTo>
                    <a:cubicBezTo>
                      <a:pt x="110" y="31"/>
                      <a:pt x="84" y="57"/>
                      <a:pt x="84" y="134"/>
                    </a:cubicBezTo>
                    <a:cubicBezTo>
                      <a:pt x="0" y="281"/>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35"/>
              <p:cNvSpPr/>
              <p:nvPr/>
            </p:nvSpPr>
            <p:spPr>
              <a:xfrm>
                <a:off x="2412125" y="4641025"/>
                <a:ext cx="13375" cy="10875"/>
              </a:xfrm>
              <a:custGeom>
                <a:avLst/>
                <a:gdLst/>
                <a:ahLst/>
                <a:cxnLst/>
                <a:rect l="l" t="t" r="r" b="b"/>
                <a:pathLst>
                  <a:path w="535" h="435" extrusionOk="0">
                    <a:moveTo>
                      <a:pt x="253" y="1"/>
                    </a:moveTo>
                    <a:cubicBezTo>
                      <a:pt x="224" y="1"/>
                      <a:pt x="194" y="6"/>
                      <a:pt x="165" y="19"/>
                    </a:cubicBezTo>
                    <a:cubicBezTo>
                      <a:pt x="114" y="70"/>
                      <a:pt x="62" y="96"/>
                      <a:pt x="62" y="122"/>
                    </a:cubicBezTo>
                    <a:cubicBezTo>
                      <a:pt x="0" y="287"/>
                      <a:pt x="103"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35"/>
              <p:cNvSpPr/>
              <p:nvPr/>
            </p:nvSpPr>
            <p:spPr>
              <a:xfrm>
                <a:off x="2521525" y="4737550"/>
                <a:ext cx="13375" cy="10875"/>
              </a:xfrm>
              <a:custGeom>
                <a:avLst/>
                <a:gdLst/>
                <a:ahLst/>
                <a:cxnLst/>
                <a:rect l="l" t="t" r="r" b="b"/>
                <a:pathLst>
                  <a:path w="535" h="435" extrusionOk="0">
                    <a:moveTo>
                      <a:pt x="262" y="0"/>
                    </a:moveTo>
                    <a:cubicBezTo>
                      <a:pt x="231" y="0"/>
                      <a:pt x="198" y="6"/>
                      <a:pt x="165" y="19"/>
                    </a:cubicBezTo>
                    <a:cubicBezTo>
                      <a:pt x="113" y="70"/>
                      <a:pt x="62" y="96"/>
                      <a:pt x="62" y="122"/>
                    </a:cubicBezTo>
                    <a:cubicBezTo>
                      <a:pt x="0" y="286"/>
                      <a:pt x="103" y="435"/>
                      <a:pt x="252" y="435"/>
                    </a:cubicBezTo>
                    <a:cubicBezTo>
                      <a:pt x="289" y="435"/>
                      <a:pt x="329"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35"/>
              <p:cNvSpPr/>
              <p:nvPr/>
            </p:nvSpPr>
            <p:spPr>
              <a:xfrm>
                <a:off x="3079500" y="4710925"/>
                <a:ext cx="13850" cy="11075"/>
              </a:xfrm>
              <a:custGeom>
                <a:avLst/>
                <a:gdLst/>
                <a:ahLst/>
                <a:cxnLst/>
                <a:rect l="l" t="t" r="r" b="b"/>
                <a:pathLst>
                  <a:path w="554" h="443" extrusionOk="0">
                    <a:moveTo>
                      <a:pt x="288" y="1"/>
                    </a:moveTo>
                    <a:cubicBezTo>
                      <a:pt x="254" y="1"/>
                      <a:pt x="220" y="9"/>
                      <a:pt x="187" y="28"/>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35"/>
              <p:cNvSpPr/>
              <p:nvPr/>
            </p:nvSpPr>
            <p:spPr>
              <a:xfrm>
                <a:off x="542850" y="3255375"/>
                <a:ext cx="13300" cy="10525"/>
              </a:xfrm>
              <a:custGeom>
                <a:avLst/>
                <a:gdLst/>
                <a:ahLst/>
                <a:cxnLst/>
                <a:rect l="l" t="t" r="r" b="b"/>
                <a:pathLst>
                  <a:path w="532" h="421" extrusionOk="0">
                    <a:moveTo>
                      <a:pt x="284" y="0"/>
                    </a:moveTo>
                    <a:cubicBezTo>
                      <a:pt x="247" y="0"/>
                      <a:pt x="207" y="9"/>
                      <a:pt x="166" y="30"/>
                    </a:cubicBezTo>
                    <a:cubicBezTo>
                      <a:pt x="114" y="56"/>
                      <a:pt x="63" y="81"/>
                      <a:pt x="63" y="107"/>
                    </a:cubicBezTo>
                    <a:cubicBezTo>
                      <a:pt x="1" y="272"/>
                      <a:pt x="104" y="420"/>
                      <a:pt x="253" y="420"/>
                    </a:cubicBezTo>
                    <a:cubicBezTo>
                      <a:pt x="290" y="420"/>
                      <a:pt x="330" y="411"/>
                      <a:pt x="371" y="390"/>
                    </a:cubicBezTo>
                    <a:lnTo>
                      <a:pt x="449" y="313"/>
                    </a:lnTo>
                    <a:cubicBezTo>
                      <a:pt x="531" y="148"/>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35"/>
              <p:cNvSpPr/>
              <p:nvPr/>
            </p:nvSpPr>
            <p:spPr>
              <a:xfrm>
                <a:off x="596350" y="3851925"/>
                <a:ext cx="13875" cy="11050"/>
              </a:xfrm>
              <a:custGeom>
                <a:avLst/>
                <a:gdLst/>
                <a:ahLst/>
                <a:cxnLst/>
                <a:rect l="l" t="t" r="r" b="b"/>
                <a:pathLst>
                  <a:path w="555" h="442" extrusionOk="0">
                    <a:moveTo>
                      <a:pt x="288" y="0"/>
                    </a:moveTo>
                    <a:cubicBezTo>
                      <a:pt x="255" y="0"/>
                      <a:pt x="221" y="8"/>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35"/>
              <p:cNvSpPr/>
              <p:nvPr/>
            </p:nvSpPr>
            <p:spPr>
              <a:xfrm>
                <a:off x="750175" y="3592175"/>
                <a:ext cx="13350" cy="10900"/>
              </a:xfrm>
              <a:custGeom>
                <a:avLst/>
                <a:gdLst/>
                <a:ahLst/>
                <a:cxnLst/>
                <a:rect l="l" t="t" r="r" b="b"/>
                <a:pathLst>
                  <a:path w="534" h="436" extrusionOk="0">
                    <a:moveTo>
                      <a:pt x="257" y="1"/>
                    </a:moveTo>
                    <a:cubicBezTo>
                      <a:pt x="226" y="1"/>
                      <a:pt x="194" y="7"/>
                      <a:pt x="160" y="19"/>
                    </a:cubicBezTo>
                    <a:cubicBezTo>
                      <a:pt x="109" y="71"/>
                      <a:pt x="83" y="96"/>
                      <a:pt x="83" y="122"/>
                    </a:cubicBezTo>
                    <a:cubicBezTo>
                      <a:pt x="1" y="287"/>
                      <a:pt x="116" y="435"/>
                      <a:pt x="258" y="435"/>
                    </a:cubicBezTo>
                    <a:cubicBezTo>
                      <a:pt x="293" y="435"/>
                      <a:pt x="330"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35"/>
              <p:cNvSpPr/>
              <p:nvPr/>
            </p:nvSpPr>
            <p:spPr>
              <a:xfrm>
                <a:off x="748750" y="3555225"/>
                <a:ext cx="13300" cy="11100"/>
              </a:xfrm>
              <a:custGeom>
                <a:avLst/>
                <a:gdLst/>
                <a:ahLst/>
                <a:cxnLst/>
                <a:rect l="l" t="t" r="r" b="b"/>
                <a:pathLst>
                  <a:path w="532" h="444" extrusionOk="0">
                    <a:moveTo>
                      <a:pt x="284" y="0"/>
                    </a:moveTo>
                    <a:cubicBezTo>
                      <a:pt x="247" y="0"/>
                      <a:pt x="207" y="10"/>
                      <a:pt x="166" y="30"/>
                    </a:cubicBezTo>
                    <a:cubicBezTo>
                      <a:pt x="114" y="56"/>
                      <a:pt x="63" y="82"/>
                      <a:pt x="63" y="133"/>
                    </a:cubicBezTo>
                    <a:cubicBezTo>
                      <a:pt x="0" y="280"/>
                      <a:pt x="108" y="444"/>
                      <a:pt x="261" y="444"/>
                    </a:cubicBezTo>
                    <a:cubicBezTo>
                      <a:pt x="296" y="444"/>
                      <a:pt x="334" y="435"/>
                      <a:pt x="372" y="416"/>
                    </a:cubicBezTo>
                    <a:lnTo>
                      <a:pt x="449" y="313"/>
                    </a:lnTo>
                    <a:cubicBezTo>
                      <a:pt x="531" y="149"/>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35"/>
              <p:cNvSpPr/>
              <p:nvPr/>
            </p:nvSpPr>
            <p:spPr>
              <a:xfrm>
                <a:off x="1087975" y="4259800"/>
                <a:ext cx="13825" cy="11125"/>
              </a:xfrm>
              <a:custGeom>
                <a:avLst/>
                <a:gdLst/>
                <a:ahLst/>
                <a:cxnLst/>
                <a:rect l="l" t="t" r="r" b="b"/>
                <a:pathLst>
                  <a:path w="553" h="445" extrusionOk="0">
                    <a:moveTo>
                      <a:pt x="295" y="1"/>
                    </a:moveTo>
                    <a:cubicBezTo>
                      <a:pt x="260" y="1"/>
                      <a:pt x="223" y="10"/>
                      <a:pt x="187" y="31"/>
                    </a:cubicBezTo>
                    <a:lnTo>
                      <a:pt x="84" y="134"/>
                    </a:lnTo>
                    <a:cubicBezTo>
                      <a:pt x="0" y="281"/>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35"/>
              <p:cNvSpPr/>
              <p:nvPr/>
            </p:nvSpPr>
            <p:spPr>
              <a:xfrm>
                <a:off x="806600" y="4394300"/>
                <a:ext cx="13350" cy="10875"/>
              </a:xfrm>
              <a:custGeom>
                <a:avLst/>
                <a:gdLst/>
                <a:ahLst/>
                <a:cxnLst/>
                <a:rect l="l" t="t" r="r" b="b"/>
                <a:pathLst>
                  <a:path w="534" h="435" extrusionOk="0">
                    <a:moveTo>
                      <a:pt x="287" y="0"/>
                    </a:moveTo>
                    <a:cubicBezTo>
                      <a:pt x="250" y="0"/>
                      <a:pt x="210" y="10"/>
                      <a:pt x="168" y="30"/>
                    </a:cubicBezTo>
                    <a:cubicBezTo>
                      <a:pt x="117" y="56"/>
                      <a:pt x="65" y="82"/>
                      <a:pt x="65" y="107"/>
                    </a:cubicBez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35"/>
              <p:cNvSpPr/>
              <p:nvPr/>
            </p:nvSpPr>
            <p:spPr>
              <a:xfrm>
                <a:off x="754000" y="42058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35"/>
              <p:cNvSpPr/>
              <p:nvPr/>
            </p:nvSpPr>
            <p:spPr>
              <a:xfrm>
                <a:off x="1806000" y="4481150"/>
                <a:ext cx="13900" cy="10900"/>
              </a:xfrm>
              <a:custGeom>
                <a:avLst/>
                <a:gdLst/>
                <a:ahLst/>
                <a:cxnLst/>
                <a:rect l="l" t="t" r="r" b="b"/>
                <a:pathLst>
                  <a:path w="556" h="436" extrusionOk="0">
                    <a:moveTo>
                      <a:pt x="299" y="1"/>
                    </a:moveTo>
                    <a:cubicBezTo>
                      <a:pt x="263" y="1"/>
                      <a:pt x="226" y="10"/>
                      <a:pt x="190" y="31"/>
                    </a:cubicBezTo>
                    <a:cubicBezTo>
                      <a:pt x="164" y="57"/>
                      <a:pt x="87" y="82"/>
                      <a:pt x="87" y="108"/>
                    </a:cubicBez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35"/>
              <p:cNvSpPr/>
              <p:nvPr/>
            </p:nvSpPr>
            <p:spPr>
              <a:xfrm>
                <a:off x="1691450" y="4333175"/>
                <a:ext cx="13275" cy="10525"/>
              </a:xfrm>
              <a:custGeom>
                <a:avLst/>
                <a:gdLst/>
                <a:ahLst/>
                <a:cxnLst/>
                <a:rect l="l" t="t" r="r" b="b"/>
                <a:pathLst>
                  <a:path w="531" h="421" extrusionOk="0">
                    <a:moveTo>
                      <a:pt x="283" y="0"/>
                    </a:moveTo>
                    <a:cubicBezTo>
                      <a:pt x="246" y="0"/>
                      <a:pt x="206" y="9"/>
                      <a:pt x="165" y="30"/>
                    </a:cubicBezTo>
                    <a:cubicBezTo>
                      <a:pt x="113" y="30"/>
                      <a:pt x="62" y="56"/>
                      <a:pt x="62" y="107"/>
                    </a:cubicBezTo>
                    <a:cubicBezTo>
                      <a:pt x="0" y="272"/>
                      <a:pt x="103" y="420"/>
                      <a:pt x="252" y="420"/>
                    </a:cubicBezTo>
                    <a:cubicBezTo>
                      <a:pt x="290" y="420"/>
                      <a:pt x="330" y="411"/>
                      <a:pt x="371" y="390"/>
                    </a:cubicBezTo>
                    <a:lnTo>
                      <a:pt x="448" y="313"/>
                    </a:lnTo>
                    <a:cubicBezTo>
                      <a:pt x="530"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35"/>
              <p:cNvSpPr/>
              <p:nvPr/>
            </p:nvSpPr>
            <p:spPr>
              <a:xfrm>
                <a:off x="1356775" y="4326725"/>
                <a:ext cx="13350" cy="10875"/>
              </a:xfrm>
              <a:custGeom>
                <a:avLst/>
                <a:gdLst/>
                <a:ahLst/>
                <a:cxnLst/>
                <a:rect l="l" t="t" r="r" b="b"/>
                <a:pathLst>
                  <a:path w="534" h="435" extrusionOk="0">
                    <a:moveTo>
                      <a:pt x="286" y="1"/>
                    </a:moveTo>
                    <a:cubicBezTo>
                      <a:pt x="249" y="1"/>
                      <a:pt x="209" y="10"/>
                      <a:pt x="168" y="31"/>
                    </a:cubicBezTo>
                    <a:lnTo>
                      <a:pt x="65" y="108"/>
                    </a:lnTo>
                    <a:cubicBezTo>
                      <a:pt x="0" y="280"/>
                      <a:pt x="116" y="435"/>
                      <a:pt x="277" y="435"/>
                    </a:cubicBezTo>
                    <a:cubicBezTo>
                      <a:pt x="308" y="435"/>
                      <a:pt x="340" y="429"/>
                      <a:pt x="374" y="417"/>
                    </a:cubicBezTo>
                    <a:lnTo>
                      <a:pt x="451" y="314"/>
                    </a:lnTo>
                    <a:cubicBezTo>
                      <a:pt x="533"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35"/>
              <p:cNvSpPr/>
              <p:nvPr/>
            </p:nvSpPr>
            <p:spPr>
              <a:xfrm>
                <a:off x="1396025" y="4346025"/>
                <a:ext cx="13475" cy="10900"/>
              </a:xfrm>
              <a:custGeom>
                <a:avLst/>
                <a:gdLst/>
                <a:ahLst/>
                <a:cxnLst/>
                <a:rect l="l" t="t" r="r" b="b"/>
                <a:pathLst>
                  <a:path w="539" h="436" extrusionOk="0">
                    <a:moveTo>
                      <a:pt x="287" y="1"/>
                    </a:moveTo>
                    <a:cubicBezTo>
                      <a:pt x="249" y="1"/>
                      <a:pt x="209" y="10"/>
                      <a:pt x="168" y="31"/>
                    </a:cubicBezTo>
                    <a:lnTo>
                      <a:pt x="65" y="108"/>
                    </a:lnTo>
                    <a:cubicBezTo>
                      <a:pt x="0" y="281"/>
                      <a:pt x="116" y="435"/>
                      <a:pt x="277" y="435"/>
                    </a:cubicBezTo>
                    <a:cubicBezTo>
                      <a:pt x="308" y="435"/>
                      <a:pt x="341" y="429"/>
                      <a:pt x="374" y="417"/>
                    </a:cubicBezTo>
                    <a:lnTo>
                      <a:pt x="477" y="314"/>
                    </a:lnTo>
                    <a:cubicBezTo>
                      <a:pt x="539" y="149"/>
                      <a:pt x="436"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35"/>
              <p:cNvSpPr/>
              <p:nvPr/>
            </p:nvSpPr>
            <p:spPr>
              <a:xfrm>
                <a:off x="2459225" y="4110175"/>
                <a:ext cx="13900" cy="10875"/>
              </a:xfrm>
              <a:custGeom>
                <a:avLst/>
                <a:gdLst/>
                <a:ahLst/>
                <a:cxnLst/>
                <a:rect l="l" t="t" r="r" b="b"/>
                <a:pathLst>
                  <a:path w="556" h="435" extrusionOk="0">
                    <a:moveTo>
                      <a:pt x="275" y="0"/>
                    </a:moveTo>
                    <a:cubicBezTo>
                      <a:pt x="245" y="0"/>
                      <a:pt x="215" y="6"/>
                      <a:pt x="186" y="19"/>
                    </a:cubicBezTo>
                    <a:cubicBezTo>
                      <a:pt x="109" y="70"/>
                      <a:pt x="83" y="96"/>
                      <a:pt x="83" y="122"/>
                    </a:cubicBezTo>
                    <a:cubicBezTo>
                      <a:pt x="1" y="286"/>
                      <a:pt x="116" y="435"/>
                      <a:pt x="257"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35"/>
              <p:cNvSpPr/>
              <p:nvPr/>
            </p:nvSpPr>
            <p:spPr>
              <a:xfrm>
                <a:off x="2746725" y="3868875"/>
                <a:ext cx="13375" cy="10875"/>
              </a:xfrm>
              <a:custGeom>
                <a:avLst/>
                <a:gdLst/>
                <a:ahLst/>
                <a:cxnLst/>
                <a:rect l="l" t="t" r="r" b="b"/>
                <a:pathLst>
                  <a:path w="535" h="435" extrusionOk="0">
                    <a:moveTo>
                      <a:pt x="263" y="0"/>
                    </a:moveTo>
                    <a:cubicBezTo>
                      <a:pt x="232" y="0"/>
                      <a:pt x="199" y="6"/>
                      <a:pt x="165" y="19"/>
                    </a:cubicBezTo>
                    <a:lnTo>
                      <a:pt x="62" y="122"/>
                    </a:lnTo>
                    <a:cubicBezTo>
                      <a:pt x="1" y="286"/>
                      <a:pt x="103" y="435"/>
                      <a:pt x="253" y="435"/>
                    </a:cubicBezTo>
                    <a:cubicBezTo>
                      <a:pt x="290" y="435"/>
                      <a:pt x="330" y="425"/>
                      <a:pt x="371" y="405"/>
                    </a:cubicBezTo>
                    <a:lnTo>
                      <a:pt x="448" y="302"/>
                    </a:lnTo>
                    <a:cubicBezTo>
                      <a:pt x="535" y="151"/>
                      <a:pt x="422" y="0"/>
                      <a:pt x="26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35"/>
              <p:cNvSpPr/>
              <p:nvPr/>
            </p:nvSpPr>
            <p:spPr>
              <a:xfrm>
                <a:off x="2862475" y="381195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35"/>
              <p:cNvSpPr/>
              <p:nvPr/>
            </p:nvSpPr>
            <p:spPr>
              <a:xfrm>
                <a:off x="2826125" y="3750850"/>
                <a:ext cx="11600" cy="10500"/>
              </a:xfrm>
              <a:custGeom>
                <a:avLst/>
                <a:gdLst/>
                <a:ahLst/>
                <a:cxnLst/>
                <a:rect l="l" t="t" r="r" b="b"/>
                <a:pathLst>
                  <a:path w="464" h="420" extrusionOk="0">
                    <a:moveTo>
                      <a:pt x="198" y="0"/>
                    </a:moveTo>
                    <a:cubicBezTo>
                      <a:pt x="148" y="0"/>
                      <a:pt x="102" y="20"/>
                      <a:pt x="78" y="55"/>
                    </a:cubicBezTo>
                    <a:cubicBezTo>
                      <a:pt x="1" y="133"/>
                      <a:pt x="1" y="261"/>
                      <a:pt x="78" y="338"/>
                    </a:cubicBezTo>
                    <a:cubicBezTo>
                      <a:pt x="133" y="394"/>
                      <a:pt x="196" y="419"/>
                      <a:pt x="254" y="419"/>
                    </a:cubicBezTo>
                    <a:cubicBezTo>
                      <a:pt x="304" y="419"/>
                      <a:pt x="351" y="400"/>
                      <a:pt x="387" y="364"/>
                    </a:cubicBezTo>
                    <a:cubicBezTo>
                      <a:pt x="464" y="287"/>
                      <a:pt x="438" y="158"/>
                      <a:pt x="361" y="81"/>
                    </a:cubicBezTo>
                    <a:cubicBezTo>
                      <a:pt x="320" y="26"/>
                      <a:pt x="256" y="0"/>
                      <a:pt x="1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35"/>
              <p:cNvSpPr/>
              <p:nvPr/>
            </p:nvSpPr>
            <p:spPr>
              <a:xfrm>
                <a:off x="3384500" y="3876950"/>
                <a:ext cx="13300" cy="11100"/>
              </a:xfrm>
              <a:custGeom>
                <a:avLst/>
                <a:gdLst/>
                <a:ahLst/>
                <a:cxnLst/>
                <a:rect l="l" t="t" r="r" b="b"/>
                <a:pathLst>
                  <a:path w="532" h="444" extrusionOk="0">
                    <a:moveTo>
                      <a:pt x="280" y="1"/>
                    </a:moveTo>
                    <a:cubicBezTo>
                      <a:pt x="243" y="1"/>
                      <a:pt x="202" y="10"/>
                      <a:pt x="161" y="30"/>
                    </a:cubicBezTo>
                    <a:cubicBezTo>
                      <a:pt x="110" y="30"/>
                      <a:pt x="84" y="56"/>
                      <a:pt x="84" y="133"/>
                    </a:cubicBezTo>
                    <a:cubicBezTo>
                      <a:pt x="0" y="280"/>
                      <a:pt x="104" y="444"/>
                      <a:pt x="257" y="444"/>
                    </a:cubicBezTo>
                    <a:cubicBezTo>
                      <a:pt x="292" y="444"/>
                      <a:pt x="329" y="436"/>
                      <a:pt x="367" y="416"/>
                    </a:cubicBezTo>
                    <a:lnTo>
                      <a:pt x="470" y="313"/>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35"/>
              <p:cNvSpPr/>
              <p:nvPr/>
            </p:nvSpPr>
            <p:spPr>
              <a:xfrm>
                <a:off x="2915450" y="3184575"/>
                <a:ext cx="13875" cy="10900"/>
              </a:xfrm>
              <a:custGeom>
                <a:avLst/>
                <a:gdLst/>
                <a:ahLst/>
                <a:cxnLst/>
                <a:rect l="l" t="t" r="r" b="b"/>
                <a:pathLst>
                  <a:path w="555" h="436" extrusionOk="0">
                    <a:moveTo>
                      <a:pt x="257" y="1"/>
                    </a:moveTo>
                    <a:cubicBezTo>
                      <a:pt x="116" y="1"/>
                      <a:pt x="0" y="149"/>
                      <a:pt x="83" y="314"/>
                    </a:cubicBezTo>
                    <a:lnTo>
                      <a:pt x="186" y="417"/>
                    </a:lnTo>
                    <a:cubicBezTo>
                      <a:pt x="215" y="429"/>
                      <a:pt x="244" y="435"/>
                      <a:pt x="274" y="435"/>
                    </a:cubicBezTo>
                    <a:cubicBezTo>
                      <a:pt x="424" y="435"/>
                      <a:pt x="555" y="281"/>
                      <a:pt x="469" y="108"/>
                    </a:cubicBezTo>
                    <a:cubicBezTo>
                      <a:pt x="443" y="56"/>
                      <a:pt x="391"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35"/>
              <p:cNvSpPr/>
              <p:nvPr/>
            </p:nvSpPr>
            <p:spPr>
              <a:xfrm>
                <a:off x="2674775" y="3197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35"/>
              <p:cNvSpPr/>
              <p:nvPr/>
            </p:nvSpPr>
            <p:spPr>
              <a:xfrm>
                <a:off x="2688825" y="303980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22" y="56"/>
                      <a:pt x="396" y="31"/>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35"/>
              <p:cNvSpPr/>
              <p:nvPr/>
            </p:nvSpPr>
            <p:spPr>
              <a:xfrm>
                <a:off x="2973900" y="3142400"/>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35"/>
              <p:cNvSpPr/>
              <p:nvPr/>
            </p:nvSpPr>
            <p:spPr>
              <a:xfrm>
                <a:off x="3047325" y="3478050"/>
                <a:ext cx="13850" cy="11075"/>
              </a:xfrm>
              <a:custGeom>
                <a:avLst/>
                <a:gdLst/>
                <a:ahLst/>
                <a:cxnLst/>
                <a:rect l="l" t="t" r="r" b="b"/>
                <a:pathLst>
                  <a:path w="554" h="443" extrusionOk="0">
                    <a:moveTo>
                      <a:pt x="266" y="1"/>
                    </a:moveTo>
                    <a:cubicBezTo>
                      <a:pt x="121" y="1"/>
                      <a:pt x="0" y="165"/>
                      <a:pt x="84" y="312"/>
                    </a:cubicBezTo>
                    <a:lnTo>
                      <a:pt x="187" y="415"/>
                    </a:lnTo>
                    <a:cubicBezTo>
                      <a:pt x="220" y="434"/>
                      <a:pt x="255" y="442"/>
                      <a:pt x="288" y="442"/>
                    </a:cubicBezTo>
                    <a:cubicBezTo>
                      <a:pt x="433" y="442"/>
                      <a:pt x="554" y="278"/>
                      <a:pt x="470" y="131"/>
                    </a:cubicBezTo>
                    <a:cubicBezTo>
                      <a:pt x="470" y="80"/>
                      <a:pt x="444" y="54"/>
                      <a:pt x="367" y="29"/>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35"/>
              <p:cNvSpPr/>
              <p:nvPr/>
            </p:nvSpPr>
            <p:spPr>
              <a:xfrm>
                <a:off x="3255075" y="3664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29"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35"/>
              <p:cNvSpPr/>
              <p:nvPr/>
            </p:nvSpPr>
            <p:spPr>
              <a:xfrm>
                <a:off x="2590450" y="3842250"/>
                <a:ext cx="13875" cy="11075"/>
              </a:xfrm>
              <a:custGeom>
                <a:avLst/>
                <a:gdLst/>
                <a:ahLst/>
                <a:cxnLst/>
                <a:rect l="l" t="t" r="r" b="b"/>
                <a:pathLst>
                  <a:path w="555" h="443" extrusionOk="0">
                    <a:moveTo>
                      <a:pt x="267" y="1"/>
                    </a:moveTo>
                    <a:cubicBezTo>
                      <a:pt x="122" y="1"/>
                      <a:pt x="1" y="165"/>
                      <a:pt x="85" y="312"/>
                    </a:cubicBezTo>
                    <a:lnTo>
                      <a:pt x="188" y="415"/>
                    </a:lnTo>
                    <a:cubicBezTo>
                      <a:pt x="221" y="434"/>
                      <a:pt x="255" y="442"/>
                      <a:pt x="288" y="442"/>
                    </a:cubicBezTo>
                    <a:cubicBezTo>
                      <a:pt x="433" y="442"/>
                      <a:pt x="555" y="278"/>
                      <a:pt x="471" y="131"/>
                    </a:cubicBezTo>
                    <a:cubicBezTo>
                      <a:pt x="445" y="106"/>
                      <a:pt x="393"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35"/>
              <p:cNvSpPr/>
              <p:nvPr/>
            </p:nvSpPr>
            <p:spPr>
              <a:xfrm>
                <a:off x="1653500" y="3753050"/>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cubicBezTo>
                      <a:pt x="473" y="96"/>
                      <a:pt x="422"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35"/>
              <p:cNvSpPr/>
              <p:nvPr/>
            </p:nvSpPr>
            <p:spPr>
              <a:xfrm>
                <a:off x="1555800" y="3146625"/>
                <a:ext cx="13900" cy="10875"/>
              </a:xfrm>
              <a:custGeom>
                <a:avLst/>
                <a:gdLst/>
                <a:ahLst/>
                <a:cxnLst/>
                <a:rect l="l" t="t" r="r" b="b"/>
                <a:pathLst>
                  <a:path w="556" h="435" extrusionOk="0">
                    <a:moveTo>
                      <a:pt x="271" y="0"/>
                    </a:moveTo>
                    <a:cubicBezTo>
                      <a:pt x="116" y="0"/>
                      <a:pt x="1" y="149"/>
                      <a:pt x="83" y="313"/>
                    </a:cubicBezTo>
                    <a:lnTo>
                      <a:pt x="186" y="416"/>
                    </a:lnTo>
                    <a:cubicBezTo>
                      <a:pt x="219" y="429"/>
                      <a:pt x="252" y="435"/>
                      <a:pt x="283" y="435"/>
                    </a:cubicBezTo>
                    <a:cubicBezTo>
                      <a:pt x="443" y="435"/>
                      <a:pt x="555" y="280"/>
                      <a:pt x="469" y="107"/>
                    </a:cubicBezTo>
                    <a:lnTo>
                      <a:pt x="392" y="30"/>
                    </a:lnTo>
                    <a:cubicBezTo>
                      <a:pt x="351" y="10"/>
                      <a:pt x="309"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35"/>
              <p:cNvSpPr/>
              <p:nvPr/>
            </p:nvSpPr>
            <p:spPr>
              <a:xfrm>
                <a:off x="1557000" y="379487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70"/>
                      <a:pt x="395"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35"/>
              <p:cNvSpPr/>
              <p:nvPr/>
            </p:nvSpPr>
            <p:spPr>
              <a:xfrm>
                <a:off x="1309150" y="3708000"/>
                <a:ext cx="13475" cy="10900"/>
              </a:xfrm>
              <a:custGeom>
                <a:avLst/>
                <a:gdLst/>
                <a:ahLst/>
                <a:cxnLst/>
                <a:rect l="l" t="t" r="r" b="b"/>
                <a:pathLst>
                  <a:path w="539" h="436" extrusionOk="0">
                    <a:moveTo>
                      <a:pt x="276" y="1"/>
                    </a:moveTo>
                    <a:cubicBezTo>
                      <a:pt x="116" y="1"/>
                      <a:pt x="1" y="152"/>
                      <a:pt x="65" y="302"/>
                    </a:cubicBezTo>
                    <a:lnTo>
                      <a:pt x="168" y="405"/>
                    </a:lnTo>
                    <a:cubicBezTo>
                      <a:pt x="209" y="426"/>
                      <a:pt x="250" y="435"/>
                      <a:pt x="287" y="435"/>
                    </a:cubicBezTo>
                    <a:cubicBezTo>
                      <a:pt x="436" y="435"/>
                      <a:pt x="539" y="287"/>
                      <a:pt x="477" y="122"/>
                    </a:cubicBezTo>
                    <a:cubicBezTo>
                      <a:pt x="477" y="71"/>
                      <a:pt x="426" y="19"/>
                      <a:pt x="374" y="19"/>
                    </a:cubicBezTo>
                    <a:cubicBezTo>
                      <a:pt x="340" y="7"/>
                      <a:pt x="30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35"/>
              <p:cNvSpPr/>
              <p:nvPr/>
            </p:nvSpPr>
            <p:spPr>
              <a:xfrm>
                <a:off x="1329200" y="3778800"/>
                <a:ext cx="13900" cy="10875"/>
              </a:xfrm>
              <a:custGeom>
                <a:avLst/>
                <a:gdLst/>
                <a:ahLst/>
                <a:cxnLst/>
                <a:rect l="l" t="t" r="r" b="b"/>
                <a:pathLst>
                  <a:path w="556" h="435" extrusionOk="0">
                    <a:moveTo>
                      <a:pt x="273" y="0"/>
                    </a:moveTo>
                    <a:cubicBezTo>
                      <a:pt x="113" y="0"/>
                      <a:pt x="1" y="155"/>
                      <a:pt x="87" y="327"/>
                    </a:cubicBezTo>
                    <a:lnTo>
                      <a:pt x="164" y="404"/>
                    </a:lnTo>
                    <a:cubicBezTo>
                      <a:pt x="205" y="425"/>
                      <a:pt x="246" y="434"/>
                      <a:pt x="285" y="434"/>
                    </a:cubicBezTo>
                    <a:cubicBezTo>
                      <a:pt x="440" y="434"/>
                      <a:pt x="555" y="286"/>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35"/>
              <p:cNvSpPr/>
              <p:nvPr/>
            </p:nvSpPr>
            <p:spPr>
              <a:xfrm>
                <a:off x="1570600" y="3278525"/>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4"/>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35"/>
              <p:cNvSpPr/>
              <p:nvPr/>
            </p:nvSpPr>
            <p:spPr>
              <a:xfrm>
                <a:off x="1210225" y="394842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45" y="106"/>
                      <a:pt x="393"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35"/>
              <p:cNvSpPr/>
              <p:nvPr/>
            </p:nvSpPr>
            <p:spPr>
              <a:xfrm>
                <a:off x="1291950" y="40224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35"/>
              <p:cNvSpPr/>
              <p:nvPr/>
            </p:nvSpPr>
            <p:spPr>
              <a:xfrm>
                <a:off x="1019700" y="3334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7"/>
                      <a:pt x="473" y="122"/>
                    </a:cubicBezTo>
                    <a:lnTo>
                      <a:pt x="370"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35"/>
              <p:cNvSpPr/>
              <p:nvPr/>
            </p:nvSpPr>
            <p:spPr>
              <a:xfrm>
                <a:off x="1072550" y="413047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cubicBezTo>
                      <a:pt x="469" y="82"/>
                      <a:pt x="444"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35"/>
              <p:cNvSpPr/>
              <p:nvPr/>
            </p:nvSpPr>
            <p:spPr>
              <a:xfrm>
                <a:off x="1322025" y="4419025"/>
                <a:ext cx="13350" cy="10900"/>
              </a:xfrm>
              <a:custGeom>
                <a:avLst/>
                <a:gdLst/>
                <a:ahLst/>
                <a:cxnLst/>
                <a:rect l="l" t="t" r="r" b="b"/>
                <a:pathLst>
                  <a:path w="534" h="436" extrusionOk="0">
                    <a:moveTo>
                      <a:pt x="277" y="1"/>
                    </a:moveTo>
                    <a:cubicBezTo>
                      <a:pt x="116" y="1"/>
                      <a:pt x="0" y="155"/>
                      <a:pt x="65" y="328"/>
                    </a:cubicBezTo>
                    <a:lnTo>
                      <a:pt x="168" y="405"/>
                    </a:lnTo>
                    <a:cubicBezTo>
                      <a:pt x="209" y="426"/>
                      <a:pt x="249" y="435"/>
                      <a:pt x="286" y="435"/>
                    </a:cubicBezTo>
                    <a:cubicBezTo>
                      <a:pt x="435" y="435"/>
                      <a:pt x="533" y="287"/>
                      <a:pt x="451" y="122"/>
                    </a:cubicBezTo>
                    <a:cubicBezTo>
                      <a:pt x="451" y="71"/>
                      <a:pt x="400" y="19"/>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35"/>
              <p:cNvSpPr/>
              <p:nvPr/>
            </p:nvSpPr>
            <p:spPr>
              <a:xfrm>
                <a:off x="2221150" y="367425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1" y="444"/>
                      <a:pt x="553" y="280"/>
                      <a:pt x="469" y="134"/>
                    </a:cubicBezTo>
                    <a:cubicBezTo>
                      <a:pt x="443" y="56"/>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35"/>
              <p:cNvSpPr/>
              <p:nvPr/>
            </p:nvSpPr>
            <p:spPr>
              <a:xfrm>
                <a:off x="2284100" y="3518200"/>
                <a:ext cx="13375" cy="10875"/>
              </a:xfrm>
              <a:custGeom>
                <a:avLst/>
                <a:gdLst/>
                <a:ahLst/>
                <a:cxnLst/>
                <a:rect l="l" t="t" r="r" b="b"/>
                <a:pathLst>
                  <a:path w="535" h="435" extrusionOk="0">
                    <a:moveTo>
                      <a:pt x="273" y="0"/>
                    </a:moveTo>
                    <a:cubicBezTo>
                      <a:pt x="113" y="0"/>
                      <a:pt x="1" y="155"/>
                      <a:pt x="87" y="327"/>
                    </a:cubicBezTo>
                    <a:lnTo>
                      <a:pt x="164" y="404"/>
                    </a:lnTo>
                    <a:cubicBezTo>
                      <a:pt x="205" y="425"/>
                      <a:pt x="246" y="434"/>
                      <a:pt x="283" y="434"/>
                    </a:cubicBezTo>
                    <a:cubicBezTo>
                      <a:pt x="432" y="434"/>
                      <a:pt x="535" y="286"/>
                      <a:pt x="473" y="121"/>
                    </a:cubicBezTo>
                    <a:cubicBezTo>
                      <a:pt x="473" y="70"/>
                      <a:pt x="422" y="18"/>
                      <a:pt x="370" y="18"/>
                    </a:cubicBez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35"/>
              <p:cNvSpPr/>
              <p:nvPr/>
            </p:nvSpPr>
            <p:spPr>
              <a:xfrm>
                <a:off x="1940500" y="4267825"/>
                <a:ext cx="13900" cy="10875"/>
              </a:xfrm>
              <a:custGeom>
                <a:avLst/>
                <a:gdLst/>
                <a:ahLst/>
                <a:cxnLst/>
                <a:rect l="l" t="t" r="r" b="b"/>
                <a:pathLst>
                  <a:path w="556" h="435" extrusionOk="0">
                    <a:moveTo>
                      <a:pt x="282" y="0"/>
                    </a:moveTo>
                    <a:cubicBezTo>
                      <a:pt x="131" y="0"/>
                      <a:pt x="0" y="155"/>
                      <a:pt x="87" y="327"/>
                    </a:cubicBezTo>
                    <a:lnTo>
                      <a:pt x="190" y="405"/>
                    </a:lnTo>
                    <a:cubicBezTo>
                      <a:pt x="226" y="425"/>
                      <a:pt x="263" y="435"/>
                      <a:pt x="298" y="435"/>
                    </a:cubicBezTo>
                    <a:cubicBezTo>
                      <a:pt x="440" y="435"/>
                      <a:pt x="555" y="286"/>
                      <a:pt x="473" y="122"/>
                    </a:cubicBezTo>
                    <a:cubicBezTo>
                      <a:pt x="447" y="70"/>
                      <a:pt x="395"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35"/>
              <p:cNvSpPr/>
              <p:nvPr/>
            </p:nvSpPr>
            <p:spPr>
              <a:xfrm>
                <a:off x="1497250" y="4462500"/>
                <a:ext cx="13825" cy="11100"/>
              </a:xfrm>
              <a:custGeom>
                <a:avLst/>
                <a:gdLst/>
                <a:ahLst/>
                <a:cxnLst/>
                <a:rect l="l" t="t" r="r" b="b"/>
                <a:pathLst>
                  <a:path w="553" h="444" extrusionOk="0">
                    <a:moveTo>
                      <a:pt x="257" y="1"/>
                    </a:moveTo>
                    <a:cubicBezTo>
                      <a:pt x="116" y="1"/>
                      <a:pt x="0" y="149"/>
                      <a:pt x="83" y="314"/>
                    </a:cubicBezTo>
                    <a:lnTo>
                      <a:pt x="186" y="416"/>
                    </a:lnTo>
                    <a:cubicBezTo>
                      <a:pt x="219" y="436"/>
                      <a:pt x="253" y="444"/>
                      <a:pt x="286" y="444"/>
                    </a:cubicBezTo>
                    <a:cubicBezTo>
                      <a:pt x="431" y="444"/>
                      <a:pt x="553" y="280"/>
                      <a:pt x="469" y="133"/>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35"/>
              <p:cNvSpPr/>
              <p:nvPr/>
            </p:nvSpPr>
            <p:spPr>
              <a:xfrm>
                <a:off x="1197350" y="4598325"/>
                <a:ext cx="13875" cy="11050"/>
              </a:xfrm>
              <a:custGeom>
                <a:avLst/>
                <a:gdLst/>
                <a:ahLst/>
                <a:cxnLst/>
                <a:rect l="l" t="t" r="r" b="b"/>
                <a:pathLst>
                  <a:path w="555" h="442" extrusionOk="0">
                    <a:moveTo>
                      <a:pt x="267" y="1"/>
                    </a:moveTo>
                    <a:cubicBezTo>
                      <a:pt x="122" y="1"/>
                      <a:pt x="1" y="165"/>
                      <a:pt x="84" y="311"/>
                    </a:cubicBezTo>
                    <a:lnTo>
                      <a:pt x="187" y="414"/>
                    </a:lnTo>
                    <a:cubicBezTo>
                      <a:pt x="221" y="433"/>
                      <a:pt x="255" y="442"/>
                      <a:pt x="288" y="442"/>
                    </a:cubicBezTo>
                    <a:cubicBezTo>
                      <a:pt x="433" y="442"/>
                      <a:pt x="55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35"/>
              <p:cNvSpPr/>
              <p:nvPr/>
            </p:nvSpPr>
            <p:spPr>
              <a:xfrm>
                <a:off x="1708175" y="4535850"/>
                <a:ext cx="13475" cy="10875"/>
              </a:xfrm>
              <a:custGeom>
                <a:avLst/>
                <a:gdLst/>
                <a:ahLst/>
                <a:cxnLst/>
                <a:rect l="l" t="t" r="r" b="b"/>
                <a:pathLst>
                  <a:path w="539" h="435" extrusionOk="0">
                    <a:moveTo>
                      <a:pt x="252" y="1"/>
                    </a:moveTo>
                    <a:cubicBezTo>
                      <a:pt x="103" y="1"/>
                      <a:pt x="0" y="149"/>
                      <a:pt x="62" y="314"/>
                    </a:cubicBezTo>
                    <a:lnTo>
                      <a:pt x="165" y="417"/>
                    </a:lnTo>
                    <a:cubicBezTo>
                      <a:pt x="198" y="429"/>
                      <a:pt x="231" y="435"/>
                      <a:pt x="262" y="435"/>
                    </a:cubicBezTo>
                    <a:cubicBezTo>
                      <a:pt x="423" y="435"/>
                      <a:pt x="539" y="280"/>
                      <a:pt x="474" y="108"/>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35"/>
              <p:cNvSpPr/>
              <p:nvPr/>
            </p:nvSpPr>
            <p:spPr>
              <a:xfrm>
                <a:off x="2541500" y="42935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35"/>
              <p:cNvSpPr/>
              <p:nvPr/>
            </p:nvSpPr>
            <p:spPr>
              <a:xfrm>
                <a:off x="2469475" y="44793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35"/>
              <p:cNvSpPr/>
              <p:nvPr/>
            </p:nvSpPr>
            <p:spPr>
              <a:xfrm>
                <a:off x="2358175" y="3154400"/>
                <a:ext cx="13300" cy="11100"/>
              </a:xfrm>
              <a:custGeom>
                <a:avLst/>
                <a:gdLst/>
                <a:ahLst/>
                <a:cxnLst/>
                <a:rect l="l" t="t" r="r" b="b"/>
                <a:pathLst>
                  <a:path w="532" h="444" extrusionOk="0">
                    <a:moveTo>
                      <a:pt x="257" y="1"/>
                    </a:moveTo>
                    <a:cubicBezTo>
                      <a:pt x="104" y="1"/>
                      <a:pt x="0" y="164"/>
                      <a:pt x="84" y="311"/>
                    </a:cubicBezTo>
                    <a:lnTo>
                      <a:pt x="161" y="414"/>
                    </a:lnTo>
                    <a:cubicBezTo>
                      <a:pt x="202" y="435"/>
                      <a:pt x="242" y="444"/>
                      <a:pt x="280" y="444"/>
                    </a:cubicBezTo>
                    <a:cubicBezTo>
                      <a:pt x="429" y="444"/>
                      <a:pt x="532" y="296"/>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35"/>
              <p:cNvSpPr/>
              <p:nvPr/>
            </p:nvSpPr>
            <p:spPr>
              <a:xfrm>
                <a:off x="1811850" y="3038575"/>
                <a:ext cx="13850" cy="11125"/>
              </a:xfrm>
              <a:custGeom>
                <a:avLst/>
                <a:gdLst/>
                <a:ahLst/>
                <a:cxnLst/>
                <a:rect l="l" t="t" r="r" b="b"/>
                <a:pathLst>
                  <a:path w="554" h="445" extrusionOk="0">
                    <a:moveTo>
                      <a:pt x="267" y="1"/>
                    </a:moveTo>
                    <a:cubicBezTo>
                      <a:pt x="122" y="1"/>
                      <a:pt x="1" y="164"/>
                      <a:pt x="85" y="311"/>
                    </a:cubicBezTo>
                    <a:lnTo>
                      <a:pt x="188" y="414"/>
                    </a:lnTo>
                    <a:cubicBezTo>
                      <a:pt x="224" y="435"/>
                      <a:pt x="261" y="444"/>
                      <a:pt x="296" y="444"/>
                    </a:cubicBezTo>
                    <a:cubicBezTo>
                      <a:pt x="438" y="444"/>
                      <a:pt x="553" y="296"/>
                      <a:pt x="471" y="131"/>
                    </a:cubicBezTo>
                    <a:lnTo>
                      <a:pt x="368" y="28"/>
                    </a:lnTo>
                    <a:cubicBezTo>
                      <a:pt x="335"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35"/>
              <p:cNvSpPr/>
              <p:nvPr/>
            </p:nvSpPr>
            <p:spPr>
              <a:xfrm>
                <a:off x="598875" y="3634000"/>
                <a:ext cx="13375" cy="10900"/>
              </a:xfrm>
              <a:custGeom>
                <a:avLst/>
                <a:gdLst/>
                <a:ahLst/>
                <a:cxnLst/>
                <a:rect l="l" t="t" r="r" b="b"/>
                <a:pathLst>
                  <a:path w="535" h="436" extrusionOk="0">
                    <a:moveTo>
                      <a:pt x="282" y="1"/>
                    </a:moveTo>
                    <a:cubicBezTo>
                      <a:pt x="131" y="1"/>
                      <a:pt x="0" y="155"/>
                      <a:pt x="87" y="328"/>
                    </a:cubicBezTo>
                    <a:lnTo>
                      <a:pt x="190" y="405"/>
                    </a:lnTo>
                    <a:cubicBezTo>
                      <a:pt x="226" y="426"/>
                      <a:pt x="262" y="435"/>
                      <a:pt x="296" y="435"/>
                    </a:cubicBezTo>
                    <a:cubicBezTo>
                      <a:pt x="431" y="435"/>
                      <a:pt x="534" y="287"/>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35"/>
              <p:cNvSpPr/>
              <p:nvPr/>
            </p:nvSpPr>
            <p:spPr>
              <a:xfrm>
                <a:off x="786175" y="4087425"/>
                <a:ext cx="13825" cy="11100"/>
              </a:xfrm>
              <a:custGeom>
                <a:avLst/>
                <a:gdLst/>
                <a:ahLst/>
                <a:cxnLst/>
                <a:rect l="l" t="t" r="r" b="b"/>
                <a:pathLst>
                  <a:path w="553" h="444" extrusionOk="0">
                    <a:moveTo>
                      <a:pt x="267" y="0"/>
                    </a:moveTo>
                    <a:cubicBezTo>
                      <a:pt x="122" y="0"/>
                      <a:pt x="1" y="164"/>
                      <a:pt x="85" y="311"/>
                    </a:cubicBezTo>
                    <a:lnTo>
                      <a:pt x="187" y="414"/>
                    </a:lnTo>
                    <a:cubicBezTo>
                      <a:pt x="223" y="435"/>
                      <a:pt x="261" y="444"/>
                      <a:pt x="296" y="444"/>
                    </a:cubicBezTo>
                    <a:cubicBezTo>
                      <a:pt x="438" y="444"/>
                      <a:pt x="553" y="296"/>
                      <a:pt x="471" y="131"/>
                    </a:cubicBezTo>
                    <a:cubicBezTo>
                      <a:pt x="471" y="79"/>
                      <a:pt x="445"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35"/>
              <p:cNvSpPr/>
              <p:nvPr/>
            </p:nvSpPr>
            <p:spPr>
              <a:xfrm>
                <a:off x="1275850" y="41640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35"/>
              <p:cNvSpPr/>
              <p:nvPr/>
            </p:nvSpPr>
            <p:spPr>
              <a:xfrm>
                <a:off x="1365475" y="3759850"/>
                <a:ext cx="11600" cy="10500"/>
              </a:xfrm>
              <a:custGeom>
                <a:avLst/>
                <a:gdLst/>
                <a:ahLst/>
                <a:cxnLst/>
                <a:rect l="l" t="t" r="r" b="b"/>
                <a:pathLst>
                  <a:path w="464" h="420" extrusionOk="0">
                    <a:moveTo>
                      <a:pt x="266" y="1"/>
                    </a:moveTo>
                    <a:cubicBezTo>
                      <a:pt x="208" y="1"/>
                      <a:pt x="144" y="26"/>
                      <a:pt x="103" y="81"/>
                    </a:cubicBezTo>
                    <a:cubicBezTo>
                      <a:pt x="26" y="159"/>
                      <a:pt x="0" y="287"/>
                      <a:pt x="77" y="365"/>
                    </a:cubicBezTo>
                    <a:cubicBezTo>
                      <a:pt x="113" y="400"/>
                      <a:pt x="160" y="420"/>
                      <a:pt x="210" y="420"/>
                    </a:cubicBezTo>
                    <a:cubicBezTo>
                      <a:pt x="268" y="420"/>
                      <a:pt x="331" y="394"/>
                      <a:pt x="386" y="339"/>
                    </a:cubicBezTo>
                    <a:cubicBezTo>
                      <a:pt x="463" y="262"/>
                      <a:pt x="463" y="133"/>
                      <a:pt x="386" y="56"/>
                    </a:cubicBezTo>
                    <a:cubicBezTo>
                      <a:pt x="362" y="20"/>
                      <a:pt x="316"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35"/>
              <p:cNvSpPr/>
              <p:nvPr/>
            </p:nvSpPr>
            <p:spPr>
              <a:xfrm>
                <a:off x="1147675" y="4990200"/>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50" y="79"/>
                      <a:pt x="424" y="54"/>
                      <a:pt x="373" y="28"/>
                    </a:cubicBezTo>
                    <a:cubicBezTo>
                      <a:pt x="335"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35"/>
              <p:cNvSpPr/>
              <p:nvPr/>
            </p:nvSpPr>
            <p:spPr>
              <a:xfrm>
                <a:off x="3384500" y="4546850"/>
                <a:ext cx="13325" cy="11050"/>
              </a:xfrm>
              <a:custGeom>
                <a:avLst/>
                <a:gdLst/>
                <a:ahLst/>
                <a:cxnLst/>
                <a:rect l="l" t="t" r="r" b="b"/>
                <a:pathLst>
                  <a:path w="533" h="442" extrusionOk="0">
                    <a:moveTo>
                      <a:pt x="257" y="1"/>
                    </a:moveTo>
                    <a:cubicBezTo>
                      <a:pt x="104" y="1"/>
                      <a:pt x="0" y="164"/>
                      <a:pt x="84" y="311"/>
                    </a:cubicBezTo>
                    <a:lnTo>
                      <a:pt x="161" y="414"/>
                    </a:lnTo>
                    <a:cubicBezTo>
                      <a:pt x="199"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35"/>
              <p:cNvSpPr/>
              <p:nvPr/>
            </p:nvSpPr>
            <p:spPr>
              <a:xfrm>
                <a:off x="3103775" y="4547725"/>
                <a:ext cx="13350" cy="10875"/>
              </a:xfrm>
              <a:custGeom>
                <a:avLst/>
                <a:gdLst/>
                <a:ahLst/>
                <a:cxnLst/>
                <a:rect l="l" t="t" r="r" b="b"/>
                <a:pathLst>
                  <a:path w="534" h="435" extrusionOk="0">
                    <a:moveTo>
                      <a:pt x="277" y="1"/>
                    </a:moveTo>
                    <a:cubicBezTo>
                      <a:pt x="117" y="1"/>
                      <a:pt x="1" y="155"/>
                      <a:pt x="65" y="328"/>
                    </a:cubicBezTo>
                    <a:lnTo>
                      <a:pt x="168" y="405"/>
                    </a:lnTo>
                    <a:cubicBezTo>
                      <a:pt x="209"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35"/>
              <p:cNvSpPr/>
              <p:nvPr/>
            </p:nvSpPr>
            <p:spPr>
              <a:xfrm>
                <a:off x="3340675" y="39621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47" y="70"/>
                      <a:pt x="421"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35"/>
              <p:cNvSpPr/>
              <p:nvPr/>
            </p:nvSpPr>
            <p:spPr>
              <a:xfrm>
                <a:off x="3226075" y="40642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29" y="442"/>
                      <a:pt x="534" y="278"/>
                      <a:pt x="450" y="131"/>
                    </a:cubicBezTo>
                    <a:cubicBezTo>
                      <a:pt x="450" y="105"/>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35"/>
              <p:cNvSpPr/>
              <p:nvPr/>
            </p:nvSpPr>
            <p:spPr>
              <a:xfrm>
                <a:off x="1225700" y="3120250"/>
                <a:ext cx="13350" cy="10875"/>
              </a:xfrm>
              <a:custGeom>
                <a:avLst/>
                <a:gdLst/>
                <a:ahLst/>
                <a:cxnLst/>
                <a:rect l="l" t="t" r="r" b="b"/>
                <a:pathLst>
                  <a:path w="534" h="435" extrusionOk="0">
                    <a:moveTo>
                      <a:pt x="248" y="0"/>
                    </a:moveTo>
                    <a:cubicBezTo>
                      <a:pt x="99" y="0"/>
                      <a:pt x="1" y="148"/>
                      <a:pt x="83" y="313"/>
                    </a:cubicBezTo>
                    <a:lnTo>
                      <a:pt x="160" y="416"/>
                    </a:lnTo>
                    <a:cubicBezTo>
                      <a:pt x="194" y="428"/>
                      <a:pt x="226" y="434"/>
                      <a:pt x="257" y="434"/>
                    </a:cubicBezTo>
                    <a:cubicBezTo>
                      <a:pt x="418" y="434"/>
                      <a:pt x="534" y="280"/>
                      <a:pt x="469" y="107"/>
                    </a:cubicBezTo>
                    <a:cubicBezTo>
                      <a:pt x="469" y="56"/>
                      <a:pt x="418" y="30"/>
                      <a:pt x="366" y="30"/>
                    </a:cubicBez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35"/>
              <p:cNvSpPr/>
              <p:nvPr/>
            </p:nvSpPr>
            <p:spPr>
              <a:xfrm>
                <a:off x="1187050" y="3816525"/>
                <a:ext cx="13350" cy="11050"/>
              </a:xfrm>
              <a:custGeom>
                <a:avLst/>
                <a:gdLst/>
                <a:ahLst/>
                <a:cxnLst/>
                <a:rect l="l" t="t" r="r" b="b"/>
                <a:pathLst>
                  <a:path w="534" h="442" extrusionOk="0">
                    <a:moveTo>
                      <a:pt x="258" y="0"/>
                    </a:moveTo>
                    <a:cubicBezTo>
                      <a:pt x="105" y="0"/>
                      <a:pt x="1" y="164"/>
                      <a:pt x="85" y="311"/>
                    </a:cubicBezTo>
                    <a:lnTo>
                      <a:pt x="162" y="414"/>
                    </a:lnTo>
                    <a:cubicBezTo>
                      <a:pt x="200" y="433"/>
                      <a:pt x="237" y="442"/>
                      <a:pt x="272" y="442"/>
                    </a:cubicBezTo>
                    <a:cubicBezTo>
                      <a:pt x="426" y="442"/>
                      <a:pt x="534" y="278"/>
                      <a:pt x="471" y="131"/>
                    </a:cubicBezTo>
                    <a:cubicBezTo>
                      <a:pt x="471" y="105"/>
                      <a:pt x="419" y="54"/>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35"/>
              <p:cNvSpPr/>
              <p:nvPr/>
            </p:nvSpPr>
            <p:spPr>
              <a:xfrm>
                <a:off x="1129825" y="36099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35"/>
              <p:cNvSpPr/>
              <p:nvPr/>
            </p:nvSpPr>
            <p:spPr>
              <a:xfrm>
                <a:off x="734700" y="43184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cubicBezTo>
                      <a:pt x="445" y="54"/>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35"/>
              <p:cNvSpPr/>
              <p:nvPr/>
            </p:nvSpPr>
            <p:spPr>
              <a:xfrm>
                <a:off x="808050" y="4041725"/>
                <a:ext cx="13350" cy="11075"/>
              </a:xfrm>
              <a:custGeom>
                <a:avLst/>
                <a:gdLst/>
                <a:ahLst/>
                <a:cxnLst/>
                <a:rect l="l" t="t" r="r" b="b"/>
                <a:pathLst>
                  <a:path w="534" h="443" extrusionOk="0">
                    <a:moveTo>
                      <a:pt x="258" y="1"/>
                    </a:moveTo>
                    <a:cubicBezTo>
                      <a:pt x="105" y="1"/>
                      <a:pt x="1" y="165"/>
                      <a:pt x="85" y="312"/>
                    </a:cubicBezTo>
                    <a:lnTo>
                      <a:pt x="162" y="414"/>
                    </a:lnTo>
                    <a:cubicBezTo>
                      <a:pt x="200" y="434"/>
                      <a:pt x="237" y="442"/>
                      <a:pt x="272" y="442"/>
                    </a:cubicBezTo>
                    <a:cubicBezTo>
                      <a:pt x="426" y="442"/>
                      <a:pt x="534" y="278"/>
                      <a:pt x="471" y="131"/>
                    </a:cubicBezTo>
                    <a:cubicBezTo>
                      <a:pt x="471" y="106"/>
                      <a:pt x="393" y="54"/>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35"/>
              <p:cNvSpPr/>
              <p:nvPr/>
            </p:nvSpPr>
            <p:spPr>
              <a:xfrm>
                <a:off x="797750" y="442780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lnTo>
                      <a:pt x="368" y="29"/>
                    </a:lnTo>
                    <a:cubicBezTo>
                      <a:pt x="330" y="9"/>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35"/>
              <p:cNvSpPr/>
              <p:nvPr/>
            </p:nvSpPr>
            <p:spPr>
              <a:xfrm>
                <a:off x="829175" y="4421375"/>
                <a:ext cx="13350" cy="11050"/>
              </a:xfrm>
              <a:custGeom>
                <a:avLst/>
                <a:gdLst/>
                <a:ahLst/>
                <a:cxnLst/>
                <a:rect l="l" t="t" r="r" b="b"/>
                <a:pathLst>
                  <a:path w="534" h="442" extrusionOk="0">
                    <a:moveTo>
                      <a:pt x="262" y="1"/>
                    </a:moveTo>
                    <a:cubicBezTo>
                      <a:pt x="108" y="1"/>
                      <a:pt x="0" y="164"/>
                      <a:pt x="63" y="311"/>
                    </a:cubicBezTo>
                    <a:lnTo>
                      <a:pt x="166" y="414"/>
                    </a:lnTo>
                    <a:cubicBezTo>
                      <a:pt x="204" y="433"/>
                      <a:pt x="242"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35"/>
              <p:cNvSpPr/>
              <p:nvPr/>
            </p:nvSpPr>
            <p:spPr>
              <a:xfrm>
                <a:off x="2037750" y="4214775"/>
                <a:ext cx="13850" cy="11100"/>
              </a:xfrm>
              <a:custGeom>
                <a:avLst/>
                <a:gdLst/>
                <a:ahLst/>
                <a:cxnLst/>
                <a:rect l="l" t="t" r="r" b="b"/>
                <a:pathLst>
                  <a:path w="554"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56"/>
                      <a:pt x="443"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35"/>
              <p:cNvSpPr/>
              <p:nvPr/>
            </p:nvSpPr>
            <p:spPr>
              <a:xfrm>
                <a:off x="2044200" y="4163300"/>
                <a:ext cx="13825" cy="11100"/>
              </a:xfrm>
              <a:custGeom>
                <a:avLst/>
                <a:gdLst/>
                <a:ahLst/>
                <a:cxnLst/>
                <a:rect l="l" t="t" r="r" b="b"/>
                <a:pathLst>
                  <a:path w="553" h="444" extrusionOk="0">
                    <a:moveTo>
                      <a:pt x="257" y="0"/>
                    </a:moveTo>
                    <a:cubicBezTo>
                      <a:pt x="115" y="0"/>
                      <a:pt x="0" y="148"/>
                      <a:pt x="82" y="313"/>
                    </a:cubicBezTo>
                    <a:lnTo>
                      <a:pt x="185" y="416"/>
                    </a:lnTo>
                    <a:cubicBezTo>
                      <a:pt x="219" y="435"/>
                      <a:pt x="253" y="444"/>
                      <a:pt x="286" y="444"/>
                    </a:cubicBezTo>
                    <a:cubicBezTo>
                      <a:pt x="431" y="444"/>
                      <a:pt x="552" y="280"/>
                      <a:pt x="469" y="133"/>
                    </a:cubicBezTo>
                    <a:cubicBezTo>
                      <a:pt x="469" y="81"/>
                      <a:pt x="443" y="56"/>
                      <a:pt x="366" y="30"/>
                    </a:cubicBez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35"/>
              <p:cNvSpPr/>
              <p:nvPr/>
            </p:nvSpPr>
            <p:spPr>
              <a:xfrm>
                <a:off x="2760975" y="414790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35"/>
              <p:cNvSpPr/>
              <p:nvPr/>
            </p:nvSpPr>
            <p:spPr>
              <a:xfrm>
                <a:off x="2961125" y="447150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18"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35"/>
              <p:cNvSpPr/>
              <p:nvPr/>
            </p:nvSpPr>
            <p:spPr>
              <a:xfrm>
                <a:off x="2204950" y="4515550"/>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7"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35"/>
              <p:cNvSpPr/>
              <p:nvPr/>
            </p:nvSpPr>
            <p:spPr>
              <a:xfrm>
                <a:off x="1894100" y="4392425"/>
                <a:ext cx="13350" cy="11050"/>
              </a:xfrm>
              <a:custGeom>
                <a:avLst/>
                <a:gdLst/>
                <a:ahLst/>
                <a:cxnLst/>
                <a:rect l="l" t="t" r="r" b="b"/>
                <a:pathLst>
                  <a:path w="534" h="442" extrusionOk="0">
                    <a:moveTo>
                      <a:pt x="262" y="0"/>
                    </a:moveTo>
                    <a:cubicBezTo>
                      <a:pt x="109" y="0"/>
                      <a:pt x="1" y="164"/>
                      <a:pt x="64" y="311"/>
                    </a:cubicBezTo>
                    <a:lnTo>
                      <a:pt x="167" y="414"/>
                    </a:lnTo>
                    <a:cubicBezTo>
                      <a:pt x="205" y="433"/>
                      <a:pt x="242" y="442"/>
                      <a:pt x="277" y="442"/>
                    </a:cubicBezTo>
                    <a:cubicBezTo>
                      <a:pt x="430" y="442"/>
                      <a:pt x="534" y="278"/>
                      <a:pt x="450"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35"/>
              <p:cNvSpPr/>
              <p:nvPr/>
            </p:nvSpPr>
            <p:spPr>
              <a:xfrm>
                <a:off x="2259725" y="4055250"/>
                <a:ext cx="13825" cy="11100"/>
              </a:xfrm>
              <a:custGeom>
                <a:avLst/>
                <a:gdLst/>
                <a:ahLst/>
                <a:cxnLst/>
                <a:rect l="l" t="t" r="r" b="b"/>
                <a:pathLst>
                  <a:path w="553" h="444" extrusionOk="0">
                    <a:moveTo>
                      <a:pt x="266" y="0"/>
                    </a:moveTo>
                    <a:cubicBezTo>
                      <a:pt x="121" y="0"/>
                      <a:pt x="0" y="164"/>
                      <a:pt x="84" y="311"/>
                    </a:cubicBezTo>
                    <a:lnTo>
                      <a:pt x="187" y="414"/>
                    </a:lnTo>
                    <a:cubicBezTo>
                      <a:pt x="223" y="435"/>
                      <a:pt x="260" y="444"/>
                      <a:pt x="295" y="444"/>
                    </a:cubicBezTo>
                    <a:cubicBezTo>
                      <a:pt x="437" y="444"/>
                      <a:pt x="552" y="296"/>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35"/>
              <p:cNvSpPr/>
              <p:nvPr/>
            </p:nvSpPr>
            <p:spPr>
              <a:xfrm>
                <a:off x="2185100" y="3748250"/>
                <a:ext cx="13850" cy="11125"/>
              </a:xfrm>
              <a:custGeom>
                <a:avLst/>
                <a:gdLst/>
                <a:ahLst/>
                <a:cxnLst/>
                <a:rect l="l" t="t" r="r" b="b"/>
                <a:pathLst>
                  <a:path w="554" h="445" extrusionOk="0">
                    <a:moveTo>
                      <a:pt x="258" y="1"/>
                    </a:moveTo>
                    <a:cubicBezTo>
                      <a:pt x="116" y="1"/>
                      <a:pt x="1" y="149"/>
                      <a:pt x="83" y="314"/>
                    </a:cubicBezTo>
                    <a:lnTo>
                      <a:pt x="186" y="417"/>
                    </a:lnTo>
                    <a:cubicBezTo>
                      <a:pt x="220" y="436"/>
                      <a:pt x="254" y="444"/>
                      <a:pt x="287" y="444"/>
                    </a:cubicBezTo>
                    <a:cubicBezTo>
                      <a:pt x="432" y="444"/>
                      <a:pt x="553" y="280"/>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35"/>
              <p:cNvSpPr/>
              <p:nvPr/>
            </p:nvSpPr>
            <p:spPr>
              <a:xfrm>
                <a:off x="2567225" y="3801300"/>
                <a:ext cx="13375" cy="10900"/>
              </a:xfrm>
              <a:custGeom>
                <a:avLst/>
                <a:gdLst/>
                <a:ahLst/>
                <a:cxnLst/>
                <a:rect l="l" t="t" r="r" b="b"/>
                <a:pathLst>
                  <a:path w="535" h="436"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35"/>
              <p:cNvSpPr/>
              <p:nvPr/>
            </p:nvSpPr>
            <p:spPr>
              <a:xfrm>
                <a:off x="2110350" y="4162650"/>
                <a:ext cx="13475" cy="10875"/>
              </a:xfrm>
              <a:custGeom>
                <a:avLst/>
                <a:gdLst/>
                <a:ahLst/>
                <a:cxnLst/>
                <a:rect l="l" t="t" r="r" b="b"/>
                <a:pathLst>
                  <a:path w="539" h="435" extrusionOk="0">
                    <a:moveTo>
                      <a:pt x="252" y="0"/>
                    </a:moveTo>
                    <a:cubicBezTo>
                      <a:pt x="103" y="0"/>
                      <a:pt x="0" y="149"/>
                      <a:pt x="62" y="313"/>
                    </a:cubicBezTo>
                    <a:lnTo>
                      <a:pt x="165" y="416"/>
                    </a:lnTo>
                    <a:cubicBezTo>
                      <a:pt x="198" y="429"/>
                      <a:pt x="231" y="435"/>
                      <a:pt x="262" y="435"/>
                    </a:cubicBezTo>
                    <a:cubicBezTo>
                      <a:pt x="422" y="435"/>
                      <a:pt x="538" y="280"/>
                      <a:pt x="474" y="107"/>
                    </a:cubicBezTo>
                    <a:lnTo>
                      <a:pt x="371" y="30"/>
                    </a:lnTo>
                    <a:cubicBezTo>
                      <a:pt x="330" y="10"/>
                      <a:pt x="289"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35"/>
              <p:cNvSpPr/>
              <p:nvPr/>
            </p:nvSpPr>
            <p:spPr>
              <a:xfrm>
                <a:off x="1673525" y="391947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35"/>
              <p:cNvSpPr/>
              <p:nvPr/>
            </p:nvSpPr>
            <p:spPr>
              <a:xfrm>
                <a:off x="2156150" y="400177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392" y="56"/>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35"/>
              <p:cNvSpPr/>
              <p:nvPr/>
            </p:nvSpPr>
            <p:spPr>
              <a:xfrm>
                <a:off x="1689550" y="3714450"/>
                <a:ext cx="13875" cy="10875"/>
              </a:xfrm>
              <a:custGeom>
                <a:avLst/>
                <a:gdLst/>
                <a:ahLst/>
                <a:cxnLst/>
                <a:rect l="l" t="t" r="r" b="b"/>
                <a:pathLst>
                  <a:path w="555" h="435" extrusionOk="0">
                    <a:moveTo>
                      <a:pt x="282" y="0"/>
                    </a:moveTo>
                    <a:cubicBezTo>
                      <a:pt x="131" y="0"/>
                      <a:pt x="0" y="155"/>
                      <a:pt x="87" y="327"/>
                    </a:cubicBezTo>
                    <a:lnTo>
                      <a:pt x="189" y="405"/>
                    </a:lnTo>
                    <a:cubicBezTo>
                      <a:pt x="226" y="425"/>
                      <a:pt x="263" y="434"/>
                      <a:pt x="298" y="434"/>
                    </a:cubicBezTo>
                    <a:cubicBezTo>
                      <a:pt x="440" y="434"/>
                      <a:pt x="555" y="286"/>
                      <a:pt x="473" y="121"/>
                    </a:cubicBezTo>
                    <a:cubicBezTo>
                      <a:pt x="473" y="96"/>
                      <a:pt x="395" y="70"/>
                      <a:pt x="370" y="19"/>
                    </a:cubicBez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35"/>
              <p:cNvSpPr/>
              <p:nvPr/>
            </p:nvSpPr>
            <p:spPr>
              <a:xfrm>
                <a:off x="2078850" y="3209325"/>
                <a:ext cx="13875" cy="10875"/>
              </a:xfrm>
              <a:custGeom>
                <a:avLst/>
                <a:gdLst/>
                <a:ahLst/>
                <a:cxnLst/>
                <a:rect l="l" t="t" r="r" b="b"/>
                <a:pathLst>
                  <a:path w="555" h="435" extrusionOk="0">
                    <a:moveTo>
                      <a:pt x="281" y="0"/>
                    </a:moveTo>
                    <a:cubicBezTo>
                      <a:pt x="130" y="0"/>
                      <a:pt x="0" y="151"/>
                      <a:pt x="86" y="302"/>
                    </a:cubicBezTo>
                    <a:lnTo>
                      <a:pt x="189" y="405"/>
                    </a:lnTo>
                    <a:cubicBezTo>
                      <a:pt x="225" y="425"/>
                      <a:pt x="262" y="435"/>
                      <a:pt x="298" y="435"/>
                    </a:cubicBezTo>
                    <a:cubicBezTo>
                      <a:pt x="440" y="435"/>
                      <a:pt x="555" y="287"/>
                      <a:pt x="472" y="122"/>
                    </a:cubicBezTo>
                    <a:cubicBezTo>
                      <a:pt x="447" y="70"/>
                      <a:pt x="395"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35"/>
              <p:cNvSpPr/>
              <p:nvPr/>
            </p:nvSpPr>
            <p:spPr>
              <a:xfrm>
                <a:off x="2240450" y="3487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35"/>
              <p:cNvSpPr/>
              <p:nvPr/>
            </p:nvSpPr>
            <p:spPr>
              <a:xfrm>
                <a:off x="2087900" y="3096500"/>
                <a:ext cx="13325" cy="11100"/>
              </a:xfrm>
              <a:custGeom>
                <a:avLst/>
                <a:gdLst/>
                <a:ahLst/>
                <a:cxnLst/>
                <a:rect l="l" t="t" r="r" b="b"/>
                <a:pathLst>
                  <a:path w="533" h="444" extrusionOk="0">
                    <a:moveTo>
                      <a:pt x="258" y="0"/>
                    </a:moveTo>
                    <a:cubicBezTo>
                      <a:pt x="105" y="0"/>
                      <a:pt x="1" y="164"/>
                      <a:pt x="85" y="311"/>
                    </a:cubicBezTo>
                    <a:lnTo>
                      <a:pt x="162" y="414"/>
                    </a:lnTo>
                    <a:cubicBezTo>
                      <a:pt x="203" y="434"/>
                      <a:pt x="243" y="444"/>
                      <a:pt x="281" y="444"/>
                    </a:cubicBezTo>
                    <a:cubicBezTo>
                      <a:pt x="430" y="444"/>
                      <a:pt x="533" y="295"/>
                      <a:pt x="471" y="131"/>
                    </a:cubicBezTo>
                    <a:cubicBezTo>
                      <a:pt x="471" y="105"/>
                      <a:pt x="419" y="79"/>
                      <a:pt x="368" y="28"/>
                    </a:cubicBez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35"/>
              <p:cNvSpPr/>
              <p:nvPr/>
            </p:nvSpPr>
            <p:spPr>
              <a:xfrm>
                <a:off x="1749325" y="3685250"/>
                <a:ext cx="13300" cy="11125"/>
              </a:xfrm>
              <a:custGeom>
                <a:avLst/>
                <a:gdLst/>
                <a:ahLst/>
                <a:cxnLst/>
                <a:rect l="l" t="t" r="r" b="b"/>
                <a:pathLst>
                  <a:path w="532" h="445" extrusionOk="0">
                    <a:moveTo>
                      <a:pt x="262" y="1"/>
                    </a:moveTo>
                    <a:cubicBezTo>
                      <a:pt x="108" y="1"/>
                      <a:pt x="1" y="165"/>
                      <a:pt x="63" y="311"/>
                    </a:cubicBezTo>
                    <a:lnTo>
                      <a:pt x="166" y="414"/>
                    </a:lnTo>
                    <a:cubicBezTo>
                      <a:pt x="208" y="435"/>
                      <a:pt x="248" y="444"/>
                      <a:pt x="285" y="444"/>
                    </a:cubicBezTo>
                    <a:cubicBezTo>
                      <a:pt x="433" y="444"/>
                      <a:pt x="532" y="296"/>
                      <a:pt x="450"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35"/>
              <p:cNvSpPr/>
              <p:nvPr/>
            </p:nvSpPr>
            <p:spPr>
              <a:xfrm>
                <a:off x="1761025" y="3781775"/>
                <a:ext cx="13825" cy="11100"/>
              </a:xfrm>
              <a:custGeom>
                <a:avLst/>
                <a:gdLst/>
                <a:ahLst/>
                <a:cxnLst/>
                <a:rect l="l" t="t" r="r" b="b"/>
                <a:pathLst>
                  <a:path w="553" h="444" extrusionOk="0">
                    <a:moveTo>
                      <a:pt x="267" y="1"/>
                    </a:moveTo>
                    <a:cubicBezTo>
                      <a:pt x="122" y="1"/>
                      <a:pt x="1" y="164"/>
                      <a:pt x="84" y="311"/>
                    </a:cubicBezTo>
                    <a:lnTo>
                      <a:pt x="187" y="414"/>
                    </a:lnTo>
                    <a:cubicBezTo>
                      <a:pt x="223" y="435"/>
                      <a:pt x="261" y="444"/>
                      <a:pt x="296" y="444"/>
                    </a:cubicBezTo>
                    <a:cubicBezTo>
                      <a:pt x="438" y="444"/>
                      <a:pt x="553" y="296"/>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35"/>
              <p:cNvSpPr/>
              <p:nvPr/>
            </p:nvSpPr>
            <p:spPr>
              <a:xfrm>
                <a:off x="1814475" y="3535275"/>
                <a:ext cx="13350" cy="10875"/>
              </a:xfrm>
              <a:custGeom>
                <a:avLst/>
                <a:gdLst/>
                <a:ahLst/>
                <a:cxnLst/>
                <a:rect l="l" t="t" r="r" b="b"/>
                <a:pathLst>
                  <a:path w="534" h="435" extrusionOk="0">
                    <a:moveTo>
                      <a:pt x="248" y="0"/>
                    </a:moveTo>
                    <a:cubicBezTo>
                      <a:pt x="99" y="0"/>
                      <a:pt x="0" y="149"/>
                      <a:pt x="83" y="313"/>
                    </a:cubicBezTo>
                    <a:lnTo>
                      <a:pt x="160" y="416"/>
                    </a:lnTo>
                    <a:cubicBezTo>
                      <a:pt x="193" y="429"/>
                      <a:pt x="226" y="435"/>
                      <a:pt x="257" y="435"/>
                    </a:cubicBezTo>
                    <a:cubicBezTo>
                      <a:pt x="417"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35"/>
              <p:cNvSpPr/>
              <p:nvPr/>
            </p:nvSpPr>
            <p:spPr>
              <a:xfrm>
                <a:off x="1846550" y="3534275"/>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3" y="435"/>
                    </a:cubicBezTo>
                    <a:cubicBezTo>
                      <a:pt x="432" y="435"/>
                      <a:pt x="535" y="286"/>
                      <a:pt x="473" y="122"/>
                    </a:cubicBezTo>
                    <a:cubicBezTo>
                      <a:pt x="421" y="70"/>
                      <a:pt x="396" y="19"/>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35"/>
              <p:cNvSpPr/>
              <p:nvPr/>
            </p:nvSpPr>
            <p:spPr>
              <a:xfrm>
                <a:off x="1807875" y="3407925"/>
                <a:ext cx="13475" cy="11050"/>
              </a:xfrm>
              <a:custGeom>
                <a:avLst/>
                <a:gdLst/>
                <a:ahLst/>
                <a:cxnLst/>
                <a:rect l="l" t="t" r="r" b="b"/>
                <a:pathLst>
                  <a:path w="539" h="442" extrusionOk="0">
                    <a:moveTo>
                      <a:pt x="262" y="0"/>
                    </a:moveTo>
                    <a:cubicBezTo>
                      <a:pt x="109" y="0"/>
                      <a:pt x="1" y="164"/>
                      <a:pt x="64" y="311"/>
                    </a:cubicBezTo>
                    <a:lnTo>
                      <a:pt x="167" y="414"/>
                    </a:lnTo>
                    <a:cubicBezTo>
                      <a:pt x="205" y="433"/>
                      <a:pt x="242" y="442"/>
                      <a:pt x="277" y="442"/>
                    </a:cubicBezTo>
                    <a:cubicBezTo>
                      <a:pt x="430" y="442"/>
                      <a:pt x="538" y="278"/>
                      <a:pt x="475" y="131"/>
                    </a:cubicBezTo>
                    <a:cubicBezTo>
                      <a:pt x="424" y="54"/>
                      <a:pt x="398"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35"/>
              <p:cNvSpPr/>
              <p:nvPr/>
            </p:nvSpPr>
            <p:spPr>
              <a:xfrm>
                <a:off x="2062825" y="35141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8"/>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7" name="Google Shape;7577;p35"/>
              <p:cNvSpPr/>
              <p:nvPr/>
            </p:nvSpPr>
            <p:spPr>
              <a:xfrm>
                <a:off x="1975300" y="3398275"/>
                <a:ext cx="13350" cy="11050"/>
              </a:xfrm>
              <a:custGeom>
                <a:avLst/>
                <a:gdLst/>
                <a:ahLst/>
                <a:cxnLst/>
                <a:rect l="l" t="t" r="r" b="b"/>
                <a:pathLst>
                  <a:path w="534" h="442" extrusionOk="0">
                    <a:moveTo>
                      <a:pt x="257" y="0"/>
                    </a:moveTo>
                    <a:cubicBezTo>
                      <a:pt x="105" y="0"/>
                      <a:pt x="1" y="164"/>
                      <a:pt x="84" y="311"/>
                    </a:cubicBezTo>
                    <a:lnTo>
                      <a:pt x="162" y="414"/>
                    </a:lnTo>
                    <a:cubicBezTo>
                      <a:pt x="200" y="433"/>
                      <a:pt x="237" y="442"/>
                      <a:pt x="272" y="442"/>
                    </a:cubicBezTo>
                    <a:cubicBezTo>
                      <a:pt x="426" y="442"/>
                      <a:pt x="533" y="278"/>
                      <a:pt x="471" y="131"/>
                    </a:cubicBezTo>
                    <a:lnTo>
                      <a:pt x="368"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35"/>
              <p:cNvSpPr/>
              <p:nvPr/>
            </p:nvSpPr>
            <p:spPr>
              <a:xfrm>
                <a:off x="1766125" y="34570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21" y="96"/>
                      <a:pt x="395" y="19"/>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35"/>
              <p:cNvSpPr/>
              <p:nvPr/>
            </p:nvSpPr>
            <p:spPr>
              <a:xfrm>
                <a:off x="1420025" y="3629225"/>
                <a:ext cx="13825" cy="11100"/>
              </a:xfrm>
              <a:custGeom>
                <a:avLst/>
                <a:gdLst/>
                <a:ahLst/>
                <a:cxnLst/>
                <a:rect l="l" t="t" r="r" b="b"/>
                <a:pathLst>
                  <a:path w="553" h="444" extrusionOk="0">
                    <a:moveTo>
                      <a:pt x="258" y="0"/>
                    </a:moveTo>
                    <a:cubicBezTo>
                      <a:pt x="116" y="0"/>
                      <a:pt x="1" y="148"/>
                      <a:pt x="83" y="313"/>
                    </a:cubicBezTo>
                    <a:lnTo>
                      <a:pt x="186" y="416"/>
                    </a:lnTo>
                    <a:cubicBezTo>
                      <a:pt x="219" y="435"/>
                      <a:pt x="254" y="444"/>
                      <a:pt x="287" y="444"/>
                    </a:cubicBezTo>
                    <a:cubicBezTo>
                      <a:pt x="432" y="444"/>
                      <a:pt x="553" y="280"/>
                      <a:pt x="469" y="133"/>
                    </a:cubicBezTo>
                    <a:cubicBezTo>
                      <a:pt x="469" y="82"/>
                      <a:pt x="443"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35"/>
              <p:cNvSpPr/>
              <p:nvPr/>
            </p:nvSpPr>
            <p:spPr>
              <a:xfrm>
                <a:off x="1254650" y="3535275"/>
                <a:ext cx="13375" cy="10875"/>
              </a:xfrm>
              <a:custGeom>
                <a:avLst/>
                <a:gdLst/>
                <a:ahLst/>
                <a:cxnLst/>
                <a:rect l="l" t="t" r="r" b="b"/>
                <a:pathLst>
                  <a:path w="535" h="435" extrusionOk="0">
                    <a:moveTo>
                      <a:pt x="248" y="0"/>
                    </a:moveTo>
                    <a:cubicBezTo>
                      <a:pt x="100" y="0"/>
                      <a:pt x="1" y="149"/>
                      <a:pt x="83" y="313"/>
                    </a:cubicBezTo>
                    <a:lnTo>
                      <a:pt x="160" y="416"/>
                    </a:lnTo>
                    <a:cubicBezTo>
                      <a:pt x="194" y="429"/>
                      <a:pt x="226" y="435"/>
                      <a:pt x="257" y="435"/>
                    </a:cubicBezTo>
                    <a:cubicBezTo>
                      <a:pt x="418" y="435"/>
                      <a:pt x="534" y="280"/>
                      <a:pt x="469" y="107"/>
                    </a:cubicBezTo>
                    <a:cubicBezTo>
                      <a:pt x="469" y="82"/>
                      <a:pt x="418"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35"/>
              <p:cNvSpPr/>
              <p:nvPr/>
            </p:nvSpPr>
            <p:spPr>
              <a:xfrm>
                <a:off x="1243075" y="33744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56"/>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35"/>
              <p:cNvSpPr/>
              <p:nvPr/>
            </p:nvSpPr>
            <p:spPr>
              <a:xfrm>
                <a:off x="1305925" y="3386275"/>
                <a:ext cx="13375" cy="10875"/>
              </a:xfrm>
              <a:custGeom>
                <a:avLst/>
                <a:gdLst/>
                <a:ahLst/>
                <a:cxnLst/>
                <a:rect l="l" t="t" r="r" b="b"/>
                <a:pathLst>
                  <a:path w="535" h="435" extrusionOk="0">
                    <a:moveTo>
                      <a:pt x="277" y="1"/>
                    </a:moveTo>
                    <a:cubicBezTo>
                      <a:pt x="117" y="1"/>
                      <a:pt x="1" y="151"/>
                      <a:pt x="66" y="302"/>
                    </a:cubicBezTo>
                    <a:lnTo>
                      <a:pt x="169" y="405"/>
                    </a:lnTo>
                    <a:cubicBezTo>
                      <a:pt x="210" y="426"/>
                      <a:pt x="250" y="435"/>
                      <a:pt x="287" y="435"/>
                    </a:cubicBezTo>
                    <a:cubicBezTo>
                      <a:pt x="435" y="435"/>
                      <a:pt x="534" y="287"/>
                      <a:pt x="452"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35"/>
              <p:cNvSpPr/>
              <p:nvPr/>
            </p:nvSpPr>
            <p:spPr>
              <a:xfrm>
                <a:off x="1150925" y="3377625"/>
                <a:ext cx="13375" cy="10875"/>
              </a:xfrm>
              <a:custGeom>
                <a:avLst/>
                <a:gdLst/>
                <a:ahLst/>
                <a:cxnLst/>
                <a:rect l="l" t="t" r="r" b="b"/>
                <a:pathLst>
                  <a:path w="535" h="435" extrusionOk="0">
                    <a:moveTo>
                      <a:pt x="253" y="0"/>
                    </a:moveTo>
                    <a:cubicBezTo>
                      <a:pt x="104" y="0"/>
                      <a:pt x="1" y="149"/>
                      <a:pt x="63" y="313"/>
                    </a:cubicBezTo>
                    <a:lnTo>
                      <a:pt x="166" y="416"/>
                    </a:lnTo>
                    <a:cubicBezTo>
                      <a:pt x="199" y="429"/>
                      <a:pt x="231" y="435"/>
                      <a:pt x="262" y="435"/>
                    </a:cubicBezTo>
                    <a:cubicBezTo>
                      <a:pt x="422" y="435"/>
                      <a:pt x="535" y="280"/>
                      <a:pt x="449" y="108"/>
                    </a:cubicBezTo>
                    <a:lnTo>
                      <a:pt x="371"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35"/>
              <p:cNvSpPr/>
              <p:nvPr/>
            </p:nvSpPr>
            <p:spPr>
              <a:xfrm>
                <a:off x="851700" y="3124800"/>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cubicBezTo>
                      <a:pt x="449" y="105"/>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35"/>
              <p:cNvSpPr/>
              <p:nvPr/>
            </p:nvSpPr>
            <p:spPr>
              <a:xfrm>
                <a:off x="821600" y="3081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443"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35"/>
              <p:cNvSpPr/>
              <p:nvPr/>
            </p:nvSpPr>
            <p:spPr>
              <a:xfrm>
                <a:off x="683250" y="33229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35"/>
              <p:cNvSpPr/>
              <p:nvPr/>
            </p:nvSpPr>
            <p:spPr>
              <a:xfrm>
                <a:off x="727025" y="3632425"/>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0"/>
                      <a:pt x="469" y="134"/>
                    </a:cubicBezTo>
                    <a:cubicBezTo>
                      <a:pt x="417" y="56"/>
                      <a:pt x="391" y="31"/>
                      <a:pt x="366" y="31"/>
                    </a:cubicBez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35"/>
              <p:cNvSpPr/>
              <p:nvPr/>
            </p:nvSpPr>
            <p:spPr>
              <a:xfrm>
                <a:off x="657525" y="3819050"/>
                <a:ext cx="13825" cy="11100"/>
              </a:xfrm>
              <a:custGeom>
                <a:avLst/>
                <a:gdLst/>
                <a:ahLst/>
                <a:cxnLst/>
                <a:rect l="l" t="t" r="r" b="b"/>
                <a:pathLst>
                  <a:path w="553" h="444" extrusionOk="0">
                    <a:moveTo>
                      <a:pt x="257" y="0"/>
                    </a:moveTo>
                    <a:cubicBezTo>
                      <a:pt x="116" y="0"/>
                      <a:pt x="0" y="148"/>
                      <a:pt x="83" y="313"/>
                    </a:cubicBezTo>
                    <a:lnTo>
                      <a:pt x="186" y="416"/>
                    </a:lnTo>
                    <a:cubicBezTo>
                      <a:pt x="219" y="435"/>
                      <a:pt x="253" y="444"/>
                      <a:pt x="286" y="444"/>
                    </a:cubicBezTo>
                    <a:cubicBezTo>
                      <a:pt x="432" y="444"/>
                      <a:pt x="553" y="280"/>
                      <a:pt x="469" y="133"/>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35"/>
              <p:cNvSpPr/>
              <p:nvPr/>
            </p:nvSpPr>
            <p:spPr>
              <a:xfrm>
                <a:off x="1385175" y="4267825"/>
                <a:ext cx="13900" cy="10875"/>
              </a:xfrm>
              <a:custGeom>
                <a:avLst/>
                <a:gdLst/>
                <a:ahLst/>
                <a:cxnLst/>
                <a:rect l="l" t="t" r="r" b="b"/>
                <a:pathLst>
                  <a:path w="556" h="435" extrusionOk="0">
                    <a:moveTo>
                      <a:pt x="282" y="0"/>
                    </a:moveTo>
                    <a:cubicBezTo>
                      <a:pt x="132" y="0"/>
                      <a:pt x="1" y="155"/>
                      <a:pt x="87" y="327"/>
                    </a:cubicBezTo>
                    <a:lnTo>
                      <a:pt x="190" y="405"/>
                    </a:lnTo>
                    <a:cubicBezTo>
                      <a:pt x="226" y="425"/>
                      <a:pt x="263" y="435"/>
                      <a:pt x="299" y="435"/>
                    </a:cubicBezTo>
                    <a:cubicBezTo>
                      <a:pt x="440" y="435"/>
                      <a:pt x="556" y="286"/>
                      <a:pt x="473" y="122"/>
                    </a:cubicBezTo>
                    <a:cubicBezTo>
                      <a:pt x="473" y="96"/>
                      <a:pt x="447" y="70"/>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35"/>
              <p:cNvSpPr/>
              <p:nvPr/>
            </p:nvSpPr>
            <p:spPr>
              <a:xfrm>
                <a:off x="2917250" y="3812600"/>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3"/>
                    </a:cubicBezTo>
                    <a:cubicBezTo>
                      <a:pt x="422"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35"/>
              <p:cNvSpPr/>
              <p:nvPr/>
            </p:nvSpPr>
            <p:spPr>
              <a:xfrm>
                <a:off x="3371650" y="3435525"/>
                <a:ext cx="13375" cy="10900"/>
              </a:xfrm>
              <a:custGeom>
                <a:avLst/>
                <a:gdLst/>
                <a:ahLst/>
                <a:cxnLst/>
                <a:rect l="l" t="t" r="r" b="b"/>
                <a:pathLst>
                  <a:path w="535" h="436" extrusionOk="0">
                    <a:moveTo>
                      <a:pt x="248" y="1"/>
                    </a:moveTo>
                    <a:cubicBezTo>
                      <a:pt x="100" y="1"/>
                      <a:pt x="1" y="149"/>
                      <a:pt x="83" y="314"/>
                    </a:cubicBezTo>
                    <a:lnTo>
                      <a:pt x="160" y="417"/>
                    </a:lnTo>
                    <a:cubicBezTo>
                      <a:pt x="194" y="429"/>
                      <a:pt x="226" y="435"/>
                      <a:pt x="257" y="435"/>
                    </a:cubicBezTo>
                    <a:cubicBezTo>
                      <a:pt x="418" y="435"/>
                      <a:pt x="534" y="281"/>
                      <a:pt x="469" y="108"/>
                    </a:cubicBezTo>
                    <a:cubicBezTo>
                      <a:pt x="469" y="82"/>
                      <a:pt x="418" y="31"/>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35"/>
              <p:cNvSpPr/>
              <p:nvPr/>
            </p:nvSpPr>
            <p:spPr>
              <a:xfrm>
                <a:off x="2909000" y="304945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56"/>
                      <a:pt x="444"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35"/>
              <p:cNvSpPr/>
              <p:nvPr/>
            </p:nvSpPr>
            <p:spPr>
              <a:xfrm>
                <a:off x="3248625" y="4838275"/>
                <a:ext cx="13375" cy="10875"/>
              </a:xfrm>
              <a:custGeom>
                <a:avLst/>
                <a:gdLst/>
                <a:ahLst/>
                <a:cxnLst/>
                <a:rect l="l" t="t" r="r" b="b"/>
                <a:pathLst>
                  <a:path w="535" h="435" extrusionOk="0">
                    <a:moveTo>
                      <a:pt x="253" y="1"/>
                    </a:moveTo>
                    <a:cubicBezTo>
                      <a:pt x="104" y="1"/>
                      <a:pt x="1" y="149"/>
                      <a:pt x="62" y="314"/>
                    </a:cubicBezTo>
                    <a:lnTo>
                      <a:pt x="165" y="417"/>
                    </a:lnTo>
                    <a:cubicBezTo>
                      <a:pt x="199" y="429"/>
                      <a:pt x="231" y="435"/>
                      <a:pt x="262" y="435"/>
                    </a:cubicBezTo>
                    <a:cubicBezTo>
                      <a:pt x="422" y="435"/>
                      <a:pt x="535" y="280"/>
                      <a:pt x="448" y="108"/>
                    </a:cubicBezTo>
                    <a:cubicBezTo>
                      <a:pt x="448" y="82"/>
                      <a:pt x="397" y="56"/>
                      <a:pt x="371" y="31"/>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35"/>
              <p:cNvSpPr/>
              <p:nvPr/>
            </p:nvSpPr>
            <p:spPr>
              <a:xfrm>
                <a:off x="2865775" y="4857575"/>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397" y="57"/>
                      <a:pt x="371" y="31"/>
                    </a:cubicBez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5" name="Google Shape;7595;p35"/>
              <p:cNvSpPr/>
              <p:nvPr/>
            </p:nvSpPr>
            <p:spPr>
              <a:xfrm>
                <a:off x="2387800" y="4857575"/>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35"/>
              <p:cNvSpPr/>
              <p:nvPr/>
            </p:nvSpPr>
            <p:spPr>
              <a:xfrm>
                <a:off x="2022800" y="487502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35"/>
              <p:cNvSpPr/>
              <p:nvPr/>
            </p:nvSpPr>
            <p:spPr>
              <a:xfrm>
                <a:off x="1304850" y="4851150"/>
                <a:ext cx="13800" cy="10525"/>
              </a:xfrm>
              <a:custGeom>
                <a:avLst/>
                <a:gdLst/>
                <a:ahLst/>
                <a:cxnLst/>
                <a:rect l="l" t="t" r="r" b="b"/>
                <a:pathLst>
                  <a:path w="552" h="421" extrusionOk="0">
                    <a:moveTo>
                      <a:pt x="257" y="1"/>
                    </a:moveTo>
                    <a:cubicBezTo>
                      <a:pt x="116" y="1"/>
                      <a:pt x="0" y="149"/>
                      <a:pt x="83" y="314"/>
                    </a:cubicBezTo>
                    <a:lnTo>
                      <a:pt x="186" y="391"/>
                    </a:lnTo>
                    <a:cubicBezTo>
                      <a:pt x="222" y="411"/>
                      <a:pt x="259" y="421"/>
                      <a:pt x="294" y="421"/>
                    </a:cubicBezTo>
                    <a:cubicBezTo>
                      <a:pt x="436" y="421"/>
                      <a:pt x="551" y="272"/>
                      <a:pt x="469" y="108"/>
                    </a:cubicBezTo>
                    <a:cubicBezTo>
                      <a:pt x="469" y="82"/>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35"/>
              <p:cNvSpPr/>
              <p:nvPr/>
            </p:nvSpPr>
            <p:spPr>
              <a:xfrm>
                <a:off x="993275" y="4855025"/>
                <a:ext cx="13325" cy="11100"/>
              </a:xfrm>
              <a:custGeom>
                <a:avLst/>
                <a:gdLst/>
                <a:ahLst/>
                <a:cxnLst/>
                <a:rect l="l" t="t" r="r" b="b"/>
                <a:pathLst>
                  <a:path w="533" h="444" extrusionOk="0">
                    <a:moveTo>
                      <a:pt x="253" y="0"/>
                    </a:moveTo>
                    <a:cubicBezTo>
                      <a:pt x="104" y="0"/>
                      <a:pt x="1" y="148"/>
                      <a:pt x="63" y="313"/>
                    </a:cubicBezTo>
                    <a:lnTo>
                      <a:pt x="166" y="416"/>
                    </a:lnTo>
                    <a:cubicBezTo>
                      <a:pt x="203" y="435"/>
                      <a:pt x="240" y="443"/>
                      <a:pt x="275" y="443"/>
                    </a:cubicBezTo>
                    <a:cubicBezTo>
                      <a:pt x="428" y="443"/>
                      <a:pt x="533" y="275"/>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35"/>
              <p:cNvSpPr/>
              <p:nvPr/>
            </p:nvSpPr>
            <p:spPr>
              <a:xfrm>
                <a:off x="771225" y="4853375"/>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51" y="70"/>
                      <a:pt x="425"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35"/>
              <p:cNvSpPr/>
              <p:nvPr/>
            </p:nvSpPr>
            <p:spPr>
              <a:xfrm>
                <a:off x="595075" y="47334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lnTo>
                      <a:pt x="367" y="28"/>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35"/>
              <p:cNvSpPr/>
              <p:nvPr/>
            </p:nvSpPr>
            <p:spPr>
              <a:xfrm>
                <a:off x="1298375" y="3748950"/>
                <a:ext cx="13875" cy="11075"/>
              </a:xfrm>
              <a:custGeom>
                <a:avLst/>
                <a:gdLst/>
                <a:ahLst/>
                <a:cxnLst/>
                <a:rect l="l" t="t" r="r" b="b"/>
                <a:pathLst>
                  <a:path w="555" h="443" extrusionOk="0">
                    <a:moveTo>
                      <a:pt x="281" y="1"/>
                    </a:moveTo>
                    <a:cubicBezTo>
                      <a:pt x="122" y="1"/>
                      <a:pt x="1" y="165"/>
                      <a:pt x="84" y="312"/>
                    </a:cubicBezTo>
                    <a:lnTo>
                      <a:pt x="187" y="414"/>
                    </a:lnTo>
                    <a:cubicBezTo>
                      <a:pt x="226" y="434"/>
                      <a:pt x="263" y="442"/>
                      <a:pt x="298" y="442"/>
                    </a:cubicBezTo>
                    <a:cubicBezTo>
                      <a:pt x="450" y="442"/>
                      <a:pt x="554" y="278"/>
                      <a:pt x="471" y="131"/>
                    </a:cubicBezTo>
                    <a:lnTo>
                      <a:pt x="393"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35"/>
              <p:cNvSpPr/>
              <p:nvPr/>
            </p:nvSpPr>
            <p:spPr>
              <a:xfrm>
                <a:off x="2815700" y="4204475"/>
                <a:ext cx="13800" cy="10525"/>
              </a:xfrm>
              <a:custGeom>
                <a:avLst/>
                <a:gdLst/>
                <a:ahLst/>
                <a:cxnLst/>
                <a:rect l="l" t="t" r="r" b="b"/>
                <a:pathLst>
                  <a:path w="552" h="421" extrusionOk="0">
                    <a:moveTo>
                      <a:pt x="258" y="0"/>
                    </a:moveTo>
                    <a:cubicBezTo>
                      <a:pt x="116" y="0"/>
                      <a:pt x="1" y="149"/>
                      <a:pt x="83" y="313"/>
                    </a:cubicBezTo>
                    <a:lnTo>
                      <a:pt x="186" y="391"/>
                    </a:lnTo>
                    <a:cubicBezTo>
                      <a:pt x="222" y="411"/>
                      <a:pt x="259" y="420"/>
                      <a:pt x="295" y="420"/>
                    </a:cubicBezTo>
                    <a:cubicBezTo>
                      <a:pt x="436" y="420"/>
                      <a:pt x="552" y="272"/>
                      <a:pt x="469" y="107"/>
                    </a:cubicBezTo>
                    <a:cubicBezTo>
                      <a:pt x="469" y="82"/>
                      <a:pt x="392"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35"/>
              <p:cNvSpPr/>
              <p:nvPr/>
            </p:nvSpPr>
            <p:spPr>
              <a:xfrm>
                <a:off x="3306500" y="4344800"/>
                <a:ext cx="13325" cy="11125"/>
              </a:xfrm>
              <a:custGeom>
                <a:avLst/>
                <a:gdLst/>
                <a:ahLst/>
                <a:cxnLst/>
                <a:rect l="l" t="t" r="r" b="b"/>
                <a:pathLst>
                  <a:path w="533" h="445" extrusionOk="0">
                    <a:moveTo>
                      <a:pt x="262" y="1"/>
                    </a:moveTo>
                    <a:cubicBezTo>
                      <a:pt x="109" y="1"/>
                      <a:pt x="1" y="165"/>
                      <a:pt x="64" y="311"/>
                    </a:cubicBezTo>
                    <a:lnTo>
                      <a:pt x="167" y="414"/>
                    </a:lnTo>
                    <a:cubicBezTo>
                      <a:pt x="208" y="435"/>
                      <a:pt x="248" y="444"/>
                      <a:pt x="285" y="444"/>
                    </a:cubicBezTo>
                    <a:cubicBezTo>
                      <a:pt x="434" y="444"/>
                      <a:pt x="532" y="296"/>
                      <a:pt x="450" y="131"/>
                    </a:cubicBezTo>
                    <a:cubicBezTo>
                      <a:pt x="450" y="105"/>
                      <a:pt x="398" y="80"/>
                      <a:pt x="373" y="28"/>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35"/>
              <p:cNvSpPr/>
              <p:nvPr/>
            </p:nvSpPr>
            <p:spPr>
              <a:xfrm>
                <a:off x="2713400" y="4571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35"/>
              <p:cNvSpPr/>
              <p:nvPr/>
            </p:nvSpPr>
            <p:spPr>
              <a:xfrm>
                <a:off x="2514700" y="4084375"/>
                <a:ext cx="11600" cy="10725"/>
              </a:xfrm>
              <a:custGeom>
                <a:avLst/>
                <a:gdLst/>
                <a:ahLst/>
                <a:cxnLst/>
                <a:rect l="l" t="t" r="r" b="b"/>
                <a:pathLst>
                  <a:path w="464" h="429" extrusionOk="0">
                    <a:moveTo>
                      <a:pt x="286" y="0"/>
                    </a:moveTo>
                    <a:cubicBezTo>
                      <a:pt x="219" y="0"/>
                      <a:pt x="148" y="28"/>
                      <a:pt x="103" y="73"/>
                    </a:cubicBezTo>
                    <a:cubicBezTo>
                      <a:pt x="26" y="176"/>
                      <a:pt x="0" y="304"/>
                      <a:pt x="77" y="381"/>
                    </a:cubicBezTo>
                    <a:cubicBezTo>
                      <a:pt x="110" y="414"/>
                      <a:pt x="151" y="428"/>
                      <a:pt x="196" y="428"/>
                    </a:cubicBezTo>
                    <a:cubicBezTo>
                      <a:pt x="258" y="428"/>
                      <a:pt x="326" y="401"/>
                      <a:pt x="386" y="356"/>
                    </a:cubicBezTo>
                    <a:cubicBezTo>
                      <a:pt x="463" y="253"/>
                      <a:pt x="463" y="124"/>
                      <a:pt x="412" y="47"/>
                    </a:cubicBezTo>
                    <a:cubicBezTo>
                      <a:pt x="380" y="15"/>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35"/>
              <p:cNvSpPr/>
              <p:nvPr/>
            </p:nvSpPr>
            <p:spPr>
              <a:xfrm>
                <a:off x="3401875" y="3539825"/>
                <a:ext cx="13850" cy="11075"/>
              </a:xfrm>
              <a:custGeom>
                <a:avLst/>
                <a:gdLst/>
                <a:ahLst/>
                <a:cxnLst/>
                <a:rect l="l" t="t" r="r" b="b"/>
                <a:pathLst>
                  <a:path w="554" h="443" extrusionOk="0">
                    <a:moveTo>
                      <a:pt x="266" y="1"/>
                    </a:moveTo>
                    <a:cubicBezTo>
                      <a:pt x="121" y="1"/>
                      <a:pt x="0" y="165"/>
                      <a:pt x="84" y="312"/>
                    </a:cubicBezTo>
                    <a:lnTo>
                      <a:pt x="187" y="414"/>
                    </a:lnTo>
                    <a:cubicBezTo>
                      <a:pt x="220" y="434"/>
                      <a:pt x="255" y="442"/>
                      <a:pt x="288" y="442"/>
                    </a:cubicBezTo>
                    <a:cubicBezTo>
                      <a:pt x="433" y="442"/>
                      <a:pt x="554" y="278"/>
                      <a:pt x="470" y="131"/>
                    </a:cubicBezTo>
                    <a:lnTo>
                      <a:pt x="367" y="28"/>
                    </a:ln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35"/>
              <p:cNvSpPr/>
              <p:nvPr/>
            </p:nvSpPr>
            <p:spPr>
              <a:xfrm>
                <a:off x="2892875" y="336545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45" y="54"/>
                      <a:pt x="394"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35"/>
              <p:cNvSpPr/>
              <p:nvPr/>
            </p:nvSpPr>
            <p:spPr>
              <a:xfrm>
                <a:off x="2780950" y="3615700"/>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6" y="280"/>
                      <a:pt x="469" y="108"/>
                    </a:cubicBezTo>
                    <a:cubicBezTo>
                      <a:pt x="469" y="82"/>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35"/>
              <p:cNvSpPr/>
              <p:nvPr/>
            </p:nvSpPr>
            <p:spPr>
              <a:xfrm>
                <a:off x="2515050" y="3485150"/>
                <a:ext cx="13350" cy="11050"/>
              </a:xfrm>
              <a:custGeom>
                <a:avLst/>
                <a:gdLst/>
                <a:ahLst/>
                <a:cxnLst/>
                <a:rect l="l" t="t" r="r" b="b"/>
                <a:pathLst>
                  <a:path w="534" h="442" extrusionOk="0">
                    <a:moveTo>
                      <a:pt x="262" y="0"/>
                    </a:moveTo>
                    <a:cubicBezTo>
                      <a:pt x="108" y="0"/>
                      <a:pt x="0" y="164"/>
                      <a:pt x="63" y="311"/>
                    </a:cubicBezTo>
                    <a:lnTo>
                      <a:pt x="166" y="414"/>
                    </a:lnTo>
                    <a:cubicBezTo>
                      <a:pt x="205" y="433"/>
                      <a:pt x="242" y="441"/>
                      <a:pt x="277" y="441"/>
                    </a:cubicBezTo>
                    <a:cubicBezTo>
                      <a:pt x="429" y="441"/>
                      <a:pt x="533" y="277"/>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35"/>
              <p:cNvSpPr/>
              <p:nvPr/>
            </p:nvSpPr>
            <p:spPr>
              <a:xfrm>
                <a:off x="3024825" y="31466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5"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1" name="Google Shape;7611;p35"/>
            <p:cNvGrpSpPr/>
            <p:nvPr/>
          </p:nvGrpSpPr>
          <p:grpSpPr>
            <a:xfrm>
              <a:off x="0" y="1993350"/>
              <a:ext cx="3217825" cy="2069500"/>
              <a:chOff x="4031200" y="2931750"/>
              <a:chExt cx="3217825" cy="2069500"/>
            </a:xfrm>
          </p:grpSpPr>
          <p:sp>
            <p:nvSpPr>
              <p:cNvPr id="7612" name="Google Shape;7612;p35"/>
              <p:cNvSpPr/>
              <p:nvPr/>
            </p:nvSpPr>
            <p:spPr>
              <a:xfrm>
                <a:off x="6290375" y="29349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35"/>
              <p:cNvSpPr/>
              <p:nvPr/>
            </p:nvSpPr>
            <p:spPr>
              <a:xfrm>
                <a:off x="4164300" y="3168500"/>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35"/>
              <p:cNvSpPr/>
              <p:nvPr/>
            </p:nvSpPr>
            <p:spPr>
              <a:xfrm>
                <a:off x="4671350" y="3184575"/>
                <a:ext cx="13250" cy="10900"/>
              </a:xfrm>
              <a:custGeom>
                <a:avLst/>
                <a:gdLst/>
                <a:ahLst/>
                <a:cxnLst/>
                <a:rect l="l" t="t" r="r" b="b"/>
                <a:pathLst>
                  <a:path w="530" h="436" extrusionOk="0">
                    <a:moveTo>
                      <a:pt x="283" y="1"/>
                    </a:moveTo>
                    <a:cubicBezTo>
                      <a:pt x="246" y="1"/>
                      <a:pt x="206" y="10"/>
                      <a:pt x="164" y="31"/>
                    </a:cubicBezTo>
                    <a:cubicBezTo>
                      <a:pt x="113" y="31"/>
                      <a:pt x="87" y="56"/>
                      <a:pt x="87" y="108"/>
                    </a:cubicBezTo>
                    <a:cubicBezTo>
                      <a:pt x="1" y="281"/>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35"/>
              <p:cNvSpPr/>
              <p:nvPr/>
            </p:nvSpPr>
            <p:spPr>
              <a:xfrm>
                <a:off x="4911900" y="3197450"/>
                <a:ext cx="13375" cy="10875"/>
              </a:xfrm>
              <a:custGeom>
                <a:avLst/>
                <a:gdLst/>
                <a:ahLst/>
                <a:cxnLst/>
                <a:rect l="l" t="t" r="r" b="b"/>
                <a:pathLst>
                  <a:path w="535" h="435" extrusionOk="0">
                    <a:moveTo>
                      <a:pt x="277" y="1"/>
                    </a:moveTo>
                    <a:cubicBezTo>
                      <a:pt x="242" y="1"/>
                      <a:pt x="205" y="10"/>
                      <a:pt x="169" y="31"/>
                    </a:cubicBezTo>
                    <a:cubicBezTo>
                      <a:pt x="117" y="56"/>
                      <a:pt x="66" y="82"/>
                      <a:pt x="66" y="108"/>
                    </a:cubicBezTo>
                    <a:cubicBezTo>
                      <a:pt x="1" y="280"/>
                      <a:pt x="117" y="435"/>
                      <a:pt x="262" y="435"/>
                    </a:cubicBezTo>
                    <a:cubicBezTo>
                      <a:pt x="291" y="435"/>
                      <a:pt x="320" y="429"/>
                      <a:pt x="349" y="417"/>
                    </a:cubicBezTo>
                    <a:lnTo>
                      <a:pt x="452" y="314"/>
                    </a:lnTo>
                    <a:cubicBezTo>
                      <a:pt x="534" y="149"/>
                      <a:pt x="41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35"/>
              <p:cNvSpPr/>
              <p:nvPr/>
            </p:nvSpPr>
            <p:spPr>
              <a:xfrm>
                <a:off x="5272300" y="29510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35"/>
              <p:cNvSpPr/>
              <p:nvPr/>
            </p:nvSpPr>
            <p:spPr>
              <a:xfrm>
                <a:off x="4897850" y="3039800"/>
                <a:ext cx="13900" cy="10875"/>
              </a:xfrm>
              <a:custGeom>
                <a:avLst/>
                <a:gdLst/>
                <a:ahLst/>
                <a:cxnLst/>
                <a:rect l="l" t="t" r="r" b="b"/>
                <a:pathLst>
                  <a:path w="556" h="435" extrusionOk="0">
                    <a:moveTo>
                      <a:pt x="299" y="1"/>
                    </a:moveTo>
                    <a:cubicBezTo>
                      <a:pt x="263" y="1"/>
                      <a:pt x="226" y="10"/>
                      <a:pt x="190" y="31"/>
                    </a:cubicBezTo>
                    <a:cubicBezTo>
                      <a:pt x="113" y="31"/>
                      <a:pt x="87"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35"/>
              <p:cNvSpPr/>
              <p:nvPr/>
            </p:nvSpPr>
            <p:spPr>
              <a:xfrm>
                <a:off x="4612775" y="3142400"/>
                <a:ext cx="13375" cy="10875"/>
              </a:xfrm>
              <a:custGeom>
                <a:avLst/>
                <a:gdLst/>
                <a:ahLst/>
                <a:cxnLst/>
                <a:rect l="l" t="t" r="r" b="b"/>
                <a:pathLst>
                  <a:path w="535" h="435" extrusionOk="0">
                    <a:moveTo>
                      <a:pt x="262" y="1"/>
                    </a:moveTo>
                    <a:cubicBezTo>
                      <a:pt x="231" y="1"/>
                      <a:pt x="199" y="7"/>
                      <a:pt x="165" y="19"/>
                    </a:cubicBezTo>
                    <a:cubicBezTo>
                      <a:pt x="114" y="70"/>
                      <a:pt x="62" y="96"/>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35"/>
              <p:cNvSpPr/>
              <p:nvPr/>
            </p:nvSpPr>
            <p:spPr>
              <a:xfrm>
                <a:off x="4538750" y="3478050"/>
                <a:ext cx="13350" cy="11075"/>
              </a:xfrm>
              <a:custGeom>
                <a:avLst/>
                <a:gdLst/>
                <a:ahLst/>
                <a:cxnLst/>
                <a:rect l="l" t="t" r="r" b="b"/>
                <a:pathLst>
                  <a:path w="534" h="443" extrusionOk="0">
                    <a:moveTo>
                      <a:pt x="267" y="1"/>
                    </a:moveTo>
                    <a:cubicBezTo>
                      <a:pt x="234" y="1"/>
                      <a:pt x="200" y="9"/>
                      <a:pt x="166" y="29"/>
                    </a:cubicBezTo>
                    <a:lnTo>
                      <a:pt x="63" y="131"/>
                    </a:lnTo>
                    <a:cubicBezTo>
                      <a:pt x="0" y="278"/>
                      <a:pt x="108" y="442"/>
                      <a:pt x="248" y="442"/>
                    </a:cubicBezTo>
                    <a:cubicBezTo>
                      <a:pt x="280" y="442"/>
                      <a:pt x="313" y="434"/>
                      <a:pt x="346" y="415"/>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35"/>
              <p:cNvSpPr/>
              <p:nvPr/>
            </p:nvSpPr>
            <p:spPr>
              <a:xfrm>
                <a:off x="4331675" y="3664600"/>
                <a:ext cx="13825" cy="11125"/>
              </a:xfrm>
              <a:custGeom>
                <a:avLst/>
                <a:gdLst/>
                <a:ahLst/>
                <a:cxnLst/>
                <a:rect l="l" t="t" r="r" b="b"/>
                <a:pathLst>
                  <a:path w="553" h="445" extrusionOk="0">
                    <a:moveTo>
                      <a:pt x="296" y="1"/>
                    </a:moveTo>
                    <a:cubicBezTo>
                      <a:pt x="260" y="1"/>
                      <a:pt x="223" y="10"/>
                      <a:pt x="187" y="31"/>
                    </a:cubicBezTo>
                    <a:lnTo>
                      <a:pt x="84" y="134"/>
                    </a:lnTo>
                    <a:cubicBezTo>
                      <a:pt x="0" y="280"/>
                      <a:pt x="121" y="444"/>
                      <a:pt x="267" y="444"/>
                    </a:cubicBezTo>
                    <a:cubicBezTo>
                      <a:pt x="300" y="444"/>
                      <a:pt x="334" y="436"/>
                      <a:pt x="367" y="417"/>
                    </a:cubicBezTo>
                    <a:lnTo>
                      <a:pt x="470" y="314"/>
                    </a:lnTo>
                    <a:cubicBezTo>
                      <a:pt x="553" y="149"/>
                      <a:pt x="437" y="1"/>
                      <a:pt x="29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35"/>
              <p:cNvSpPr/>
              <p:nvPr/>
            </p:nvSpPr>
            <p:spPr>
              <a:xfrm>
                <a:off x="4287800" y="2934275"/>
                <a:ext cx="13300" cy="11125"/>
              </a:xfrm>
              <a:custGeom>
                <a:avLst/>
                <a:gdLst/>
                <a:ahLst/>
                <a:cxnLst/>
                <a:rect l="l" t="t" r="r" b="b"/>
                <a:pathLst>
                  <a:path w="532" h="445" extrusionOk="0">
                    <a:moveTo>
                      <a:pt x="285" y="1"/>
                    </a:moveTo>
                    <a:cubicBezTo>
                      <a:pt x="248" y="1"/>
                      <a:pt x="207" y="10"/>
                      <a:pt x="166" y="30"/>
                    </a:cubicBezTo>
                    <a:cubicBezTo>
                      <a:pt x="140" y="30"/>
                      <a:pt x="115" y="56"/>
                      <a:pt x="63" y="133"/>
                    </a:cubicBezTo>
                    <a:cubicBezTo>
                      <a:pt x="0" y="280"/>
                      <a:pt x="108" y="444"/>
                      <a:pt x="262" y="444"/>
                    </a:cubicBezTo>
                    <a:cubicBezTo>
                      <a:pt x="297" y="444"/>
                      <a:pt x="334" y="436"/>
                      <a:pt x="372" y="417"/>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35"/>
              <p:cNvSpPr/>
              <p:nvPr/>
            </p:nvSpPr>
            <p:spPr>
              <a:xfrm>
                <a:off x="4996250" y="3842250"/>
                <a:ext cx="13350" cy="11075"/>
              </a:xfrm>
              <a:custGeom>
                <a:avLst/>
                <a:gdLst/>
                <a:ahLst/>
                <a:cxnLst/>
                <a:rect l="l" t="t" r="r" b="b"/>
                <a:pathLst>
                  <a:path w="534" h="443" extrusionOk="0">
                    <a:moveTo>
                      <a:pt x="277" y="1"/>
                    </a:moveTo>
                    <a:cubicBezTo>
                      <a:pt x="242" y="1"/>
                      <a:pt x="205" y="9"/>
                      <a:pt x="166" y="28"/>
                    </a:cubicBezTo>
                    <a:cubicBezTo>
                      <a:pt x="141" y="28"/>
                      <a:pt x="63" y="106"/>
                      <a:pt x="63" y="131"/>
                    </a:cubicBezTo>
                    <a:cubicBezTo>
                      <a:pt x="1" y="278"/>
                      <a:pt x="109" y="442"/>
                      <a:pt x="262" y="442"/>
                    </a:cubicBezTo>
                    <a:cubicBezTo>
                      <a:pt x="297" y="442"/>
                      <a:pt x="334" y="434"/>
                      <a:pt x="372" y="415"/>
                    </a:cubicBezTo>
                    <a:lnTo>
                      <a:pt x="450" y="312"/>
                    </a:lnTo>
                    <a:cubicBezTo>
                      <a:pt x="533"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35"/>
              <p:cNvSpPr/>
              <p:nvPr/>
            </p:nvSpPr>
            <p:spPr>
              <a:xfrm>
                <a:off x="5932650" y="3753050"/>
                <a:ext cx="13350" cy="10875"/>
              </a:xfrm>
              <a:custGeom>
                <a:avLst/>
                <a:gdLst/>
                <a:ahLst/>
                <a:cxnLst/>
                <a:rect l="l" t="t" r="r" b="b"/>
                <a:pathLst>
                  <a:path w="534" h="435" extrusionOk="0">
                    <a:moveTo>
                      <a:pt x="257" y="1"/>
                    </a:moveTo>
                    <a:cubicBezTo>
                      <a:pt x="226" y="1"/>
                      <a:pt x="193" y="6"/>
                      <a:pt x="160" y="19"/>
                    </a:cubicBezTo>
                    <a:lnTo>
                      <a:pt x="83" y="122"/>
                    </a:lnTo>
                    <a:cubicBezTo>
                      <a:pt x="1" y="287"/>
                      <a:pt x="99"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35"/>
              <p:cNvSpPr/>
              <p:nvPr/>
            </p:nvSpPr>
            <p:spPr>
              <a:xfrm>
                <a:off x="6030350" y="3146625"/>
                <a:ext cx="13900" cy="10875"/>
              </a:xfrm>
              <a:custGeom>
                <a:avLst/>
                <a:gdLst/>
                <a:ahLst/>
                <a:cxnLst/>
                <a:rect l="l" t="t" r="r" b="b"/>
                <a:pathLst>
                  <a:path w="556" h="435" extrusionOk="0">
                    <a:moveTo>
                      <a:pt x="299" y="0"/>
                    </a:moveTo>
                    <a:cubicBezTo>
                      <a:pt x="263" y="0"/>
                      <a:pt x="226" y="10"/>
                      <a:pt x="190" y="30"/>
                    </a:cubicBezTo>
                    <a:cubicBezTo>
                      <a:pt x="113" y="56"/>
                      <a:pt x="87" y="82"/>
                      <a:pt x="87" y="107"/>
                    </a:cubicBez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35"/>
              <p:cNvSpPr/>
              <p:nvPr/>
            </p:nvSpPr>
            <p:spPr>
              <a:xfrm>
                <a:off x="6029175" y="3794875"/>
                <a:ext cx="13350" cy="10875"/>
              </a:xfrm>
              <a:custGeom>
                <a:avLst/>
                <a:gdLst/>
                <a:ahLst/>
                <a:cxnLst/>
                <a:rect l="l" t="t" r="r" b="b"/>
                <a:pathLst>
                  <a:path w="534" h="435" extrusionOk="0">
                    <a:moveTo>
                      <a:pt x="257" y="1"/>
                    </a:moveTo>
                    <a:cubicBezTo>
                      <a:pt x="226" y="1"/>
                      <a:pt x="193" y="6"/>
                      <a:pt x="160" y="19"/>
                    </a:cubicBezTo>
                    <a:cubicBezTo>
                      <a:pt x="134" y="19"/>
                      <a:pt x="108" y="70"/>
                      <a:pt x="83" y="122"/>
                    </a:cubicBezTo>
                    <a:cubicBezTo>
                      <a:pt x="0" y="287"/>
                      <a:pt x="99" y="435"/>
                      <a:pt x="247" y="435"/>
                    </a:cubicBezTo>
                    <a:cubicBezTo>
                      <a:pt x="284" y="435"/>
                      <a:pt x="325"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35"/>
              <p:cNvSpPr/>
              <p:nvPr/>
            </p:nvSpPr>
            <p:spPr>
              <a:xfrm>
                <a:off x="6276900" y="3708000"/>
                <a:ext cx="13350" cy="10900"/>
              </a:xfrm>
              <a:custGeom>
                <a:avLst/>
                <a:gdLst/>
                <a:ahLst/>
                <a:cxnLst/>
                <a:rect l="l" t="t" r="r" b="b"/>
                <a:pathLst>
                  <a:path w="534" h="436" extrusionOk="0">
                    <a:moveTo>
                      <a:pt x="258" y="1"/>
                    </a:moveTo>
                    <a:cubicBezTo>
                      <a:pt x="227" y="1"/>
                      <a:pt x="194" y="7"/>
                      <a:pt x="160" y="19"/>
                    </a:cubicBezTo>
                    <a:cubicBezTo>
                      <a:pt x="135" y="19"/>
                      <a:pt x="109" y="71"/>
                      <a:pt x="83" y="122"/>
                    </a:cubicBezTo>
                    <a:cubicBezTo>
                      <a:pt x="1" y="287"/>
                      <a:pt x="100" y="435"/>
                      <a:pt x="248" y="435"/>
                    </a:cubicBezTo>
                    <a:cubicBezTo>
                      <a:pt x="285" y="435"/>
                      <a:pt x="325" y="426"/>
                      <a:pt x="366" y="405"/>
                    </a:cubicBezTo>
                    <a:lnTo>
                      <a:pt x="469" y="302"/>
                    </a:lnTo>
                    <a:cubicBezTo>
                      <a:pt x="534" y="152"/>
                      <a:pt x="418"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35"/>
              <p:cNvSpPr/>
              <p:nvPr/>
            </p:nvSpPr>
            <p:spPr>
              <a:xfrm>
                <a:off x="6257600" y="3778800"/>
                <a:ext cx="13350" cy="10875"/>
              </a:xfrm>
              <a:custGeom>
                <a:avLst/>
                <a:gdLst/>
                <a:ahLst/>
                <a:cxnLst/>
                <a:rect l="l" t="t" r="r" b="b"/>
                <a:pathLst>
                  <a:path w="534" h="435" extrusionOk="0">
                    <a:moveTo>
                      <a:pt x="257" y="0"/>
                    </a:moveTo>
                    <a:cubicBezTo>
                      <a:pt x="226" y="0"/>
                      <a:pt x="193" y="6"/>
                      <a:pt x="160" y="18"/>
                    </a:cubicBezTo>
                    <a:cubicBezTo>
                      <a:pt x="134" y="70"/>
                      <a:pt x="83" y="96"/>
                      <a:pt x="83" y="121"/>
                    </a:cubicBezTo>
                    <a:cubicBezTo>
                      <a:pt x="1" y="286"/>
                      <a:pt x="99" y="434"/>
                      <a:pt x="248" y="434"/>
                    </a:cubicBezTo>
                    <a:cubicBezTo>
                      <a:pt x="285" y="434"/>
                      <a:pt x="325" y="425"/>
                      <a:pt x="366" y="404"/>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35"/>
              <p:cNvSpPr/>
              <p:nvPr/>
            </p:nvSpPr>
            <p:spPr>
              <a:xfrm>
                <a:off x="6015500" y="3278525"/>
                <a:ext cx="13300" cy="11125"/>
              </a:xfrm>
              <a:custGeom>
                <a:avLst/>
                <a:gdLst/>
                <a:ahLst/>
                <a:cxnLst/>
                <a:rect l="l" t="t" r="r" b="b"/>
                <a:pathLst>
                  <a:path w="532" h="445" extrusionOk="0">
                    <a:moveTo>
                      <a:pt x="285" y="1"/>
                    </a:moveTo>
                    <a:cubicBezTo>
                      <a:pt x="248" y="1"/>
                      <a:pt x="208" y="10"/>
                      <a:pt x="166" y="31"/>
                    </a:cubicBezTo>
                    <a:lnTo>
                      <a:pt x="63" y="134"/>
                    </a:ln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35"/>
              <p:cNvSpPr/>
              <p:nvPr/>
            </p:nvSpPr>
            <p:spPr>
              <a:xfrm>
                <a:off x="6376600" y="3948425"/>
                <a:ext cx="13225" cy="11050"/>
              </a:xfrm>
              <a:custGeom>
                <a:avLst/>
                <a:gdLst/>
                <a:ahLst/>
                <a:cxnLst/>
                <a:rect l="l" t="t" r="r" b="b"/>
                <a:pathLst>
                  <a:path w="529" h="442" extrusionOk="0">
                    <a:moveTo>
                      <a:pt x="272" y="1"/>
                    </a:moveTo>
                    <a:cubicBezTo>
                      <a:pt x="237" y="1"/>
                      <a:pt x="200" y="9"/>
                      <a:pt x="162" y="28"/>
                    </a:cubicBezTo>
                    <a:cubicBezTo>
                      <a:pt x="136" y="28"/>
                      <a:pt x="110" y="106"/>
                      <a:pt x="85" y="131"/>
                    </a:cubicBezTo>
                    <a:cubicBezTo>
                      <a:pt x="1" y="278"/>
                      <a:pt x="105" y="442"/>
                      <a:pt x="257" y="442"/>
                    </a:cubicBezTo>
                    <a:cubicBezTo>
                      <a:pt x="292" y="442"/>
                      <a:pt x="330"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35"/>
              <p:cNvSpPr/>
              <p:nvPr/>
            </p:nvSpPr>
            <p:spPr>
              <a:xfrm>
                <a:off x="6293600" y="4022425"/>
                <a:ext cx="13350" cy="11050"/>
              </a:xfrm>
              <a:custGeom>
                <a:avLst/>
                <a:gdLst/>
                <a:ahLst/>
                <a:cxnLst/>
                <a:rect l="l" t="t" r="r" b="b"/>
                <a:pathLst>
                  <a:path w="534" h="442" extrusionOk="0">
                    <a:moveTo>
                      <a:pt x="286" y="1"/>
                    </a:moveTo>
                    <a:cubicBezTo>
                      <a:pt x="254" y="1"/>
                      <a:pt x="221" y="9"/>
                      <a:pt x="187" y="28"/>
                    </a:cubicBezTo>
                    <a:lnTo>
                      <a:pt x="84" y="131"/>
                    </a:lnTo>
                    <a:cubicBezTo>
                      <a:pt x="0" y="278"/>
                      <a:pt x="122" y="442"/>
                      <a:pt x="267" y="442"/>
                    </a:cubicBezTo>
                    <a:cubicBezTo>
                      <a:pt x="300" y="442"/>
                      <a:pt x="334" y="433"/>
                      <a:pt x="367" y="414"/>
                    </a:cubicBezTo>
                    <a:lnTo>
                      <a:pt x="470" y="311"/>
                    </a:lnTo>
                    <a:cubicBezTo>
                      <a:pt x="533" y="165"/>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35"/>
              <p:cNvSpPr/>
              <p:nvPr/>
            </p:nvSpPr>
            <p:spPr>
              <a:xfrm>
                <a:off x="6567100" y="3334800"/>
                <a:ext cx="13350" cy="10875"/>
              </a:xfrm>
              <a:custGeom>
                <a:avLst/>
                <a:gdLst/>
                <a:ahLst/>
                <a:cxnLst/>
                <a:rect l="l" t="t" r="r" b="b"/>
                <a:pathLst>
                  <a:path w="534" h="435" extrusionOk="0">
                    <a:moveTo>
                      <a:pt x="272" y="1"/>
                    </a:moveTo>
                    <a:cubicBezTo>
                      <a:pt x="244" y="1"/>
                      <a:pt x="215" y="6"/>
                      <a:pt x="186" y="19"/>
                    </a:cubicBezTo>
                    <a:cubicBezTo>
                      <a:pt x="109" y="70"/>
                      <a:pt x="83" y="96"/>
                      <a:pt x="83" y="122"/>
                    </a:cubicBezTo>
                    <a:cubicBezTo>
                      <a:pt x="1" y="287"/>
                      <a:pt x="116" y="435"/>
                      <a:pt x="258" y="435"/>
                    </a:cubicBezTo>
                    <a:cubicBezTo>
                      <a:pt x="293" y="435"/>
                      <a:pt x="330" y="425"/>
                      <a:pt x="366" y="405"/>
                    </a:cubicBezTo>
                    <a:lnTo>
                      <a:pt x="469" y="328"/>
                    </a:lnTo>
                    <a:cubicBezTo>
                      <a:pt x="534" y="155"/>
                      <a:pt x="418"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35"/>
              <p:cNvSpPr/>
              <p:nvPr/>
            </p:nvSpPr>
            <p:spPr>
              <a:xfrm>
                <a:off x="6512950" y="4130475"/>
                <a:ext cx="13900" cy="10875"/>
              </a:xfrm>
              <a:custGeom>
                <a:avLst/>
                <a:gdLst/>
                <a:ahLst/>
                <a:cxnLst/>
                <a:rect l="l" t="t" r="r" b="b"/>
                <a:pathLst>
                  <a:path w="556" h="435" extrusionOk="0">
                    <a:moveTo>
                      <a:pt x="299" y="0"/>
                    </a:moveTo>
                    <a:cubicBezTo>
                      <a:pt x="263" y="0"/>
                      <a:pt x="226" y="10"/>
                      <a:pt x="190" y="30"/>
                    </a:cubicBezTo>
                    <a:lnTo>
                      <a:pt x="87" y="108"/>
                    </a:lnTo>
                    <a:cubicBezTo>
                      <a:pt x="1" y="280"/>
                      <a:pt x="132" y="435"/>
                      <a:pt x="282" y="435"/>
                    </a:cubicBezTo>
                    <a:cubicBezTo>
                      <a:pt x="311" y="435"/>
                      <a:pt x="341" y="429"/>
                      <a:pt x="370" y="416"/>
                    </a:cubicBezTo>
                    <a:lnTo>
                      <a:pt x="473" y="313"/>
                    </a:lnTo>
                    <a:cubicBezTo>
                      <a:pt x="556" y="149"/>
                      <a:pt x="440" y="0"/>
                      <a:pt x="29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35"/>
              <p:cNvSpPr/>
              <p:nvPr/>
            </p:nvSpPr>
            <p:spPr>
              <a:xfrm>
                <a:off x="6264025" y="4419025"/>
                <a:ext cx="13250" cy="10900"/>
              </a:xfrm>
              <a:custGeom>
                <a:avLst/>
                <a:gdLst/>
                <a:ahLst/>
                <a:cxnLst/>
                <a:rect l="l" t="t" r="r" b="b"/>
                <a:pathLst>
                  <a:path w="530"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35"/>
              <p:cNvSpPr/>
              <p:nvPr/>
            </p:nvSpPr>
            <p:spPr>
              <a:xfrm>
                <a:off x="5365600" y="3674250"/>
                <a:ext cx="13300" cy="11125"/>
              </a:xfrm>
              <a:custGeom>
                <a:avLst/>
                <a:gdLst/>
                <a:ahLst/>
                <a:cxnLst/>
                <a:rect l="l" t="t" r="r" b="b"/>
                <a:pathLst>
                  <a:path w="532" h="445" extrusionOk="0">
                    <a:moveTo>
                      <a:pt x="285" y="1"/>
                    </a:moveTo>
                    <a:cubicBezTo>
                      <a:pt x="248" y="1"/>
                      <a:pt x="208" y="10"/>
                      <a:pt x="166" y="31"/>
                    </a:cubicBezTo>
                    <a:cubicBezTo>
                      <a:pt x="89" y="31"/>
                      <a:pt x="63" y="56"/>
                      <a:pt x="63" y="134"/>
                    </a:cubicBezTo>
                    <a:cubicBezTo>
                      <a:pt x="1" y="280"/>
                      <a:pt x="108" y="444"/>
                      <a:pt x="262" y="444"/>
                    </a:cubicBezTo>
                    <a:cubicBezTo>
                      <a:pt x="297" y="444"/>
                      <a:pt x="334" y="436"/>
                      <a:pt x="372" y="417"/>
                    </a:cubicBezTo>
                    <a:lnTo>
                      <a:pt x="450"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35"/>
              <p:cNvSpPr/>
              <p:nvPr/>
            </p:nvSpPr>
            <p:spPr>
              <a:xfrm>
                <a:off x="5301925" y="3518200"/>
                <a:ext cx="13375" cy="10875"/>
              </a:xfrm>
              <a:custGeom>
                <a:avLst/>
                <a:gdLst/>
                <a:ahLst/>
                <a:cxnLst/>
                <a:rect l="l" t="t" r="r" b="b"/>
                <a:pathLst>
                  <a:path w="535" h="435" extrusionOk="0">
                    <a:moveTo>
                      <a:pt x="262" y="0"/>
                    </a:moveTo>
                    <a:cubicBezTo>
                      <a:pt x="231" y="0"/>
                      <a:pt x="199" y="6"/>
                      <a:pt x="165" y="18"/>
                    </a:cubicBezTo>
                    <a:cubicBezTo>
                      <a:pt x="140" y="18"/>
                      <a:pt x="114" y="70"/>
                      <a:pt x="62" y="121"/>
                    </a:cubicBezTo>
                    <a:cubicBezTo>
                      <a:pt x="1" y="286"/>
                      <a:pt x="103" y="434"/>
                      <a:pt x="253" y="434"/>
                    </a:cubicBezTo>
                    <a:cubicBezTo>
                      <a:pt x="290" y="434"/>
                      <a:pt x="330" y="425"/>
                      <a:pt x="371" y="404"/>
                    </a:cubicBezTo>
                    <a:lnTo>
                      <a:pt x="448"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35"/>
              <p:cNvSpPr/>
              <p:nvPr/>
            </p:nvSpPr>
            <p:spPr>
              <a:xfrm>
                <a:off x="5646300" y="4267825"/>
                <a:ext cx="13350" cy="10875"/>
              </a:xfrm>
              <a:custGeom>
                <a:avLst/>
                <a:gdLst/>
                <a:ahLst/>
                <a:cxnLst/>
                <a:rect l="l" t="t" r="r" b="b"/>
                <a:pathLst>
                  <a:path w="534" h="435" extrusionOk="0">
                    <a:moveTo>
                      <a:pt x="257" y="0"/>
                    </a:moveTo>
                    <a:cubicBezTo>
                      <a:pt x="226" y="0"/>
                      <a:pt x="194" y="6"/>
                      <a:pt x="160" y="19"/>
                    </a:cubicBezTo>
                    <a:cubicBezTo>
                      <a:pt x="109" y="19"/>
                      <a:pt x="83" y="70"/>
                      <a:pt x="83" y="122"/>
                    </a:cubicBezTo>
                    <a:cubicBezTo>
                      <a:pt x="1" y="286"/>
                      <a:pt x="100" y="435"/>
                      <a:pt x="248" y="435"/>
                    </a:cubicBezTo>
                    <a:cubicBezTo>
                      <a:pt x="285" y="435"/>
                      <a:pt x="325" y="425"/>
                      <a:pt x="366" y="405"/>
                    </a:cubicBezTo>
                    <a:lnTo>
                      <a:pt x="469" y="327"/>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35"/>
              <p:cNvSpPr/>
              <p:nvPr/>
            </p:nvSpPr>
            <p:spPr>
              <a:xfrm>
                <a:off x="6089500" y="4462500"/>
                <a:ext cx="13300" cy="11100"/>
              </a:xfrm>
              <a:custGeom>
                <a:avLst/>
                <a:gdLst/>
                <a:ahLst/>
                <a:cxnLst/>
                <a:rect l="l" t="t" r="r" b="b"/>
                <a:pathLst>
                  <a:path w="532" h="444" extrusionOk="0">
                    <a:moveTo>
                      <a:pt x="285" y="1"/>
                    </a:moveTo>
                    <a:cubicBezTo>
                      <a:pt x="248" y="1"/>
                      <a:pt x="208" y="10"/>
                      <a:pt x="166" y="30"/>
                    </a:cubicBezTo>
                    <a:cubicBezTo>
                      <a:pt x="141" y="56"/>
                      <a:pt x="63" y="82"/>
                      <a:pt x="63" y="133"/>
                    </a:cubicBezTo>
                    <a:cubicBezTo>
                      <a:pt x="0" y="280"/>
                      <a:pt x="108" y="444"/>
                      <a:pt x="262" y="444"/>
                    </a:cubicBezTo>
                    <a:cubicBezTo>
                      <a:pt x="297" y="444"/>
                      <a:pt x="334" y="436"/>
                      <a:pt x="372" y="416"/>
                    </a:cubicBezTo>
                    <a:lnTo>
                      <a:pt x="449" y="314"/>
                    </a:lnTo>
                    <a:cubicBezTo>
                      <a:pt x="532" y="149"/>
                      <a:pt x="433" y="1"/>
                      <a:pt x="28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35"/>
              <p:cNvSpPr/>
              <p:nvPr/>
            </p:nvSpPr>
            <p:spPr>
              <a:xfrm>
                <a:off x="6389475" y="4598325"/>
                <a:ext cx="13350" cy="11050"/>
              </a:xfrm>
              <a:custGeom>
                <a:avLst/>
                <a:gdLst/>
                <a:ahLst/>
                <a:cxnLst/>
                <a:rect l="l" t="t" r="r" b="b"/>
                <a:pathLst>
                  <a:path w="534" h="442" extrusionOk="0">
                    <a:moveTo>
                      <a:pt x="272" y="1"/>
                    </a:moveTo>
                    <a:cubicBezTo>
                      <a:pt x="237" y="1"/>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35"/>
              <p:cNvSpPr/>
              <p:nvPr/>
            </p:nvSpPr>
            <p:spPr>
              <a:xfrm>
                <a:off x="5879375" y="4535700"/>
                <a:ext cx="11600" cy="10450"/>
              </a:xfrm>
              <a:custGeom>
                <a:avLst/>
                <a:gdLst/>
                <a:ahLst/>
                <a:cxnLst/>
                <a:rect l="l" t="t" r="r" b="b"/>
                <a:pathLst>
                  <a:path w="464" h="418" extrusionOk="0">
                    <a:moveTo>
                      <a:pt x="204" y="1"/>
                    </a:moveTo>
                    <a:cubicBezTo>
                      <a:pt x="157" y="1"/>
                      <a:pt x="112" y="13"/>
                      <a:pt x="78" y="37"/>
                    </a:cubicBezTo>
                    <a:cubicBezTo>
                      <a:pt x="0" y="114"/>
                      <a:pt x="0" y="268"/>
                      <a:pt x="103" y="345"/>
                    </a:cubicBezTo>
                    <a:cubicBezTo>
                      <a:pt x="148" y="390"/>
                      <a:pt x="210" y="418"/>
                      <a:pt x="270" y="418"/>
                    </a:cubicBezTo>
                    <a:cubicBezTo>
                      <a:pt x="313" y="418"/>
                      <a:pt x="354" y="404"/>
                      <a:pt x="386" y="371"/>
                    </a:cubicBezTo>
                    <a:cubicBezTo>
                      <a:pt x="464" y="294"/>
                      <a:pt x="464" y="165"/>
                      <a:pt x="361" y="62"/>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35"/>
              <p:cNvSpPr/>
              <p:nvPr/>
            </p:nvSpPr>
            <p:spPr>
              <a:xfrm>
                <a:off x="5045300" y="4293550"/>
                <a:ext cx="13375" cy="10900"/>
              </a:xfrm>
              <a:custGeom>
                <a:avLst/>
                <a:gdLst/>
                <a:ahLst/>
                <a:cxnLst/>
                <a:rect l="l" t="t" r="r" b="b"/>
                <a:pathLst>
                  <a:path w="535" h="436" extrusionOk="0">
                    <a:moveTo>
                      <a:pt x="257" y="1"/>
                    </a:moveTo>
                    <a:cubicBezTo>
                      <a:pt x="227" y="1"/>
                      <a:pt x="194" y="7"/>
                      <a:pt x="161" y="19"/>
                    </a:cubicBezTo>
                    <a:cubicBezTo>
                      <a:pt x="109" y="19"/>
                      <a:pt x="83" y="96"/>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35"/>
              <p:cNvSpPr/>
              <p:nvPr/>
            </p:nvSpPr>
            <p:spPr>
              <a:xfrm>
                <a:off x="5116700" y="4479300"/>
                <a:ext cx="13875" cy="11050"/>
              </a:xfrm>
              <a:custGeom>
                <a:avLst/>
                <a:gdLst/>
                <a:ahLst/>
                <a:cxnLst/>
                <a:rect l="l" t="t" r="r" b="b"/>
                <a:pathLst>
                  <a:path w="555" h="442" extrusionOk="0">
                    <a:moveTo>
                      <a:pt x="288" y="0"/>
                    </a:moveTo>
                    <a:cubicBezTo>
                      <a:pt x="255" y="0"/>
                      <a:pt x="221" y="9"/>
                      <a:pt x="187" y="28"/>
                    </a:cubicBezTo>
                    <a:cubicBezTo>
                      <a:pt x="110" y="53"/>
                      <a:pt x="84" y="105"/>
                      <a:pt x="84" y="131"/>
                    </a:cubicBezTo>
                    <a:cubicBezTo>
                      <a:pt x="0" y="277"/>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35"/>
              <p:cNvSpPr/>
              <p:nvPr/>
            </p:nvSpPr>
            <p:spPr>
              <a:xfrm>
                <a:off x="5700225" y="29493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35"/>
              <p:cNvSpPr/>
              <p:nvPr/>
            </p:nvSpPr>
            <p:spPr>
              <a:xfrm>
                <a:off x="5228700" y="3154400"/>
                <a:ext cx="13300" cy="11100"/>
              </a:xfrm>
              <a:custGeom>
                <a:avLst/>
                <a:gdLst/>
                <a:ahLst/>
                <a:cxnLst/>
                <a:rect l="l" t="t" r="r" b="b"/>
                <a:pathLst>
                  <a:path w="532" h="444" extrusionOk="0">
                    <a:moveTo>
                      <a:pt x="284" y="1"/>
                    </a:moveTo>
                    <a:cubicBezTo>
                      <a:pt x="253" y="1"/>
                      <a:pt x="219" y="9"/>
                      <a:pt x="186" y="28"/>
                    </a:cubicBezTo>
                    <a:lnTo>
                      <a:pt x="83" y="131"/>
                    </a:lnTo>
                    <a:cubicBezTo>
                      <a:pt x="0" y="296"/>
                      <a:pt x="116" y="444"/>
                      <a:pt x="257" y="444"/>
                    </a:cubicBezTo>
                    <a:cubicBezTo>
                      <a:pt x="293" y="444"/>
                      <a:pt x="330" y="435"/>
                      <a:pt x="366" y="414"/>
                    </a:cubicBezTo>
                    <a:lnTo>
                      <a:pt x="469" y="311"/>
                    </a:lnTo>
                    <a:cubicBezTo>
                      <a:pt x="532" y="164"/>
                      <a:pt x="424" y="1"/>
                      <a:pt x="2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35"/>
              <p:cNvSpPr/>
              <p:nvPr/>
            </p:nvSpPr>
            <p:spPr>
              <a:xfrm>
                <a:off x="5775000" y="3038575"/>
                <a:ext cx="13300" cy="11125"/>
              </a:xfrm>
              <a:custGeom>
                <a:avLst/>
                <a:gdLst/>
                <a:ahLst/>
                <a:cxnLst/>
                <a:rect l="l" t="t" r="r" b="b"/>
                <a:pathLst>
                  <a:path w="532" h="445" extrusionOk="0">
                    <a:moveTo>
                      <a:pt x="270" y="1"/>
                    </a:moveTo>
                    <a:cubicBezTo>
                      <a:pt x="236" y="1"/>
                      <a:pt x="198" y="9"/>
                      <a:pt x="160" y="28"/>
                    </a:cubicBezTo>
                    <a:cubicBezTo>
                      <a:pt x="134" y="80"/>
                      <a:pt x="83" y="105"/>
                      <a:pt x="83" y="131"/>
                    </a:cubicBezTo>
                    <a:cubicBezTo>
                      <a:pt x="1" y="296"/>
                      <a:pt x="99" y="444"/>
                      <a:pt x="248" y="444"/>
                    </a:cubicBezTo>
                    <a:cubicBezTo>
                      <a:pt x="285" y="444"/>
                      <a:pt x="325" y="435"/>
                      <a:pt x="366" y="414"/>
                    </a:cubicBezTo>
                    <a:lnTo>
                      <a:pt x="469" y="311"/>
                    </a:lnTo>
                    <a:cubicBezTo>
                      <a:pt x="532" y="164"/>
                      <a:pt x="424"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35"/>
              <p:cNvSpPr/>
              <p:nvPr/>
            </p:nvSpPr>
            <p:spPr>
              <a:xfrm>
                <a:off x="6987925" y="3634000"/>
                <a:ext cx="13250" cy="10900"/>
              </a:xfrm>
              <a:custGeom>
                <a:avLst/>
                <a:gdLst/>
                <a:ahLst/>
                <a:cxnLst/>
                <a:rect l="l" t="t" r="r" b="b"/>
                <a:pathLst>
                  <a:path w="530" h="436" extrusionOk="0">
                    <a:moveTo>
                      <a:pt x="257" y="1"/>
                    </a:moveTo>
                    <a:cubicBezTo>
                      <a:pt x="226" y="1"/>
                      <a:pt x="194" y="7"/>
                      <a:pt x="160" y="19"/>
                    </a:cubicBezTo>
                    <a:lnTo>
                      <a:pt x="83" y="122"/>
                    </a:lnTo>
                    <a:cubicBezTo>
                      <a:pt x="1" y="287"/>
                      <a:pt x="100" y="435"/>
                      <a:pt x="248" y="435"/>
                    </a:cubicBezTo>
                    <a:cubicBezTo>
                      <a:pt x="285" y="435"/>
                      <a:pt x="325" y="426"/>
                      <a:pt x="366" y="405"/>
                    </a:cubicBezTo>
                    <a:lnTo>
                      <a:pt x="444" y="328"/>
                    </a:lnTo>
                    <a:cubicBezTo>
                      <a:pt x="530"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35"/>
              <p:cNvSpPr/>
              <p:nvPr/>
            </p:nvSpPr>
            <p:spPr>
              <a:xfrm>
                <a:off x="6799400" y="4087425"/>
                <a:ext cx="13825" cy="11100"/>
              </a:xfrm>
              <a:custGeom>
                <a:avLst/>
                <a:gdLst/>
                <a:ahLst/>
                <a:cxnLst/>
                <a:rect l="l" t="t" r="r" b="b"/>
                <a:pathLst>
                  <a:path w="553" h="444" extrusionOk="0">
                    <a:moveTo>
                      <a:pt x="286" y="0"/>
                    </a:moveTo>
                    <a:cubicBezTo>
                      <a:pt x="253" y="0"/>
                      <a:pt x="219" y="9"/>
                      <a:pt x="186" y="28"/>
                    </a:cubicBezTo>
                    <a:cubicBezTo>
                      <a:pt x="160" y="28"/>
                      <a:pt x="109" y="79"/>
                      <a:pt x="83" y="131"/>
                    </a:cubicBezTo>
                    <a:cubicBezTo>
                      <a:pt x="0" y="296"/>
                      <a:pt x="116" y="444"/>
                      <a:pt x="257" y="444"/>
                    </a:cubicBezTo>
                    <a:cubicBezTo>
                      <a:pt x="293" y="444"/>
                      <a:pt x="330" y="435"/>
                      <a:pt x="366" y="414"/>
                    </a:cubicBezTo>
                    <a:lnTo>
                      <a:pt x="469" y="311"/>
                    </a:lnTo>
                    <a:cubicBezTo>
                      <a:pt x="553" y="164"/>
                      <a:pt x="432"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35"/>
              <p:cNvSpPr/>
              <p:nvPr/>
            </p:nvSpPr>
            <p:spPr>
              <a:xfrm>
                <a:off x="6309675" y="4164000"/>
                <a:ext cx="13350" cy="11050"/>
              </a:xfrm>
              <a:custGeom>
                <a:avLst/>
                <a:gdLst/>
                <a:ahLst/>
                <a:cxnLst/>
                <a:rect l="l" t="t" r="r" b="b"/>
                <a:pathLst>
                  <a:path w="534" h="442" extrusionOk="0">
                    <a:moveTo>
                      <a:pt x="286" y="0"/>
                    </a:moveTo>
                    <a:cubicBezTo>
                      <a:pt x="254" y="0"/>
                      <a:pt x="221" y="9"/>
                      <a:pt x="188" y="28"/>
                    </a:cubicBezTo>
                    <a:lnTo>
                      <a:pt x="85" y="131"/>
                    </a:lnTo>
                    <a:cubicBezTo>
                      <a:pt x="1" y="277"/>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35"/>
              <p:cNvSpPr/>
              <p:nvPr/>
            </p:nvSpPr>
            <p:spPr>
              <a:xfrm>
                <a:off x="6221700" y="3759850"/>
                <a:ext cx="12250" cy="10500"/>
              </a:xfrm>
              <a:custGeom>
                <a:avLst/>
                <a:gdLst/>
                <a:ahLst/>
                <a:cxnLst/>
                <a:rect l="l" t="t" r="r" b="b"/>
                <a:pathLst>
                  <a:path w="490" h="420" extrusionOk="0">
                    <a:moveTo>
                      <a:pt x="211" y="1"/>
                    </a:moveTo>
                    <a:cubicBezTo>
                      <a:pt x="160" y="1"/>
                      <a:pt x="113" y="20"/>
                      <a:pt x="78" y="56"/>
                    </a:cubicBezTo>
                    <a:cubicBezTo>
                      <a:pt x="0" y="133"/>
                      <a:pt x="26" y="262"/>
                      <a:pt x="103" y="339"/>
                    </a:cubicBezTo>
                    <a:cubicBezTo>
                      <a:pt x="158" y="394"/>
                      <a:pt x="221" y="420"/>
                      <a:pt x="279" y="420"/>
                    </a:cubicBezTo>
                    <a:cubicBezTo>
                      <a:pt x="329" y="420"/>
                      <a:pt x="376" y="400"/>
                      <a:pt x="412" y="365"/>
                    </a:cubicBezTo>
                    <a:cubicBezTo>
                      <a:pt x="489" y="287"/>
                      <a:pt x="464" y="159"/>
                      <a:pt x="386" y="81"/>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35"/>
              <p:cNvSpPr/>
              <p:nvPr/>
            </p:nvSpPr>
            <p:spPr>
              <a:xfrm>
                <a:off x="6438375" y="4990200"/>
                <a:ext cx="13350" cy="11050"/>
              </a:xfrm>
              <a:custGeom>
                <a:avLst/>
                <a:gdLst/>
                <a:ahLst/>
                <a:cxnLst/>
                <a:rect l="l" t="t" r="r" b="b"/>
                <a:pathLst>
                  <a:path w="534" h="442" extrusionOk="0">
                    <a:moveTo>
                      <a:pt x="286" y="0"/>
                    </a:moveTo>
                    <a:cubicBezTo>
                      <a:pt x="254" y="0"/>
                      <a:pt x="221" y="9"/>
                      <a:pt x="187" y="28"/>
                    </a:cubicBezTo>
                    <a:lnTo>
                      <a:pt x="84" y="131"/>
                    </a:lnTo>
                    <a:cubicBezTo>
                      <a:pt x="1" y="278"/>
                      <a:pt x="122" y="442"/>
                      <a:pt x="267" y="442"/>
                    </a:cubicBezTo>
                    <a:cubicBezTo>
                      <a:pt x="300" y="442"/>
                      <a:pt x="334" y="433"/>
                      <a:pt x="368" y="414"/>
                    </a:cubicBezTo>
                    <a:lnTo>
                      <a:pt x="471"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35"/>
              <p:cNvSpPr/>
              <p:nvPr/>
            </p:nvSpPr>
            <p:spPr>
              <a:xfrm>
                <a:off x="4201700" y="4546850"/>
                <a:ext cx="13350" cy="11050"/>
              </a:xfrm>
              <a:custGeom>
                <a:avLst/>
                <a:gdLst/>
                <a:ahLst/>
                <a:cxnLst/>
                <a:rect l="l" t="t" r="r" b="b"/>
                <a:pathLst>
                  <a:path w="534" h="442" extrusionOk="0">
                    <a:moveTo>
                      <a:pt x="272" y="1"/>
                    </a:moveTo>
                    <a:cubicBezTo>
                      <a:pt x="237" y="1"/>
                      <a:pt x="199" y="9"/>
                      <a:pt x="161" y="28"/>
                    </a:cubicBezTo>
                    <a:lnTo>
                      <a:pt x="84" y="131"/>
                    </a:ln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35"/>
              <p:cNvSpPr/>
              <p:nvPr/>
            </p:nvSpPr>
            <p:spPr>
              <a:xfrm>
                <a:off x="4482925" y="4547725"/>
                <a:ext cx="13900" cy="10875"/>
              </a:xfrm>
              <a:custGeom>
                <a:avLst/>
                <a:gdLst/>
                <a:ahLst/>
                <a:cxnLst/>
                <a:rect l="l" t="t" r="r" b="b"/>
                <a:pathLst>
                  <a:path w="556" h="435" extrusionOk="0">
                    <a:moveTo>
                      <a:pt x="274" y="1"/>
                    </a:moveTo>
                    <a:cubicBezTo>
                      <a:pt x="245" y="1"/>
                      <a:pt x="215" y="6"/>
                      <a:pt x="186" y="19"/>
                    </a:cubicBezTo>
                    <a:cubicBezTo>
                      <a:pt x="109"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35"/>
              <p:cNvSpPr/>
              <p:nvPr/>
            </p:nvSpPr>
            <p:spPr>
              <a:xfrm>
                <a:off x="4246000" y="3962175"/>
                <a:ext cx="13375" cy="10875"/>
              </a:xfrm>
              <a:custGeom>
                <a:avLst/>
                <a:gdLst/>
                <a:ahLst/>
                <a:cxnLst/>
                <a:rect l="l" t="t" r="r" b="b"/>
                <a:pathLst>
                  <a:path w="535" h="435" extrusionOk="0">
                    <a:moveTo>
                      <a:pt x="262" y="1"/>
                    </a:moveTo>
                    <a:cubicBezTo>
                      <a:pt x="231" y="1"/>
                      <a:pt x="199" y="6"/>
                      <a:pt x="165" y="19"/>
                    </a:cubicBezTo>
                    <a:cubicBezTo>
                      <a:pt x="139" y="19"/>
                      <a:pt x="114" y="70"/>
                      <a:pt x="62" y="122"/>
                    </a:cubicBezTo>
                    <a:cubicBezTo>
                      <a:pt x="0" y="287"/>
                      <a:pt x="103" y="435"/>
                      <a:pt x="253" y="435"/>
                    </a:cubicBezTo>
                    <a:cubicBezTo>
                      <a:pt x="290" y="435"/>
                      <a:pt x="330" y="426"/>
                      <a:pt x="371" y="405"/>
                    </a:cubicBezTo>
                    <a:lnTo>
                      <a:pt x="448"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35"/>
              <p:cNvSpPr/>
              <p:nvPr/>
            </p:nvSpPr>
            <p:spPr>
              <a:xfrm>
                <a:off x="4359975" y="4064250"/>
                <a:ext cx="13350" cy="11050"/>
              </a:xfrm>
              <a:custGeom>
                <a:avLst/>
                <a:gdLst/>
                <a:ahLst/>
                <a:cxnLst/>
                <a:rect l="l" t="t" r="r" b="b"/>
                <a:pathLst>
                  <a:path w="534" h="442" extrusionOk="0">
                    <a:moveTo>
                      <a:pt x="286" y="1"/>
                    </a:moveTo>
                    <a:cubicBezTo>
                      <a:pt x="254" y="1"/>
                      <a:pt x="221" y="9"/>
                      <a:pt x="188" y="28"/>
                    </a:cubicBezTo>
                    <a:cubicBezTo>
                      <a:pt x="136" y="28"/>
                      <a:pt x="110"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35"/>
              <p:cNvSpPr/>
              <p:nvPr/>
            </p:nvSpPr>
            <p:spPr>
              <a:xfrm>
                <a:off x="7235625" y="30790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35"/>
              <p:cNvSpPr/>
              <p:nvPr/>
            </p:nvSpPr>
            <p:spPr>
              <a:xfrm>
                <a:off x="7166125" y="3252850"/>
                <a:ext cx="13875" cy="11050"/>
              </a:xfrm>
              <a:custGeom>
                <a:avLst/>
                <a:gdLst/>
                <a:ahLst/>
                <a:cxnLst/>
                <a:rect l="l" t="t" r="r" b="b"/>
                <a:pathLst>
                  <a:path w="555" h="442" extrusionOk="0">
                    <a:moveTo>
                      <a:pt x="288" y="0"/>
                    </a:moveTo>
                    <a:cubicBezTo>
                      <a:pt x="255" y="0"/>
                      <a:pt x="221" y="9"/>
                      <a:pt x="188" y="28"/>
                    </a:cubicBezTo>
                    <a:cubicBezTo>
                      <a:pt x="111" y="28"/>
                      <a:pt x="85" y="80"/>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35"/>
              <p:cNvSpPr/>
              <p:nvPr/>
            </p:nvSpPr>
            <p:spPr>
              <a:xfrm>
                <a:off x="6360450" y="3120250"/>
                <a:ext cx="13250" cy="10875"/>
              </a:xfrm>
              <a:custGeom>
                <a:avLst/>
                <a:gdLst/>
                <a:ahLst/>
                <a:cxnLst/>
                <a:rect l="l" t="t" r="r" b="b"/>
                <a:pathLst>
                  <a:path w="530" h="435" extrusionOk="0">
                    <a:moveTo>
                      <a:pt x="283" y="0"/>
                    </a:moveTo>
                    <a:cubicBezTo>
                      <a:pt x="246" y="0"/>
                      <a:pt x="205" y="9"/>
                      <a:pt x="164" y="30"/>
                    </a:cubicBezTo>
                    <a:cubicBezTo>
                      <a:pt x="139" y="30"/>
                      <a:pt x="113" y="56"/>
                      <a:pt x="87" y="107"/>
                    </a:cubicBezTo>
                    <a:cubicBezTo>
                      <a:pt x="1" y="280"/>
                      <a:pt x="113" y="434"/>
                      <a:pt x="273" y="434"/>
                    </a:cubicBezTo>
                    <a:cubicBezTo>
                      <a:pt x="304" y="434"/>
                      <a:pt x="337" y="428"/>
                      <a:pt x="370" y="416"/>
                    </a:cubicBezTo>
                    <a:lnTo>
                      <a:pt x="447" y="313"/>
                    </a:lnTo>
                    <a:cubicBezTo>
                      <a:pt x="530" y="148"/>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35"/>
              <p:cNvSpPr/>
              <p:nvPr/>
            </p:nvSpPr>
            <p:spPr>
              <a:xfrm>
                <a:off x="6399125" y="3816525"/>
                <a:ext cx="13350" cy="11050"/>
              </a:xfrm>
              <a:custGeom>
                <a:avLst/>
                <a:gdLst/>
                <a:ahLst/>
                <a:cxnLst/>
                <a:rect l="l" t="t" r="r" b="b"/>
                <a:pathLst>
                  <a:path w="534" h="442" extrusionOk="0">
                    <a:moveTo>
                      <a:pt x="272" y="0"/>
                    </a:moveTo>
                    <a:cubicBezTo>
                      <a:pt x="237" y="0"/>
                      <a:pt x="200" y="9"/>
                      <a:pt x="162" y="28"/>
                    </a:cubicBezTo>
                    <a:lnTo>
                      <a:pt x="84" y="131"/>
                    </a:lnTo>
                    <a:cubicBezTo>
                      <a:pt x="0" y="278"/>
                      <a:pt x="105"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35"/>
              <p:cNvSpPr/>
              <p:nvPr/>
            </p:nvSpPr>
            <p:spPr>
              <a:xfrm>
                <a:off x="6456275" y="3609925"/>
                <a:ext cx="13300" cy="11100"/>
              </a:xfrm>
              <a:custGeom>
                <a:avLst/>
                <a:gdLst/>
                <a:ahLst/>
                <a:cxnLst/>
                <a:rect l="l" t="t" r="r" b="b"/>
                <a:pathLst>
                  <a:path w="532" h="444" extrusionOk="0">
                    <a:moveTo>
                      <a:pt x="285" y="0"/>
                    </a:moveTo>
                    <a:cubicBezTo>
                      <a:pt x="248" y="0"/>
                      <a:pt x="208" y="9"/>
                      <a:pt x="166" y="30"/>
                    </a:cubicBezTo>
                    <a:cubicBezTo>
                      <a:pt x="141" y="30"/>
                      <a:pt x="115" y="56"/>
                      <a:pt x="63" y="133"/>
                    </a:cubicBez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35"/>
              <p:cNvSpPr/>
              <p:nvPr/>
            </p:nvSpPr>
            <p:spPr>
              <a:xfrm>
                <a:off x="6852000" y="4318425"/>
                <a:ext cx="13350" cy="11050"/>
              </a:xfrm>
              <a:custGeom>
                <a:avLst/>
                <a:gdLst/>
                <a:ahLst/>
                <a:cxnLst/>
                <a:rect l="l" t="t" r="r" b="b"/>
                <a:pathLst>
                  <a:path w="534" h="442" extrusionOk="0">
                    <a:moveTo>
                      <a:pt x="277" y="0"/>
                    </a:moveTo>
                    <a:cubicBezTo>
                      <a:pt x="242" y="0"/>
                      <a:pt x="205" y="9"/>
                      <a:pt x="167" y="28"/>
                    </a:cubicBezTo>
                    <a:cubicBezTo>
                      <a:pt x="115" y="28"/>
                      <a:pt x="64" y="54"/>
                      <a:pt x="64" y="131"/>
                    </a:cubicBezTo>
                    <a:cubicBezTo>
                      <a:pt x="1" y="278"/>
                      <a:pt x="109" y="442"/>
                      <a:pt x="262" y="442"/>
                    </a:cubicBezTo>
                    <a:cubicBezTo>
                      <a:pt x="297" y="442"/>
                      <a:pt x="334" y="433"/>
                      <a:pt x="372"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35"/>
              <p:cNvSpPr/>
              <p:nvPr/>
            </p:nvSpPr>
            <p:spPr>
              <a:xfrm>
                <a:off x="6778000" y="404172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35"/>
              <p:cNvSpPr/>
              <p:nvPr/>
            </p:nvSpPr>
            <p:spPr>
              <a:xfrm>
                <a:off x="6789075" y="4427800"/>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35"/>
              <p:cNvSpPr/>
              <p:nvPr/>
            </p:nvSpPr>
            <p:spPr>
              <a:xfrm>
                <a:off x="6757525" y="442137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4"/>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35"/>
              <p:cNvSpPr/>
              <p:nvPr/>
            </p:nvSpPr>
            <p:spPr>
              <a:xfrm>
                <a:off x="5547825" y="4214775"/>
                <a:ext cx="13825" cy="11100"/>
              </a:xfrm>
              <a:custGeom>
                <a:avLst/>
                <a:gdLst/>
                <a:ahLst/>
                <a:cxnLst/>
                <a:rect l="l" t="t" r="r" b="b"/>
                <a:pathLst>
                  <a:path w="553" h="444" extrusionOk="0">
                    <a:moveTo>
                      <a:pt x="296" y="0"/>
                    </a:moveTo>
                    <a:cubicBezTo>
                      <a:pt x="260" y="0"/>
                      <a:pt x="223" y="9"/>
                      <a:pt x="187" y="30"/>
                    </a:cubicBezTo>
                    <a:cubicBezTo>
                      <a:pt x="161" y="30"/>
                      <a:pt x="110" y="56"/>
                      <a:pt x="84" y="133"/>
                    </a:cubicBezTo>
                    <a:cubicBezTo>
                      <a:pt x="0" y="280"/>
                      <a:pt x="121"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35"/>
              <p:cNvSpPr/>
              <p:nvPr/>
            </p:nvSpPr>
            <p:spPr>
              <a:xfrm>
                <a:off x="5541375" y="4163300"/>
                <a:ext cx="13850" cy="11100"/>
              </a:xfrm>
              <a:custGeom>
                <a:avLst/>
                <a:gdLst/>
                <a:ahLst/>
                <a:cxnLst/>
                <a:rect l="l" t="t" r="r" b="b"/>
                <a:pathLst>
                  <a:path w="554" h="444" extrusionOk="0">
                    <a:moveTo>
                      <a:pt x="296" y="0"/>
                    </a:moveTo>
                    <a:cubicBezTo>
                      <a:pt x="261" y="0"/>
                      <a:pt x="224" y="9"/>
                      <a:pt x="188" y="30"/>
                    </a:cubicBezTo>
                    <a:lnTo>
                      <a:pt x="85" y="133"/>
                    </a:lnTo>
                    <a:cubicBezTo>
                      <a:pt x="1" y="280"/>
                      <a:pt x="122" y="444"/>
                      <a:pt x="267" y="444"/>
                    </a:cubicBezTo>
                    <a:cubicBezTo>
                      <a:pt x="300" y="444"/>
                      <a:pt x="335" y="435"/>
                      <a:pt x="368" y="416"/>
                    </a:cubicBezTo>
                    <a:lnTo>
                      <a:pt x="471" y="313"/>
                    </a:lnTo>
                    <a:cubicBezTo>
                      <a:pt x="553" y="148"/>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35"/>
              <p:cNvSpPr/>
              <p:nvPr/>
            </p:nvSpPr>
            <p:spPr>
              <a:xfrm>
                <a:off x="4825850" y="4147900"/>
                <a:ext cx="13225" cy="11050"/>
              </a:xfrm>
              <a:custGeom>
                <a:avLst/>
                <a:gdLst/>
                <a:ahLst/>
                <a:cxnLst/>
                <a:rect l="l" t="t" r="r" b="b"/>
                <a:pathLst>
                  <a:path w="529" h="442" extrusionOk="0">
                    <a:moveTo>
                      <a:pt x="272" y="1"/>
                    </a:moveTo>
                    <a:cubicBezTo>
                      <a:pt x="237" y="1"/>
                      <a:pt x="200" y="9"/>
                      <a:pt x="162" y="28"/>
                    </a:cubicBezTo>
                    <a:cubicBezTo>
                      <a:pt x="110" y="54"/>
                      <a:pt x="84" y="105"/>
                      <a:pt x="84" y="131"/>
                    </a:cubicBezTo>
                    <a:cubicBezTo>
                      <a:pt x="1" y="278"/>
                      <a:pt x="105" y="442"/>
                      <a:pt x="257" y="442"/>
                    </a:cubicBezTo>
                    <a:cubicBezTo>
                      <a:pt x="292" y="442"/>
                      <a:pt x="329" y="433"/>
                      <a:pt x="368" y="414"/>
                    </a:cubicBezTo>
                    <a:lnTo>
                      <a:pt x="445" y="311"/>
                    </a:lnTo>
                    <a:cubicBezTo>
                      <a:pt x="529" y="165"/>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35"/>
              <p:cNvSpPr/>
              <p:nvPr/>
            </p:nvSpPr>
            <p:spPr>
              <a:xfrm>
                <a:off x="4624375" y="44715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35"/>
              <p:cNvSpPr/>
              <p:nvPr/>
            </p:nvSpPr>
            <p:spPr>
              <a:xfrm>
                <a:off x="5381725" y="4515550"/>
                <a:ext cx="13375" cy="10875"/>
              </a:xfrm>
              <a:custGeom>
                <a:avLst/>
                <a:gdLst/>
                <a:ahLst/>
                <a:cxnLst/>
                <a:rect l="l" t="t" r="r" b="b"/>
                <a:pathLst>
                  <a:path w="535" h="435" extrusionOk="0">
                    <a:moveTo>
                      <a:pt x="262" y="1"/>
                    </a:moveTo>
                    <a:cubicBezTo>
                      <a:pt x="231" y="1"/>
                      <a:pt x="198" y="6"/>
                      <a:pt x="165" y="19"/>
                    </a:cubicBezTo>
                    <a:cubicBezTo>
                      <a:pt x="139" y="19"/>
                      <a:pt x="88" y="70"/>
                      <a:pt x="62" y="122"/>
                    </a:cubicBez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35"/>
              <p:cNvSpPr/>
              <p:nvPr/>
            </p:nvSpPr>
            <p:spPr>
              <a:xfrm>
                <a:off x="5692600" y="4392425"/>
                <a:ext cx="13875" cy="11050"/>
              </a:xfrm>
              <a:custGeom>
                <a:avLst/>
                <a:gdLst/>
                <a:ahLst/>
                <a:cxnLst/>
                <a:rect l="l" t="t" r="r" b="b"/>
                <a:pathLst>
                  <a:path w="555" h="442" extrusionOk="0">
                    <a:moveTo>
                      <a:pt x="288" y="0"/>
                    </a:moveTo>
                    <a:cubicBezTo>
                      <a:pt x="255" y="0"/>
                      <a:pt x="221" y="9"/>
                      <a:pt x="187" y="28"/>
                    </a:cubicBezTo>
                    <a:cubicBezTo>
                      <a:pt x="162" y="28"/>
                      <a:pt x="110" y="54"/>
                      <a:pt x="84" y="131"/>
                    </a:cubicBezTo>
                    <a:cubicBezTo>
                      <a:pt x="1" y="278"/>
                      <a:pt x="122" y="442"/>
                      <a:pt x="267" y="442"/>
                    </a:cubicBezTo>
                    <a:cubicBezTo>
                      <a:pt x="300" y="442"/>
                      <a:pt x="334" y="433"/>
                      <a:pt x="368"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35"/>
              <p:cNvSpPr/>
              <p:nvPr/>
            </p:nvSpPr>
            <p:spPr>
              <a:xfrm>
                <a:off x="5327025" y="4055250"/>
                <a:ext cx="13325" cy="11100"/>
              </a:xfrm>
              <a:custGeom>
                <a:avLst/>
                <a:gdLst/>
                <a:ahLst/>
                <a:cxnLst/>
                <a:rect l="l" t="t" r="r" b="b"/>
                <a:pathLst>
                  <a:path w="533" h="444" extrusionOk="0">
                    <a:moveTo>
                      <a:pt x="266" y="0"/>
                    </a:moveTo>
                    <a:cubicBezTo>
                      <a:pt x="233" y="0"/>
                      <a:pt x="198" y="9"/>
                      <a:pt x="165" y="28"/>
                    </a:cubicBezTo>
                    <a:cubicBezTo>
                      <a:pt x="114" y="79"/>
                      <a:pt x="62" y="105"/>
                      <a:pt x="62" y="131"/>
                    </a:cubicBezTo>
                    <a:cubicBezTo>
                      <a:pt x="0" y="296"/>
                      <a:pt x="103" y="444"/>
                      <a:pt x="239" y="444"/>
                    </a:cubicBezTo>
                    <a:cubicBezTo>
                      <a:pt x="273" y="444"/>
                      <a:pt x="309" y="435"/>
                      <a:pt x="345" y="414"/>
                    </a:cubicBezTo>
                    <a:lnTo>
                      <a:pt x="448" y="311"/>
                    </a:lnTo>
                    <a:cubicBezTo>
                      <a:pt x="532" y="164"/>
                      <a:pt x="411"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35"/>
              <p:cNvSpPr/>
              <p:nvPr/>
            </p:nvSpPr>
            <p:spPr>
              <a:xfrm>
                <a:off x="5401750" y="3748250"/>
                <a:ext cx="13325" cy="11125"/>
              </a:xfrm>
              <a:custGeom>
                <a:avLst/>
                <a:gdLst/>
                <a:ahLst/>
                <a:cxnLst/>
                <a:rect l="l" t="t" r="r" b="b"/>
                <a:pathLst>
                  <a:path w="533" h="445" extrusionOk="0">
                    <a:moveTo>
                      <a:pt x="280" y="1"/>
                    </a:moveTo>
                    <a:cubicBezTo>
                      <a:pt x="243" y="1"/>
                      <a:pt x="203" y="10"/>
                      <a:pt x="162" y="31"/>
                    </a:cubicBezTo>
                    <a:cubicBezTo>
                      <a:pt x="110" y="56"/>
                      <a:pt x="85" y="82"/>
                      <a:pt x="85" y="134"/>
                    </a:cubicBezTo>
                    <a:cubicBezTo>
                      <a:pt x="1" y="280"/>
                      <a:pt x="105" y="444"/>
                      <a:pt x="258" y="444"/>
                    </a:cubicBezTo>
                    <a:cubicBezTo>
                      <a:pt x="292" y="444"/>
                      <a:pt x="330" y="436"/>
                      <a:pt x="368" y="417"/>
                    </a:cubicBezTo>
                    <a:lnTo>
                      <a:pt x="471" y="314"/>
                    </a:lnTo>
                    <a:cubicBezTo>
                      <a:pt x="532" y="149"/>
                      <a:pt x="429"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35"/>
              <p:cNvSpPr/>
              <p:nvPr/>
            </p:nvSpPr>
            <p:spPr>
              <a:xfrm>
                <a:off x="5019575" y="3801300"/>
                <a:ext cx="13350" cy="10900"/>
              </a:xfrm>
              <a:custGeom>
                <a:avLst/>
                <a:gdLst/>
                <a:ahLst/>
                <a:cxnLst/>
                <a:rect l="l" t="t" r="r" b="b"/>
                <a:pathLst>
                  <a:path w="534" h="436" extrusionOk="0">
                    <a:moveTo>
                      <a:pt x="272" y="1"/>
                    </a:moveTo>
                    <a:cubicBezTo>
                      <a:pt x="244" y="1"/>
                      <a:pt x="215" y="7"/>
                      <a:pt x="186" y="19"/>
                    </a:cubicBezTo>
                    <a:cubicBezTo>
                      <a:pt x="109" y="71"/>
                      <a:pt x="83" y="96"/>
                      <a:pt x="83" y="122"/>
                    </a:cubicBezTo>
                    <a:cubicBezTo>
                      <a:pt x="0" y="287"/>
                      <a:pt x="116" y="435"/>
                      <a:pt x="257" y="435"/>
                    </a:cubicBezTo>
                    <a:cubicBezTo>
                      <a:pt x="293" y="435"/>
                      <a:pt x="330" y="426"/>
                      <a:pt x="366" y="405"/>
                    </a:cubicBezTo>
                    <a:lnTo>
                      <a:pt x="469" y="328"/>
                    </a:lnTo>
                    <a:cubicBezTo>
                      <a:pt x="534" y="155"/>
                      <a:pt x="417"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35"/>
              <p:cNvSpPr/>
              <p:nvPr/>
            </p:nvSpPr>
            <p:spPr>
              <a:xfrm>
                <a:off x="5476325" y="4162650"/>
                <a:ext cx="13400" cy="10875"/>
              </a:xfrm>
              <a:custGeom>
                <a:avLst/>
                <a:gdLst/>
                <a:ahLst/>
                <a:cxnLst/>
                <a:rect l="l" t="t" r="r" b="b"/>
                <a:pathLst>
                  <a:path w="536" h="435" extrusionOk="0">
                    <a:moveTo>
                      <a:pt x="283" y="0"/>
                    </a:moveTo>
                    <a:cubicBezTo>
                      <a:pt x="246" y="0"/>
                      <a:pt x="206" y="10"/>
                      <a:pt x="164" y="30"/>
                    </a:cubicBezTo>
                    <a:cubicBezTo>
                      <a:pt x="139" y="56"/>
                      <a:pt x="87" y="82"/>
                      <a:pt x="87" y="107"/>
                    </a:cubicBez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35"/>
              <p:cNvSpPr/>
              <p:nvPr/>
            </p:nvSpPr>
            <p:spPr>
              <a:xfrm>
                <a:off x="5912550" y="39194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35"/>
              <p:cNvSpPr/>
              <p:nvPr/>
            </p:nvSpPr>
            <p:spPr>
              <a:xfrm>
                <a:off x="5429900" y="4001775"/>
                <a:ext cx="13350" cy="10875"/>
              </a:xfrm>
              <a:custGeom>
                <a:avLst/>
                <a:gdLst/>
                <a:ahLst/>
                <a:cxnLst/>
                <a:rect l="l" t="t" r="r" b="b"/>
                <a:pathLst>
                  <a:path w="534" h="435" extrusionOk="0">
                    <a:moveTo>
                      <a:pt x="287" y="1"/>
                    </a:moveTo>
                    <a:cubicBezTo>
                      <a:pt x="250" y="1"/>
                      <a:pt x="209" y="10"/>
                      <a:pt x="168" y="31"/>
                    </a:cubicBezTo>
                    <a:lnTo>
                      <a:pt x="65" y="108"/>
                    </a:lnTo>
                    <a:cubicBezTo>
                      <a:pt x="1" y="280"/>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35"/>
              <p:cNvSpPr/>
              <p:nvPr/>
            </p:nvSpPr>
            <p:spPr>
              <a:xfrm>
                <a:off x="5896500" y="3714450"/>
                <a:ext cx="13375" cy="10875"/>
              </a:xfrm>
              <a:custGeom>
                <a:avLst/>
                <a:gdLst/>
                <a:ahLst/>
                <a:cxnLst/>
                <a:rect l="l" t="t" r="r" b="b"/>
                <a:pathLst>
                  <a:path w="535" h="435" extrusionOk="0">
                    <a:moveTo>
                      <a:pt x="262" y="0"/>
                    </a:moveTo>
                    <a:cubicBezTo>
                      <a:pt x="231" y="0"/>
                      <a:pt x="198" y="6"/>
                      <a:pt x="165" y="19"/>
                    </a:cubicBezTo>
                    <a:lnTo>
                      <a:pt x="62" y="121"/>
                    </a:lnTo>
                    <a:cubicBezTo>
                      <a:pt x="0" y="286"/>
                      <a:pt x="103" y="434"/>
                      <a:pt x="252" y="434"/>
                    </a:cubicBezTo>
                    <a:cubicBezTo>
                      <a:pt x="289" y="434"/>
                      <a:pt x="329" y="425"/>
                      <a:pt x="371" y="405"/>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35"/>
              <p:cNvSpPr/>
              <p:nvPr/>
            </p:nvSpPr>
            <p:spPr>
              <a:xfrm>
                <a:off x="5507975" y="3209325"/>
                <a:ext cx="13225" cy="10875"/>
              </a:xfrm>
              <a:custGeom>
                <a:avLst/>
                <a:gdLst/>
                <a:ahLst/>
                <a:cxnLst/>
                <a:rect l="l" t="t" r="r" b="b"/>
                <a:pathLst>
                  <a:path w="529" h="435" extrusionOk="0">
                    <a:moveTo>
                      <a:pt x="257" y="0"/>
                    </a:moveTo>
                    <a:cubicBezTo>
                      <a:pt x="226" y="0"/>
                      <a:pt x="193" y="6"/>
                      <a:pt x="160" y="19"/>
                    </a:cubicBezTo>
                    <a:cubicBezTo>
                      <a:pt x="108" y="19"/>
                      <a:pt x="82" y="70"/>
                      <a:pt x="82" y="122"/>
                    </a:cubicBezTo>
                    <a:cubicBezTo>
                      <a:pt x="0" y="287"/>
                      <a:pt x="99" y="435"/>
                      <a:pt x="247" y="435"/>
                    </a:cubicBezTo>
                    <a:cubicBezTo>
                      <a:pt x="284" y="435"/>
                      <a:pt x="324" y="425"/>
                      <a:pt x="366" y="405"/>
                    </a:cubicBezTo>
                    <a:lnTo>
                      <a:pt x="443" y="302"/>
                    </a:lnTo>
                    <a:cubicBezTo>
                      <a:pt x="529" y="151"/>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35"/>
              <p:cNvSpPr/>
              <p:nvPr/>
            </p:nvSpPr>
            <p:spPr>
              <a:xfrm>
                <a:off x="5346250" y="3487000"/>
                <a:ext cx="13350" cy="10900"/>
              </a:xfrm>
              <a:custGeom>
                <a:avLst/>
                <a:gdLst/>
                <a:ahLst/>
                <a:cxnLst/>
                <a:rect l="l" t="t" r="r" b="b"/>
                <a:pathLst>
                  <a:path w="534" h="436" extrusionOk="0">
                    <a:moveTo>
                      <a:pt x="277" y="1"/>
                    </a:moveTo>
                    <a:cubicBezTo>
                      <a:pt x="241" y="1"/>
                      <a:pt x="204" y="10"/>
                      <a:pt x="168" y="31"/>
                    </a:cubicBezTo>
                    <a:cubicBezTo>
                      <a:pt x="117" y="31"/>
                      <a:pt x="65" y="57"/>
                      <a:pt x="65" y="108"/>
                    </a:cubicBezTo>
                    <a:cubicBezTo>
                      <a:pt x="1" y="281"/>
                      <a:pt x="117" y="435"/>
                      <a:pt x="262" y="435"/>
                    </a:cubicBezTo>
                    <a:cubicBezTo>
                      <a:pt x="290" y="435"/>
                      <a:pt x="319" y="429"/>
                      <a:pt x="348" y="417"/>
                    </a:cubicBezTo>
                    <a:lnTo>
                      <a:pt x="451" y="314"/>
                    </a:lnTo>
                    <a:cubicBezTo>
                      <a:pt x="534" y="149"/>
                      <a:pt x="41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35"/>
              <p:cNvSpPr/>
              <p:nvPr/>
            </p:nvSpPr>
            <p:spPr>
              <a:xfrm>
                <a:off x="5498300" y="3096500"/>
                <a:ext cx="13325" cy="11100"/>
              </a:xfrm>
              <a:custGeom>
                <a:avLst/>
                <a:gdLst/>
                <a:ahLst/>
                <a:cxnLst/>
                <a:rect l="l" t="t" r="r" b="b"/>
                <a:pathLst>
                  <a:path w="533" h="444" extrusionOk="0">
                    <a:moveTo>
                      <a:pt x="271" y="0"/>
                    </a:moveTo>
                    <a:cubicBezTo>
                      <a:pt x="236" y="0"/>
                      <a:pt x="199" y="9"/>
                      <a:pt x="161" y="28"/>
                    </a:cubicBezTo>
                    <a:lnTo>
                      <a:pt x="83" y="131"/>
                    </a:lnTo>
                    <a:cubicBezTo>
                      <a:pt x="1" y="295"/>
                      <a:pt x="100" y="444"/>
                      <a:pt x="248" y="444"/>
                    </a:cubicBezTo>
                    <a:cubicBezTo>
                      <a:pt x="285" y="444"/>
                      <a:pt x="325" y="434"/>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35"/>
              <p:cNvSpPr/>
              <p:nvPr/>
            </p:nvSpPr>
            <p:spPr>
              <a:xfrm>
                <a:off x="5837425" y="3685250"/>
                <a:ext cx="13825" cy="11125"/>
              </a:xfrm>
              <a:custGeom>
                <a:avLst/>
                <a:gdLst/>
                <a:ahLst/>
                <a:cxnLst/>
                <a:rect l="l" t="t" r="r" b="b"/>
                <a:pathLst>
                  <a:path w="553" h="445" extrusionOk="0">
                    <a:moveTo>
                      <a:pt x="286" y="1"/>
                    </a:moveTo>
                    <a:cubicBezTo>
                      <a:pt x="253" y="1"/>
                      <a:pt x="219" y="9"/>
                      <a:pt x="186" y="28"/>
                    </a:cubicBezTo>
                    <a:lnTo>
                      <a:pt x="83" y="131"/>
                    </a:lnTo>
                    <a:cubicBezTo>
                      <a:pt x="0" y="296"/>
                      <a:pt x="116" y="444"/>
                      <a:pt x="257" y="444"/>
                    </a:cubicBezTo>
                    <a:cubicBezTo>
                      <a:pt x="293" y="444"/>
                      <a:pt x="330" y="435"/>
                      <a:pt x="366" y="414"/>
                    </a:cubicBezTo>
                    <a:lnTo>
                      <a:pt x="469" y="311"/>
                    </a:lnTo>
                    <a:cubicBezTo>
                      <a:pt x="553"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35"/>
              <p:cNvSpPr/>
              <p:nvPr/>
            </p:nvSpPr>
            <p:spPr>
              <a:xfrm>
                <a:off x="5825700" y="3781775"/>
                <a:ext cx="13325" cy="11100"/>
              </a:xfrm>
              <a:custGeom>
                <a:avLst/>
                <a:gdLst/>
                <a:ahLst/>
                <a:cxnLst/>
                <a:rect l="l" t="t" r="r" b="b"/>
                <a:pathLst>
                  <a:path w="533" h="444" extrusionOk="0">
                    <a:moveTo>
                      <a:pt x="276" y="1"/>
                    </a:moveTo>
                    <a:cubicBezTo>
                      <a:pt x="241" y="1"/>
                      <a:pt x="204" y="9"/>
                      <a:pt x="165" y="28"/>
                    </a:cubicBezTo>
                    <a:cubicBezTo>
                      <a:pt x="140" y="28"/>
                      <a:pt x="114" y="80"/>
                      <a:pt x="63" y="131"/>
                    </a:cubicBezTo>
                    <a:cubicBezTo>
                      <a:pt x="1" y="296"/>
                      <a:pt x="104" y="444"/>
                      <a:pt x="253" y="444"/>
                    </a:cubicBezTo>
                    <a:cubicBezTo>
                      <a:pt x="290" y="444"/>
                      <a:pt x="330" y="435"/>
                      <a:pt x="371" y="414"/>
                    </a:cubicBezTo>
                    <a:lnTo>
                      <a:pt x="449" y="311"/>
                    </a:lnTo>
                    <a:cubicBezTo>
                      <a:pt x="532" y="164"/>
                      <a:pt x="428"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35"/>
              <p:cNvSpPr/>
              <p:nvPr/>
            </p:nvSpPr>
            <p:spPr>
              <a:xfrm>
                <a:off x="5771675" y="3535275"/>
                <a:ext cx="13400" cy="10875"/>
              </a:xfrm>
              <a:custGeom>
                <a:avLst/>
                <a:gdLst/>
                <a:ahLst/>
                <a:cxnLst/>
                <a:rect l="l" t="t" r="r" b="b"/>
                <a:pathLst>
                  <a:path w="536" h="435" extrusionOk="0">
                    <a:moveTo>
                      <a:pt x="283" y="0"/>
                    </a:moveTo>
                    <a:cubicBezTo>
                      <a:pt x="246" y="0"/>
                      <a:pt x="206" y="10"/>
                      <a:pt x="164" y="30"/>
                    </a:cubicBezTo>
                    <a:lnTo>
                      <a:pt x="87" y="107"/>
                    </a:lnTo>
                    <a:cubicBezTo>
                      <a:pt x="1" y="280"/>
                      <a:pt x="114" y="435"/>
                      <a:pt x="274"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35"/>
              <p:cNvSpPr/>
              <p:nvPr/>
            </p:nvSpPr>
            <p:spPr>
              <a:xfrm>
                <a:off x="5740250" y="3534275"/>
                <a:ext cx="13350" cy="10875"/>
              </a:xfrm>
              <a:custGeom>
                <a:avLst/>
                <a:gdLst/>
                <a:ahLst/>
                <a:cxnLst/>
                <a:rect l="l" t="t" r="r" b="b"/>
                <a:pathLst>
                  <a:path w="534" h="435" extrusionOk="0">
                    <a:moveTo>
                      <a:pt x="257" y="1"/>
                    </a:moveTo>
                    <a:cubicBezTo>
                      <a:pt x="226" y="1"/>
                      <a:pt x="194" y="6"/>
                      <a:pt x="160" y="19"/>
                    </a:cubicBezTo>
                    <a:cubicBezTo>
                      <a:pt x="109" y="19"/>
                      <a:pt x="83" y="70"/>
                      <a:pt x="83" y="122"/>
                    </a:cubicBezTo>
                    <a:cubicBezTo>
                      <a:pt x="1" y="286"/>
                      <a:pt x="100" y="435"/>
                      <a:pt x="248" y="435"/>
                    </a:cubicBezTo>
                    <a:cubicBezTo>
                      <a:pt x="285" y="435"/>
                      <a:pt x="325" y="425"/>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35"/>
              <p:cNvSpPr/>
              <p:nvPr/>
            </p:nvSpPr>
            <p:spPr>
              <a:xfrm>
                <a:off x="5778825" y="3407925"/>
                <a:ext cx="13350" cy="11050"/>
              </a:xfrm>
              <a:custGeom>
                <a:avLst/>
                <a:gdLst/>
                <a:ahLst/>
                <a:cxnLst/>
                <a:rect l="l" t="t" r="r" b="b"/>
                <a:pathLst>
                  <a:path w="534" h="442" extrusionOk="0">
                    <a:moveTo>
                      <a:pt x="286" y="0"/>
                    </a:moveTo>
                    <a:cubicBezTo>
                      <a:pt x="254" y="0"/>
                      <a:pt x="221" y="9"/>
                      <a:pt x="187" y="28"/>
                    </a:cubicBezTo>
                    <a:cubicBezTo>
                      <a:pt x="110" y="28"/>
                      <a:pt x="84" y="54"/>
                      <a:pt x="84" y="131"/>
                    </a:cubicBezTo>
                    <a:cubicBezTo>
                      <a:pt x="0" y="278"/>
                      <a:pt x="122" y="442"/>
                      <a:pt x="267" y="442"/>
                    </a:cubicBezTo>
                    <a:cubicBezTo>
                      <a:pt x="300" y="442"/>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35"/>
              <p:cNvSpPr/>
              <p:nvPr/>
            </p:nvSpPr>
            <p:spPr>
              <a:xfrm>
                <a:off x="5524000" y="3514100"/>
                <a:ext cx="13250" cy="11050"/>
              </a:xfrm>
              <a:custGeom>
                <a:avLst/>
                <a:gdLst/>
                <a:ahLst/>
                <a:cxnLst/>
                <a:rect l="l" t="t" r="r" b="b"/>
                <a:pathLst>
                  <a:path w="530" h="442" extrusionOk="0">
                    <a:moveTo>
                      <a:pt x="272" y="0"/>
                    </a:moveTo>
                    <a:cubicBezTo>
                      <a:pt x="237" y="0"/>
                      <a:pt x="200" y="9"/>
                      <a:pt x="162" y="28"/>
                    </a:cubicBezTo>
                    <a:lnTo>
                      <a:pt x="85" y="131"/>
                    </a:lnTo>
                    <a:cubicBezTo>
                      <a:pt x="1" y="278"/>
                      <a:pt x="105" y="441"/>
                      <a:pt x="258" y="441"/>
                    </a:cubicBezTo>
                    <a:cubicBezTo>
                      <a:pt x="293"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35"/>
              <p:cNvSpPr/>
              <p:nvPr/>
            </p:nvSpPr>
            <p:spPr>
              <a:xfrm>
                <a:off x="5611525" y="3398275"/>
                <a:ext cx="13350" cy="11050"/>
              </a:xfrm>
              <a:custGeom>
                <a:avLst/>
                <a:gdLst/>
                <a:ahLst/>
                <a:cxnLst/>
                <a:rect l="l" t="t" r="r" b="b"/>
                <a:pathLst>
                  <a:path w="534" h="442" extrusionOk="0">
                    <a:moveTo>
                      <a:pt x="272" y="0"/>
                    </a:moveTo>
                    <a:cubicBezTo>
                      <a:pt x="237" y="0"/>
                      <a:pt x="200" y="9"/>
                      <a:pt x="162" y="28"/>
                    </a:cubicBezTo>
                    <a:cubicBezTo>
                      <a:pt x="110" y="54"/>
                      <a:pt x="84" y="105"/>
                      <a:pt x="84" y="131"/>
                    </a:cubicBez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35"/>
              <p:cNvSpPr/>
              <p:nvPr/>
            </p:nvSpPr>
            <p:spPr>
              <a:xfrm>
                <a:off x="5820700" y="3457050"/>
                <a:ext cx="13350" cy="10900"/>
              </a:xfrm>
              <a:custGeom>
                <a:avLst/>
                <a:gdLst/>
                <a:ahLst/>
                <a:cxnLst/>
                <a:rect l="l" t="t" r="r" b="b"/>
                <a:pathLst>
                  <a:path w="534" h="436" extrusionOk="0">
                    <a:moveTo>
                      <a:pt x="257" y="1"/>
                    </a:moveTo>
                    <a:cubicBezTo>
                      <a:pt x="226" y="1"/>
                      <a:pt x="193" y="7"/>
                      <a:pt x="160" y="19"/>
                    </a:cubicBezTo>
                    <a:cubicBezTo>
                      <a:pt x="108" y="19"/>
                      <a:pt x="82" y="96"/>
                      <a:pt x="82" y="122"/>
                    </a:cubicBezTo>
                    <a:cubicBezTo>
                      <a:pt x="0" y="287"/>
                      <a:pt x="99" y="435"/>
                      <a:pt x="247" y="435"/>
                    </a:cubicBezTo>
                    <a:cubicBezTo>
                      <a:pt x="284" y="435"/>
                      <a:pt x="324" y="426"/>
                      <a:pt x="365"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35"/>
              <p:cNvSpPr/>
              <p:nvPr/>
            </p:nvSpPr>
            <p:spPr>
              <a:xfrm>
                <a:off x="6165550" y="3629225"/>
                <a:ext cx="13825" cy="11100"/>
              </a:xfrm>
              <a:custGeom>
                <a:avLst/>
                <a:gdLst/>
                <a:ahLst/>
                <a:cxnLst/>
                <a:rect l="l" t="t" r="r" b="b"/>
                <a:pathLst>
                  <a:path w="553" h="444" extrusionOk="0">
                    <a:moveTo>
                      <a:pt x="296" y="0"/>
                    </a:moveTo>
                    <a:cubicBezTo>
                      <a:pt x="260" y="0"/>
                      <a:pt x="223" y="9"/>
                      <a:pt x="187" y="30"/>
                    </a:cubicBezTo>
                    <a:lnTo>
                      <a:pt x="84" y="133"/>
                    </a:lnTo>
                    <a:cubicBezTo>
                      <a:pt x="0" y="280"/>
                      <a:pt x="122" y="444"/>
                      <a:pt x="267" y="444"/>
                    </a:cubicBezTo>
                    <a:cubicBezTo>
                      <a:pt x="300" y="444"/>
                      <a:pt x="334" y="435"/>
                      <a:pt x="367" y="416"/>
                    </a:cubicBezTo>
                    <a:lnTo>
                      <a:pt x="470" y="313"/>
                    </a:lnTo>
                    <a:cubicBezTo>
                      <a:pt x="553" y="148"/>
                      <a:pt x="437"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35"/>
              <p:cNvSpPr/>
              <p:nvPr/>
            </p:nvSpPr>
            <p:spPr>
              <a:xfrm>
                <a:off x="6331500" y="3535275"/>
                <a:ext cx="13250" cy="10875"/>
              </a:xfrm>
              <a:custGeom>
                <a:avLst/>
                <a:gdLst/>
                <a:ahLst/>
                <a:cxnLst/>
                <a:rect l="l" t="t" r="r" b="b"/>
                <a:pathLst>
                  <a:path w="530" h="435" extrusionOk="0">
                    <a:moveTo>
                      <a:pt x="282" y="0"/>
                    </a:moveTo>
                    <a:cubicBezTo>
                      <a:pt x="245" y="0"/>
                      <a:pt x="205" y="10"/>
                      <a:pt x="164" y="30"/>
                    </a:cubicBezTo>
                    <a:lnTo>
                      <a:pt x="87" y="107"/>
                    </a:lnTo>
                    <a:cubicBezTo>
                      <a:pt x="1" y="280"/>
                      <a:pt x="113" y="435"/>
                      <a:pt x="273" y="435"/>
                    </a:cubicBezTo>
                    <a:cubicBezTo>
                      <a:pt x="304" y="435"/>
                      <a:pt x="337" y="429"/>
                      <a:pt x="370" y="416"/>
                    </a:cubicBezTo>
                    <a:lnTo>
                      <a:pt x="447" y="313"/>
                    </a:lnTo>
                    <a:cubicBezTo>
                      <a:pt x="530" y="149"/>
                      <a:pt x="43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35"/>
              <p:cNvSpPr/>
              <p:nvPr/>
            </p:nvSpPr>
            <p:spPr>
              <a:xfrm>
                <a:off x="6342450" y="3374400"/>
                <a:ext cx="13875" cy="10875"/>
              </a:xfrm>
              <a:custGeom>
                <a:avLst/>
                <a:gdLst/>
                <a:ahLst/>
                <a:cxnLst/>
                <a:rect l="l" t="t" r="r" b="b"/>
                <a:pathLst>
                  <a:path w="555" h="435" extrusionOk="0">
                    <a:moveTo>
                      <a:pt x="298" y="1"/>
                    </a:moveTo>
                    <a:cubicBezTo>
                      <a:pt x="262" y="1"/>
                      <a:pt x="225" y="10"/>
                      <a:pt x="189" y="31"/>
                    </a:cubicBezTo>
                    <a:cubicBezTo>
                      <a:pt x="164" y="31"/>
                      <a:pt x="112" y="56"/>
                      <a:pt x="86" y="108"/>
                    </a:cubicBezTo>
                    <a:cubicBezTo>
                      <a:pt x="0" y="280"/>
                      <a:pt x="131" y="435"/>
                      <a:pt x="281" y="435"/>
                    </a:cubicBezTo>
                    <a:cubicBezTo>
                      <a:pt x="311" y="435"/>
                      <a:pt x="340" y="429"/>
                      <a:pt x="370" y="417"/>
                    </a:cubicBezTo>
                    <a:lnTo>
                      <a:pt x="472"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35"/>
              <p:cNvSpPr/>
              <p:nvPr/>
            </p:nvSpPr>
            <p:spPr>
              <a:xfrm>
                <a:off x="6280775" y="3386275"/>
                <a:ext cx="13350" cy="10875"/>
              </a:xfrm>
              <a:custGeom>
                <a:avLst/>
                <a:gdLst/>
                <a:ahLst/>
                <a:cxnLst/>
                <a:rect l="l" t="t" r="r" b="b"/>
                <a:pathLst>
                  <a:path w="534" h="435" extrusionOk="0">
                    <a:moveTo>
                      <a:pt x="273" y="1"/>
                    </a:moveTo>
                    <a:cubicBezTo>
                      <a:pt x="244" y="1"/>
                      <a:pt x="215" y="6"/>
                      <a:pt x="185" y="19"/>
                    </a:cubicBezTo>
                    <a:lnTo>
                      <a:pt x="82" y="122"/>
                    </a:lnTo>
                    <a:cubicBezTo>
                      <a:pt x="0" y="287"/>
                      <a:pt x="115" y="435"/>
                      <a:pt x="257" y="435"/>
                    </a:cubicBezTo>
                    <a:cubicBezTo>
                      <a:pt x="292" y="435"/>
                      <a:pt x="330" y="426"/>
                      <a:pt x="366" y="405"/>
                    </a:cubicBezTo>
                    <a:lnTo>
                      <a:pt x="469" y="302"/>
                    </a:lnTo>
                    <a:cubicBezTo>
                      <a:pt x="533" y="151"/>
                      <a:pt x="418"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35"/>
              <p:cNvSpPr/>
              <p:nvPr/>
            </p:nvSpPr>
            <p:spPr>
              <a:xfrm>
                <a:off x="6435750" y="3377625"/>
                <a:ext cx="13875" cy="10875"/>
              </a:xfrm>
              <a:custGeom>
                <a:avLst/>
                <a:gdLst/>
                <a:ahLst/>
                <a:cxnLst/>
                <a:rect l="l" t="t" r="r" b="b"/>
                <a:pathLst>
                  <a:path w="555" h="435" extrusionOk="0">
                    <a:moveTo>
                      <a:pt x="298" y="0"/>
                    </a:moveTo>
                    <a:cubicBezTo>
                      <a:pt x="263" y="0"/>
                      <a:pt x="225" y="10"/>
                      <a:pt x="189" y="30"/>
                    </a:cubicBezTo>
                    <a:cubicBezTo>
                      <a:pt x="112" y="56"/>
                      <a:pt x="86" y="82"/>
                      <a:pt x="86" y="108"/>
                    </a:cubicBezTo>
                    <a:cubicBezTo>
                      <a:pt x="0" y="280"/>
                      <a:pt x="131" y="435"/>
                      <a:pt x="282" y="435"/>
                    </a:cubicBezTo>
                    <a:cubicBezTo>
                      <a:pt x="311" y="435"/>
                      <a:pt x="340"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35"/>
              <p:cNvSpPr/>
              <p:nvPr/>
            </p:nvSpPr>
            <p:spPr>
              <a:xfrm>
                <a:off x="6734375" y="3124800"/>
                <a:ext cx="13350" cy="11050"/>
              </a:xfrm>
              <a:custGeom>
                <a:avLst/>
                <a:gdLst/>
                <a:ahLst/>
                <a:cxnLst/>
                <a:rect l="l" t="t" r="r" b="b"/>
                <a:pathLst>
                  <a:path w="534" h="442" extrusionOk="0">
                    <a:moveTo>
                      <a:pt x="286" y="1"/>
                    </a:moveTo>
                    <a:cubicBezTo>
                      <a:pt x="254" y="1"/>
                      <a:pt x="221" y="9"/>
                      <a:pt x="187" y="28"/>
                    </a:cubicBezTo>
                    <a:lnTo>
                      <a:pt x="84" y="131"/>
                    </a:lnTo>
                    <a:cubicBezTo>
                      <a:pt x="0" y="278"/>
                      <a:pt x="121" y="442"/>
                      <a:pt x="267" y="442"/>
                    </a:cubicBezTo>
                    <a:cubicBezTo>
                      <a:pt x="300" y="442"/>
                      <a:pt x="334" y="433"/>
                      <a:pt x="367" y="414"/>
                    </a:cubicBezTo>
                    <a:lnTo>
                      <a:pt x="470" y="311"/>
                    </a:lnTo>
                    <a:cubicBezTo>
                      <a:pt x="533" y="164"/>
                      <a:pt x="42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35"/>
              <p:cNvSpPr/>
              <p:nvPr/>
            </p:nvSpPr>
            <p:spPr>
              <a:xfrm>
                <a:off x="6763900" y="3081625"/>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35"/>
              <p:cNvSpPr/>
              <p:nvPr/>
            </p:nvSpPr>
            <p:spPr>
              <a:xfrm>
                <a:off x="6903425" y="3322925"/>
                <a:ext cx="13375" cy="10875"/>
              </a:xfrm>
              <a:custGeom>
                <a:avLst/>
                <a:gdLst/>
                <a:ahLst/>
                <a:cxnLst/>
                <a:rect l="l" t="t" r="r" b="b"/>
                <a:pathLst>
                  <a:path w="535" h="435" extrusionOk="0">
                    <a:moveTo>
                      <a:pt x="287" y="1"/>
                    </a:moveTo>
                    <a:cubicBezTo>
                      <a:pt x="250" y="1"/>
                      <a:pt x="210" y="10"/>
                      <a:pt x="169" y="31"/>
                    </a:cubicBezTo>
                    <a:cubicBezTo>
                      <a:pt x="117" y="56"/>
                      <a:pt x="66" y="82"/>
                      <a:pt x="66" y="108"/>
                    </a:cubicBezTo>
                    <a:cubicBezTo>
                      <a:pt x="1" y="280"/>
                      <a:pt x="117" y="435"/>
                      <a:pt x="278" y="435"/>
                    </a:cubicBezTo>
                    <a:cubicBezTo>
                      <a:pt x="309" y="435"/>
                      <a:pt x="341" y="429"/>
                      <a:pt x="375"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35"/>
              <p:cNvSpPr/>
              <p:nvPr/>
            </p:nvSpPr>
            <p:spPr>
              <a:xfrm>
                <a:off x="6859850" y="3632425"/>
                <a:ext cx="13325" cy="11125"/>
              </a:xfrm>
              <a:custGeom>
                <a:avLst/>
                <a:gdLst/>
                <a:ahLst/>
                <a:cxnLst/>
                <a:rect l="l" t="t" r="r" b="b"/>
                <a:pathLst>
                  <a:path w="533" h="445" extrusionOk="0">
                    <a:moveTo>
                      <a:pt x="293" y="1"/>
                    </a:moveTo>
                    <a:cubicBezTo>
                      <a:pt x="259" y="1"/>
                      <a:pt x="223" y="10"/>
                      <a:pt x="187" y="31"/>
                    </a:cubicBezTo>
                    <a:cubicBezTo>
                      <a:pt x="136" y="31"/>
                      <a:pt x="110" y="56"/>
                      <a:pt x="84" y="134"/>
                    </a:cubicBezTo>
                    <a:cubicBezTo>
                      <a:pt x="0" y="280"/>
                      <a:pt x="121" y="444"/>
                      <a:pt x="267" y="444"/>
                    </a:cubicBezTo>
                    <a:cubicBezTo>
                      <a:pt x="300" y="444"/>
                      <a:pt x="334" y="436"/>
                      <a:pt x="367" y="417"/>
                    </a:cubicBezTo>
                    <a:lnTo>
                      <a:pt x="470" y="314"/>
                    </a:lnTo>
                    <a:cubicBezTo>
                      <a:pt x="532" y="149"/>
                      <a:pt x="429" y="1"/>
                      <a:pt x="29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35"/>
              <p:cNvSpPr/>
              <p:nvPr/>
            </p:nvSpPr>
            <p:spPr>
              <a:xfrm>
                <a:off x="6929225" y="3819050"/>
                <a:ext cx="13300" cy="11100"/>
              </a:xfrm>
              <a:custGeom>
                <a:avLst/>
                <a:gdLst/>
                <a:ahLst/>
                <a:cxnLst/>
                <a:rect l="l" t="t" r="r" b="b"/>
                <a:pathLst>
                  <a:path w="532" h="444" extrusionOk="0">
                    <a:moveTo>
                      <a:pt x="285" y="0"/>
                    </a:moveTo>
                    <a:cubicBezTo>
                      <a:pt x="248" y="0"/>
                      <a:pt x="207" y="9"/>
                      <a:pt x="166" y="30"/>
                    </a:cubicBezTo>
                    <a:lnTo>
                      <a:pt x="63" y="133"/>
                    </a:lnTo>
                    <a:cubicBezTo>
                      <a:pt x="0" y="280"/>
                      <a:pt x="108" y="444"/>
                      <a:pt x="262" y="444"/>
                    </a:cubicBezTo>
                    <a:cubicBezTo>
                      <a:pt x="297" y="444"/>
                      <a:pt x="334" y="435"/>
                      <a:pt x="372" y="416"/>
                    </a:cubicBezTo>
                    <a:lnTo>
                      <a:pt x="449"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35"/>
              <p:cNvSpPr/>
              <p:nvPr/>
            </p:nvSpPr>
            <p:spPr>
              <a:xfrm>
                <a:off x="6200325" y="4267825"/>
                <a:ext cx="13350" cy="10875"/>
              </a:xfrm>
              <a:custGeom>
                <a:avLst/>
                <a:gdLst/>
                <a:ahLst/>
                <a:cxnLst/>
                <a:rect l="l" t="t" r="r" b="b"/>
                <a:pathLst>
                  <a:path w="534" h="435" extrusionOk="0">
                    <a:moveTo>
                      <a:pt x="272" y="0"/>
                    </a:moveTo>
                    <a:cubicBezTo>
                      <a:pt x="244" y="0"/>
                      <a:pt x="215" y="6"/>
                      <a:pt x="186" y="19"/>
                    </a:cubicBezTo>
                    <a:lnTo>
                      <a:pt x="83" y="122"/>
                    </a:lnTo>
                    <a:cubicBezTo>
                      <a:pt x="1" y="286"/>
                      <a:pt x="116" y="435"/>
                      <a:pt x="258" y="435"/>
                    </a:cubicBezTo>
                    <a:cubicBezTo>
                      <a:pt x="293" y="435"/>
                      <a:pt x="330" y="425"/>
                      <a:pt x="366" y="405"/>
                    </a:cubicBezTo>
                    <a:lnTo>
                      <a:pt x="469" y="327"/>
                    </a:lnTo>
                    <a:cubicBezTo>
                      <a:pt x="534" y="155"/>
                      <a:pt x="418"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35"/>
              <p:cNvSpPr/>
              <p:nvPr/>
            </p:nvSpPr>
            <p:spPr>
              <a:xfrm>
                <a:off x="4669500" y="3812600"/>
                <a:ext cx="13825" cy="11125"/>
              </a:xfrm>
              <a:custGeom>
                <a:avLst/>
                <a:gdLst/>
                <a:ahLst/>
                <a:cxnLst/>
                <a:rect l="l" t="t" r="r" b="b"/>
                <a:pathLst>
                  <a:path w="553" h="445" extrusionOk="0">
                    <a:moveTo>
                      <a:pt x="295" y="1"/>
                    </a:moveTo>
                    <a:cubicBezTo>
                      <a:pt x="260" y="1"/>
                      <a:pt x="223" y="10"/>
                      <a:pt x="187" y="31"/>
                    </a:cubicBezTo>
                    <a:cubicBezTo>
                      <a:pt x="161" y="31"/>
                      <a:pt x="110" y="56"/>
                      <a:pt x="84" y="133"/>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35"/>
              <p:cNvSpPr/>
              <p:nvPr/>
            </p:nvSpPr>
            <p:spPr>
              <a:xfrm>
                <a:off x="4214500" y="3435525"/>
                <a:ext cx="13375" cy="10900"/>
              </a:xfrm>
              <a:custGeom>
                <a:avLst/>
                <a:gdLst/>
                <a:ahLst/>
                <a:cxnLst/>
                <a:rect l="l" t="t" r="r" b="b"/>
                <a:pathLst>
                  <a:path w="535" h="436" extrusionOk="0">
                    <a:moveTo>
                      <a:pt x="283" y="1"/>
                    </a:moveTo>
                    <a:cubicBezTo>
                      <a:pt x="245" y="1"/>
                      <a:pt x="205" y="10"/>
                      <a:pt x="164" y="31"/>
                    </a:cubicBezTo>
                    <a:cubicBezTo>
                      <a:pt x="138" y="31"/>
                      <a:pt x="113" y="82"/>
                      <a:pt x="87" y="108"/>
                    </a:cubicBezTo>
                    <a:cubicBezTo>
                      <a:pt x="1" y="281"/>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35"/>
              <p:cNvSpPr/>
              <p:nvPr/>
            </p:nvSpPr>
            <p:spPr>
              <a:xfrm>
                <a:off x="4677050" y="3049450"/>
                <a:ext cx="13350" cy="10875"/>
              </a:xfrm>
              <a:custGeom>
                <a:avLst/>
                <a:gdLst/>
                <a:ahLst/>
                <a:cxnLst/>
                <a:rect l="l" t="t" r="r" b="b"/>
                <a:pathLst>
                  <a:path w="534" h="435" extrusionOk="0">
                    <a:moveTo>
                      <a:pt x="286" y="1"/>
                    </a:moveTo>
                    <a:cubicBezTo>
                      <a:pt x="249" y="1"/>
                      <a:pt x="209" y="10"/>
                      <a:pt x="168" y="31"/>
                    </a:cubicBezTo>
                    <a:cubicBezTo>
                      <a:pt x="142" y="31"/>
                      <a:pt x="117" y="56"/>
                      <a:pt x="65" y="108"/>
                    </a:cubicBezTo>
                    <a:cubicBezTo>
                      <a:pt x="0" y="280"/>
                      <a:pt x="117" y="435"/>
                      <a:pt x="277" y="435"/>
                    </a:cubicBezTo>
                    <a:cubicBezTo>
                      <a:pt x="308" y="435"/>
                      <a:pt x="341" y="429"/>
                      <a:pt x="374" y="417"/>
                    </a:cubicBezTo>
                    <a:lnTo>
                      <a:pt x="451" y="314"/>
                    </a:lnTo>
                    <a:cubicBezTo>
                      <a:pt x="534" y="149"/>
                      <a:pt x="435"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35"/>
              <p:cNvSpPr/>
              <p:nvPr/>
            </p:nvSpPr>
            <p:spPr>
              <a:xfrm>
                <a:off x="4031200" y="4798450"/>
                <a:ext cx="13325" cy="11100"/>
              </a:xfrm>
              <a:custGeom>
                <a:avLst/>
                <a:gdLst/>
                <a:ahLst/>
                <a:cxnLst/>
                <a:rect l="l" t="t" r="r" b="b"/>
                <a:pathLst>
                  <a:path w="533" h="444" extrusionOk="0">
                    <a:moveTo>
                      <a:pt x="270" y="0"/>
                    </a:moveTo>
                    <a:cubicBezTo>
                      <a:pt x="235" y="0"/>
                      <a:pt x="198" y="9"/>
                      <a:pt x="161" y="28"/>
                    </a:cubicBezTo>
                    <a:cubicBezTo>
                      <a:pt x="109" y="79"/>
                      <a:pt x="83" y="105"/>
                      <a:pt x="83" y="131"/>
                    </a:cubicBezTo>
                    <a:cubicBezTo>
                      <a:pt x="1" y="296"/>
                      <a:pt x="100" y="444"/>
                      <a:pt x="248" y="444"/>
                    </a:cubicBezTo>
                    <a:cubicBezTo>
                      <a:pt x="285" y="444"/>
                      <a:pt x="325" y="435"/>
                      <a:pt x="366" y="414"/>
                    </a:cubicBezTo>
                    <a:lnTo>
                      <a:pt x="469" y="337"/>
                    </a:lnTo>
                    <a:cubicBezTo>
                      <a:pt x="532" y="169"/>
                      <a:pt x="4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35"/>
              <p:cNvSpPr/>
              <p:nvPr/>
            </p:nvSpPr>
            <p:spPr>
              <a:xfrm>
                <a:off x="4337400" y="4838275"/>
                <a:ext cx="13900" cy="10875"/>
              </a:xfrm>
              <a:custGeom>
                <a:avLst/>
                <a:gdLst/>
                <a:ahLst/>
                <a:cxnLst/>
                <a:rect l="l" t="t" r="r" b="b"/>
                <a:pathLst>
                  <a:path w="556" h="435" extrusionOk="0">
                    <a:moveTo>
                      <a:pt x="298" y="1"/>
                    </a:moveTo>
                    <a:cubicBezTo>
                      <a:pt x="263" y="1"/>
                      <a:pt x="226" y="10"/>
                      <a:pt x="190" y="31"/>
                    </a:cubicBezTo>
                    <a:lnTo>
                      <a:pt x="87" y="108"/>
                    </a:ln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35"/>
              <p:cNvSpPr/>
              <p:nvPr/>
            </p:nvSpPr>
            <p:spPr>
              <a:xfrm>
                <a:off x="4720275" y="4857575"/>
                <a:ext cx="13375" cy="10900"/>
              </a:xfrm>
              <a:custGeom>
                <a:avLst/>
                <a:gdLst/>
                <a:ahLst/>
                <a:cxnLst/>
                <a:rect l="l" t="t" r="r" b="b"/>
                <a:pathLst>
                  <a:path w="535" h="436" extrusionOk="0">
                    <a:moveTo>
                      <a:pt x="282" y="1"/>
                    </a:moveTo>
                    <a:cubicBezTo>
                      <a:pt x="245" y="1"/>
                      <a:pt x="205" y="10"/>
                      <a:pt x="164" y="31"/>
                    </a:cubicBezTo>
                    <a:lnTo>
                      <a:pt x="86" y="108"/>
                    </a:lnTo>
                    <a:cubicBezTo>
                      <a:pt x="0" y="281"/>
                      <a:pt x="113" y="435"/>
                      <a:pt x="273" y="435"/>
                    </a:cubicBezTo>
                    <a:cubicBezTo>
                      <a:pt x="304" y="435"/>
                      <a:pt x="336" y="429"/>
                      <a:pt x="369" y="417"/>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35"/>
              <p:cNvSpPr/>
              <p:nvPr/>
            </p:nvSpPr>
            <p:spPr>
              <a:xfrm>
                <a:off x="5199000" y="4857575"/>
                <a:ext cx="13250" cy="10900"/>
              </a:xfrm>
              <a:custGeom>
                <a:avLst/>
                <a:gdLst/>
                <a:ahLst/>
                <a:cxnLst/>
                <a:rect l="l" t="t" r="r" b="b"/>
                <a:pathLst>
                  <a:path w="530" h="436" extrusionOk="0">
                    <a:moveTo>
                      <a:pt x="282" y="1"/>
                    </a:moveTo>
                    <a:cubicBezTo>
                      <a:pt x="245" y="1"/>
                      <a:pt x="205" y="10"/>
                      <a:pt x="164" y="31"/>
                    </a:cubicBezTo>
                    <a:lnTo>
                      <a:pt x="87" y="108"/>
                    </a:lnTo>
                    <a:cubicBezTo>
                      <a:pt x="1" y="281"/>
                      <a:pt x="113" y="435"/>
                      <a:pt x="273" y="435"/>
                    </a:cubicBezTo>
                    <a:cubicBezTo>
                      <a:pt x="304" y="435"/>
                      <a:pt x="337" y="429"/>
                      <a:pt x="370" y="417"/>
                    </a:cubicBezTo>
                    <a:lnTo>
                      <a:pt x="447" y="314"/>
                    </a:lnTo>
                    <a:cubicBezTo>
                      <a:pt x="530"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35"/>
              <p:cNvSpPr/>
              <p:nvPr/>
            </p:nvSpPr>
            <p:spPr>
              <a:xfrm>
                <a:off x="5563900" y="4875025"/>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35"/>
              <p:cNvSpPr/>
              <p:nvPr/>
            </p:nvSpPr>
            <p:spPr>
              <a:xfrm>
                <a:off x="6280775" y="4851150"/>
                <a:ext cx="13275" cy="10525"/>
              </a:xfrm>
              <a:custGeom>
                <a:avLst/>
                <a:gdLst/>
                <a:ahLst/>
                <a:cxnLst/>
                <a:rect l="l" t="t" r="r" b="b"/>
                <a:pathLst>
                  <a:path w="531" h="421" extrusionOk="0">
                    <a:moveTo>
                      <a:pt x="291" y="1"/>
                    </a:moveTo>
                    <a:cubicBezTo>
                      <a:pt x="257" y="1"/>
                      <a:pt x="221" y="10"/>
                      <a:pt x="185" y="30"/>
                    </a:cubicBezTo>
                    <a:cubicBezTo>
                      <a:pt x="134" y="30"/>
                      <a:pt x="108" y="82"/>
                      <a:pt x="82" y="108"/>
                    </a:cubicBezTo>
                    <a:cubicBezTo>
                      <a:pt x="0" y="272"/>
                      <a:pt x="115" y="421"/>
                      <a:pt x="257" y="421"/>
                    </a:cubicBezTo>
                    <a:cubicBezTo>
                      <a:pt x="292" y="421"/>
                      <a:pt x="330" y="411"/>
                      <a:pt x="366" y="391"/>
                    </a:cubicBezTo>
                    <a:lnTo>
                      <a:pt x="469" y="314"/>
                    </a:lnTo>
                    <a:cubicBezTo>
                      <a:pt x="530" y="149"/>
                      <a:pt x="427"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35"/>
              <p:cNvSpPr/>
              <p:nvPr/>
            </p:nvSpPr>
            <p:spPr>
              <a:xfrm>
                <a:off x="6592800" y="4855025"/>
                <a:ext cx="13325" cy="11100"/>
              </a:xfrm>
              <a:custGeom>
                <a:avLst/>
                <a:gdLst/>
                <a:ahLst/>
                <a:cxnLst/>
                <a:rect l="l" t="t" r="r" b="b"/>
                <a:pathLst>
                  <a:path w="533" h="444" extrusionOk="0">
                    <a:moveTo>
                      <a:pt x="281" y="0"/>
                    </a:moveTo>
                    <a:cubicBezTo>
                      <a:pt x="243" y="0"/>
                      <a:pt x="203" y="9"/>
                      <a:pt x="162" y="30"/>
                    </a:cubicBezTo>
                    <a:lnTo>
                      <a:pt x="85" y="107"/>
                    </a:lnTo>
                    <a:cubicBezTo>
                      <a:pt x="1" y="275"/>
                      <a:pt x="105" y="443"/>
                      <a:pt x="259" y="443"/>
                    </a:cubicBezTo>
                    <a:cubicBezTo>
                      <a:pt x="293" y="443"/>
                      <a:pt x="330" y="435"/>
                      <a:pt x="368" y="416"/>
                    </a:cubicBezTo>
                    <a:lnTo>
                      <a:pt x="471" y="313"/>
                    </a:lnTo>
                    <a:cubicBezTo>
                      <a:pt x="533" y="148"/>
                      <a:pt x="43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35"/>
              <p:cNvSpPr/>
              <p:nvPr/>
            </p:nvSpPr>
            <p:spPr>
              <a:xfrm>
                <a:off x="6814850" y="4853375"/>
                <a:ext cx="13350" cy="10875"/>
              </a:xfrm>
              <a:custGeom>
                <a:avLst/>
                <a:gdLst/>
                <a:ahLst/>
                <a:cxnLst/>
                <a:rect l="l" t="t" r="r" b="b"/>
                <a:pathLst>
                  <a:path w="534" h="435" extrusionOk="0">
                    <a:moveTo>
                      <a:pt x="272" y="0"/>
                    </a:moveTo>
                    <a:cubicBezTo>
                      <a:pt x="244" y="0"/>
                      <a:pt x="215" y="6"/>
                      <a:pt x="185" y="19"/>
                    </a:cubicBezTo>
                    <a:cubicBezTo>
                      <a:pt x="134" y="19"/>
                      <a:pt x="108" y="70"/>
                      <a:pt x="83" y="122"/>
                    </a:cubicBezTo>
                    <a:cubicBezTo>
                      <a:pt x="0" y="286"/>
                      <a:pt x="115" y="435"/>
                      <a:pt x="257" y="435"/>
                    </a:cubicBezTo>
                    <a:cubicBezTo>
                      <a:pt x="293" y="435"/>
                      <a:pt x="330" y="425"/>
                      <a:pt x="366" y="405"/>
                    </a:cubicBezTo>
                    <a:lnTo>
                      <a:pt x="469" y="328"/>
                    </a:lnTo>
                    <a:cubicBezTo>
                      <a:pt x="533" y="155"/>
                      <a:pt x="417"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35"/>
              <p:cNvSpPr/>
              <p:nvPr/>
            </p:nvSpPr>
            <p:spPr>
              <a:xfrm>
                <a:off x="6992575" y="4734050"/>
                <a:ext cx="12250" cy="10575"/>
              </a:xfrm>
              <a:custGeom>
                <a:avLst/>
                <a:gdLst/>
                <a:ahLst/>
                <a:cxnLst/>
                <a:rect l="l" t="t" r="r" b="b"/>
                <a:pathLst>
                  <a:path w="490" h="423" extrusionOk="0">
                    <a:moveTo>
                      <a:pt x="210" y="1"/>
                    </a:moveTo>
                    <a:cubicBezTo>
                      <a:pt x="160" y="1"/>
                      <a:pt x="113" y="20"/>
                      <a:pt x="77" y="56"/>
                    </a:cubicBezTo>
                    <a:cubicBezTo>
                      <a:pt x="0" y="133"/>
                      <a:pt x="26" y="262"/>
                      <a:pt x="103" y="365"/>
                    </a:cubicBezTo>
                    <a:cubicBezTo>
                      <a:pt x="155" y="403"/>
                      <a:pt x="213" y="423"/>
                      <a:pt x="267" y="423"/>
                    </a:cubicBezTo>
                    <a:cubicBezTo>
                      <a:pt x="322" y="423"/>
                      <a:pt x="373" y="403"/>
                      <a:pt x="412" y="365"/>
                    </a:cubicBezTo>
                    <a:cubicBezTo>
                      <a:pt x="489" y="287"/>
                      <a:pt x="463" y="159"/>
                      <a:pt x="386" y="82"/>
                    </a:cubicBezTo>
                    <a:cubicBezTo>
                      <a:pt x="331" y="26"/>
                      <a:pt x="269" y="1"/>
                      <a:pt x="21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35"/>
              <p:cNvSpPr/>
              <p:nvPr/>
            </p:nvSpPr>
            <p:spPr>
              <a:xfrm>
                <a:off x="7180875" y="4233425"/>
                <a:ext cx="13250" cy="10875"/>
              </a:xfrm>
              <a:custGeom>
                <a:avLst/>
                <a:gdLst/>
                <a:ahLst/>
                <a:cxnLst/>
                <a:rect l="l" t="t" r="r" b="b"/>
                <a:pathLst>
                  <a:path w="530" h="435" extrusionOk="0">
                    <a:moveTo>
                      <a:pt x="282" y="1"/>
                    </a:moveTo>
                    <a:cubicBezTo>
                      <a:pt x="245" y="1"/>
                      <a:pt x="205" y="10"/>
                      <a:pt x="164" y="30"/>
                    </a:cubicBezTo>
                    <a:cubicBezTo>
                      <a:pt x="138" y="30"/>
                      <a:pt x="113" y="56"/>
                      <a:pt x="87" y="108"/>
                    </a:cubicBezTo>
                    <a:cubicBezTo>
                      <a:pt x="0" y="280"/>
                      <a:pt x="113" y="435"/>
                      <a:pt x="273" y="435"/>
                    </a:cubicBezTo>
                    <a:cubicBezTo>
                      <a:pt x="304" y="435"/>
                      <a:pt x="337" y="429"/>
                      <a:pt x="370" y="417"/>
                    </a:cubicBezTo>
                    <a:lnTo>
                      <a:pt x="447" y="314"/>
                    </a:lnTo>
                    <a:cubicBezTo>
                      <a:pt x="529"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35"/>
              <p:cNvSpPr/>
              <p:nvPr/>
            </p:nvSpPr>
            <p:spPr>
              <a:xfrm>
                <a:off x="7184200" y="4036175"/>
                <a:ext cx="13250" cy="10875"/>
              </a:xfrm>
              <a:custGeom>
                <a:avLst/>
                <a:gdLst/>
                <a:ahLst/>
                <a:cxnLst/>
                <a:rect l="l" t="t" r="r" b="b"/>
                <a:pathLst>
                  <a:path w="530" h="435" extrusionOk="0">
                    <a:moveTo>
                      <a:pt x="257" y="1"/>
                    </a:moveTo>
                    <a:cubicBezTo>
                      <a:pt x="226" y="1"/>
                      <a:pt x="193" y="6"/>
                      <a:pt x="160" y="19"/>
                    </a:cubicBezTo>
                    <a:cubicBezTo>
                      <a:pt x="108" y="19"/>
                      <a:pt x="82" y="70"/>
                      <a:pt x="82" y="122"/>
                    </a:cubicBezTo>
                    <a:cubicBezTo>
                      <a:pt x="0" y="286"/>
                      <a:pt x="99" y="435"/>
                      <a:pt x="247" y="435"/>
                    </a:cubicBezTo>
                    <a:cubicBezTo>
                      <a:pt x="284" y="435"/>
                      <a:pt x="324" y="425"/>
                      <a:pt x="366" y="405"/>
                    </a:cubicBezTo>
                    <a:lnTo>
                      <a:pt x="443" y="328"/>
                    </a:lnTo>
                    <a:cubicBezTo>
                      <a:pt x="529" y="155"/>
                      <a:pt x="416"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35"/>
              <p:cNvSpPr/>
              <p:nvPr/>
            </p:nvSpPr>
            <p:spPr>
              <a:xfrm>
                <a:off x="6287800" y="3748950"/>
                <a:ext cx="13875" cy="11075"/>
              </a:xfrm>
              <a:custGeom>
                <a:avLst/>
                <a:gdLst/>
                <a:ahLst/>
                <a:cxnLst/>
                <a:rect l="l" t="t" r="r" b="b"/>
                <a:pathLst>
                  <a:path w="555" h="443" extrusionOk="0">
                    <a:moveTo>
                      <a:pt x="288" y="1"/>
                    </a:moveTo>
                    <a:cubicBezTo>
                      <a:pt x="255" y="1"/>
                      <a:pt x="221" y="9"/>
                      <a:pt x="188" y="28"/>
                    </a:cubicBezTo>
                    <a:cubicBezTo>
                      <a:pt x="162" y="54"/>
                      <a:pt x="85" y="106"/>
                      <a:pt x="85" y="131"/>
                    </a:cubicBezTo>
                    <a:cubicBezTo>
                      <a:pt x="1" y="278"/>
                      <a:pt x="122" y="442"/>
                      <a:pt x="267" y="442"/>
                    </a:cubicBezTo>
                    <a:cubicBezTo>
                      <a:pt x="300" y="442"/>
                      <a:pt x="334" y="434"/>
                      <a:pt x="368" y="414"/>
                    </a:cubicBezTo>
                    <a:lnTo>
                      <a:pt x="471" y="312"/>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35"/>
              <p:cNvSpPr/>
              <p:nvPr/>
            </p:nvSpPr>
            <p:spPr>
              <a:xfrm>
                <a:off x="4770425" y="4204475"/>
                <a:ext cx="13275" cy="10525"/>
              </a:xfrm>
              <a:custGeom>
                <a:avLst/>
                <a:gdLst/>
                <a:ahLst/>
                <a:cxnLst/>
                <a:rect l="l" t="t" r="r" b="b"/>
                <a:pathLst>
                  <a:path w="531" h="421" extrusionOk="0">
                    <a:moveTo>
                      <a:pt x="284" y="0"/>
                    </a:moveTo>
                    <a:cubicBezTo>
                      <a:pt x="247" y="0"/>
                      <a:pt x="206" y="10"/>
                      <a:pt x="165" y="30"/>
                    </a:cubicBezTo>
                    <a:lnTo>
                      <a:pt x="62" y="107"/>
                    </a:lnTo>
                    <a:cubicBezTo>
                      <a:pt x="0" y="272"/>
                      <a:pt x="103" y="420"/>
                      <a:pt x="252" y="420"/>
                    </a:cubicBezTo>
                    <a:cubicBezTo>
                      <a:pt x="290" y="420"/>
                      <a:pt x="330" y="411"/>
                      <a:pt x="371" y="391"/>
                    </a:cubicBezTo>
                    <a:lnTo>
                      <a:pt x="448" y="313"/>
                    </a:lnTo>
                    <a:cubicBezTo>
                      <a:pt x="531" y="149"/>
                      <a:pt x="432"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35"/>
              <p:cNvSpPr/>
              <p:nvPr/>
            </p:nvSpPr>
            <p:spPr>
              <a:xfrm>
                <a:off x="4279600" y="4344800"/>
                <a:ext cx="13825" cy="11125"/>
              </a:xfrm>
              <a:custGeom>
                <a:avLst/>
                <a:gdLst/>
                <a:ahLst/>
                <a:cxnLst/>
                <a:rect l="l" t="t" r="r" b="b"/>
                <a:pathLst>
                  <a:path w="553" h="445" extrusionOk="0">
                    <a:moveTo>
                      <a:pt x="286" y="1"/>
                    </a:moveTo>
                    <a:cubicBezTo>
                      <a:pt x="253" y="1"/>
                      <a:pt x="219" y="9"/>
                      <a:pt x="185" y="28"/>
                    </a:cubicBezTo>
                    <a:lnTo>
                      <a:pt x="82" y="131"/>
                    </a:lnTo>
                    <a:cubicBezTo>
                      <a:pt x="0" y="296"/>
                      <a:pt x="115" y="444"/>
                      <a:pt x="257" y="444"/>
                    </a:cubicBezTo>
                    <a:cubicBezTo>
                      <a:pt x="292" y="444"/>
                      <a:pt x="329" y="435"/>
                      <a:pt x="366" y="414"/>
                    </a:cubicBezTo>
                    <a:lnTo>
                      <a:pt x="468" y="311"/>
                    </a:lnTo>
                    <a:cubicBezTo>
                      <a:pt x="552" y="165"/>
                      <a:pt x="431"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35"/>
              <p:cNvSpPr/>
              <p:nvPr/>
            </p:nvSpPr>
            <p:spPr>
              <a:xfrm>
                <a:off x="4873300" y="4571250"/>
                <a:ext cx="13350" cy="10875"/>
              </a:xfrm>
              <a:custGeom>
                <a:avLst/>
                <a:gdLst/>
                <a:ahLst/>
                <a:cxnLst/>
                <a:rect l="l" t="t" r="r" b="b"/>
                <a:pathLst>
                  <a:path w="534" h="435" extrusionOk="0">
                    <a:moveTo>
                      <a:pt x="287" y="0"/>
                    </a:moveTo>
                    <a:cubicBezTo>
                      <a:pt x="250" y="0"/>
                      <a:pt x="210" y="10"/>
                      <a:pt x="168" y="30"/>
                    </a:cubicBezTo>
                    <a:lnTo>
                      <a:pt x="65" y="107"/>
                    </a:lnTo>
                    <a:cubicBezTo>
                      <a:pt x="1"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35"/>
              <p:cNvSpPr/>
              <p:nvPr/>
            </p:nvSpPr>
            <p:spPr>
              <a:xfrm>
                <a:off x="5072850" y="4084425"/>
                <a:ext cx="13375" cy="10900"/>
              </a:xfrm>
              <a:custGeom>
                <a:avLst/>
                <a:gdLst/>
                <a:ahLst/>
                <a:cxnLst/>
                <a:rect l="l" t="t" r="r" b="b"/>
                <a:pathLst>
                  <a:path w="535" h="436" extrusionOk="0">
                    <a:moveTo>
                      <a:pt x="253" y="1"/>
                    </a:moveTo>
                    <a:cubicBezTo>
                      <a:pt x="224" y="1"/>
                      <a:pt x="194" y="7"/>
                      <a:pt x="165" y="19"/>
                    </a:cubicBezTo>
                    <a:cubicBezTo>
                      <a:pt x="140" y="71"/>
                      <a:pt x="62" y="96"/>
                      <a:pt x="62" y="122"/>
                    </a:cubicBezTo>
                    <a:cubicBezTo>
                      <a:pt x="1" y="287"/>
                      <a:pt x="104" y="435"/>
                      <a:pt x="239" y="435"/>
                    </a:cubicBezTo>
                    <a:cubicBezTo>
                      <a:pt x="273" y="435"/>
                      <a:pt x="309" y="426"/>
                      <a:pt x="345" y="405"/>
                    </a:cubicBezTo>
                    <a:lnTo>
                      <a:pt x="448" y="328"/>
                    </a:lnTo>
                    <a:cubicBezTo>
                      <a:pt x="535" y="155"/>
                      <a:pt x="404"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35"/>
              <p:cNvSpPr/>
              <p:nvPr/>
            </p:nvSpPr>
            <p:spPr>
              <a:xfrm>
                <a:off x="4184850" y="3539825"/>
                <a:ext cx="13350" cy="11075"/>
              </a:xfrm>
              <a:custGeom>
                <a:avLst/>
                <a:gdLst/>
                <a:ahLst/>
                <a:cxnLst/>
                <a:rect l="l" t="t" r="r" b="b"/>
                <a:pathLst>
                  <a:path w="534" h="443" extrusionOk="0">
                    <a:moveTo>
                      <a:pt x="267" y="1"/>
                    </a:moveTo>
                    <a:cubicBezTo>
                      <a:pt x="234" y="1"/>
                      <a:pt x="199" y="9"/>
                      <a:pt x="166" y="28"/>
                    </a:cubicBezTo>
                    <a:lnTo>
                      <a:pt x="63" y="131"/>
                    </a:lnTo>
                    <a:cubicBezTo>
                      <a:pt x="0" y="278"/>
                      <a:pt x="108" y="442"/>
                      <a:pt x="248" y="442"/>
                    </a:cubicBezTo>
                    <a:cubicBezTo>
                      <a:pt x="279" y="442"/>
                      <a:pt x="313" y="434"/>
                      <a:pt x="346" y="414"/>
                    </a:cubicBezTo>
                    <a:lnTo>
                      <a:pt x="449" y="312"/>
                    </a:lnTo>
                    <a:cubicBezTo>
                      <a:pt x="533" y="165"/>
                      <a:pt x="412"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35"/>
              <p:cNvSpPr/>
              <p:nvPr/>
            </p:nvSpPr>
            <p:spPr>
              <a:xfrm>
                <a:off x="4693175" y="3365450"/>
                <a:ext cx="13350" cy="11050"/>
              </a:xfrm>
              <a:custGeom>
                <a:avLst/>
                <a:gdLst/>
                <a:ahLst/>
                <a:cxnLst/>
                <a:rect l="l" t="t" r="r" b="b"/>
                <a:pathLst>
                  <a:path w="534" h="442" extrusionOk="0">
                    <a:moveTo>
                      <a:pt x="277" y="1"/>
                    </a:moveTo>
                    <a:cubicBezTo>
                      <a:pt x="242" y="1"/>
                      <a:pt x="205" y="9"/>
                      <a:pt x="167" y="28"/>
                    </a:cubicBezTo>
                    <a:cubicBezTo>
                      <a:pt x="141" y="28"/>
                      <a:pt x="115" y="54"/>
                      <a:pt x="64" y="131"/>
                    </a:cubicBezTo>
                    <a:cubicBezTo>
                      <a:pt x="1" y="278"/>
                      <a:pt x="109" y="442"/>
                      <a:pt x="262" y="442"/>
                    </a:cubicBezTo>
                    <a:cubicBezTo>
                      <a:pt x="297" y="442"/>
                      <a:pt x="334" y="433"/>
                      <a:pt x="372" y="414"/>
                    </a:cubicBezTo>
                    <a:lnTo>
                      <a:pt x="450" y="311"/>
                    </a:lnTo>
                    <a:cubicBezTo>
                      <a:pt x="534" y="165"/>
                      <a:pt x="429"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35"/>
              <p:cNvSpPr/>
              <p:nvPr/>
            </p:nvSpPr>
            <p:spPr>
              <a:xfrm>
                <a:off x="4804550" y="3615700"/>
                <a:ext cx="13900" cy="10875"/>
              </a:xfrm>
              <a:custGeom>
                <a:avLst/>
                <a:gdLst/>
                <a:ahLst/>
                <a:cxnLst/>
                <a:rect l="l" t="t" r="r" b="b"/>
                <a:pathLst>
                  <a:path w="556" h="435" extrusionOk="0">
                    <a:moveTo>
                      <a:pt x="299" y="1"/>
                    </a:moveTo>
                    <a:cubicBezTo>
                      <a:pt x="263" y="1"/>
                      <a:pt x="226" y="10"/>
                      <a:pt x="190" y="31"/>
                    </a:cubicBezTo>
                    <a:cubicBezTo>
                      <a:pt x="164" y="31"/>
                      <a:pt x="113" y="82"/>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35"/>
              <p:cNvSpPr/>
              <p:nvPr/>
            </p:nvSpPr>
            <p:spPr>
              <a:xfrm>
                <a:off x="5071650" y="3485150"/>
                <a:ext cx="13875" cy="11050"/>
              </a:xfrm>
              <a:custGeom>
                <a:avLst/>
                <a:gdLst/>
                <a:ahLst/>
                <a:cxnLst/>
                <a:rect l="l" t="t" r="r" b="b"/>
                <a:pathLst>
                  <a:path w="555" h="442" extrusionOk="0">
                    <a:moveTo>
                      <a:pt x="288" y="0"/>
                    </a:moveTo>
                    <a:cubicBezTo>
                      <a:pt x="255" y="0"/>
                      <a:pt x="221" y="9"/>
                      <a:pt x="188" y="28"/>
                    </a:cubicBezTo>
                    <a:lnTo>
                      <a:pt x="85" y="131"/>
                    </a:ln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35"/>
              <p:cNvSpPr/>
              <p:nvPr/>
            </p:nvSpPr>
            <p:spPr>
              <a:xfrm>
                <a:off x="4561225" y="3146625"/>
                <a:ext cx="13350" cy="10875"/>
              </a:xfrm>
              <a:custGeom>
                <a:avLst/>
                <a:gdLst/>
                <a:ahLst/>
                <a:cxnLst/>
                <a:rect l="l" t="t" r="r" b="b"/>
                <a:pathLst>
                  <a:path w="534" h="435" extrusionOk="0">
                    <a:moveTo>
                      <a:pt x="287" y="0"/>
                    </a:moveTo>
                    <a:cubicBezTo>
                      <a:pt x="249" y="0"/>
                      <a:pt x="209" y="10"/>
                      <a:pt x="168" y="30"/>
                    </a:cubicBezTo>
                    <a:lnTo>
                      <a:pt x="65" y="107"/>
                    </a:lnTo>
                    <a:cubicBezTo>
                      <a:pt x="0" y="280"/>
                      <a:pt x="117" y="435"/>
                      <a:pt x="277" y="435"/>
                    </a:cubicBezTo>
                    <a:cubicBezTo>
                      <a:pt x="308" y="435"/>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35"/>
              <p:cNvSpPr/>
              <p:nvPr/>
            </p:nvSpPr>
            <p:spPr>
              <a:xfrm>
                <a:off x="6273650" y="29317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35"/>
              <p:cNvSpPr/>
              <p:nvPr/>
            </p:nvSpPr>
            <p:spPr>
              <a:xfrm>
                <a:off x="6334025" y="29446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35"/>
              <p:cNvSpPr/>
              <p:nvPr/>
            </p:nvSpPr>
            <p:spPr>
              <a:xfrm>
                <a:off x="6486675" y="2994775"/>
                <a:ext cx="13275" cy="10525"/>
              </a:xfrm>
              <a:custGeom>
                <a:avLst/>
                <a:gdLst/>
                <a:ahLst/>
                <a:cxnLst/>
                <a:rect l="l" t="t" r="r" b="b"/>
                <a:pathLst>
                  <a:path w="531" h="421" extrusionOk="0">
                    <a:moveTo>
                      <a:pt x="257" y="0"/>
                    </a:moveTo>
                    <a:cubicBezTo>
                      <a:pt x="116" y="0"/>
                      <a:pt x="0" y="148"/>
                      <a:pt x="83" y="313"/>
                    </a:cubicBezTo>
                    <a:lnTo>
                      <a:pt x="186" y="390"/>
                    </a:lnTo>
                    <a:cubicBezTo>
                      <a:pt x="222" y="411"/>
                      <a:pt x="258" y="420"/>
                      <a:pt x="292" y="420"/>
                    </a:cubicBezTo>
                    <a:cubicBezTo>
                      <a:pt x="428" y="420"/>
                      <a:pt x="531" y="272"/>
                      <a:pt x="469" y="107"/>
                    </a:cubicBezTo>
                    <a:lnTo>
                      <a:pt x="366" y="30"/>
                    </a:lnTo>
                    <a:cubicBezTo>
                      <a:pt x="330" y="9"/>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35"/>
              <p:cNvSpPr/>
              <p:nvPr/>
            </p:nvSpPr>
            <p:spPr>
              <a:xfrm>
                <a:off x="6419250" y="3146850"/>
                <a:ext cx="11600" cy="10350"/>
              </a:xfrm>
              <a:custGeom>
                <a:avLst/>
                <a:gdLst/>
                <a:ahLst/>
                <a:cxnLst/>
                <a:rect l="l" t="t" r="r" b="b"/>
                <a:pathLst>
                  <a:path w="464" h="414" extrusionOk="0">
                    <a:moveTo>
                      <a:pt x="268" y="0"/>
                    </a:moveTo>
                    <a:cubicBezTo>
                      <a:pt x="206" y="0"/>
                      <a:pt x="137" y="28"/>
                      <a:pt x="77" y="73"/>
                    </a:cubicBezTo>
                    <a:cubicBezTo>
                      <a:pt x="0" y="150"/>
                      <a:pt x="0" y="304"/>
                      <a:pt x="52" y="356"/>
                    </a:cubicBezTo>
                    <a:cubicBezTo>
                      <a:pt x="90" y="394"/>
                      <a:pt x="148" y="414"/>
                      <a:pt x="206" y="414"/>
                    </a:cubicBezTo>
                    <a:cubicBezTo>
                      <a:pt x="264" y="414"/>
                      <a:pt x="322" y="394"/>
                      <a:pt x="360" y="356"/>
                    </a:cubicBezTo>
                    <a:cubicBezTo>
                      <a:pt x="438" y="253"/>
                      <a:pt x="463" y="124"/>
                      <a:pt x="386" y="47"/>
                    </a:cubicBezTo>
                    <a:cubicBezTo>
                      <a:pt x="354" y="15"/>
                      <a:pt x="312" y="0"/>
                      <a:pt x="26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35"/>
              <p:cNvSpPr/>
              <p:nvPr/>
            </p:nvSpPr>
            <p:spPr>
              <a:xfrm>
                <a:off x="6256750" y="3312275"/>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cubicBezTo>
                      <a:pt x="451" y="96"/>
                      <a:pt x="426" y="70"/>
                      <a:pt x="374" y="19"/>
                    </a:cubicBez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35"/>
              <p:cNvSpPr/>
              <p:nvPr/>
            </p:nvSpPr>
            <p:spPr>
              <a:xfrm>
                <a:off x="6502750" y="3474775"/>
                <a:ext cx="13325" cy="11125"/>
              </a:xfrm>
              <a:custGeom>
                <a:avLst/>
                <a:gdLst/>
                <a:ahLst/>
                <a:cxnLst/>
                <a:rect l="l" t="t" r="r" b="b"/>
                <a:pathLst>
                  <a:path w="533" h="445" extrusionOk="0">
                    <a:moveTo>
                      <a:pt x="258" y="1"/>
                    </a:moveTo>
                    <a:cubicBezTo>
                      <a:pt x="116" y="1"/>
                      <a:pt x="1" y="149"/>
                      <a:pt x="83" y="314"/>
                    </a:cubicBezTo>
                    <a:lnTo>
                      <a:pt x="186" y="417"/>
                    </a:lnTo>
                    <a:cubicBezTo>
                      <a:pt x="220" y="436"/>
                      <a:pt x="253" y="444"/>
                      <a:pt x="285" y="444"/>
                    </a:cubicBezTo>
                    <a:cubicBezTo>
                      <a:pt x="424" y="444"/>
                      <a:pt x="532" y="281"/>
                      <a:pt x="469" y="134"/>
                    </a:cubicBezTo>
                    <a:cubicBezTo>
                      <a:pt x="444"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35"/>
              <p:cNvSpPr/>
              <p:nvPr/>
            </p:nvSpPr>
            <p:spPr>
              <a:xfrm>
                <a:off x="6684725" y="3287550"/>
                <a:ext cx="13275" cy="10525"/>
              </a:xfrm>
              <a:custGeom>
                <a:avLst/>
                <a:gdLst/>
                <a:ahLst/>
                <a:cxnLst/>
                <a:rect l="l" t="t" r="r" b="b"/>
                <a:pathLst>
                  <a:path w="531" h="421" extrusionOk="0">
                    <a:moveTo>
                      <a:pt x="253" y="0"/>
                    </a:moveTo>
                    <a:cubicBezTo>
                      <a:pt x="104" y="0"/>
                      <a:pt x="1" y="148"/>
                      <a:pt x="63" y="313"/>
                    </a:cubicBezTo>
                    <a:lnTo>
                      <a:pt x="166" y="390"/>
                    </a:lnTo>
                    <a:cubicBezTo>
                      <a:pt x="207" y="411"/>
                      <a:pt x="247" y="420"/>
                      <a:pt x="284" y="420"/>
                    </a:cubicBezTo>
                    <a:cubicBezTo>
                      <a:pt x="432" y="420"/>
                      <a:pt x="531" y="272"/>
                      <a:pt x="449" y="107"/>
                    </a:cubicBezTo>
                    <a:cubicBezTo>
                      <a:pt x="449" y="81"/>
                      <a:pt x="423" y="56"/>
                      <a:pt x="371" y="30"/>
                    </a:cubicBezTo>
                    <a:cubicBezTo>
                      <a:pt x="330" y="9"/>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35"/>
              <p:cNvSpPr/>
              <p:nvPr/>
            </p:nvSpPr>
            <p:spPr>
              <a:xfrm>
                <a:off x="5097325" y="29815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35"/>
              <p:cNvSpPr/>
              <p:nvPr/>
            </p:nvSpPr>
            <p:spPr>
              <a:xfrm>
                <a:off x="5068475" y="3101575"/>
                <a:ext cx="13825" cy="11125"/>
              </a:xfrm>
              <a:custGeom>
                <a:avLst/>
                <a:gdLst/>
                <a:ahLst/>
                <a:cxnLst/>
                <a:rect l="l" t="t" r="r" b="b"/>
                <a:pathLst>
                  <a:path w="553" h="445" extrusionOk="0">
                    <a:moveTo>
                      <a:pt x="258" y="1"/>
                    </a:moveTo>
                    <a:cubicBezTo>
                      <a:pt x="116" y="1"/>
                      <a:pt x="1" y="149"/>
                      <a:pt x="83" y="314"/>
                    </a:cubicBezTo>
                    <a:lnTo>
                      <a:pt x="186" y="417"/>
                    </a:lnTo>
                    <a:cubicBezTo>
                      <a:pt x="219" y="436"/>
                      <a:pt x="254" y="444"/>
                      <a:pt x="287" y="444"/>
                    </a:cubicBezTo>
                    <a:cubicBezTo>
                      <a:pt x="432" y="444"/>
                      <a:pt x="553" y="280"/>
                      <a:pt x="469" y="133"/>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35"/>
              <p:cNvSpPr/>
              <p:nvPr/>
            </p:nvSpPr>
            <p:spPr>
              <a:xfrm>
                <a:off x="4208775" y="3590675"/>
                <a:ext cx="13875" cy="11050"/>
              </a:xfrm>
              <a:custGeom>
                <a:avLst/>
                <a:gdLst/>
                <a:ahLst/>
                <a:cxnLst/>
                <a:rect l="l" t="t" r="r" b="b"/>
                <a:pathLst>
                  <a:path w="555" h="442" extrusionOk="0">
                    <a:moveTo>
                      <a:pt x="267" y="0"/>
                    </a:moveTo>
                    <a:cubicBezTo>
                      <a:pt x="121" y="0"/>
                      <a:pt x="0" y="164"/>
                      <a:pt x="84" y="311"/>
                    </a:cubicBezTo>
                    <a:lnTo>
                      <a:pt x="187" y="414"/>
                    </a:lnTo>
                    <a:cubicBezTo>
                      <a:pt x="220" y="433"/>
                      <a:pt x="255" y="441"/>
                      <a:pt x="288" y="441"/>
                    </a:cubicBezTo>
                    <a:cubicBezTo>
                      <a:pt x="433" y="441"/>
                      <a:pt x="554" y="277"/>
                      <a:pt x="470" y="131"/>
                    </a:cubicBezTo>
                    <a:cubicBezTo>
                      <a:pt x="470" y="79"/>
                      <a:pt x="444"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35"/>
              <p:cNvSpPr/>
              <p:nvPr/>
            </p:nvSpPr>
            <p:spPr>
              <a:xfrm>
                <a:off x="4136550" y="3386275"/>
                <a:ext cx="13350" cy="10875"/>
              </a:xfrm>
              <a:custGeom>
                <a:avLst/>
                <a:gdLst/>
                <a:ahLst/>
                <a:cxnLst/>
                <a:rect l="l" t="t" r="r" b="b"/>
                <a:pathLst>
                  <a:path w="534" h="435" extrusionOk="0">
                    <a:moveTo>
                      <a:pt x="276" y="1"/>
                    </a:moveTo>
                    <a:cubicBezTo>
                      <a:pt x="116" y="1"/>
                      <a:pt x="0" y="151"/>
                      <a:pt x="65" y="302"/>
                    </a:cubicBezTo>
                    <a:lnTo>
                      <a:pt x="168" y="405"/>
                    </a:lnTo>
                    <a:cubicBezTo>
                      <a:pt x="209" y="426"/>
                      <a:pt x="249" y="435"/>
                      <a:pt x="286" y="435"/>
                    </a:cubicBezTo>
                    <a:cubicBezTo>
                      <a:pt x="434" y="435"/>
                      <a:pt x="533" y="287"/>
                      <a:pt x="451" y="122"/>
                    </a:cubicBezTo>
                    <a:cubicBezTo>
                      <a:pt x="451" y="96"/>
                      <a:pt x="425" y="70"/>
                      <a:pt x="374" y="19"/>
                    </a:cubicBezTo>
                    <a:cubicBezTo>
                      <a:pt x="340" y="6"/>
                      <a:pt x="30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35"/>
              <p:cNvSpPr/>
              <p:nvPr/>
            </p:nvSpPr>
            <p:spPr>
              <a:xfrm>
                <a:off x="4167625" y="3227050"/>
                <a:ext cx="13825" cy="11125"/>
              </a:xfrm>
              <a:custGeom>
                <a:avLst/>
                <a:gdLst/>
                <a:ahLst/>
                <a:cxnLst/>
                <a:rect l="l" t="t" r="r" b="b"/>
                <a:pathLst>
                  <a:path w="553" h="445" extrusionOk="0">
                    <a:moveTo>
                      <a:pt x="257" y="1"/>
                    </a:moveTo>
                    <a:cubicBezTo>
                      <a:pt x="116" y="1"/>
                      <a:pt x="1" y="149"/>
                      <a:pt x="83" y="314"/>
                    </a:cubicBezTo>
                    <a:lnTo>
                      <a:pt x="186" y="417"/>
                    </a:lnTo>
                    <a:cubicBezTo>
                      <a:pt x="219" y="436"/>
                      <a:pt x="253" y="444"/>
                      <a:pt x="286" y="444"/>
                    </a:cubicBezTo>
                    <a:cubicBezTo>
                      <a:pt x="432" y="444"/>
                      <a:pt x="553" y="280"/>
                      <a:pt x="469" y="133"/>
                    </a:cubicBezTo>
                    <a:cubicBezTo>
                      <a:pt x="469" y="82"/>
                      <a:pt x="443" y="56"/>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35"/>
              <p:cNvSpPr/>
              <p:nvPr/>
            </p:nvSpPr>
            <p:spPr>
              <a:xfrm>
                <a:off x="4225525" y="2969675"/>
                <a:ext cx="13900" cy="10875"/>
              </a:xfrm>
              <a:custGeom>
                <a:avLst/>
                <a:gdLst/>
                <a:ahLst/>
                <a:cxnLst/>
                <a:rect l="l" t="t" r="r" b="b"/>
                <a:pathLst>
                  <a:path w="556" h="435" extrusionOk="0">
                    <a:moveTo>
                      <a:pt x="258" y="0"/>
                    </a:moveTo>
                    <a:cubicBezTo>
                      <a:pt x="116" y="0"/>
                      <a:pt x="1" y="149"/>
                      <a:pt x="83" y="313"/>
                    </a:cubicBezTo>
                    <a:lnTo>
                      <a:pt x="186" y="416"/>
                    </a:lnTo>
                    <a:cubicBezTo>
                      <a:pt x="215" y="429"/>
                      <a:pt x="245" y="434"/>
                      <a:pt x="274" y="434"/>
                    </a:cubicBezTo>
                    <a:cubicBezTo>
                      <a:pt x="425" y="434"/>
                      <a:pt x="556" y="280"/>
                      <a:pt x="469" y="107"/>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35"/>
              <p:cNvSpPr/>
              <p:nvPr/>
            </p:nvSpPr>
            <p:spPr>
              <a:xfrm>
                <a:off x="5059950" y="43467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29" y="442"/>
                      <a:pt x="534" y="278"/>
                      <a:pt x="450" y="131"/>
                    </a:cubicBezTo>
                    <a:cubicBezTo>
                      <a:pt x="424" y="54"/>
                      <a:pt x="398"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35"/>
              <p:cNvSpPr/>
              <p:nvPr/>
            </p:nvSpPr>
            <p:spPr>
              <a:xfrm>
                <a:off x="5058775" y="4897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35"/>
              <p:cNvSpPr/>
              <p:nvPr/>
            </p:nvSpPr>
            <p:spPr>
              <a:xfrm>
                <a:off x="4419725" y="434990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lnTo>
                      <a:pt x="372" y="30"/>
                    </a:ln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35"/>
              <p:cNvSpPr/>
              <p:nvPr/>
            </p:nvSpPr>
            <p:spPr>
              <a:xfrm>
                <a:off x="5663600" y="4576675"/>
                <a:ext cx="13875" cy="10900"/>
              </a:xfrm>
              <a:custGeom>
                <a:avLst/>
                <a:gdLst/>
                <a:ahLst/>
                <a:cxnLst/>
                <a:rect l="l" t="t" r="r" b="b"/>
                <a:pathLst>
                  <a:path w="555" h="436" extrusionOk="0">
                    <a:moveTo>
                      <a:pt x="280" y="1"/>
                    </a:moveTo>
                    <a:cubicBezTo>
                      <a:pt x="130" y="1"/>
                      <a:pt x="0" y="151"/>
                      <a:pt x="86" y="302"/>
                    </a:cubicBezTo>
                    <a:lnTo>
                      <a:pt x="189" y="405"/>
                    </a:lnTo>
                    <a:cubicBezTo>
                      <a:pt x="225" y="426"/>
                      <a:pt x="262" y="435"/>
                      <a:pt x="298" y="435"/>
                    </a:cubicBezTo>
                    <a:cubicBezTo>
                      <a:pt x="439" y="435"/>
                      <a:pt x="555" y="287"/>
                      <a:pt x="472" y="122"/>
                    </a:cubicBezTo>
                    <a:cubicBezTo>
                      <a:pt x="472" y="96"/>
                      <a:pt x="446" y="71"/>
                      <a:pt x="369" y="19"/>
                    </a:cubicBezTo>
                    <a:cubicBezTo>
                      <a:pt x="340" y="6"/>
                      <a:pt x="310"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35"/>
              <p:cNvSpPr/>
              <p:nvPr/>
            </p:nvSpPr>
            <p:spPr>
              <a:xfrm>
                <a:off x="5337450" y="3902050"/>
                <a:ext cx="13350" cy="10875"/>
              </a:xfrm>
              <a:custGeom>
                <a:avLst/>
                <a:gdLst/>
                <a:ahLst/>
                <a:cxnLst/>
                <a:rect l="l" t="t" r="r" b="b"/>
                <a:pathLst>
                  <a:path w="534" h="435" extrusionOk="0">
                    <a:moveTo>
                      <a:pt x="247" y="0"/>
                    </a:moveTo>
                    <a:cubicBezTo>
                      <a:pt x="99" y="0"/>
                      <a:pt x="0" y="149"/>
                      <a:pt x="83" y="313"/>
                    </a:cubicBezTo>
                    <a:lnTo>
                      <a:pt x="160" y="416"/>
                    </a:lnTo>
                    <a:cubicBezTo>
                      <a:pt x="193" y="429"/>
                      <a:pt x="226" y="434"/>
                      <a:pt x="257" y="434"/>
                    </a:cubicBezTo>
                    <a:cubicBezTo>
                      <a:pt x="417" y="434"/>
                      <a:pt x="533" y="280"/>
                      <a:pt x="469" y="107"/>
                    </a:cubicBezTo>
                    <a:lnTo>
                      <a:pt x="366" y="30"/>
                    </a:lnTo>
                    <a:cubicBezTo>
                      <a:pt x="325"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35"/>
              <p:cNvSpPr/>
              <p:nvPr/>
            </p:nvSpPr>
            <p:spPr>
              <a:xfrm>
                <a:off x="5482125" y="3125675"/>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73" y="96"/>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35"/>
              <p:cNvSpPr/>
              <p:nvPr/>
            </p:nvSpPr>
            <p:spPr>
              <a:xfrm>
                <a:off x="6401525" y="3868875"/>
                <a:ext cx="13375" cy="10875"/>
              </a:xfrm>
              <a:custGeom>
                <a:avLst/>
                <a:gdLst/>
                <a:ahLst/>
                <a:cxnLst/>
                <a:rect l="l" t="t" r="r" b="b"/>
                <a:pathLst>
                  <a:path w="535" h="435" extrusionOk="0">
                    <a:moveTo>
                      <a:pt x="277" y="0"/>
                    </a:moveTo>
                    <a:cubicBezTo>
                      <a:pt x="117" y="0"/>
                      <a:pt x="1" y="151"/>
                      <a:pt x="66" y="302"/>
                    </a:cubicBezTo>
                    <a:lnTo>
                      <a:pt x="169" y="405"/>
                    </a:lnTo>
                    <a:cubicBezTo>
                      <a:pt x="210" y="425"/>
                      <a:pt x="250" y="435"/>
                      <a:pt x="287" y="435"/>
                    </a:cubicBezTo>
                    <a:cubicBezTo>
                      <a:pt x="435" y="435"/>
                      <a:pt x="534" y="286"/>
                      <a:pt x="452" y="122"/>
                    </a:cubicBezTo>
                    <a:cubicBezTo>
                      <a:pt x="426"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35"/>
              <p:cNvSpPr/>
              <p:nvPr/>
            </p:nvSpPr>
            <p:spPr>
              <a:xfrm>
                <a:off x="6552425" y="4498750"/>
                <a:ext cx="12250" cy="10725"/>
              </a:xfrm>
              <a:custGeom>
                <a:avLst/>
                <a:gdLst/>
                <a:ahLst/>
                <a:cxnLst/>
                <a:rect l="l" t="t" r="r" b="b"/>
                <a:pathLst>
                  <a:path w="490" h="429" extrusionOk="0">
                    <a:moveTo>
                      <a:pt x="294" y="1"/>
                    </a:moveTo>
                    <a:cubicBezTo>
                      <a:pt x="232" y="1"/>
                      <a:pt x="164" y="28"/>
                      <a:pt x="104" y="73"/>
                    </a:cubicBezTo>
                    <a:cubicBezTo>
                      <a:pt x="27" y="176"/>
                      <a:pt x="1" y="305"/>
                      <a:pt x="78" y="382"/>
                    </a:cubicBezTo>
                    <a:cubicBezTo>
                      <a:pt x="111" y="414"/>
                      <a:pt x="152" y="429"/>
                      <a:pt x="197" y="429"/>
                    </a:cubicBezTo>
                    <a:cubicBezTo>
                      <a:pt x="259" y="429"/>
                      <a:pt x="327" y="401"/>
                      <a:pt x="387" y="356"/>
                    </a:cubicBezTo>
                    <a:cubicBezTo>
                      <a:pt x="464" y="253"/>
                      <a:pt x="490" y="125"/>
                      <a:pt x="413" y="47"/>
                    </a:cubicBezTo>
                    <a:cubicBezTo>
                      <a:pt x="380" y="15"/>
                      <a:pt x="339"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35"/>
              <p:cNvSpPr/>
              <p:nvPr/>
            </p:nvSpPr>
            <p:spPr>
              <a:xfrm>
                <a:off x="6720850" y="4678750"/>
                <a:ext cx="13350" cy="11075"/>
              </a:xfrm>
              <a:custGeom>
                <a:avLst/>
                <a:gdLst/>
                <a:ahLst/>
                <a:cxnLst/>
                <a:rect l="l" t="t" r="r" b="b"/>
                <a:pathLst>
                  <a:path w="534" h="443" extrusionOk="0">
                    <a:moveTo>
                      <a:pt x="258" y="1"/>
                    </a:moveTo>
                    <a:cubicBezTo>
                      <a:pt x="105" y="1"/>
                      <a:pt x="1" y="165"/>
                      <a:pt x="85" y="312"/>
                    </a:cubicBezTo>
                    <a:lnTo>
                      <a:pt x="162" y="415"/>
                    </a:lnTo>
                    <a:cubicBezTo>
                      <a:pt x="200" y="434"/>
                      <a:pt x="237" y="442"/>
                      <a:pt x="272" y="442"/>
                    </a:cubicBezTo>
                    <a:cubicBezTo>
                      <a:pt x="426" y="442"/>
                      <a:pt x="534" y="278"/>
                      <a:pt x="471" y="131"/>
                    </a:cubicBezTo>
                    <a:cubicBezTo>
                      <a:pt x="419" y="54"/>
                      <a:pt x="394" y="29"/>
                      <a:pt x="368" y="29"/>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35"/>
              <p:cNvSpPr/>
              <p:nvPr/>
            </p:nvSpPr>
            <p:spPr>
              <a:xfrm>
                <a:off x="6842000" y="3857025"/>
                <a:ext cx="11600" cy="10500"/>
              </a:xfrm>
              <a:custGeom>
                <a:avLst/>
                <a:gdLst/>
                <a:ahLst/>
                <a:cxnLst/>
                <a:rect l="l" t="t" r="r" b="b"/>
                <a:pathLst>
                  <a:path w="464" h="420" extrusionOk="0">
                    <a:moveTo>
                      <a:pt x="256" y="0"/>
                    </a:moveTo>
                    <a:cubicBezTo>
                      <a:pt x="201" y="0"/>
                      <a:pt x="145" y="26"/>
                      <a:pt x="103" y="81"/>
                    </a:cubicBezTo>
                    <a:cubicBezTo>
                      <a:pt x="0" y="158"/>
                      <a:pt x="0" y="287"/>
                      <a:pt x="78" y="364"/>
                    </a:cubicBezTo>
                    <a:cubicBezTo>
                      <a:pt x="113" y="400"/>
                      <a:pt x="160" y="419"/>
                      <a:pt x="211" y="419"/>
                    </a:cubicBezTo>
                    <a:cubicBezTo>
                      <a:pt x="269" y="419"/>
                      <a:pt x="331" y="394"/>
                      <a:pt x="386" y="338"/>
                    </a:cubicBezTo>
                    <a:cubicBezTo>
                      <a:pt x="464" y="261"/>
                      <a:pt x="464" y="132"/>
                      <a:pt x="386" y="55"/>
                    </a:cubicBezTo>
                    <a:cubicBezTo>
                      <a:pt x="351" y="19"/>
                      <a:pt x="304" y="0"/>
                      <a:pt x="25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35"/>
              <p:cNvSpPr/>
              <p:nvPr/>
            </p:nvSpPr>
            <p:spPr>
              <a:xfrm>
                <a:off x="6617150" y="370392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35"/>
              <p:cNvSpPr/>
              <p:nvPr/>
            </p:nvSpPr>
            <p:spPr>
              <a:xfrm>
                <a:off x="6227875" y="4532650"/>
                <a:ext cx="13375" cy="10875"/>
              </a:xfrm>
              <a:custGeom>
                <a:avLst/>
                <a:gdLst/>
                <a:ahLst/>
                <a:cxnLst/>
                <a:rect l="l" t="t" r="r" b="b"/>
                <a:pathLst>
                  <a:path w="535" h="435" extrusionOk="0">
                    <a:moveTo>
                      <a:pt x="252" y="0"/>
                    </a:moveTo>
                    <a:cubicBezTo>
                      <a:pt x="103" y="0"/>
                      <a:pt x="0" y="148"/>
                      <a:pt x="62" y="313"/>
                    </a:cubicBezTo>
                    <a:lnTo>
                      <a:pt x="165" y="416"/>
                    </a:lnTo>
                    <a:cubicBezTo>
                      <a:pt x="198" y="428"/>
                      <a:pt x="231" y="434"/>
                      <a:pt x="262" y="434"/>
                    </a:cubicBezTo>
                    <a:cubicBezTo>
                      <a:pt x="422" y="434"/>
                      <a:pt x="535" y="280"/>
                      <a:pt x="448" y="107"/>
                    </a:cubicBezTo>
                    <a:cubicBezTo>
                      <a:pt x="423" y="56"/>
                      <a:pt x="397" y="30"/>
                      <a:pt x="371" y="30"/>
                    </a:cubicBez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35"/>
              <p:cNvSpPr/>
              <p:nvPr/>
            </p:nvSpPr>
            <p:spPr>
              <a:xfrm>
                <a:off x="5453900" y="3937425"/>
                <a:ext cx="13375" cy="10900"/>
              </a:xfrm>
              <a:custGeom>
                <a:avLst/>
                <a:gdLst/>
                <a:ahLst/>
                <a:cxnLst/>
                <a:rect l="l" t="t" r="r" b="b"/>
                <a:pathLst>
                  <a:path w="535" h="436" extrusionOk="0">
                    <a:moveTo>
                      <a:pt x="258" y="1"/>
                    </a:moveTo>
                    <a:cubicBezTo>
                      <a:pt x="116" y="1"/>
                      <a:pt x="1" y="149"/>
                      <a:pt x="83" y="314"/>
                    </a:cubicBezTo>
                    <a:lnTo>
                      <a:pt x="186" y="417"/>
                    </a:lnTo>
                    <a:cubicBezTo>
                      <a:pt x="215" y="429"/>
                      <a:pt x="245" y="435"/>
                      <a:pt x="273" y="435"/>
                    </a:cubicBezTo>
                    <a:cubicBezTo>
                      <a:pt x="418" y="435"/>
                      <a:pt x="534" y="281"/>
                      <a:pt x="469" y="108"/>
                    </a:cubicBezTo>
                    <a:cubicBezTo>
                      <a:pt x="418" y="57"/>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35"/>
              <p:cNvSpPr/>
              <p:nvPr/>
            </p:nvSpPr>
            <p:spPr>
              <a:xfrm>
                <a:off x="5849000" y="3490875"/>
                <a:ext cx="13300" cy="11100"/>
              </a:xfrm>
              <a:custGeom>
                <a:avLst/>
                <a:gdLst/>
                <a:ahLst/>
                <a:cxnLst/>
                <a:rect l="l" t="t" r="r" b="b"/>
                <a:pathLst>
                  <a:path w="532" h="444" extrusionOk="0">
                    <a:moveTo>
                      <a:pt x="248" y="0"/>
                    </a:moveTo>
                    <a:cubicBezTo>
                      <a:pt x="99" y="0"/>
                      <a:pt x="1" y="149"/>
                      <a:pt x="83" y="313"/>
                    </a:cubicBezTo>
                    <a:lnTo>
                      <a:pt x="160" y="416"/>
                    </a:lnTo>
                    <a:cubicBezTo>
                      <a:pt x="198" y="435"/>
                      <a:pt x="235" y="444"/>
                      <a:pt x="270" y="444"/>
                    </a:cubicBezTo>
                    <a:cubicBezTo>
                      <a:pt x="424" y="444"/>
                      <a:pt x="532" y="280"/>
                      <a:pt x="469" y="133"/>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35"/>
              <p:cNvSpPr/>
              <p:nvPr/>
            </p:nvSpPr>
            <p:spPr>
              <a:xfrm>
                <a:off x="6835950" y="32264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5"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35"/>
              <p:cNvSpPr/>
              <p:nvPr/>
            </p:nvSpPr>
            <p:spPr>
              <a:xfrm>
                <a:off x="6852775" y="3054675"/>
                <a:ext cx="13300" cy="11100"/>
              </a:xfrm>
              <a:custGeom>
                <a:avLst/>
                <a:gdLst/>
                <a:ahLst/>
                <a:cxnLst/>
                <a:rect l="l" t="t" r="r" b="b"/>
                <a:pathLst>
                  <a:path w="532" h="444" extrusionOk="0">
                    <a:moveTo>
                      <a:pt x="257" y="0"/>
                    </a:moveTo>
                    <a:cubicBezTo>
                      <a:pt x="104" y="0"/>
                      <a:pt x="0" y="164"/>
                      <a:pt x="84" y="311"/>
                    </a:cubicBezTo>
                    <a:lnTo>
                      <a:pt x="161" y="414"/>
                    </a:lnTo>
                    <a:cubicBezTo>
                      <a:pt x="202" y="434"/>
                      <a:pt x="243" y="444"/>
                      <a:pt x="280" y="444"/>
                    </a:cubicBezTo>
                    <a:cubicBezTo>
                      <a:pt x="429" y="444"/>
                      <a:pt x="532" y="295"/>
                      <a:pt x="470" y="131"/>
                    </a:cubicBezTo>
                    <a:cubicBezTo>
                      <a:pt x="419" y="79"/>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35"/>
              <p:cNvSpPr/>
              <p:nvPr/>
            </p:nvSpPr>
            <p:spPr>
              <a:xfrm>
                <a:off x="7235675" y="3541700"/>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3" y="280"/>
                      <a:pt x="469" y="108"/>
                    </a:cubicBezTo>
                    <a:cubicBezTo>
                      <a:pt x="417" y="56"/>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35"/>
              <p:cNvSpPr/>
              <p:nvPr/>
            </p:nvSpPr>
            <p:spPr>
              <a:xfrm>
                <a:off x="7193750" y="4078000"/>
                <a:ext cx="13375" cy="10875"/>
              </a:xfrm>
              <a:custGeom>
                <a:avLst/>
                <a:gdLst/>
                <a:ahLst/>
                <a:cxnLst/>
                <a:rect l="l" t="t" r="r" b="b"/>
                <a:pathLst>
                  <a:path w="535" h="435" extrusionOk="0">
                    <a:moveTo>
                      <a:pt x="272" y="0"/>
                    </a:moveTo>
                    <a:cubicBezTo>
                      <a:pt x="112" y="0"/>
                      <a:pt x="0" y="151"/>
                      <a:pt x="87" y="302"/>
                    </a:cubicBezTo>
                    <a:lnTo>
                      <a:pt x="164" y="405"/>
                    </a:lnTo>
                    <a:cubicBezTo>
                      <a:pt x="205" y="425"/>
                      <a:pt x="245" y="435"/>
                      <a:pt x="282" y="435"/>
                    </a:cubicBezTo>
                    <a:cubicBezTo>
                      <a:pt x="431" y="435"/>
                      <a:pt x="534" y="286"/>
                      <a:pt x="473" y="122"/>
                    </a:cubicBezTo>
                    <a:cubicBezTo>
                      <a:pt x="473" y="70"/>
                      <a:pt x="421"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35"/>
              <p:cNvSpPr/>
              <p:nvPr/>
            </p:nvSpPr>
            <p:spPr>
              <a:xfrm>
                <a:off x="7196550" y="3500550"/>
                <a:ext cx="11600" cy="10475"/>
              </a:xfrm>
              <a:custGeom>
                <a:avLst/>
                <a:gdLst/>
                <a:ahLst/>
                <a:cxnLst/>
                <a:rect l="l" t="t" r="r" b="b"/>
                <a:pathLst>
                  <a:path w="464" h="419" extrusionOk="0">
                    <a:moveTo>
                      <a:pt x="270" y="0"/>
                    </a:moveTo>
                    <a:cubicBezTo>
                      <a:pt x="208" y="0"/>
                      <a:pt x="145" y="26"/>
                      <a:pt x="103" y="81"/>
                    </a:cubicBezTo>
                    <a:cubicBezTo>
                      <a:pt x="26" y="158"/>
                      <a:pt x="0" y="287"/>
                      <a:pt x="78" y="364"/>
                    </a:cubicBezTo>
                    <a:cubicBezTo>
                      <a:pt x="113" y="400"/>
                      <a:pt x="160" y="419"/>
                      <a:pt x="211" y="419"/>
                    </a:cubicBezTo>
                    <a:cubicBezTo>
                      <a:pt x="269" y="419"/>
                      <a:pt x="331" y="393"/>
                      <a:pt x="386" y="338"/>
                    </a:cubicBezTo>
                    <a:cubicBezTo>
                      <a:pt x="464" y="261"/>
                      <a:pt x="464" y="132"/>
                      <a:pt x="412" y="55"/>
                    </a:cubicBezTo>
                    <a:cubicBezTo>
                      <a:pt x="376" y="19"/>
                      <a:pt x="324" y="0"/>
                      <a:pt x="27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35"/>
              <p:cNvSpPr/>
              <p:nvPr/>
            </p:nvSpPr>
            <p:spPr>
              <a:xfrm>
                <a:off x="6953150" y="443425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35"/>
              <p:cNvSpPr/>
              <p:nvPr/>
            </p:nvSpPr>
            <p:spPr>
              <a:xfrm>
                <a:off x="6615325" y="4266300"/>
                <a:ext cx="13350" cy="11050"/>
              </a:xfrm>
              <a:custGeom>
                <a:avLst/>
                <a:gdLst/>
                <a:ahLst/>
                <a:cxnLst/>
                <a:rect l="l" t="t" r="r" b="b"/>
                <a:pathLst>
                  <a:path w="534" h="442" extrusionOk="0">
                    <a:moveTo>
                      <a:pt x="267" y="1"/>
                    </a:moveTo>
                    <a:cubicBezTo>
                      <a:pt x="122" y="1"/>
                      <a:pt x="1" y="164"/>
                      <a:pt x="85" y="311"/>
                    </a:cubicBezTo>
                    <a:lnTo>
                      <a:pt x="188" y="414"/>
                    </a:lnTo>
                    <a:cubicBezTo>
                      <a:pt x="221" y="433"/>
                      <a:pt x="254" y="442"/>
                      <a:pt x="286" y="442"/>
                    </a:cubicBezTo>
                    <a:cubicBezTo>
                      <a:pt x="426" y="442"/>
                      <a:pt x="534"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35"/>
              <p:cNvSpPr/>
              <p:nvPr/>
            </p:nvSpPr>
            <p:spPr>
              <a:xfrm>
                <a:off x="6200325" y="3432950"/>
                <a:ext cx="13850" cy="11125"/>
              </a:xfrm>
              <a:custGeom>
                <a:avLst/>
                <a:gdLst/>
                <a:ahLst/>
                <a:cxnLst/>
                <a:rect l="l" t="t" r="r" b="b"/>
                <a:pathLst>
                  <a:path w="554" h="445" extrusionOk="0">
                    <a:moveTo>
                      <a:pt x="258" y="1"/>
                    </a:moveTo>
                    <a:cubicBezTo>
                      <a:pt x="116" y="1"/>
                      <a:pt x="1" y="149"/>
                      <a:pt x="83" y="314"/>
                    </a:cubicBezTo>
                    <a:lnTo>
                      <a:pt x="186" y="417"/>
                    </a:lnTo>
                    <a:cubicBezTo>
                      <a:pt x="219" y="436"/>
                      <a:pt x="254" y="444"/>
                      <a:pt x="287" y="444"/>
                    </a:cubicBezTo>
                    <a:cubicBezTo>
                      <a:pt x="432" y="444"/>
                      <a:pt x="553" y="281"/>
                      <a:pt x="469" y="134"/>
                    </a:cubicBezTo>
                    <a:lnTo>
                      <a:pt x="366" y="31"/>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35"/>
              <p:cNvSpPr/>
              <p:nvPr/>
            </p:nvSpPr>
            <p:spPr>
              <a:xfrm>
                <a:off x="6312425" y="3329375"/>
                <a:ext cx="11600" cy="10500"/>
              </a:xfrm>
              <a:custGeom>
                <a:avLst/>
                <a:gdLst/>
                <a:ahLst/>
                <a:cxnLst/>
                <a:rect l="l" t="t" r="r" b="b"/>
                <a:pathLst>
                  <a:path w="464" h="420" extrusionOk="0">
                    <a:moveTo>
                      <a:pt x="256" y="1"/>
                    </a:moveTo>
                    <a:cubicBezTo>
                      <a:pt x="201" y="1"/>
                      <a:pt x="145" y="26"/>
                      <a:pt x="103" y="81"/>
                    </a:cubicBezTo>
                    <a:cubicBezTo>
                      <a:pt x="0" y="159"/>
                      <a:pt x="0" y="287"/>
                      <a:pt x="78" y="365"/>
                    </a:cubicBezTo>
                    <a:cubicBezTo>
                      <a:pt x="113" y="400"/>
                      <a:pt x="160" y="420"/>
                      <a:pt x="208" y="420"/>
                    </a:cubicBezTo>
                    <a:cubicBezTo>
                      <a:pt x="263" y="420"/>
                      <a:pt x="319"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35"/>
              <p:cNvSpPr/>
              <p:nvPr/>
            </p:nvSpPr>
            <p:spPr>
              <a:xfrm>
                <a:off x="6592800" y="3542400"/>
                <a:ext cx="13875" cy="11050"/>
              </a:xfrm>
              <a:custGeom>
                <a:avLst/>
                <a:gdLst/>
                <a:ahLst/>
                <a:cxnLst/>
                <a:rect l="l" t="t" r="r" b="b"/>
                <a:pathLst>
                  <a:path w="555" h="442" extrusionOk="0">
                    <a:moveTo>
                      <a:pt x="267" y="1"/>
                    </a:moveTo>
                    <a:cubicBezTo>
                      <a:pt x="122" y="1"/>
                      <a:pt x="1" y="165"/>
                      <a:pt x="85" y="311"/>
                    </a:cubicBezTo>
                    <a:lnTo>
                      <a:pt x="188" y="414"/>
                    </a:lnTo>
                    <a:cubicBezTo>
                      <a:pt x="221" y="434"/>
                      <a:pt x="255" y="442"/>
                      <a:pt x="288" y="442"/>
                    </a:cubicBezTo>
                    <a:cubicBezTo>
                      <a:pt x="434"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35"/>
              <p:cNvSpPr/>
              <p:nvPr/>
            </p:nvSpPr>
            <p:spPr>
              <a:xfrm>
                <a:off x="6285775" y="4098950"/>
                <a:ext cx="13325" cy="11100"/>
              </a:xfrm>
              <a:custGeom>
                <a:avLst/>
                <a:gdLst/>
                <a:ahLst/>
                <a:cxnLst/>
                <a:rect l="l" t="t" r="r" b="b"/>
                <a:pathLst>
                  <a:path w="533" h="444" extrusionOk="0">
                    <a:moveTo>
                      <a:pt x="253" y="0"/>
                    </a:moveTo>
                    <a:cubicBezTo>
                      <a:pt x="104" y="0"/>
                      <a:pt x="1" y="149"/>
                      <a:pt x="63" y="313"/>
                    </a:cubicBezTo>
                    <a:lnTo>
                      <a:pt x="166" y="416"/>
                    </a:lnTo>
                    <a:cubicBezTo>
                      <a:pt x="204" y="435"/>
                      <a:pt x="241" y="444"/>
                      <a:pt x="276" y="444"/>
                    </a:cubicBezTo>
                    <a:cubicBezTo>
                      <a:pt x="429" y="444"/>
                      <a:pt x="533" y="280"/>
                      <a:pt x="449" y="133"/>
                    </a:cubicBezTo>
                    <a:cubicBezTo>
                      <a:pt x="423" y="56"/>
                      <a:pt x="397" y="30"/>
                      <a:pt x="372" y="30"/>
                    </a:cubicBezTo>
                    <a:cubicBezTo>
                      <a:pt x="330" y="10"/>
                      <a:pt x="290" y="0"/>
                      <a:pt x="25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35"/>
              <p:cNvSpPr/>
              <p:nvPr/>
            </p:nvSpPr>
            <p:spPr>
              <a:xfrm>
                <a:off x="6403025" y="3999200"/>
                <a:ext cx="13825" cy="11125"/>
              </a:xfrm>
              <a:custGeom>
                <a:avLst/>
                <a:gdLst/>
                <a:ahLst/>
                <a:cxnLst/>
                <a:rect l="l" t="t" r="r" b="b"/>
                <a:pathLst>
                  <a:path w="553" h="445" extrusionOk="0">
                    <a:moveTo>
                      <a:pt x="257" y="1"/>
                    </a:moveTo>
                    <a:cubicBezTo>
                      <a:pt x="116" y="1"/>
                      <a:pt x="0" y="149"/>
                      <a:pt x="83" y="314"/>
                    </a:cubicBezTo>
                    <a:lnTo>
                      <a:pt x="186" y="417"/>
                    </a:lnTo>
                    <a:cubicBezTo>
                      <a:pt x="219" y="436"/>
                      <a:pt x="253" y="444"/>
                      <a:pt x="286" y="444"/>
                    </a:cubicBezTo>
                    <a:cubicBezTo>
                      <a:pt x="432" y="444"/>
                      <a:pt x="553" y="280"/>
                      <a:pt x="469" y="134"/>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35"/>
              <p:cNvSpPr/>
              <p:nvPr/>
            </p:nvSpPr>
            <p:spPr>
              <a:xfrm>
                <a:off x="6454475" y="356235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54"/>
                      <a:pt x="444" y="28"/>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35"/>
              <p:cNvSpPr/>
              <p:nvPr/>
            </p:nvSpPr>
            <p:spPr>
              <a:xfrm>
                <a:off x="4802525" y="3132100"/>
                <a:ext cx="13350" cy="10900"/>
              </a:xfrm>
              <a:custGeom>
                <a:avLst/>
                <a:gdLst/>
                <a:ahLst/>
                <a:cxnLst/>
                <a:rect l="l" t="t" r="r" b="b"/>
                <a:pathLst>
                  <a:path w="534" h="436" extrusionOk="0">
                    <a:moveTo>
                      <a:pt x="277" y="1"/>
                    </a:moveTo>
                    <a:cubicBezTo>
                      <a:pt x="117" y="1"/>
                      <a:pt x="0" y="155"/>
                      <a:pt x="65" y="328"/>
                    </a:cubicBezTo>
                    <a:lnTo>
                      <a:pt x="168" y="405"/>
                    </a:lnTo>
                    <a:cubicBezTo>
                      <a:pt x="209" y="426"/>
                      <a:pt x="249" y="435"/>
                      <a:pt x="287" y="435"/>
                    </a:cubicBezTo>
                    <a:cubicBezTo>
                      <a:pt x="435" y="435"/>
                      <a:pt x="534" y="287"/>
                      <a:pt x="451" y="122"/>
                    </a:cubicBezTo>
                    <a:cubicBezTo>
                      <a:pt x="451" y="96"/>
                      <a:pt x="425" y="45"/>
                      <a:pt x="374" y="19"/>
                    </a:cubicBezTo>
                    <a:cubicBezTo>
                      <a:pt x="341" y="7"/>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35"/>
              <p:cNvSpPr/>
              <p:nvPr/>
            </p:nvSpPr>
            <p:spPr>
              <a:xfrm>
                <a:off x="4246725" y="3446525"/>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35"/>
              <p:cNvSpPr/>
              <p:nvPr/>
            </p:nvSpPr>
            <p:spPr>
              <a:xfrm>
                <a:off x="4351025" y="3124100"/>
                <a:ext cx="13825" cy="11100"/>
              </a:xfrm>
              <a:custGeom>
                <a:avLst/>
                <a:gdLst/>
                <a:ahLst/>
                <a:cxnLst/>
                <a:rect l="l" t="t" r="r" b="b"/>
                <a:pathLst>
                  <a:path w="553" h="444" extrusionOk="0">
                    <a:moveTo>
                      <a:pt x="257" y="0"/>
                    </a:moveTo>
                    <a:cubicBezTo>
                      <a:pt x="115" y="0"/>
                      <a:pt x="0" y="149"/>
                      <a:pt x="82" y="313"/>
                    </a:cubicBezTo>
                    <a:lnTo>
                      <a:pt x="185" y="416"/>
                    </a:lnTo>
                    <a:cubicBezTo>
                      <a:pt x="219" y="435"/>
                      <a:pt x="253" y="444"/>
                      <a:pt x="286" y="444"/>
                    </a:cubicBezTo>
                    <a:cubicBezTo>
                      <a:pt x="431" y="444"/>
                      <a:pt x="552" y="280"/>
                      <a:pt x="468" y="133"/>
                    </a:cubicBezTo>
                    <a:lnTo>
                      <a:pt x="366" y="30"/>
                    </a:ln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35"/>
              <p:cNvSpPr/>
              <p:nvPr/>
            </p:nvSpPr>
            <p:spPr>
              <a:xfrm>
                <a:off x="4697800" y="3299175"/>
                <a:ext cx="13325" cy="11125"/>
              </a:xfrm>
              <a:custGeom>
                <a:avLst/>
                <a:gdLst/>
                <a:ahLst/>
                <a:cxnLst/>
                <a:rect l="l" t="t" r="r" b="b"/>
                <a:pathLst>
                  <a:path w="533" h="445" extrusionOk="0">
                    <a:moveTo>
                      <a:pt x="267" y="1"/>
                    </a:moveTo>
                    <a:cubicBezTo>
                      <a:pt x="122" y="1"/>
                      <a:pt x="1" y="165"/>
                      <a:pt x="84" y="311"/>
                    </a:cubicBezTo>
                    <a:lnTo>
                      <a:pt x="187" y="414"/>
                    </a:lnTo>
                    <a:cubicBezTo>
                      <a:pt x="223" y="435"/>
                      <a:pt x="260" y="444"/>
                      <a:pt x="293" y="444"/>
                    </a:cubicBezTo>
                    <a:cubicBezTo>
                      <a:pt x="429" y="444"/>
                      <a:pt x="532" y="296"/>
                      <a:pt x="471" y="131"/>
                    </a:cubicBezTo>
                    <a:cubicBezTo>
                      <a:pt x="471" y="105"/>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35"/>
              <p:cNvSpPr/>
              <p:nvPr/>
            </p:nvSpPr>
            <p:spPr>
              <a:xfrm>
                <a:off x="4708050" y="3614700"/>
                <a:ext cx="13875" cy="10875"/>
              </a:xfrm>
              <a:custGeom>
                <a:avLst/>
                <a:gdLst/>
                <a:ahLst/>
                <a:cxnLst/>
                <a:rect l="l" t="t" r="r" b="b"/>
                <a:pathLst>
                  <a:path w="555" h="435" extrusionOk="0">
                    <a:moveTo>
                      <a:pt x="281" y="1"/>
                    </a:moveTo>
                    <a:cubicBezTo>
                      <a:pt x="131" y="1"/>
                      <a:pt x="0" y="155"/>
                      <a:pt x="86" y="328"/>
                    </a:cubicBezTo>
                    <a:lnTo>
                      <a:pt x="189" y="405"/>
                    </a:lnTo>
                    <a:cubicBezTo>
                      <a:pt x="225" y="426"/>
                      <a:pt x="262" y="435"/>
                      <a:pt x="298" y="435"/>
                    </a:cubicBezTo>
                    <a:cubicBezTo>
                      <a:pt x="439" y="435"/>
                      <a:pt x="555" y="287"/>
                      <a:pt x="472" y="122"/>
                    </a:cubicBezTo>
                    <a:cubicBezTo>
                      <a:pt x="447" y="71"/>
                      <a:pt x="421" y="19"/>
                      <a:pt x="369" y="19"/>
                    </a:cubicBezTo>
                    <a:cubicBezTo>
                      <a:pt x="340" y="7"/>
                      <a:pt x="31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35"/>
              <p:cNvSpPr/>
              <p:nvPr/>
            </p:nvSpPr>
            <p:spPr>
              <a:xfrm>
                <a:off x="4541975" y="3755400"/>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8"/>
                      <a:pt x="449" y="131"/>
                    </a:cubicBezTo>
                    <a:lnTo>
                      <a:pt x="372" y="28"/>
                    </a:ln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35"/>
              <p:cNvSpPr/>
              <p:nvPr/>
            </p:nvSpPr>
            <p:spPr>
              <a:xfrm>
                <a:off x="4463575" y="39645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8"/>
                      <a:pt x="471" y="131"/>
                    </a:cubicBezTo>
                    <a:cubicBezTo>
                      <a:pt x="471" y="105"/>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35"/>
              <p:cNvSpPr/>
              <p:nvPr/>
            </p:nvSpPr>
            <p:spPr>
              <a:xfrm>
                <a:off x="4771750" y="4106950"/>
                <a:ext cx="13875" cy="10875"/>
              </a:xfrm>
              <a:custGeom>
                <a:avLst/>
                <a:gdLst/>
                <a:ahLst/>
                <a:cxnLst/>
                <a:rect l="l" t="t" r="r" b="b"/>
                <a:pathLst>
                  <a:path w="555" h="435" extrusionOk="0">
                    <a:moveTo>
                      <a:pt x="282" y="1"/>
                    </a:moveTo>
                    <a:cubicBezTo>
                      <a:pt x="131" y="1"/>
                      <a:pt x="0" y="155"/>
                      <a:pt x="86" y="328"/>
                    </a:cubicBezTo>
                    <a:lnTo>
                      <a:pt x="189" y="405"/>
                    </a:lnTo>
                    <a:cubicBezTo>
                      <a:pt x="225" y="426"/>
                      <a:pt x="262" y="435"/>
                      <a:pt x="298" y="435"/>
                    </a:cubicBezTo>
                    <a:cubicBezTo>
                      <a:pt x="440" y="435"/>
                      <a:pt x="555" y="287"/>
                      <a:pt x="473" y="122"/>
                    </a:cubicBezTo>
                    <a:cubicBezTo>
                      <a:pt x="473" y="96"/>
                      <a:pt x="447" y="70"/>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35"/>
              <p:cNvSpPr/>
              <p:nvPr/>
            </p:nvSpPr>
            <p:spPr>
              <a:xfrm>
                <a:off x="5067200" y="3464500"/>
                <a:ext cx="13150" cy="10525"/>
              </a:xfrm>
              <a:custGeom>
                <a:avLst/>
                <a:gdLst/>
                <a:ahLst/>
                <a:cxnLst/>
                <a:rect l="l" t="t" r="r" b="b"/>
                <a:pathLst>
                  <a:path w="526" h="421" extrusionOk="0">
                    <a:moveTo>
                      <a:pt x="247" y="0"/>
                    </a:moveTo>
                    <a:cubicBezTo>
                      <a:pt x="99" y="0"/>
                      <a:pt x="0" y="148"/>
                      <a:pt x="82" y="313"/>
                    </a:cubicBezTo>
                    <a:lnTo>
                      <a:pt x="160" y="390"/>
                    </a:lnTo>
                    <a:cubicBezTo>
                      <a:pt x="201" y="411"/>
                      <a:pt x="241" y="420"/>
                      <a:pt x="278" y="420"/>
                    </a:cubicBezTo>
                    <a:cubicBezTo>
                      <a:pt x="426" y="420"/>
                      <a:pt x="525" y="272"/>
                      <a:pt x="443" y="107"/>
                    </a:cubicBezTo>
                    <a:lnTo>
                      <a:pt x="366" y="30"/>
                    </a:lnTo>
                    <a:cubicBezTo>
                      <a:pt x="324" y="9"/>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35"/>
              <p:cNvSpPr/>
              <p:nvPr/>
            </p:nvSpPr>
            <p:spPr>
              <a:xfrm>
                <a:off x="5187475" y="34948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35"/>
              <p:cNvSpPr/>
              <p:nvPr/>
            </p:nvSpPr>
            <p:spPr>
              <a:xfrm>
                <a:off x="5606850" y="3679050"/>
                <a:ext cx="13350" cy="10875"/>
              </a:xfrm>
              <a:custGeom>
                <a:avLst/>
                <a:gdLst/>
                <a:ahLst/>
                <a:cxnLst/>
                <a:rect l="l" t="t" r="r" b="b"/>
                <a:pathLst>
                  <a:path w="534" h="435" extrusionOk="0">
                    <a:moveTo>
                      <a:pt x="277" y="1"/>
                    </a:moveTo>
                    <a:cubicBezTo>
                      <a:pt x="117" y="1"/>
                      <a:pt x="1" y="155"/>
                      <a:pt x="65" y="328"/>
                    </a:cubicBezTo>
                    <a:lnTo>
                      <a:pt x="168" y="405"/>
                    </a:lnTo>
                    <a:cubicBezTo>
                      <a:pt x="210" y="426"/>
                      <a:pt x="250" y="435"/>
                      <a:pt x="287" y="435"/>
                    </a:cubicBezTo>
                    <a:cubicBezTo>
                      <a:pt x="435" y="435"/>
                      <a:pt x="534" y="287"/>
                      <a:pt x="451" y="122"/>
                    </a:cubicBezTo>
                    <a:lnTo>
                      <a:pt x="374" y="19"/>
                    </a:lnTo>
                    <a:cubicBezTo>
                      <a:pt x="341"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35"/>
              <p:cNvSpPr/>
              <p:nvPr/>
            </p:nvSpPr>
            <p:spPr>
              <a:xfrm>
                <a:off x="5799950" y="3787575"/>
                <a:ext cx="13325" cy="11050"/>
              </a:xfrm>
              <a:custGeom>
                <a:avLst/>
                <a:gdLst/>
                <a:ahLst/>
                <a:cxnLst/>
                <a:rect l="l" t="t" r="r" b="b"/>
                <a:pathLst>
                  <a:path w="533" h="442" extrusionOk="0">
                    <a:moveTo>
                      <a:pt x="262" y="0"/>
                    </a:moveTo>
                    <a:cubicBezTo>
                      <a:pt x="108" y="0"/>
                      <a:pt x="0" y="164"/>
                      <a:pt x="63" y="311"/>
                    </a:cubicBezTo>
                    <a:lnTo>
                      <a:pt x="166" y="414"/>
                    </a:lnTo>
                    <a:cubicBezTo>
                      <a:pt x="204" y="433"/>
                      <a:pt x="241" y="441"/>
                      <a:pt x="276" y="441"/>
                    </a:cubicBezTo>
                    <a:cubicBezTo>
                      <a:pt x="429" y="441"/>
                      <a:pt x="533" y="277"/>
                      <a:pt x="449" y="131"/>
                    </a:cubicBezTo>
                    <a:cubicBezTo>
                      <a:pt x="449" y="105"/>
                      <a:pt x="423" y="53"/>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35"/>
              <p:cNvSpPr/>
              <p:nvPr/>
            </p:nvSpPr>
            <p:spPr>
              <a:xfrm>
                <a:off x="5497500" y="3880225"/>
                <a:ext cx="13350" cy="11050"/>
              </a:xfrm>
              <a:custGeom>
                <a:avLst/>
                <a:gdLst/>
                <a:ahLst/>
                <a:cxnLst/>
                <a:rect l="l" t="t" r="r" b="b"/>
                <a:pathLst>
                  <a:path w="534" h="442" extrusionOk="0">
                    <a:moveTo>
                      <a:pt x="262" y="1"/>
                    </a:moveTo>
                    <a:cubicBezTo>
                      <a:pt x="109" y="1"/>
                      <a:pt x="1" y="164"/>
                      <a:pt x="64" y="311"/>
                    </a:cubicBezTo>
                    <a:lnTo>
                      <a:pt x="167" y="414"/>
                    </a:lnTo>
                    <a:cubicBezTo>
                      <a:pt x="205" y="433"/>
                      <a:pt x="242" y="442"/>
                      <a:pt x="277" y="442"/>
                    </a:cubicBezTo>
                    <a:cubicBezTo>
                      <a:pt x="430" y="442"/>
                      <a:pt x="534" y="278"/>
                      <a:pt x="450" y="131"/>
                    </a:cubicBezTo>
                    <a:lnTo>
                      <a:pt x="373" y="28"/>
                    </a:ln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35"/>
              <p:cNvSpPr/>
              <p:nvPr/>
            </p:nvSpPr>
            <p:spPr>
              <a:xfrm>
                <a:off x="4562725" y="4027525"/>
                <a:ext cx="13775" cy="10525"/>
              </a:xfrm>
              <a:custGeom>
                <a:avLst/>
                <a:gdLst/>
                <a:ahLst/>
                <a:cxnLst/>
                <a:rect l="l" t="t" r="r" b="b"/>
                <a:pathLst>
                  <a:path w="551" h="421" extrusionOk="0">
                    <a:moveTo>
                      <a:pt x="257" y="0"/>
                    </a:moveTo>
                    <a:cubicBezTo>
                      <a:pt x="115" y="0"/>
                      <a:pt x="0" y="149"/>
                      <a:pt x="82" y="313"/>
                    </a:cubicBezTo>
                    <a:lnTo>
                      <a:pt x="185" y="391"/>
                    </a:lnTo>
                    <a:cubicBezTo>
                      <a:pt x="221" y="411"/>
                      <a:pt x="258" y="420"/>
                      <a:pt x="294" y="420"/>
                    </a:cubicBezTo>
                    <a:cubicBezTo>
                      <a:pt x="436" y="420"/>
                      <a:pt x="551" y="272"/>
                      <a:pt x="468" y="107"/>
                    </a:cubicBezTo>
                    <a:cubicBezTo>
                      <a:pt x="468" y="82"/>
                      <a:pt x="443" y="56"/>
                      <a:pt x="366" y="30"/>
                    </a:cubicBezTo>
                    <a:cubicBezTo>
                      <a:pt x="329"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35"/>
              <p:cNvSpPr/>
              <p:nvPr/>
            </p:nvSpPr>
            <p:spPr>
              <a:xfrm>
                <a:off x="4687500" y="4086775"/>
                <a:ext cx="13350" cy="11050"/>
              </a:xfrm>
              <a:custGeom>
                <a:avLst/>
                <a:gdLst/>
                <a:ahLst/>
                <a:cxnLst/>
                <a:rect l="l" t="t" r="r" b="b"/>
                <a:pathLst>
                  <a:path w="534" h="442" extrusionOk="0">
                    <a:moveTo>
                      <a:pt x="258" y="1"/>
                    </a:moveTo>
                    <a:cubicBezTo>
                      <a:pt x="105" y="1"/>
                      <a:pt x="1" y="164"/>
                      <a:pt x="85" y="311"/>
                    </a:cubicBezTo>
                    <a:lnTo>
                      <a:pt x="162" y="414"/>
                    </a:lnTo>
                    <a:cubicBezTo>
                      <a:pt x="200" y="433"/>
                      <a:pt x="237" y="442"/>
                      <a:pt x="272" y="442"/>
                    </a:cubicBezTo>
                    <a:cubicBezTo>
                      <a:pt x="426" y="442"/>
                      <a:pt x="534" y="278"/>
                      <a:pt x="471" y="131"/>
                    </a:cubicBezTo>
                    <a:cubicBezTo>
                      <a:pt x="419" y="105"/>
                      <a:pt x="394" y="28"/>
                      <a:pt x="368" y="28"/>
                    </a:cubicBez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35"/>
              <p:cNvSpPr/>
              <p:nvPr/>
            </p:nvSpPr>
            <p:spPr>
              <a:xfrm>
                <a:off x="5222900" y="3700000"/>
                <a:ext cx="13850" cy="11100"/>
              </a:xfrm>
              <a:custGeom>
                <a:avLst/>
                <a:gdLst/>
                <a:ahLst/>
                <a:cxnLst/>
                <a:rect l="l" t="t" r="r" b="b"/>
                <a:pathLst>
                  <a:path w="554" h="444" extrusionOk="0">
                    <a:moveTo>
                      <a:pt x="258" y="0"/>
                    </a:moveTo>
                    <a:cubicBezTo>
                      <a:pt x="116" y="0"/>
                      <a:pt x="1" y="149"/>
                      <a:pt x="83" y="313"/>
                    </a:cubicBezTo>
                    <a:lnTo>
                      <a:pt x="186" y="416"/>
                    </a:lnTo>
                    <a:cubicBezTo>
                      <a:pt x="220"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35"/>
              <p:cNvSpPr/>
              <p:nvPr/>
            </p:nvSpPr>
            <p:spPr>
              <a:xfrm>
                <a:off x="5536825" y="3408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35"/>
              <p:cNvSpPr/>
              <p:nvPr/>
            </p:nvSpPr>
            <p:spPr>
              <a:xfrm>
                <a:off x="5624400" y="3288875"/>
                <a:ext cx="13875" cy="11075"/>
              </a:xfrm>
              <a:custGeom>
                <a:avLst/>
                <a:gdLst/>
                <a:ahLst/>
                <a:cxnLst/>
                <a:rect l="l" t="t" r="r" b="b"/>
                <a:pathLst>
                  <a:path w="555" h="443" extrusionOk="0">
                    <a:moveTo>
                      <a:pt x="267" y="1"/>
                    </a:moveTo>
                    <a:cubicBezTo>
                      <a:pt x="121" y="1"/>
                      <a:pt x="0" y="165"/>
                      <a:pt x="84" y="312"/>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35"/>
              <p:cNvSpPr/>
              <p:nvPr/>
            </p:nvSpPr>
            <p:spPr>
              <a:xfrm>
                <a:off x="5243350" y="3250275"/>
                <a:ext cx="13350" cy="11050"/>
              </a:xfrm>
              <a:custGeom>
                <a:avLst/>
                <a:gdLst/>
                <a:ahLst/>
                <a:cxnLst/>
                <a:rect l="l" t="t" r="r" b="b"/>
                <a:pathLst>
                  <a:path w="534" h="442" extrusionOk="0">
                    <a:moveTo>
                      <a:pt x="262" y="1"/>
                    </a:moveTo>
                    <a:cubicBezTo>
                      <a:pt x="108" y="1"/>
                      <a:pt x="0" y="164"/>
                      <a:pt x="63" y="311"/>
                    </a:cubicBezTo>
                    <a:lnTo>
                      <a:pt x="166" y="414"/>
                    </a:lnTo>
                    <a:cubicBezTo>
                      <a:pt x="204" y="433"/>
                      <a:pt x="241" y="442"/>
                      <a:pt x="276"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35"/>
              <p:cNvSpPr/>
              <p:nvPr/>
            </p:nvSpPr>
            <p:spPr>
              <a:xfrm>
                <a:off x="6020125" y="3317200"/>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79"/>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35"/>
              <p:cNvSpPr/>
              <p:nvPr/>
            </p:nvSpPr>
            <p:spPr>
              <a:xfrm>
                <a:off x="5883875" y="3357700"/>
                <a:ext cx="12250" cy="10500"/>
              </a:xfrm>
              <a:custGeom>
                <a:avLst/>
                <a:gdLst/>
                <a:ahLst/>
                <a:cxnLst/>
                <a:rect l="l" t="t" r="r" b="b"/>
                <a:pathLst>
                  <a:path w="490" h="420" extrusionOk="0">
                    <a:moveTo>
                      <a:pt x="279" y="0"/>
                    </a:moveTo>
                    <a:cubicBezTo>
                      <a:pt x="221" y="0"/>
                      <a:pt x="159" y="26"/>
                      <a:pt x="103" y="81"/>
                    </a:cubicBezTo>
                    <a:cubicBezTo>
                      <a:pt x="26" y="158"/>
                      <a:pt x="1" y="287"/>
                      <a:pt x="78" y="364"/>
                    </a:cubicBezTo>
                    <a:cubicBezTo>
                      <a:pt x="114" y="400"/>
                      <a:pt x="161" y="419"/>
                      <a:pt x="211" y="419"/>
                    </a:cubicBezTo>
                    <a:cubicBezTo>
                      <a:pt x="269" y="419"/>
                      <a:pt x="331" y="393"/>
                      <a:pt x="387" y="338"/>
                    </a:cubicBezTo>
                    <a:cubicBezTo>
                      <a:pt x="464" y="261"/>
                      <a:pt x="490" y="132"/>
                      <a:pt x="412" y="55"/>
                    </a:cubicBezTo>
                    <a:cubicBezTo>
                      <a:pt x="377" y="19"/>
                      <a:pt x="330"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35"/>
              <p:cNvSpPr/>
              <p:nvPr/>
            </p:nvSpPr>
            <p:spPr>
              <a:xfrm>
                <a:off x="5769200" y="3153050"/>
                <a:ext cx="13900" cy="10900"/>
              </a:xfrm>
              <a:custGeom>
                <a:avLst/>
                <a:gdLst/>
                <a:ahLst/>
                <a:cxnLst/>
                <a:rect l="l" t="t" r="r" b="b"/>
                <a:pathLst>
                  <a:path w="556" h="436" extrusionOk="0">
                    <a:moveTo>
                      <a:pt x="258" y="1"/>
                    </a:moveTo>
                    <a:cubicBezTo>
                      <a:pt x="116" y="1"/>
                      <a:pt x="1" y="149"/>
                      <a:pt x="83" y="314"/>
                    </a:cubicBezTo>
                    <a:lnTo>
                      <a:pt x="186" y="417"/>
                    </a:lnTo>
                    <a:cubicBezTo>
                      <a:pt x="216" y="429"/>
                      <a:pt x="246" y="435"/>
                      <a:pt x="275" y="435"/>
                    </a:cubicBezTo>
                    <a:cubicBezTo>
                      <a:pt x="425" y="435"/>
                      <a:pt x="555" y="284"/>
                      <a:pt x="469" y="134"/>
                    </a:cubicBezTo>
                    <a:cubicBezTo>
                      <a:pt x="444" y="56"/>
                      <a:pt x="392" y="31"/>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35"/>
              <p:cNvSpPr/>
              <p:nvPr/>
            </p:nvSpPr>
            <p:spPr>
              <a:xfrm>
                <a:off x="5778125" y="3029800"/>
                <a:ext cx="13375" cy="10875"/>
              </a:xfrm>
              <a:custGeom>
                <a:avLst/>
                <a:gdLst/>
                <a:ahLst/>
                <a:cxnLst/>
                <a:rect l="l" t="t" r="r" b="b"/>
                <a:pathLst>
                  <a:path w="535" h="435" extrusionOk="0">
                    <a:moveTo>
                      <a:pt x="273" y="1"/>
                    </a:moveTo>
                    <a:cubicBezTo>
                      <a:pt x="113" y="1"/>
                      <a:pt x="0" y="155"/>
                      <a:pt x="87" y="328"/>
                    </a:cubicBezTo>
                    <a:lnTo>
                      <a:pt x="164" y="405"/>
                    </a:lnTo>
                    <a:cubicBezTo>
                      <a:pt x="205" y="425"/>
                      <a:pt x="245" y="435"/>
                      <a:pt x="282" y="435"/>
                    </a:cubicBezTo>
                    <a:cubicBezTo>
                      <a:pt x="432" y="435"/>
                      <a:pt x="534" y="286"/>
                      <a:pt x="473" y="122"/>
                    </a:cubicBezTo>
                    <a:cubicBezTo>
                      <a:pt x="473" y="96"/>
                      <a:pt x="421" y="70"/>
                      <a:pt x="370"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35"/>
              <p:cNvSpPr/>
              <p:nvPr/>
            </p:nvSpPr>
            <p:spPr>
              <a:xfrm>
                <a:off x="5982325" y="29853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35"/>
              <p:cNvSpPr/>
              <p:nvPr/>
            </p:nvSpPr>
            <p:spPr>
              <a:xfrm>
                <a:off x="6181675" y="363500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35"/>
              <p:cNvSpPr/>
              <p:nvPr/>
            </p:nvSpPr>
            <p:spPr>
              <a:xfrm>
                <a:off x="6039425" y="403530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35"/>
              <p:cNvSpPr/>
              <p:nvPr/>
            </p:nvSpPr>
            <p:spPr>
              <a:xfrm>
                <a:off x="5929975" y="41069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47" y="70"/>
                      <a:pt x="396"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35"/>
              <p:cNvSpPr/>
              <p:nvPr/>
            </p:nvSpPr>
            <p:spPr>
              <a:xfrm>
                <a:off x="5720275" y="4280450"/>
                <a:ext cx="13300" cy="11125"/>
              </a:xfrm>
              <a:custGeom>
                <a:avLst/>
                <a:gdLst/>
                <a:ahLst/>
                <a:cxnLst/>
                <a:rect l="l" t="t" r="r" b="b"/>
                <a:pathLst>
                  <a:path w="532" h="445" extrusionOk="0">
                    <a:moveTo>
                      <a:pt x="257" y="1"/>
                    </a:moveTo>
                    <a:cubicBezTo>
                      <a:pt x="104" y="1"/>
                      <a:pt x="0" y="165"/>
                      <a:pt x="84" y="312"/>
                    </a:cubicBezTo>
                    <a:lnTo>
                      <a:pt x="161" y="414"/>
                    </a:lnTo>
                    <a:cubicBezTo>
                      <a:pt x="203" y="435"/>
                      <a:pt x="243" y="444"/>
                      <a:pt x="280" y="444"/>
                    </a:cubicBezTo>
                    <a:cubicBezTo>
                      <a:pt x="429" y="444"/>
                      <a:pt x="532" y="296"/>
                      <a:pt x="470" y="131"/>
                    </a:cubicBezTo>
                    <a:cubicBezTo>
                      <a:pt x="470" y="106"/>
                      <a:pt x="419" y="80"/>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35"/>
              <p:cNvSpPr/>
              <p:nvPr/>
            </p:nvSpPr>
            <p:spPr>
              <a:xfrm>
                <a:off x="5531125" y="4308075"/>
                <a:ext cx="13825" cy="11100"/>
              </a:xfrm>
              <a:custGeom>
                <a:avLst/>
                <a:gdLst/>
                <a:ahLst/>
                <a:cxnLst/>
                <a:rect l="l" t="t" r="r" b="b"/>
                <a:pathLst>
                  <a:path w="553" h="444" extrusionOk="0">
                    <a:moveTo>
                      <a:pt x="258" y="0"/>
                    </a:moveTo>
                    <a:cubicBezTo>
                      <a:pt x="116" y="0"/>
                      <a:pt x="1" y="149"/>
                      <a:pt x="83" y="313"/>
                    </a:cubicBezTo>
                    <a:lnTo>
                      <a:pt x="186" y="416"/>
                    </a:lnTo>
                    <a:cubicBezTo>
                      <a:pt x="219" y="435"/>
                      <a:pt x="254" y="444"/>
                      <a:pt x="287" y="444"/>
                    </a:cubicBezTo>
                    <a:cubicBezTo>
                      <a:pt x="432" y="444"/>
                      <a:pt x="553" y="280"/>
                      <a:pt x="469" y="133"/>
                    </a:cubicBezTo>
                    <a:cubicBezTo>
                      <a:pt x="443" y="82"/>
                      <a:pt x="392" y="30"/>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35"/>
              <p:cNvSpPr/>
              <p:nvPr/>
            </p:nvSpPr>
            <p:spPr>
              <a:xfrm>
                <a:off x="5473750" y="435470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cubicBezTo>
                      <a:pt x="448" y="70"/>
                      <a:pt x="422"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35"/>
              <p:cNvSpPr/>
              <p:nvPr/>
            </p:nvSpPr>
            <p:spPr>
              <a:xfrm>
                <a:off x="5411450" y="4520400"/>
                <a:ext cx="13300" cy="11125"/>
              </a:xfrm>
              <a:custGeom>
                <a:avLst/>
                <a:gdLst/>
                <a:ahLst/>
                <a:cxnLst/>
                <a:rect l="l" t="t" r="r" b="b"/>
                <a:pathLst>
                  <a:path w="532" h="445" extrusionOk="0">
                    <a:moveTo>
                      <a:pt x="247" y="1"/>
                    </a:moveTo>
                    <a:cubicBezTo>
                      <a:pt x="99" y="1"/>
                      <a:pt x="0" y="149"/>
                      <a:pt x="83" y="314"/>
                    </a:cubicBezTo>
                    <a:lnTo>
                      <a:pt x="160" y="417"/>
                    </a:lnTo>
                    <a:cubicBezTo>
                      <a:pt x="198" y="436"/>
                      <a:pt x="235" y="444"/>
                      <a:pt x="270" y="444"/>
                    </a:cubicBezTo>
                    <a:cubicBezTo>
                      <a:pt x="424" y="444"/>
                      <a:pt x="532" y="281"/>
                      <a:pt x="469" y="134"/>
                    </a:cubicBezTo>
                    <a:cubicBezTo>
                      <a:pt x="417" y="57"/>
                      <a:pt x="391" y="31"/>
                      <a:pt x="366" y="31"/>
                    </a:cubicBez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35"/>
              <p:cNvSpPr/>
              <p:nvPr/>
            </p:nvSpPr>
            <p:spPr>
              <a:xfrm>
                <a:off x="5174550" y="464102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lnTo>
                      <a:pt x="370" y="19"/>
                    </a:ln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35"/>
              <p:cNvSpPr/>
              <p:nvPr/>
            </p:nvSpPr>
            <p:spPr>
              <a:xfrm>
                <a:off x="5065150" y="473755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35"/>
              <p:cNvSpPr/>
              <p:nvPr/>
            </p:nvSpPr>
            <p:spPr>
              <a:xfrm>
                <a:off x="4506575" y="4710925"/>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7" y="442"/>
                    </a:cubicBezTo>
                    <a:cubicBezTo>
                      <a:pt x="429" y="442"/>
                      <a:pt x="533" y="278"/>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35"/>
              <p:cNvSpPr/>
              <p:nvPr/>
            </p:nvSpPr>
            <p:spPr>
              <a:xfrm>
                <a:off x="7043925" y="3255375"/>
                <a:ext cx="13775" cy="10525"/>
              </a:xfrm>
              <a:custGeom>
                <a:avLst/>
                <a:gdLst/>
                <a:ahLst/>
                <a:cxnLst/>
                <a:rect l="l" t="t" r="r" b="b"/>
                <a:pathLst>
                  <a:path w="551" h="421" extrusionOk="0">
                    <a:moveTo>
                      <a:pt x="257" y="0"/>
                    </a:moveTo>
                    <a:cubicBezTo>
                      <a:pt x="115" y="0"/>
                      <a:pt x="0" y="148"/>
                      <a:pt x="82" y="313"/>
                    </a:cubicBezTo>
                    <a:lnTo>
                      <a:pt x="185" y="390"/>
                    </a:lnTo>
                    <a:cubicBezTo>
                      <a:pt x="221" y="411"/>
                      <a:pt x="259" y="420"/>
                      <a:pt x="294" y="420"/>
                    </a:cubicBezTo>
                    <a:cubicBezTo>
                      <a:pt x="436" y="420"/>
                      <a:pt x="551" y="272"/>
                      <a:pt x="469" y="107"/>
                    </a:cubicBezTo>
                    <a:lnTo>
                      <a:pt x="366" y="30"/>
                    </a:lnTo>
                    <a:cubicBezTo>
                      <a:pt x="330"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35"/>
              <p:cNvSpPr/>
              <p:nvPr/>
            </p:nvSpPr>
            <p:spPr>
              <a:xfrm>
                <a:off x="7124350" y="3676825"/>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69" y="82"/>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35"/>
              <p:cNvSpPr/>
              <p:nvPr/>
            </p:nvSpPr>
            <p:spPr>
              <a:xfrm>
                <a:off x="6990350" y="3851925"/>
                <a:ext cx="13350" cy="11050"/>
              </a:xfrm>
              <a:custGeom>
                <a:avLst/>
                <a:gdLst/>
                <a:ahLst/>
                <a:cxnLst/>
                <a:rect l="l" t="t" r="r" b="b"/>
                <a:pathLst>
                  <a:path w="534" h="442" extrusionOk="0">
                    <a:moveTo>
                      <a:pt x="262" y="0"/>
                    </a:moveTo>
                    <a:cubicBezTo>
                      <a:pt x="108" y="0"/>
                      <a:pt x="1" y="164"/>
                      <a:pt x="63" y="311"/>
                    </a:cubicBezTo>
                    <a:lnTo>
                      <a:pt x="166" y="414"/>
                    </a:lnTo>
                    <a:cubicBezTo>
                      <a:pt x="205" y="433"/>
                      <a:pt x="242" y="441"/>
                      <a:pt x="277" y="441"/>
                    </a:cubicBezTo>
                    <a:cubicBezTo>
                      <a:pt x="429" y="441"/>
                      <a:pt x="533" y="277"/>
                      <a:pt x="449" y="131"/>
                    </a:cubicBezTo>
                    <a:lnTo>
                      <a:pt x="372" y="28"/>
                    </a:lnTo>
                    <a:cubicBezTo>
                      <a:pt x="334"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35"/>
              <p:cNvSpPr/>
              <p:nvPr/>
            </p:nvSpPr>
            <p:spPr>
              <a:xfrm>
                <a:off x="6836625" y="3592175"/>
                <a:ext cx="13375" cy="10900"/>
              </a:xfrm>
              <a:custGeom>
                <a:avLst/>
                <a:gdLst/>
                <a:ahLst/>
                <a:cxnLst/>
                <a:rect l="l" t="t" r="r" b="b"/>
                <a:pathLst>
                  <a:path w="535" h="436" extrusionOk="0">
                    <a:moveTo>
                      <a:pt x="273" y="1"/>
                    </a:moveTo>
                    <a:cubicBezTo>
                      <a:pt x="113" y="1"/>
                      <a:pt x="0" y="155"/>
                      <a:pt x="87" y="328"/>
                    </a:cubicBezTo>
                    <a:lnTo>
                      <a:pt x="164" y="405"/>
                    </a:lnTo>
                    <a:cubicBezTo>
                      <a:pt x="205" y="426"/>
                      <a:pt x="245" y="435"/>
                      <a:pt x="282" y="435"/>
                    </a:cubicBezTo>
                    <a:cubicBezTo>
                      <a:pt x="432"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35"/>
              <p:cNvSpPr/>
              <p:nvPr/>
            </p:nvSpPr>
            <p:spPr>
              <a:xfrm>
                <a:off x="6838000" y="3555225"/>
                <a:ext cx="13850" cy="11100"/>
              </a:xfrm>
              <a:custGeom>
                <a:avLst/>
                <a:gdLst/>
                <a:ahLst/>
                <a:cxnLst/>
                <a:rect l="l" t="t" r="r" b="b"/>
                <a:pathLst>
                  <a:path w="554" h="444" extrusionOk="0">
                    <a:moveTo>
                      <a:pt x="258" y="0"/>
                    </a:moveTo>
                    <a:cubicBezTo>
                      <a:pt x="116" y="0"/>
                      <a:pt x="1" y="149"/>
                      <a:pt x="83" y="313"/>
                    </a:cubicBezTo>
                    <a:lnTo>
                      <a:pt x="186" y="416"/>
                    </a:lnTo>
                    <a:cubicBezTo>
                      <a:pt x="219" y="435"/>
                      <a:pt x="254" y="444"/>
                      <a:pt x="287" y="444"/>
                    </a:cubicBezTo>
                    <a:cubicBezTo>
                      <a:pt x="432" y="444"/>
                      <a:pt x="553" y="280"/>
                      <a:pt x="469" y="133"/>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35"/>
              <p:cNvSpPr/>
              <p:nvPr/>
            </p:nvSpPr>
            <p:spPr>
              <a:xfrm>
                <a:off x="6498900" y="4259800"/>
                <a:ext cx="13300" cy="11125"/>
              </a:xfrm>
              <a:custGeom>
                <a:avLst/>
                <a:gdLst/>
                <a:ahLst/>
                <a:cxnLst/>
                <a:rect l="l" t="t" r="r" b="b"/>
                <a:pathLst>
                  <a:path w="532" h="445" extrusionOk="0">
                    <a:moveTo>
                      <a:pt x="248" y="1"/>
                    </a:moveTo>
                    <a:cubicBezTo>
                      <a:pt x="99" y="1"/>
                      <a:pt x="0" y="149"/>
                      <a:pt x="83" y="314"/>
                    </a:cubicBezTo>
                    <a:lnTo>
                      <a:pt x="160" y="417"/>
                    </a:lnTo>
                    <a:cubicBezTo>
                      <a:pt x="198" y="436"/>
                      <a:pt x="235" y="444"/>
                      <a:pt x="270" y="444"/>
                    </a:cubicBezTo>
                    <a:cubicBezTo>
                      <a:pt x="424" y="444"/>
                      <a:pt x="532" y="281"/>
                      <a:pt x="469" y="134"/>
                    </a:cubicBezTo>
                    <a:lnTo>
                      <a:pt x="366" y="31"/>
                    </a:ln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35"/>
              <p:cNvSpPr/>
              <p:nvPr/>
            </p:nvSpPr>
            <p:spPr>
              <a:xfrm>
                <a:off x="6780100" y="4394300"/>
                <a:ext cx="13875" cy="10875"/>
              </a:xfrm>
              <a:custGeom>
                <a:avLst/>
                <a:gdLst/>
                <a:ahLst/>
                <a:cxnLst/>
                <a:rect l="l" t="t" r="r" b="b"/>
                <a:pathLst>
                  <a:path w="555" h="435" extrusionOk="0">
                    <a:moveTo>
                      <a:pt x="257" y="0"/>
                    </a:moveTo>
                    <a:cubicBezTo>
                      <a:pt x="116" y="0"/>
                      <a:pt x="0" y="149"/>
                      <a:pt x="83" y="313"/>
                    </a:cubicBezTo>
                    <a:lnTo>
                      <a:pt x="186" y="416"/>
                    </a:lnTo>
                    <a:cubicBezTo>
                      <a:pt x="215" y="429"/>
                      <a:pt x="245" y="434"/>
                      <a:pt x="274" y="434"/>
                    </a:cubicBezTo>
                    <a:cubicBezTo>
                      <a:pt x="424" y="434"/>
                      <a:pt x="555" y="280"/>
                      <a:pt x="469" y="107"/>
                    </a:cubicBezTo>
                    <a:lnTo>
                      <a:pt x="366" y="30"/>
                    </a:ln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35"/>
              <p:cNvSpPr/>
              <p:nvPr/>
            </p:nvSpPr>
            <p:spPr>
              <a:xfrm>
                <a:off x="6831525" y="420582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105"/>
                      <a:pt x="445" y="53"/>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35"/>
              <p:cNvSpPr/>
              <p:nvPr/>
            </p:nvSpPr>
            <p:spPr>
              <a:xfrm>
                <a:off x="5780675" y="448115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lnTo>
                      <a:pt x="371" y="31"/>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35"/>
              <p:cNvSpPr/>
              <p:nvPr/>
            </p:nvSpPr>
            <p:spPr>
              <a:xfrm>
                <a:off x="5895325" y="43331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1" y="272"/>
                      <a:pt x="469" y="107"/>
                    </a:cubicBezTo>
                    <a:cubicBezTo>
                      <a:pt x="443"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35"/>
              <p:cNvSpPr/>
              <p:nvPr/>
            </p:nvSpPr>
            <p:spPr>
              <a:xfrm>
                <a:off x="6229300" y="4326725"/>
                <a:ext cx="13350" cy="10875"/>
              </a:xfrm>
              <a:custGeom>
                <a:avLst/>
                <a:gdLst/>
                <a:ahLst/>
                <a:cxnLst/>
                <a:rect l="l" t="t" r="r" b="b"/>
                <a:pathLst>
                  <a:path w="534" h="435" extrusionOk="0">
                    <a:moveTo>
                      <a:pt x="257" y="1"/>
                    </a:moveTo>
                    <a:cubicBezTo>
                      <a:pt x="115" y="1"/>
                      <a:pt x="0" y="149"/>
                      <a:pt x="82" y="314"/>
                    </a:cubicBezTo>
                    <a:lnTo>
                      <a:pt x="185" y="417"/>
                    </a:lnTo>
                    <a:cubicBezTo>
                      <a:pt x="214" y="429"/>
                      <a:pt x="244" y="435"/>
                      <a:pt x="272" y="435"/>
                    </a:cubicBezTo>
                    <a:cubicBezTo>
                      <a:pt x="417" y="435"/>
                      <a:pt x="533" y="280"/>
                      <a:pt x="468" y="108"/>
                    </a:cubicBezTo>
                    <a:cubicBezTo>
                      <a:pt x="468" y="82"/>
                      <a:pt x="391" y="56"/>
                      <a:pt x="366" y="31"/>
                    </a:cubicBezTo>
                    <a:cubicBezTo>
                      <a:pt x="329" y="10"/>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35"/>
              <p:cNvSpPr/>
              <p:nvPr/>
            </p:nvSpPr>
            <p:spPr>
              <a:xfrm>
                <a:off x="6190025" y="4346025"/>
                <a:ext cx="13375" cy="10900"/>
              </a:xfrm>
              <a:custGeom>
                <a:avLst/>
                <a:gdLst/>
                <a:ahLst/>
                <a:cxnLst/>
                <a:rect l="l" t="t" r="r" b="b"/>
                <a:pathLst>
                  <a:path w="535" h="436" extrusionOk="0">
                    <a:moveTo>
                      <a:pt x="248" y="1"/>
                    </a:moveTo>
                    <a:cubicBezTo>
                      <a:pt x="100" y="1"/>
                      <a:pt x="1" y="149"/>
                      <a:pt x="83" y="314"/>
                    </a:cubicBezTo>
                    <a:lnTo>
                      <a:pt x="161" y="417"/>
                    </a:lnTo>
                    <a:cubicBezTo>
                      <a:pt x="194" y="429"/>
                      <a:pt x="226" y="435"/>
                      <a:pt x="257" y="435"/>
                    </a:cubicBezTo>
                    <a:cubicBezTo>
                      <a:pt x="418" y="435"/>
                      <a:pt x="534" y="281"/>
                      <a:pt x="469" y="108"/>
                    </a:cubicBezTo>
                    <a:cubicBezTo>
                      <a:pt x="469" y="82"/>
                      <a:pt x="418" y="56"/>
                      <a:pt x="366" y="31"/>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35"/>
              <p:cNvSpPr/>
              <p:nvPr/>
            </p:nvSpPr>
            <p:spPr>
              <a:xfrm>
                <a:off x="5127475" y="4110175"/>
                <a:ext cx="13350" cy="10875"/>
              </a:xfrm>
              <a:custGeom>
                <a:avLst/>
                <a:gdLst/>
                <a:ahLst/>
                <a:cxnLst/>
                <a:rect l="l" t="t" r="r" b="b"/>
                <a:pathLst>
                  <a:path w="534" h="435" extrusionOk="0">
                    <a:moveTo>
                      <a:pt x="276" y="0"/>
                    </a:moveTo>
                    <a:cubicBezTo>
                      <a:pt x="116" y="0"/>
                      <a:pt x="1" y="151"/>
                      <a:pt x="65" y="302"/>
                    </a:cubicBezTo>
                    <a:lnTo>
                      <a:pt x="168" y="405"/>
                    </a:lnTo>
                    <a:cubicBezTo>
                      <a:pt x="209" y="425"/>
                      <a:pt x="249" y="435"/>
                      <a:pt x="287" y="435"/>
                    </a:cubicBezTo>
                    <a:cubicBezTo>
                      <a:pt x="435" y="435"/>
                      <a:pt x="534" y="286"/>
                      <a:pt x="451" y="122"/>
                    </a:cubicBezTo>
                    <a:lnTo>
                      <a:pt x="374" y="19"/>
                    </a:lnTo>
                    <a:cubicBezTo>
                      <a:pt x="340" y="6"/>
                      <a:pt x="307"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35"/>
              <p:cNvSpPr/>
              <p:nvPr/>
            </p:nvSpPr>
            <p:spPr>
              <a:xfrm>
                <a:off x="4839300" y="3868875"/>
                <a:ext cx="13375" cy="10875"/>
              </a:xfrm>
              <a:custGeom>
                <a:avLst/>
                <a:gdLst/>
                <a:ahLst/>
                <a:cxnLst/>
                <a:rect l="l" t="t" r="r" b="b"/>
                <a:pathLst>
                  <a:path w="535" h="435" extrusionOk="0">
                    <a:moveTo>
                      <a:pt x="281" y="0"/>
                    </a:moveTo>
                    <a:cubicBezTo>
                      <a:pt x="131" y="0"/>
                      <a:pt x="1" y="151"/>
                      <a:pt x="87" y="302"/>
                    </a:cubicBezTo>
                    <a:lnTo>
                      <a:pt x="190" y="405"/>
                    </a:lnTo>
                    <a:cubicBezTo>
                      <a:pt x="226" y="425"/>
                      <a:pt x="262" y="435"/>
                      <a:pt x="296" y="435"/>
                    </a:cubicBezTo>
                    <a:cubicBezTo>
                      <a:pt x="432" y="435"/>
                      <a:pt x="535" y="286"/>
                      <a:pt x="473" y="122"/>
                    </a:cubicBezTo>
                    <a:cubicBezTo>
                      <a:pt x="473" y="96"/>
                      <a:pt x="447" y="70"/>
                      <a:pt x="370" y="19"/>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35"/>
              <p:cNvSpPr/>
              <p:nvPr/>
            </p:nvSpPr>
            <p:spPr>
              <a:xfrm>
                <a:off x="4724225" y="3811950"/>
                <a:ext cx="13900" cy="10900"/>
              </a:xfrm>
              <a:custGeom>
                <a:avLst/>
                <a:gdLst/>
                <a:ahLst/>
                <a:cxnLst/>
                <a:rect l="l" t="t" r="r" b="b"/>
                <a:pathLst>
                  <a:path w="556" h="436" extrusionOk="0">
                    <a:moveTo>
                      <a:pt x="257" y="1"/>
                    </a:moveTo>
                    <a:cubicBezTo>
                      <a:pt x="116" y="1"/>
                      <a:pt x="0" y="149"/>
                      <a:pt x="83" y="314"/>
                    </a:cubicBezTo>
                    <a:lnTo>
                      <a:pt x="186" y="417"/>
                    </a:lnTo>
                    <a:cubicBezTo>
                      <a:pt x="215" y="429"/>
                      <a:pt x="245" y="435"/>
                      <a:pt x="274" y="435"/>
                    </a:cubicBezTo>
                    <a:cubicBezTo>
                      <a:pt x="424" y="435"/>
                      <a:pt x="555" y="281"/>
                      <a:pt x="469" y="108"/>
                    </a:cubicBezTo>
                    <a:cubicBezTo>
                      <a:pt x="443" y="57"/>
                      <a:pt x="417"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35"/>
              <p:cNvSpPr/>
              <p:nvPr/>
            </p:nvSpPr>
            <p:spPr>
              <a:xfrm>
                <a:off x="4761550" y="3750825"/>
                <a:ext cx="13250" cy="10875"/>
              </a:xfrm>
              <a:custGeom>
                <a:avLst/>
                <a:gdLst/>
                <a:ahLst/>
                <a:cxnLst/>
                <a:rect l="l" t="t" r="r" b="b"/>
                <a:pathLst>
                  <a:path w="530" h="435" extrusionOk="0">
                    <a:moveTo>
                      <a:pt x="247" y="1"/>
                    </a:moveTo>
                    <a:cubicBezTo>
                      <a:pt x="99" y="1"/>
                      <a:pt x="0" y="149"/>
                      <a:pt x="83" y="314"/>
                    </a:cubicBezTo>
                    <a:lnTo>
                      <a:pt x="160" y="417"/>
                    </a:lnTo>
                    <a:cubicBezTo>
                      <a:pt x="193" y="429"/>
                      <a:pt x="226" y="435"/>
                      <a:pt x="257" y="435"/>
                    </a:cubicBezTo>
                    <a:cubicBezTo>
                      <a:pt x="417" y="435"/>
                      <a:pt x="529" y="280"/>
                      <a:pt x="443" y="108"/>
                    </a:cubicBezTo>
                    <a:lnTo>
                      <a:pt x="366" y="31"/>
                    </a:lnTo>
                    <a:cubicBezTo>
                      <a:pt x="325"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35"/>
              <p:cNvSpPr/>
              <p:nvPr/>
            </p:nvSpPr>
            <p:spPr>
              <a:xfrm>
                <a:off x="4202375" y="3876950"/>
                <a:ext cx="13825" cy="11100"/>
              </a:xfrm>
              <a:custGeom>
                <a:avLst/>
                <a:gdLst/>
                <a:ahLst/>
                <a:cxnLst/>
                <a:rect l="l" t="t" r="r" b="b"/>
                <a:pathLst>
                  <a:path w="553" h="444" extrusionOk="0">
                    <a:moveTo>
                      <a:pt x="257" y="1"/>
                    </a:moveTo>
                    <a:cubicBezTo>
                      <a:pt x="116" y="1"/>
                      <a:pt x="0" y="149"/>
                      <a:pt x="83" y="313"/>
                    </a:cubicBezTo>
                    <a:lnTo>
                      <a:pt x="186" y="416"/>
                    </a:lnTo>
                    <a:cubicBezTo>
                      <a:pt x="219" y="436"/>
                      <a:pt x="253" y="444"/>
                      <a:pt x="286" y="444"/>
                    </a:cubicBezTo>
                    <a:cubicBezTo>
                      <a:pt x="432" y="444"/>
                      <a:pt x="553" y="280"/>
                      <a:pt x="469" y="133"/>
                    </a:cubicBezTo>
                    <a:cubicBezTo>
                      <a:pt x="443" y="56"/>
                      <a:pt x="392"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35"/>
              <p:cNvSpPr/>
              <p:nvPr/>
            </p:nvSpPr>
            <p:spPr>
              <a:xfrm>
                <a:off x="4156675" y="4149775"/>
                <a:ext cx="13375" cy="10875"/>
              </a:xfrm>
              <a:custGeom>
                <a:avLst/>
                <a:gdLst/>
                <a:ahLst/>
                <a:cxnLst/>
                <a:rect l="l" t="t" r="r" b="b"/>
                <a:pathLst>
                  <a:path w="535" h="435" extrusionOk="0">
                    <a:moveTo>
                      <a:pt x="248" y="1"/>
                    </a:moveTo>
                    <a:cubicBezTo>
                      <a:pt x="100" y="1"/>
                      <a:pt x="1" y="149"/>
                      <a:pt x="83" y="314"/>
                    </a:cubicBezTo>
                    <a:lnTo>
                      <a:pt x="161" y="417"/>
                    </a:lnTo>
                    <a:cubicBezTo>
                      <a:pt x="194" y="429"/>
                      <a:pt x="226" y="435"/>
                      <a:pt x="257" y="435"/>
                    </a:cubicBezTo>
                    <a:cubicBezTo>
                      <a:pt x="418" y="435"/>
                      <a:pt x="534" y="280"/>
                      <a:pt x="469" y="108"/>
                    </a:cubicBezTo>
                    <a:cubicBezTo>
                      <a:pt x="469" y="82"/>
                      <a:pt x="392" y="56"/>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35"/>
              <p:cNvSpPr/>
              <p:nvPr/>
            </p:nvSpPr>
            <p:spPr>
              <a:xfrm>
                <a:off x="4147650" y="4330650"/>
                <a:ext cx="13850" cy="11050"/>
              </a:xfrm>
              <a:custGeom>
                <a:avLst/>
                <a:gdLst/>
                <a:ahLst/>
                <a:cxnLst/>
                <a:rect l="l" t="t" r="r" b="b"/>
                <a:pathLst>
                  <a:path w="554" h="442" extrusionOk="0">
                    <a:moveTo>
                      <a:pt x="266" y="0"/>
                    </a:moveTo>
                    <a:cubicBezTo>
                      <a:pt x="121" y="0"/>
                      <a:pt x="0" y="164"/>
                      <a:pt x="84" y="311"/>
                    </a:cubicBezTo>
                    <a:lnTo>
                      <a:pt x="187" y="414"/>
                    </a:lnTo>
                    <a:cubicBezTo>
                      <a:pt x="220" y="433"/>
                      <a:pt x="255" y="442"/>
                      <a:pt x="288" y="442"/>
                    </a:cubicBezTo>
                    <a:cubicBezTo>
                      <a:pt x="433" y="442"/>
                      <a:pt x="554" y="278"/>
                      <a:pt x="470" y="131"/>
                    </a:cubicBezTo>
                    <a:cubicBezTo>
                      <a:pt x="444" y="54"/>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5" name="Google Shape;7815;p35"/>
            <p:cNvGrpSpPr/>
            <p:nvPr/>
          </p:nvGrpSpPr>
          <p:grpSpPr>
            <a:xfrm>
              <a:off x="3206725" y="1943438"/>
              <a:ext cx="2730550" cy="2169325"/>
              <a:chOff x="354450" y="871350"/>
              <a:chExt cx="2730550" cy="2169325"/>
            </a:xfrm>
          </p:grpSpPr>
          <p:sp>
            <p:nvSpPr>
              <p:cNvPr id="7816" name="Google Shape;7816;p35"/>
              <p:cNvSpPr/>
              <p:nvPr/>
            </p:nvSpPr>
            <p:spPr>
              <a:xfrm>
                <a:off x="2537525" y="1234900"/>
                <a:ext cx="13350" cy="10875"/>
              </a:xfrm>
              <a:custGeom>
                <a:avLst/>
                <a:gdLst/>
                <a:ahLst/>
                <a:cxnLst/>
                <a:rect l="l" t="t" r="r" b="b"/>
                <a:pathLst>
                  <a:path w="534" h="435" extrusionOk="0">
                    <a:moveTo>
                      <a:pt x="287" y="0"/>
                    </a:moveTo>
                    <a:cubicBezTo>
                      <a:pt x="250" y="0"/>
                      <a:pt x="209" y="10"/>
                      <a:pt x="168" y="30"/>
                    </a:cubicBezTo>
                    <a:lnTo>
                      <a:pt x="65" y="107"/>
                    </a:lnTo>
                    <a:cubicBezTo>
                      <a:pt x="1" y="280"/>
                      <a:pt x="117" y="434"/>
                      <a:pt x="277" y="434"/>
                    </a:cubicBezTo>
                    <a:cubicBezTo>
                      <a:pt x="308" y="434"/>
                      <a:pt x="341" y="429"/>
                      <a:pt x="374" y="416"/>
                    </a:cubicBezTo>
                    <a:lnTo>
                      <a:pt x="451" y="313"/>
                    </a:lnTo>
                    <a:cubicBezTo>
                      <a:pt x="534" y="149"/>
                      <a:pt x="435"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35"/>
              <p:cNvSpPr/>
              <p:nvPr/>
            </p:nvSpPr>
            <p:spPr>
              <a:xfrm>
                <a:off x="1973400" y="1401200"/>
                <a:ext cx="13900" cy="10875"/>
              </a:xfrm>
              <a:custGeom>
                <a:avLst/>
                <a:gdLst/>
                <a:ahLst/>
                <a:cxnLst/>
                <a:rect l="l" t="t" r="r" b="b"/>
                <a:pathLst>
                  <a:path w="556" h="435" extrusionOk="0">
                    <a:moveTo>
                      <a:pt x="274" y="0"/>
                    </a:moveTo>
                    <a:cubicBezTo>
                      <a:pt x="245" y="0"/>
                      <a:pt x="215" y="6"/>
                      <a:pt x="186" y="19"/>
                    </a:cubicBezTo>
                    <a:cubicBezTo>
                      <a:pt x="160" y="19"/>
                      <a:pt x="109"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35"/>
              <p:cNvSpPr/>
              <p:nvPr/>
            </p:nvSpPr>
            <p:spPr>
              <a:xfrm>
                <a:off x="1988825" y="1652150"/>
                <a:ext cx="13925" cy="10825"/>
              </a:xfrm>
              <a:custGeom>
                <a:avLst/>
                <a:gdLst/>
                <a:ahLst/>
                <a:cxnLst/>
                <a:rect l="l" t="t" r="r" b="b"/>
                <a:pathLst>
                  <a:path w="557" h="433" extrusionOk="0">
                    <a:moveTo>
                      <a:pt x="276" y="0"/>
                    </a:moveTo>
                    <a:cubicBezTo>
                      <a:pt x="246" y="0"/>
                      <a:pt x="216" y="6"/>
                      <a:pt x="187" y="19"/>
                    </a:cubicBezTo>
                    <a:lnTo>
                      <a:pt x="84" y="122"/>
                    </a:lnTo>
                    <a:cubicBezTo>
                      <a:pt x="0" y="268"/>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35"/>
              <p:cNvSpPr/>
              <p:nvPr/>
            </p:nvSpPr>
            <p:spPr>
              <a:xfrm>
                <a:off x="1820800" y="1640925"/>
                <a:ext cx="13400" cy="10875"/>
              </a:xfrm>
              <a:custGeom>
                <a:avLst/>
                <a:gdLst/>
                <a:ahLst/>
                <a:cxnLst/>
                <a:rect l="l" t="t" r="r" b="b"/>
                <a:pathLst>
                  <a:path w="536" h="435" extrusionOk="0">
                    <a:moveTo>
                      <a:pt x="283" y="0"/>
                    </a:moveTo>
                    <a:cubicBezTo>
                      <a:pt x="246" y="0"/>
                      <a:pt x="206" y="10"/>
                      <a:pt x="164" y="30"/>
                    </a:cubicBezTo>
                    <a:lnTo>
                      <a:pt x="87" y="107"/>
                    </a:lnTo>
                    <a:cubicBezTo>
                      <a:pt x="1" y="280"/>
                      <a:pt x="114" y="434"/>
                      <a:pt x="273" y="434"/>
                    </a:cubicBezTo>
                    <a:cubicBezTo>
                      <a:pt x="304" y="434"/>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35"/>
              <p:cNvSpPr/>
              <p:nvPr/>
            </p:nvSpPr>
            <p:spPr>
              <a:xfrm>
                <a:off x="1821675" y="1572925"/>
                <a:ext cx="11600" cy="10725"/>
              </a:xfrm>
              <a:custGeom>
                <a:avLst/>
                <a:gdLst/>
                <a:ahLst/>
                <a:cxnLst/>
                <a:rect l="l" t="t" r="r" b="b"/>
                <a:pathLst>
                  <a:path w="464" h="429" extrusionOk="0">
                    <a:moveTo>
                      <a:pt x="184" y="1"/>
                    </a:moveTo>
                    <a:cubicBezTo>
                      <a:pt x="139" y="1"/>
                      <a:pt x="99" y="15"/>
                      <a:pt x="78" y="48"/>
                    </a:cubicBezTo>
                    <a:cubicBezTo>
                      <a:pt x="1" y="125"/>
                      <a:pt x="1" y="254"/>
                      <a:pt x="78" y="356"/>
                    </a:cubicBezTo>
                    <a:cubicBezTo>
                      <a:pt x="138" y="401"/>
                      <a:pt x="206" y="429"/>
                      <a:pt x="268" y="429"/>
                    </a:cubicBezTo>
                    <a:cubicBezTo>
                      <a:pt x="313" y="429"/>
                      <a:pt x="354" y="415"/>
                      <a:pt x="387" y="382"/>
                    </a:cubicBezTo>
                    <a:cubicBezTo>
                      <a:pt x="464" y="305"/>
                      <a:pt x="438" y="176"/>
                      <a:pt x="361" y="73"/>
                    </a:cubicBezTo>
                    <a:cubicBezTo>
                      <a:pt x="316" y="28"/>
                      <a:pt x="245" y="1"/>
                      <a:pt x="18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35"/>
              <p:cNvSpPr/>
              <p:nvPr/>
            </p:nvSpPr>
            <p:spPr>
              <a:xfrm>
                <a:off x="1729500" y="1194425"/>
                <a:ext cx="13875" cy="11050"/>
              </a:xfrm>
              <a:custGeom>
                <a:avLst/>
                <a:gdLst/>
                <a:ahLst/>
                <a:cxnLst/>
                <a:rect l="l" t="t" r="r" b="b"/>
                <a:pathLst>
                  <a:path w="555" h="442" extrusionOk="0">
                    <a:moveTo>
                      <a:pt x="297" y="0"/>
                    </a:moveTo>
                    <a:cubicBezTo>
                      <a:pt x="263" y="0"/>
                      <a:pt x="225" y="9"/>
                      <a:pt x="187" y="28"/>
                    </a:cubicBezTo>
                    <a:cubicBezTo>
                      <a:pt x="136" y="28"/>
                      <a:pt x="84" y="53"/>
                      <a:pt x="84" y="131"/>
                    </a:cubicBezTo>
                    <a:cubicBezTo>
                      <a:pt x="0" y="277"/>
                      <a:pt x="122" y="441"/>
                      <a:pt x="281"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35"/>
              <p:cNvSpPr/>
              <p:nvPr/>
            </p:nvSpPr>
            <p:spPr>
              <a:xfrm>
                <a:off x="1519075" y="1121300"/>
                <a:ext cx="13950" cy="10825"/>
              </a:xfrm>
              <a:custGeom>
                <a:avLst/>
                <a:gdLst/>
                <a:ahLst/>
                <a:cxnLst/>
                <a:rect l="l" t="t" r="r" b="b"/>
                <a:pathLst>
                  <a:path w="558" h="433" extrusionOk="0">
                    <a:moveTo>
                      <a:pt x="276" y="0"/>
                    </a:moveTo>
                    <a:cubicBezTo>
                      <a:pt x="247" y="0"/>
                      <a:pt x="217" y="6"/>
                      <a:pt x="188" y="18"/>
                    </a:cubicBezTo>
                    <a:cubicBezTo>
                      <a:pt x="111" y="70"/>
                      <a:pt x="85" y="96"/>
                      <a:pt x="85" y="121"/>
                    </a:cubicBezTo>
                    <a:cubicBezTo>
                      <a:pt x="1" y="268"/>
                      <a:pt x="122" y="432"/>
                      <a:pt x="267" y="432"/>
                    </a:cubicBezTo>
                    <a:cubicBezTo>
                      <a:pt x="300" y="432"/>
                      <a:pt x="335" y="424"/>
                      <a:pt x="368" y="405"/>
                    </a:cubicBezTo>
                    <a:lnTo>
                      <a:pt x="471" y="327"/>
                    </a:lnTo>
                    <a:cubicBezTo>
                      <a:pt x="557" y="155"/>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35"/>
              <p:cNvSpPr/>
              <p:nvPr/>
            </p:nvSpPr>
            <p:spPr>
              <a:xfrm>
                <a:off x="1042850" y="138610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35"/>
              <p:cNvSpPr/>
              <p:nvPr/>
            </p:nvSpPr>
            <p:spPr>
              <a:xfrm>
                <a:off x="933575" y="1806575"/>
                <a:ext cx="13900" cy="10875"/>
              </a:xfrm>
              <a:custGeom>
                <a:avLst/>
                <a:gdLst/>
                <a:ahLst/>
                <a:cxnLst/>
                <a:rect l="l" t="t" r="r" b="b"/>
                <a:pathLst>
                  <a:path w="556" h="435" extrusionOk="0">
                    <a:moveTo>
                      <a:pt x="274" y="1"/>
                    </a:moveTo>
                    <a:cubicBezTo>
                      <a:pt x="245" y="1"/>
                      <a:pt x="215" y="6"/>
                      <a:pt x="186" y="19"/>
                    </a:cubicBezTo>
                    <a:cubicBezTo>
                      <a:pt x="108"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35"/>
              <p:cNvSpPr/>
              <p:nvPr/>
            </p:nvSpPr>
            <p:spPr>
              <a:xfrm>
                <a:off x="1045500" y="2166050"/>
                <a:ext cx="13350" cy="11050"/>
              </a:xfrm>
              <a:custGeom>
                <a:avLst/>
                <a:gdLst/>
                <a:ahLst/>
                <a:cxnLst/>
                <a:rect l="l" t="t" r="r" b="b"/>
                <a:pathLst>
                  <a:path w="534" h="442" extrusionOk="0">
                    <a:moveTo>
                      <a:pt x="272" y="0"/>
                    </a:moveTo>
                    <a:cubicBezTo>
                      <a:pt x="237" y="0"/>
                      <a:pt x="200" y="9"/>
                      <a:pt x="161" y="28"/>
                    </a:cubicBezTo>
                    <a:cubicBezTo>
                      <a:pt x="136" y="28"/>
                      <a:pt x="110" y="53"/>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35"/>
              <p:cNvSpPr/>
              <p:nvPr/>
            </p:nvSpPr>
            <p:spPr>
              <a:xfrm>
                <a:off x="1496575" y="2323700"/>
                <a:ext cx="13850" cy="11050"/>
              </a:xfrm>
              <a:custGeom>
                <a:avLst/>
                <a:gdLst/>
                <a:ahLst/>
                <a:cxnLst/>
                <a:rect l="l" t="t" r="r" b="b"/>
                <a:pathLst>
                  <a:path w="554" h="442" extrusionOk="0">
                    <a:moveTo>
                      <a:pt x="288" y="0"/>
                    </a:moveTo>
                    <a:cubicBezTo>
                      <a:pt x="255" y="0"/>
                      <a:pt x="220" y="9"/>
                      <a:pt x="187" y="28"/>
                    </a:cubicBezTo>
                    <a:cubicBezTo>
                      <a:pt x="110" y="28"/>
                      <a:pt x="84" y="53"/>
                      <a:pt x="84" y="131"/>
                    </a:cubicBezTo>
                    <a:cubicBezTo>
                      <a:pt x="0" y="277"/>
                      <a:pt x="121" y="441"/>
                      <a:pt x="266" y="441"/>
                    </a:cubicBezTo>
                    <a:cubicBezTo>
                      <a:pt x="299"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35"/>
              <p:cNvSpPr/>
              <p:nvPr/>
            </p:nvSpPr>
            <p:spPr>
              <a:xfrm>
                <a:off x="1536450" y="2451750"/>
                <a:ext cx="13875" cy="11050"/>
              </a:xfrm>
              <a:custGeom>
                <a:avLst/>
                <a:gdLst/>
                <a:ahLst/>
                <a:cxnLst/>
                <a:rect l="l" t="t" r="r" b="b"/>
                <a:pathLst>
                  <a:path w="555" h="442" extrusionOk="0">
                    <a:moveTo>
                      <a:pt x="298" y="0"/>
                    </a:moveTo>
                    <a:cubicBezTo>
                      <a:pt x="263" y="0"/>
                      <a:pt x="226" y="9"/>
                      <a:pt x="188" y="28"/>
                    </a:cubicBezTo>
                    <a:cubicBezTo>
                      <a:pt x="162" y="28"/>
                      <a:pt x="136" y="53"/>
                      <a:pt x="85" y="131"/>
                    </a:cubicBez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35"/>
              <p:cNvSpPr/>
              <p:nvPr/>
            </p:nvSpPr>
            <p:spPr>
              <a:xfrm>
                <a:off x="993200" y="2798500"/>
                <a:ext cx="13375" cy="10875"/>
              </a:xfrm>
              <a:custGeom>
                <a:avLst/>
                <a:gdLst/>
                <a:ahLst/>
                <a:cxnLst/>
                <a:rect l="l" t="t" r="r" b="b"/>
                <a:pathLst>
                  <a:path w="535" h="435" extrusionOk="0">
                    <a:moveTo>
                      <a:pt x="287" y="1"/>
                    </a:moveTo>
                    <a:cubicBezTo>
                      <a:pt x="250" y="1"/>
                      <a:pt x="210" y="10"/>
                      <a:pt x="169" y="31"/>
                    </a:cubicBezTo>
                    <a:cubicBezTo>
                      <a:pt x="143" y="31"/>
                      <a:pt x="117" y="56"/>
                      <a:pt x="66" y="108"/>
                    </a:cubicBezTo>
                    <a:cubicBezTo>
                      <a:pt x="1" y="280"/>
                      <a:pt x="117" y="435"/>
                      <a:pt x="278" y="435"/>
                    </a:cubicBezTo>
                    <a:cubicBezTo>
                      <a:pt x="309"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35"/>
              <p:cNvSpPr/>
              <p:nvPr/>
            </p:nvSpPr>
            <p:spPr>
              <a:xfrm>
                <a:off x="914875" y="28320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35"/>
              <p:cNvSpPr/>
              <p:nvPr/>
            </p:nvSpPr>
            <p:spPr>
              <a:xfrm>
                <a:off x="1692850" y="2347100"/>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4"/>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35"/>
              <p:cNvSpPr/>
              <p:nvPr/>
            </p:nvSpPr>
            <p:spPr>
              <a:xfrm>
                <a:off x="1577650" y="2628625"/>
                <a:ext cx="13825" cy="11125"/>
              </a:xfrm>
              <a:custGeom>
                <a:avLst/>
                <a:gdLst/>
                <a:ahLst/>
                <a:cxnLst/>
                <a:rect l="l" t="t" r="r" b="b"/>
                <a:pathLst>
                  <a:path w="553" h="445" extrusionOk="0">
                    <a:moveTo>
                      <a:pt x="295" y="1"/>
                    </a:moveTo>
                    <a:cubicBezTo>
                      <a:pt x="260" y="1"/>
                      <a:pt x="223" y="10"/>
                      <a:pt x="187" y="31"/>
                    </a:cubicBezTo>
                    <a:cubicBezTo>
                      <a:pt x="110" y="56"/>
                      <a:pt x="84" y="82"/>
                      <a:pt x="84" y="134"/>
                    </a:cubicBezTo>
                    <a:cubicBezTo>
                      <a:pt x="0" y="280"/>
                      <a:pt x="121" y="444"/>
                      <a:pt x="266" y="444"/>
                    </a:cubicBezTo>
                    <a:cubicBezTo>
                      <a:pt x="299" y="444"/>
                      <a:pt x="334" y="436"/>
                      <a:pt x="367" y="417"/>
                    </a:cubicBezTo>
                    <a:lnTo>
                      <a:pt x="470" y="314"/>
                    </a:lnTo>
                    <a:cubicBezTo>
                      <a:pt x="552" y="149"/>
                      <a:pt x="437"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35"/>
              <p:cNvSpPr/>
              <p:nvPr/>
            </p:nvSpPr>
            <p:spPr>
              <a:xfrm>
                <a:off x="1518475" y="2736150"/>
                <a:ext cx="13325" cy="11100"/>
              </a:xfrm>
              <a:custGeom>
                <a:avLst/>
                <a:gdLst/>
                <a:ahLst/>
                <a:cxnLst/>
                <a:rect l="l" t="t" r="r" b="b"/>
                <a:pathLst>
                  <a:path w="533" h="444" extrusionOk="0">
                    <a:moveTo>
                      <a:pt x="271" y="0"/>
                    </a:moveTo>
                    <a:cubicBezTo>
                      <a:pt x="236" y="0"/>
                      <a:pt x="198" y="9"/>
                      <a:pt x="160" y="28"/>
                    </a:cubicBezTo>
                    <a:lnTo>
                      <a:pt x="83" y="131"/>
                    </a:lnTo>
                    <a:cubicBezTo>
                      <a:pt x="1" y="296"/>
                      <a:pt x="100" y="444"/>
                      <a:pt x="248" y="444"/>
                    </a:cubicBezTo>
                    <a:cubicBezTo>
                      <a:pt x="285" y="444"/>
                      <a:pt x="325" y="435"/>
                      <a:pt x="366" y="414"/>
                    </a:cubicBezTo>
                    <a:lnTo>
                      <a:pt x="469" y="311"/>
                    </a:lnTo>
                    <a:cubicBezTo>
                      <a:pt x="532" y="164"/>
                      <a:pt x="424"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35"/>
              <p:cNvSpPr/>
              <p:nvPr/>
            </p:nvSpPr>
            <p:spPr>
              <a:xfrm>
                <a:off x="1313175" y="2931750"/>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35"/>
              <p:cNvSpPr/>
              <p:nvPr/>
            </p:nvSpPr>
            <p:spPr>
              <a:xfrm>
                <a:off x="1252700" y="2944625"/>
                <a:ext cx="13850" cy="11050"/>
              </a:xfrm>
              <a:custGeom>
                <a:avLst/>
                <a:gdLst/>
                <a:ahLst/>
                <a:cxnLst/>
                <a:rect l="l" t="t" r="r" b="b"/>
                <a:pathLst>
                  <a:path w="554" h="442" extrusionOk="0">
                    <a:moveTo>
                      <a:pt x="288" y="1"/>
                    </a:moveTo>
                    <a:cubicBezTo>
                      <a:pt x="255" y="1"/>
                      <a:pt x="220" y="9"/>
                      <a:pt x="187" y="28"/>
                    </a:cubicBezTo>
                    <a:cubicBezTo>
                      <a:pt x="110" y="54"/>
                      <a:pt x="84" y="106"/>
                      <a:pt x="84" y="131"/>
                    </a:cubicBez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35"/>
              <p:cNvSpPr/>
              <p:nvPr/>
            </p:nvSpPr>
            <p:spPr>
              <a:xfrm>
                <a:off x="1125175" y="2834550"/>
                <a:ext cx="13300" cy="11100"/>
              </a:xfrm>
              <a:custGeom>
                <a:avLst/>
                <a:gdLst/>
                <a:ahLst/>
                <a:cxnLst/>
                <a:rect l="l" t="t" r="r" b="b"/>
                <a:pathLst>
                  <a:path w="532" h="444" extrusionOk="0">
                    <a:moveTo>
                      <a:pt x="284" y="0"/>
                    </a:moveTo>
                    <a:cubicBezTo>
                      <a:pt x="247" y="0"/>
                      <a:pt x="207" y="9"/>
                      <a:pt x="166" y="30"/>
                    </a:cubicBezTo>
                    <a:lnTo>
                      <a:pt x="63" y="133"/>
                    </a:lnTo>
                    <a:cubicBezTo>
                      <a:pt x="0" y="280"/>
                      <a:pt x="108" y="444"/>
                      <a:pt x="262" y="444"/>
                    </a:cubicBezTo>
                    <a:cubicBezTo>
                      <a:pt x="296" y="444"/>
                      <a:pt x="334" y="435"/>
                      <a:pt x="372" y="416"/>
                    </a:cubicBezTo>
                    <a:lnTo>
                      <a:pt x="449" y="313"/>
                    </a:lnTo>
                    <a:cubicBezTo>
                      <a:pt x="531" y="148"/>
                      <a:pt x="433"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35"/>
              <p:cNvSpPr/>
              <p:nvPr/>
            </p:nvSpPr>
            <p:spPr>
              <a:xfrm>
                <a:off x="882650" y="2560425"/>
                <a:ext cx="13875" cy="10875"/>
              </a:xfrm>
              <a:custGeom>
                <a:avLst/>
                <a:gdLst/>
                <a:ahLst/>
                <a:cxnLst/>
                <a:rect l="l" t="t" r="r" b="b"/>
                <a:pathLst>
                  <a:path w="555" h="435" extrusionOk="0">
                    <a:moveTo>
                      <a:pt x="298" y="1"/>
                    </a:moveTo>
                    <a:cubicBezTo>
                      <a:pt x="262" y="1"/>
                      <a:pt x="225" y="10"/>
                      <a:pt x="189" y="30"/>
                    </a:cubicBezTo>
                    <a:lnTo>
                      <a:pt x="86" y="108"/>
                    </a:lnTo>
                    <a:cubicBezTo>
                      <a:pt x="0" y="280"/>
                      <a:pt x="131" y="435"/>
                      <a:pt x="281" y="435"/>
                    </a:cubicBezTo>
                    <a:cubicBezTo>
                      <a:pt x="310" y="435"/>
                      <a:pt x="340" y="429"/>
                      <a:pt x="369" y="417"/>
                    </a:cubicBezTo>
                    <a:lnTo>
                      <a:pt x="472" y="314"/>
                    </a:lnTo>
                    <a:cubicBezTo>
                      <a:pt x="555" y="149"/>
                      <a:pt x="439"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35"/>
              <p:cNvSpPr/>
              <p:nvPr/>
            </p:nvSpPr>
            <p:spPr>
              <a:xfrm>
                <a:off x="802275" y="2403475"/>
                <a:ext cx="13850" cy="11050"/>
              </a:xfrm>
              <a:custGeom>
                <a:avLst/>
                <a:gdLst/>
                <a:ahLst/>
                <a:cxnLst/>
                <a:rect l="l" t="t" r="r" b="b"/>
                <a:pathLst>
                  <a:path w="554" h="442" extrusionOk="0">
                    <a:moveTo>
                      <a:pt x="288" y="1"/>
                    </a:moveTo>
                    <a:cubicBezTo>
                      <a:pt x="255" y="1"/>
                      <a:pt x="220" y="9"/>
                      <a:pt x="187" y="28"/>
                    </a:cubicBezTo>
                    <a:lnTo>
                      <a:pt x="84" y="131"/>
                    </a:lnTo>
                    <a:cubicBezTo>
                      <a:pt x="0" y="278"/>
                      <a:pt x="121" y="442"/>
                      <a:pt x="266" y="442"/>
                    </a:cubicBezTo>
                    <a:cubicBezTo>
                      <a:pt x="299"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35"/>
              <p:cNvSpPr/>
              <p:nvPr/>
            </p:nvSpPr>
            <p:spPr>
              <a:xfrm>
                <a:off x="1100225" y="2994775"/>
                <a:ext cx="13275" cy="10525"/>
              </a:xfrm>
              <a:custGeom>
                <a:avLst/>
                <a:gdLst/>
                <a:ahLst/>
                <a:cxnLst/>
                <a:rect l="l" t="t" r="r" b="b"/>
                <a:pathLst>
                  <a:path w="531" h="421" extrusionOk="0">
                    <a:moveTo>
                      <a:pt x="279" y="0"/>
                    </a:moveTo>
                    <a:cubicBezTo>
                      <a:pt x="241" y="0"/>
                      <a:pt x="201" y="9"/>
                      <a:pt x="160" y="30"/>
                    </a:cubicBezTo>
                    <a:cubicBezTo>
                      <a:pt x="109" y="56"/>
                      <a:pt x="83" y="81"/>
                      <a:pt x="83" y="107"/>
                    </a:cubicBezTo>
                    <a:cubicBezTo>
                      <a:pt x="1" y="272"/>
                      <a:pt x="99" y="420"/>
                      <a:pt x="248" y="420"/>
                    </a:cubicBezTo>
                    <a:cubicBezTo>
                      <a:pt x="285" y="420"/>
                      <a:pt x="325" y="411"/>
                      <a:pt x="366" y="390"/>
                    </a:cubicBezTo>
                    <a:lnTo>
                      <a:pt x="469" y="313"/>
                    </a:lnTo>
                    <a:cubicBezTo>
                      <a:pt x="531" y="148"/>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35"/>
              <p:cNvSpPr/>
              <p:nvPr/>
            </p:nvSpPr>
            <p:spPr>
              <a:xfrm>
                <a:off x="917475" y="2726500"/>
                <a:ext cx="13850" cy="11100"/>
              </a:xfrm>
              <a:custGeom>
                <a:avLst/>
                <a:gdLst/>
                <a:ahLst/>
                <a:cxnLst/>
                <a:rect l="l" t="t" r="r" b="b"/>
                <a:pathLst>
                  <a:path w="554" h="444" extrusionOk="0">
                    <a:moveTo>
                      <a:pt x="287" y="0"/>
                    </a:moveTo>
                    <a:cubicBezTo>
                      <a:pt x="254" y="0"/>
                      <a:pt x="220" y="9"/>
                      <a:pt x="186" y="28"/>
                    </a:cubicBezTo>
                    <a:cubicBezTo>
                      <a:pt x="135" y="28"/>
                      <a:pt x="109" y="79"/>
                      <a:pt x="83" y="131"/>
                    </a:cubicBezTo>
                    <a:cubicBezTo>
                      <a:pt x="1" y="296"/>
                      <a:pt x="116" y="444"/>
                      <a:pt x="258" y="444"/>
                    </a:cubicBezTo>
                    <a:cubicBezTo>
                      <a:pt x="293" y="444"/>
                      <a:pt x="330" y="435"/>
                      <a:pt x="366" y="414"/>
                    </a:cubicBezTo>
                    <a:lnTo>
                      <a:pt x="469" y="311"/>
                    </a:lnTo>
                    <a:cubicBezTo>
                      <a:pt x="553" y="164"/>
                      <a:pt x="432" y="0"/>
                      <a:pt x="28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35"/>
              <p:cNvSpPr/>
              <p:nvPr/>
            </p:nvSpPr>
            <p:spPr>
              <a:xfrm>
                <a:off x="844100" y="2304375"/>
                <a:ext cx="13850" cy="11075"/>
              </a:xfrm>
              <a:custGeom>
                <a:avLst/>
                <a:gdLst/>
                <a:ahLst/>
                <a:cxnLst/>
                <a:rect l="l" t="t" r="r" b="b"/>
                <a:pathLst>
                  <a:path w="554" h="443" extrusionOk="0">
                    <a:moveTo>
                      <a:pt x="288" y="1"/>
                    </a:moveTo>
                    <a:cubicBezTo>
                      <a:pt x="255" y="1"/>
                      <a:pt x="220" y="9"/>
                      <a:pt x="187" y="29"/>
                    </a:cubicBezTo>
                    <a:cubicBezTo>
                      <a:pt x="110" y="54"/>
                      <a:pt x="84" y="106"/>
                      <a:pt x="84" y="131"/>
                    </a:cubicBez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35"/>
              <p:cNvSpPr/>
              <p:nvPr/>
            </p:nvSpPr>
            <p:spPr>
              <a:xfrm>
                <a:off x="777700" y="1873275"/>
                <a:ext cx="13350" cy="11050"/>
              </a:xfrm>
              <a:custGeom>
                <a:avLst/>
                <a:gdLst/>
                <a:ahLst/>
                <a:cxnLst/>
                <a:rect l="l" t="t" r="r" b="b"/>
                <a:pathLst>
                  <a:path w="534" h="442" extrusionOk="0">
                    <a:moveTo>
                      <a:pt x="276" y="0"/>
                    </a:moveTo>
                    <a:cubicBezTo>
                      <a:pt x="242" y="0"/>
                      <a:pt x="204" y="9"/>
                      <a:pt x="166" y="28"/>
                    </a:cubicBezTo>
                    <a:cubicBezTo>
                      <a:pt x="115" y="28"/>
                      <a:pt x="63" y="53"/>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35"/>
              <p:cNvSpPr/>
              <p:nvPr/>
            </p:nvSpPr>
            <p:spPr>
              <a:xfrm>
                <a:off x="725075" y="1497725"/>
                <a:ext cx="13900" cy="10875"/>
              </a:xfrm>
              <a:custGeom>
                <a:avLst/>
                <a:gdLst/>
                <a:ahLst/>
                <a:cxnLst/>
                <a:rect l="l" t="t" r="r" b="b"/>
                <a:pathLst>
                  <a:path w="556" h="435" extrusionOk="0">
                    <a:moveTo>
                      <a:pt x="274" y="0"/>
                    </a:moveTo>
                    <a:cubicBezTo>
                      <a:pt x="245" y="0"/>
                      <a:pt x="215" y="6"/>
                      <a:pt x="186" y="18"/>
                    </a:cubicBezTo>
                    <a:lnTo>
                      <a:pt x="83" y="121"/>
                    </a:lnTo>
                    <a:cubicBezTo>
                      <a:pt x="1" y="286"/>
                      <a:pt x="116" y="434"/>
                      <a:pt x="258" y="434"/>
                    </a:cubicBezTo>
                    <a:cubicBezTo>
                      <a:pt x="293" y="434"/>
                      <a:pt x="330" y="425"/>
                      <a:pt x="366" y="405"/>
                    </a:cubicBezTo>
                    <a:lnTo>
                      <a:pt x="469" y="327"/>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35"/>
              <p:cNvSpPr/>
              <p:nvPr/>
            </p:nvSpPr>
            <p:spPr>
              <a:xfrm>
                <a:off x="997875" y="1142950"/>
                <a:ext cx="13875" cy="11050"/>
              </a:xfrm>
              <a:custGeom>
                <a:avLst/>
                <a:gdLst/>
                <a:ahLst/>
                <a:cxnLst/>
                <a:rect l="l" t="t" r="r" b="b"/>
                <a:pathLst>
                  <a:path w="555" h="442" extrusionOk="0">
                    <a:moveTo>
                      <a:pt x="288" y="0"/>
                    </a:moveTo>
                    <a:cubicBezTo>
                      <a:pt x="255" y="0"/>
                      <a:pt x="221" y="8"/>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35"/>
              <p:cNvSpPr/>
              <p:nvPr/>
            </p:nvSpPr>
            <p:spPr>
              <a:xfrm>
                <a:off x="2131675" y="1184125"/>
                <a:ext cx="13850" cy="11050"/>
              </a:xfrm>
              <a:custGeom>
                <a:avLst/>
                <a:gdLst/>
                <a:ahLst/>
                <a:cxnLst/>
                <a:rect l="l" t="t" r="r" b="b"/>
                <a:pathLst>
                  <a:path w="554" h="442" extrusionOk="0">
                    <a:moveTo>
                      <a:pt x="297" y="0"/>
                    </a:moveTo>
                    <a:cubicBezTo>
                      <a:pt x="262" y="0"/>
                      <a:pt x="225" y="9"/>
                      <a:pt x="187" y="28"/>
                    </a:cubicBezTo>
                    <a:lnTo>
                      <a:pt x="84" y="131"/>
                    </a:lnTo>
                    <a:cubicBezTo>
                      <a:pt x="0" y="278"/>
                      <a:pt x="121" y="441"/>
                      <a:pt x="280" y="441"/>
                    </a:cubicBezTo>
                    <a:cubicBezTo>
                      <a:pt x="317" y="441"/>
                      <a:pt x="355" y="433"/>
                      <a:pt x="393" y="414"/>
                    </a:cubicBezTo>
                    <a:lnTo>
                      <a:pt x="470" y="311"/>
                    </a:lnTo>
                    <a:cubicBezTo>
                      <a:pt x="554" y="164"/>
                      <a:pt x="450" y="0"/>
                      <a:pt x="29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35"/>
              <p:cNvSpPr/>
              <p:nvPr/>
            </p:nvSpPr>
            <p:spPr>
              <a:xfrm>
                <a:off x="2517125" y="1356150"/>
                <a:ext cx="13900" cy="10875"/>
              </a:xfrm>
              <a:custGeom>
                <a:avLst/>
                <a:gdLst/>
                <a:ahLst/>
                <a:cxnLst/>
                <a:rect l="l" t="t" r="r" b="b"/>
                <a:pathLst>
                  <a:path w="556" h="435" extrusionOk="0">
                    <a:moveTo>
                      <a:pt x="274" y="1"/>
                    </a:moveTo>
                    <a:cubicBezTo>
                      <a:pt x="245" y="1"/>
                      <a:pt x="215" y="7"/>
                      <a:pt x="186" y="19"/>
                    </a:cubicBezTo>
                    <a:cubicBezTo>
                      <a:pt x="161" y="19"/>
                      <a:pt x="109" y="70"/>
                      <a:pt x="83" y="122"/>
                    </a:cubicBez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35"/>
              <p:cNvSpPr/>
              <p:nvPr/>
            </p:nvSpPr>
            <p:spPr>
              <a:xfrm>
                <a:off x="2863325" y="2411425"/>
                <a:ext cx="13350" cy="10900"/>
              </a:xfrm>
              <a:custGeom>
                <a:avLst/>
                <a:gdLst/>
                <a:ahLst/>
                <a:cxnLst/>
                <a:rect l="l" t="t" r="r" b="b"/>
                <a:pathLst>
                  <a:path w="534" h="436" extrusionOk="0">
                    <a:moveTo>
                      <a:pt x="257" y="1"/>
                    </a:moveTo>
                    <a:cubicBezTo>
                      <a:pt x="226" y="1"/>
                      <a:pt x="193" y="7"/>
                      <a:pt x="160" y="19"/>
                    </a:cubicBezTo>
                    <a:lnTo>
                      <a:pt x="83" y="122"/>
                    </a:lnTo>
                    <a:cubicBezTo>
                      <a:pt x="0" y="287"/>
                      <a:pt x="99" y="435"/>
                      <a:pt x="247" y="435"/>
                    </a:cubicBezTo>
                    <a:cubicBezTo>
                      <a:pt x="285" y="435"/>
                      <a:pt x="325" y="426"/>
                      <a:pt x="366" y="405"/>
                    </a:cubicBezTo>
                    <a:lnTo>
                      <a:pt x="469" y="328"/>
                    </a:lnTo>
                    <a:cubicBezTo>
                      <a:pt x="534"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35"/>
              <p:cNvSpPr/>
              <p:nvPr/>
            </p:nvSpPr>
            <p:spPr>
              <a:xfrm>
                <a:off x="2663975" y="2599900"/>
                <a:ext cx="11600" cy="10725"/>
              </a:xfrm>
              <a:custGeom>
                <a:avLst/>
                <a:gdLst/>
                <a:ahLst/>
                <a:cxnLst/>
                <a:rect l="l" t="t" r="r" b="b"/>
                <a:pathLst>
                  <a:path w="464" h="429" extrusionOk="0">
                    <a:moveTo>
                      <a:pt x="194" y="1"/>
                    </a:moveTo>
                    <a:cubicBezTo>
                      <a:pt x="151" y="1"/>
                      <a:pt x="110" y="15"/>
                      <a:pt x="78" y="47"/>
                    </a:cubicBezTo>
                    <a:cubicBezTo>
                      <a:pt x="1" y="124"/>
                      <a:pt x="1" y="253"/>
                      <a:pt x="104" y="356"/>
                    </a:cubicBezTo>
                    <a:cubicBezTo>
                      <a:pt x="148" y="401"/>
                      <a:pt x="211" y="428"/>
                      <a:pt x="270" y="428"/>
                    </a:cubicBezTo>
                    <a:cubicBezTo>
                      <a:pt x="313" y="428"/>
                      <a:pt x="354" y="414"/>
                      <a:pt x="387" y="382"/>
                    </a:cubicBezTo>
                    <a:cubicBezTo>
                      <a:pt x="464" y="305"/>
                      <a:pt x="464" y="176"/>
                      <a:pt x="361" y="73"/>
                    </a:cubicBezTo>
                    <a:cubicBezTo>
                      <a:pt x="316" y="28"/>
                      <a:pt x="254" y="1"/>
                      <a:pt x="1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35"/>
              <p:cNvSpPr/>
              <p:nvPr/>
            </p:nvSpPr>
            <p:spPr>
              <a:xfrm>
                <a:off x="2489350" y="2981550"/>
                <a:ext cx="13375" cy="10875"/>
              </a:xfrm>
              <a:custGeom>
                <a:avLst/>
                <a:gdLst/>
                <a:ahLst/>
                <a:cxnLst/>
                <a:rect l="l" t="t" r="r" b="b"/>
                <a:pathLst>
                  <a:path w="535" h="435" extrusionOk="0">
                    <a:moveTo>
                      <a:pt x="262" y="0"/>
                    </a:moveTo>
                    <a:cubicBezTo>
                      <a:pt x="231" y="0"/>
                      <a:pt x="198" y="6"/>
                      <a:pt x="165" y="18"/>
                    </a:cubicBezTo>
                    <a:lnTo>
                      <a:pt x="62" y="121"/>
                    </a:lnTo>
                    <a:cubicBezTo>
                      <a:pt x="0" y="286"/>
                      <a:pt x="103" y="434"/>
                      <a:pt x="252" y="434"/>
                    </a:cubicBezTo>
                    <a:cubicBezTo>
                      <a:pt x="289" y="434"/>
                      <a:pt x="330" y="425"/>
                      <a:pt x="371" y="404"/>
                    </a:cubicBezTo>
                    <a:lnTo>
                      <a:pt x="448" y="327"/>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35"/>
              <p:cNvSpPr/>
              <p:nvPr/>
            </p:nvSpPr>
            <p:spPr>
              <a:xfrm>
                <a:off x="1711475" y="2200800"/>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35"/>
              <p:cNvSpPr/>
              <p:nvPr/>
            </p:nvSpPr>
            <p:spPr>
              <a:xfrm>
                <a:off x="2507450" y="1811500"/>
                <a:ext cx="13875" cy="11050"/>
              </a:xfrm>
              <a:custGeom>
                <a:avLst/>
                <a:gdLst/>
                <a:ahLst/>
                <a:cxnLst/>
                <a:rect l="l" t="t" r="r" b="b"/>
                <a:pathLst>
                  <a:path w="555" h="442" extrusionOk="0">
                    <a:moveTo>
                      <a:pt x="288" y="0"/>
                    </a:moveTo>
                    <a:cubicBezTo>
                      <a:pt x="255" y="0"/>
                      <a:pt x="221" y="9"/>
                      <a:pt x="187" y="28"/>
                    </a:cubicBezTo>
                    <a:lnTo>
                      <a:pt x="84" y="131"/>
                    </a:lnTo>
                    <a:cubicBezTo>
                      <a:pt x="0" y="278"/>
                      <a:pt x="122" y="441"/>
                      <a:pt x="267" y="441"/>
                    </a:cubicBezTo>
                    <a:cubicBezTo>
                      <a:pt x="300" y="441"/>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35"/>
              <p:cNvSpPr/>
              <p:nvPr/>
            </p:nvSpPr>
            <p:spPr>
              <a:xfrm>
                <a:off x="2930075" y="1940175"/>
                <a:ext cx="13350" cy="11075"/>
              </a:xfrm>
              <a:custGeom>
                <a:avLst/>
                <a:gdLst/>
                <a:ahLst/>
                <a:cxnLst/>
                <a:rect l="l" t="t" r="r" b="b"/>
                <a:pathLst>
                  <a:path w="534" h="443" extrusionOk="0">
                    <a:moveTo>
                      <a:pt x="267" y="1"/>
                    </a:moveTo>
                    <a:cubicBezTo>
                      <a:pt x="234" y="1"/>
                      <a:pt x="200" y="9"/>
                      <a:pt x="167" y="29"/>
                    </a:cubicBezTo>
                    <a:lnTo>
                      <a:pt x="64" y="131"/>
                    </a:lnTo>
                    <a:cubicBezTo>
                      <a:pt x="1" y="278"/>
                      <a:pt x="109" y="442"/>
                      <a:pt x="248" y="442"/>
                    </a:cubicBezTo>
                    <a:cubicBezTo>
                      <a:pt x="280" y="442"/>
                      <a:pt x="314" y="434"/>
                      <a:pt x="347" y="415"/>
                    </a:cubicBezTo>
                    <a:lnTo>
                      <a:pt x="450" y="312"/>
                    </a:lnTo>
                    <a:cubicBezTo>
                      <a:pt x="534" y="165"/>
                      <a:pt x="413"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35"/>
              <p:cNvSpPr/>
              <p:nvPr/>
            </p:nvSpPr>
            <p:spPr>
              <a:xfrm>
                <a:off x="2670250" y="2246475"/>
                <a:ext cx="13350" cy="11050"/>
              </a:xfrm>
              <a:custGeom>
                <a:avLst/>
                <a:gdLst/>
                <a:ahLst/>
                <a:cxnLst/>
                <a:rect l="l" t="t" r="r" b="b"/>
                <a:pathLst>
                  <a:path w="534" h="442" extrusionOk="0">
                    <a:moveTo>
                      <a:pt x="272" y="1"/>
                    </a:moveTo>
                    <a:cubicBezTo>
                      <a:pt x="237" y="1"/>
                      <a:pt x="200" y="9"/>
                      <a:pt x="161" y="28"/>
                    </a:cubicBezTo>
                    <a:cubicBezTo>
                      <a:pt x="110" y="54"/>
                      <a:pt x="84" y="105"/>
                      <a:pt x="84" y="131"/>
                    </a:cubicBezTo>
                    <a:cubicBezTo>
                      <a:pt x="0" y="278"/>
                      <a:pt x="104" y="442"/>
                      <a:pt x="257" y="442"/>
                    </a:cubicBezTo>
                    <a:cubicBezTo>
                      <a:pt x="292" y="442"/>
                      <a:pt x="329" y="433"/>
                      <a:pt x="367" y="414"/>
                    </a:cubicBezTo>
                    <a:lnTo>
                      <a:pt x="470" y="311"/>
                    </a:lnTo>
                    <a:cubicBezTo>
                      <a:pt x="533" y="164"/>
                      <a:pt x="425"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35"/>
              <p:cNvSpPr/>
              <p:nvPr/>
            </p:nvSpPr>
            <p:spPr>
              <a:xfrm>
                <a:off x="2744875" y="1696325"/>
                <a:ext cx="13350" cy="11050"/>
              </a:xfrm>
              <a:custGeom>
                <a:avLst/>
                <a:gdLst/>
                <a:ahLst/>
                <a:cxnLst/>
                <a:rect l="l" t="t" r="r" b="b"/>
                <a:pathLst>
                  <a:path w="534" h="442" extrusionOk="0">
                    <a:moveTo>
                      <a:pt x="286" y="0"/>
                    </a:moveTo>
                    <a:cubicBezTo>
                      <a:pt x="255" y="0"/>
                      <a:pt x="221" y="9"/>
                      <a:pt x="188" y="28"/>
                    </a:cubicBezTo>
                    <a:lnTo>
                      <a:pt x="85" y="131"/>
                    </a:lnTo>
                    <a:cubicBezTo>
                      <a:pt x="1" y="277"/>
                      <a:pt x="122" y="441"/>
                      <a:pt x="267" y="441"/>
                    </a:cubicBezTo>
                    <a:cubicBezTo>
                      <a:pt x="300" y="441"/>
                      <a:pt x="335"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35"/>
              <p:cNvSpPr/>
              <p:nvPr/>
            </p:nvSpPr>
            <p:spPr>
              <a:xfrm>
                <a:off x="2844800" y="1491650"/>
                <a:ext cx="11600" cy="10500"/>
              </a:xfrm>
              <a:custGeom>
                <a:avLst/>
                <a:gdLst/>
                <a:ahLst/>
                <a:cxnLst/>
                <a:rect l="l" t="t" r="r" b="b"/>
                <a:pathLst>
                  <a:path w="464" h="420" extrusionOk="0">
                    <a:moveTo>
                      <a:pt x="208" y="1"/>
                    </a:moveTo>
                    <a:cubicBezTo>
                      <a:pt x="160" y="1"/>
                      <a:pt x="113" y="20"/>
                      <a:pt x="77" y="56"/>
                    </a:cubicBezTo>
                    <a:cubicBezTo>
                      <a:pt x="0" y="133"/>
                      <a:pt x="0" y="261"/>
                      <a:pt x="77" y="339"/>
                    </a:cubicBezTo>
                    <a:cubicBezTo>
                      <a:pt x="132" y="394"/>
                      <a:pt x="195" y="419"/>
                      <a:pt x="253" y="419"/>
                    </a:cubicBezTo>
                    <a:cubicBezTo>
                      <a:pt x="303" y="419"/>
                      <a:pt x="350" y="400"/>
                      <a:pt x="386" y="364"/>
                    </a:cubicBezTo>
                    <a:cubicBezTo>
                      <a:pt x="463" y="287"/>
                      <a:pt x="463" y="159"/>
                      <a:pt x="360" y="81"/>
                    </a:cubicBezTo>
                    <a:cubicBezTo>
                      <a:pt x="319" y="26"/>
                      <a:pt x="263" y="1"/>
                      <a:pt x="20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35"/>
              <p:cNvSpPr/>
              <p:nvPr/>
            </p:nvSpPr>
            <p:spPr>
              <a:xfrm>
                <a:off x="2930775" y="1594875"/>
                <a:ext cx="13475" cy="11250"/>
              </a:xfrm>
              <a:custGeom>
                <a:avLst/>
                <a:gdLst/>
                <a:ahLst/>
                <a:cxnLst/>
                <a:rect l="l" t="t" r="r" b="b"/>
                <a:pathLst>
                  <a:path w="539" h="450" extrusionOk="0">
                    <a:moveTo>
                      <a:pt x="261" y="1"/>
                    </a:moveTo>
                    <a:cubicBezTo>
                      <a:pt x="230" y="1"/>
                      <a:pt x="198" y="6"/>
                      <a:pt x="165" y="19"/>
                    </a:cubicBezTo>
                    <a:lnTo>
                      <a:pt x="87" y="122"/>
                    </a:lnTo>
                    <a:cubicBezTo>
                      <a:pt x="1" y="295"/>
                      <a:pt x="114" y="449"/>
                      <a:pt x="274" y="449"/>
                    </a:cubicBezTo>
                    <a:cubicBezTo>
                      <a:pt x="304" y="449"/>
                      <a:pt x="337" y="443"/>
                      <a:pt x="370" y="431"/>
                    </a:cubicBezTo>
                    <a:lnTo>
                      <a:pt x="473" y="328"/>
                    </a:lnTo>
                    <a:cubicBezTo>
                      <a:pt x="538" y="155"/>
                      <a:pt x="422" y="1"/>
                      <a:pt x="26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35"/>
              <p:cNvSpPr/>
              <p:nvPr/>
            </p:nvSpPr>
            <p:spPr>
              <a:xfrm>
                <a:off x="3056900" y="1724625"/>
                <a:ext cx="13950" cy="10825"/>
              </a:xfrm>
              <a:custGeom>
                <a:avLst/>
                <a:gdLst/>
                <a:ahLst/>
                <a:cxnLst/>
                <a:rect l="l" t="t" r="r" b="b"/>
                <a:pathLst>
                  <a:path w="558" h="433" extrusionOk="0">
                    <a:moveTo>
                      <a:pt x="291" y="1"/>
                    </a:moveTo>
                    <a:cubicBezTo>
                      <a:pt x="258" y="1"/>
                      <a:pt x="223" y="9"/>
                      <a:pt x="190" y="28"/>
                    </a:cubicBezTo>
                    <a:lnTo>
                      <a:pt x="87" y="131"/>
                    </a:lnTo>
                    <a:cubicBezTo>
                      <a:pt x="1" y="282"/>
                      <a:pt x="131" y="433"/>
                      <a:pt x="281" y="433"/>
                    </a:cubicBezTo>
                    <a:cubicBezTo>
                      <a:pt x="311" y="433"/>
                      <a:pt x="341" y="427"/>
                      <a:pt x="370" y="414"/>
                    </a:cubicBezTo>
                    <a:lnTo>
                      <a:pt x="473" y="311"/>
                    </a:lnTo>
                    <a:cubicBezTo>
                      <a:pt x="557" y="164"/>
                      <a:pt x="436" y="1"/>
                      <a:pt x="29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35"/>
              <p:cNvSpPr/>
              <p:nvPr/>
            </p:nvSpPr>
            <p:spPr>
              <a:xfrm>
                <a:off x="2860750" y="970075"/>
                <a:ext cx="13900" cy="10875"/>
              </a:xfrm>
              <a:custGeom>
                <a:avLst/>
                <a:gdLst/>
                <a:ahLst/>
                <a:cxnLst/>
                <a:rect l="l" t="t" r="r" b="b"/>
                <a:pathLst>
                  <a:path w="556" h="435" extrusionOk="0">
                    <a:moveTo>
                      <a:pt x="274" y="1"/>
                    </a:moveTo>
                    <a:cubicBezTo>
                      <a:pt x="245" y="1"/>
                      <a:pt x="215" y="6"/>
                      <a:pt x="186" y="19"/>
                    </a:cubicBezTo>
                    <a:cubicBezTo>
                      <a:pt x="134" y="70"/>
                      <a:pt x="83" y="96"/>
                      <a:pt x="83" y="122"/>
                    </a:cubicBezTo>
                    <a:cubicBezTo>
                      <a:pt x="0" y="287"/>
                      <a:pt x="116"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35"/>
              <p:cNvSpPr/>
              <p:nvPr/>
            </p:nvSpPr>
            <p:spPr>
              <a:xfrm>
                <a:off x="2190875" y="1155175"/>
                <a:ext cx="13325" cy="11050"/>
              </a:xfrm>
              <a:custGeom>
                <a:avLst/>
                <a:gdLst/>
                <a:ahLst/>
                <a:cxnLst/>
                <a:rect l="l" t="t" r="r" b="b"/>
                <a:pathLst>
                  <a:path w="533" h="442" extrusionOk="0">
                    <a:moveTo>
                      <a:pt x="271" y="0"/>
                    </a:moveTo>
                    <a:cubicBezTo>
                      <a:pt x="237" y="0"/>
                      <a:pt x="199" y="9"/>
                      <a:pt x="161" y="28"/>
                    </a:cubicBezTo>
                    <a:cubicBezTo>
                      <a:pt x="110" y="53"/>
                      <a:pt x="84" y="79"/>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35"/>
              <p:cNvSpPr/>
              <p:nvPr/>
            </p:nvSpPr>
            <p:spPr>
              <a:xfrm>
                <a:off x="2215875" y="1192075"/>
                <a:ext cx="13375" cy="10875"/>
              </a:xfrm>
              <a:custGeom>
                <a:avLst/>
                <a:gdLst/>
                <a:ahLst/>
                <a:cxnLst/>
                <a:rect l="l" t="t" r="r" b="b"/>
                <a:pathLst>
                  <a:path w="535" h="435" extrusionOk="0">
                    <a:moveTo>
                      <a:pt x="262" y="0"/>
                    </a:moveTo>
                    <a:cubicBezTo>
                      <a:pt x="231" y="0"/>
                      <a:pt x="198" y="6"/>
                      <a:pt x="165" y="19"/>
                    </a:cubicBezTo>
                    <a:cubicBezTo>
                      <a:pt x="139" y="19"/>
                      <a:pt x="113"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35"/>
              <p:cNvSpPr/>
              <p:nvPr/>
            </p:nvSpPr>
            <p:spPr>
              <a:xfrm>
                <a:off x="1894100" y="1039975"/>
                <a:ext cx="13350" cy="11075"/>
              </a:xfrm>
              <a:custGeom>
                <a:avLst/>
                <a:gdLst/>
                <a:ahLst/>
                <a:cxnLst/>
                <a:rect l="l" t="t" r="r" b="b"/>
                <a:pathLst>
                  <a:path w="534" h="443" extrusionOk="0">
                    <a:moveTo>
                      <a:pt x="277" y="1"/>
                    </a:moveTo>
                    <a:cubicBezTo>
                      <a:pt x="242" y="1"/>
                      <a:pt x="205" y="9"/>
                      <a:pt x="167" y="28"/>
                    </a:cubicBezTo>
                    <a:lnTo>
                      <a:pt x="64" y="131"/>
                    </a:lnTo>
                    <a:cubicBezTo>
                      <a:pt x="1" y="278"/>
                      <a:pt x="109" y="442"/>
                      <a:pt x="262" y="442"/>
                    </a:cubicBezTo>
                    <a:cubicBezTo>
                      <a:pt x="297" y="442"/>
                      <a:pt x="334" y="434"/>
                      <a:pt x="373" y="414"/>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35"/>
              <p:cNvSpPr/>
              <p:nvPr/>
            </p:nvSpPr>
            <p:spPr>
              <a:xfrm>
                <a:off x="1383250" y="1524450"/>
                <a:ext cx="13375" cy="10875"/>
              </a:xfrm>
              <a:custGeom>
                <a:avLst/>
                <a:gdLst/>
                <a:ahLst/>
                <a:cxnLst/>
                <a:rect l="l" t="t" r="r" b="b"/>
                <a:pathLst>
                  <a:path w="535" h="435" extrusionOk="0">
                    <a:moveTo>
                      <a:pt x="283" y="1"/>
                    </a:moveTo>
                    <a:cubicBezTo>
                      <a:pt x="245" y="1"/>
                      <a:pt x="205" y="10"/>
                      <a:pt x="164" y="30"/>
                    </a:cubicBezTo>
                    <a:cubicBezTo>
                      <a:pt x="113" y="56"/>
                      <a:pt x="87" y="82"/>
                      <a:pt x="87" y="108"/>
                    </a:cubicBez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35"/>
              <p:cNvSpPr/>
              <p:nvPr/>
            </p:nvSpPr>
            <p:spPr>
              <a:xfrm>
                <a:off x="1839450" y="17100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35"/>
              <p:cNvSpPr/>
              <p:nvPr/>
            </p:nvSpPr>
            <p:spPr>
              <a:xfrm>
                <a:off x="1196700" y="1927950"/>
                <a:ext cx="13350" cy="11075"/>
              </a:xfrm>
              <a:custGeom>
                <a:avLst/>
                <a:gdLst/>
                <a:ahLst/>
                <a:cxnLst/>
                <a:rect l="l" t="t" r="r" b="b"/>
                <a:pathLst>
                  <a:path w="534" h="443" extrusionOk="0">
                    <a:moveTo>
                      <a:pt x="272" y="1"/>
                    </a:moveTo>
                    <a:cubicBezTo>
                      <a:pt x="237" y="1"/>
                      <a:pt x="200" y="9"/>
                      <a:pt x="162" y="29"/>
                    </a:cubicBezTo>
                    <a:lnTo>
                      <a:pt x="85" y="131"/>
                    </a:lnTo>
                    <a:cubicBezTo>
                      <a:pt x="1" y="278"/>
                      <a:pt x="105" y="442"/>
                      <a:pt x="258" y="442"/>
                    </a:cubicBezTo>
                    <a:cubicBezTo>
                      <a:pt x="292" y="442"/>
                      <a:pt x="330" y="434"/>
                      <a:pt x="368" y="415"/>
                    </a:cubicBezTo>
                    <a:lnTo>
                      <a:pt x="471" y="312"/>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35"/>
              <p:cNvSpPr/>
              <p:nvPr/>
            </p:nvSpPr>
            <p:spPr>
              <a:xfrm>
                <a:off x="1158675" y="2142175"/>
                <a:ext cx="13900" cy="10875"/>
              </a:xfrm>
              <a:custGeom>
                <a:avLst/>
                <a:gdLst/>
                <a:ahLst/>
                <a:cxnLst/>
                <a:rect l="l" t="t" r="r" b="b"/>
                <a:pathLst>
                  <a:path w="556" h="435" extrusionOk="0">
                    <a:moveTo>
                      <a:pt x="299" y="1"/>
                    </a:moveTo>
                    <a:cubicBezTo>
                      <a:pt x="263" y="1"/>
                      <a:pt x="226" y="10"/>
                      <a:pt x="190" y="30"/>
                    </a:cubicBezTo>
                    <a:lnTo>
                      <a:pt x="87" y="108"/>
                    </a:lnTo>
                    <a:cubicBezTo>
                      <a:pt x="1" y="280"/>
                      <a:pt x="132" y="435"/>
                      <a:pt x="282" y="435"/>
                    </a:cubicBezTo>
                    <a:cubicBezTo>
                      <a:pt x="311" y="435"/>
                      <a:pt x="341" y="429"/>
                      <a:pt x="370" y="416"/>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35"/>
              <p:cNvSpPr/>
              <p:nvPr/>
            </p:nvSpPr>
            <p:spPr>
              <a:xfrm>
                <a:off x="1555150" y="1011900"/>
                <a:ext cx="13900" cy="10875"/>
              </a:xfrm>
              <a:custGeom>
                <a:avLst/>
                <a:gdLst/>
                <a:ahLst/>
                <a:cxnLst/>
                <a:rect l="l" t="t" r="r" b="b"/>
                <a:pathLst>
                  <a:path w="556" h="435" extrusionOk="0">
                    <a:moveTo>
                      <a:pt x="274" y="1"/>
                    </a:moveTo>
                    <a:cubicBezTo>
                      <a:pt x="245" y="1"/>
                      <a:pt x="215" y="6"/>
                      <a:pt x="186" y="19"/>
                    </a:cubicBezTo>
                    <a:lnTo>
                      <a:pt x="83" y="122"/>
                    </a:lnTo>
                    <a:cubicBezTo>
                      <a:pt x="1" y="287"/>
                      <a:pt x="116" y="435"/>
                      <a:pt x="258" y="435"/>
                    </a:cubicBezTo>
                    <a:cubicBezTo>
                      <a:pt x="293" y="435"/>
                      <a:pt x="330" y="426"/>
                      <a:pt x="366" y="405"/>
                    </a:cubicBezTo>
                    <a:lnTo>
                      <a:pt x="469" y="328"/>
                    </a:lnTo>
                    <a:cubicBezTo>
                      <a:pt x="556" y="155"/>
                      <a:pt x="425"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35"/>
              <p:cNvSpPr/>
              <p:nvPr/>
            </p:nvSpPr>
            <p:spPr>
              <a:xfrm>
                <a:off x="1337525" y="1629625"/>
                <a:ext cx="13400" cy="10875"/>
              </a:xfrm>
              <a:custGeom>
                <a:avLst/>
                <a:gdLst/>
                <a:ahLst/>
                <a:cxnLst/>
                <a:rect l="l" t="t" r="r" b="b"/>
                <a:pathLst>
                  <a:path w="536" h="435" extrusionOk="0">
                    <a:moveTo>
                      <a:pt x="263" y="1"/>
                    </a:moveTo>
                    <a:cubicBezTo>
                      <a:pt x="232" y="1"/>
                      <a:pt x="199" y="6"/>
                      <a:pt x="166" y="19"/>
                    </a:cubicBezTo>
                    <a:cubicBezTo>
                      <a:pt x="140" y="19"/>
                      <a:pt x="114" y="70"/>
                      <a:pt x="63" y="122"/>
                    </a:cubicBezTo>
                    <a:cubicBezTo>
                      <a:pt x="1" y="287"/>
                      <a:pt x="104" y="435"/>
                      <a:pt x="253" y="435"/>
                    </a:cubicBezTo>
                    <a:cubicBezTo>
                      <a:pt x="290" y="435"/>
                      <a:pt x="330" y="426"/>
                      <a:pt x="372" y="405"/>
                    </a:cubicBezTo>
                    <a:lnTo>
                      <a:pt x="449" y="328"/>
                    </a:lnTo>
                    <a:cubicBezTo>
                      <a:pt x="535" y="155"/>
                      <a:pt x="423" y="1"/>
                      <a:pt x="26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35"/>
              <p:cNvSpPr/>
              <p:nvPr/>
            </p:nvSpPr>
            <p:spPr>
              <a:xfrm>
                <a:off x="1380750" y="1786400"/>
                <a:ext cx="13850" cy="11050"/>
              </a:xfrm>
              <a:custGeom>
                <a:avLst/>
                <a:gdLst/>
                <a:ahLst/>
                <a:cxnLst/>
                <a:rect l="l" t="t" r="r" b="b"/>
                <a:pathLst>
                  <a:path w="554" h="442" extrusionOk="0">
                    <a:moveTo>
                      <a:pt x="288" y="0"/>
                    </a:moveTo>
                    <a:cubicBezTo>
                      <a:pt x="255" y="0"/>
                      <a:pt x="220" y="9"/>
                      <a:pt x="187" y="28"/>
                    </a:cubicBezTo>
                    <a:cubicBezTo>
                      <a:pt x="135" y="28"/>
                      <a:pt x="110" y="54"/>
                      <a:pt x="84" y="131"/>
                    </a:cubicBezTo>
                    <a:cubicBezTo>
                      <a:pt x="0" y="278"/>
                      <a:pt x="121" y="442"/>
                      <a:pt x="266" y="442"/>
                    </a:cubicBezTo>
                    <a:cubicBezTo>
                      <a:pt x="299" y="442"/>
                      <a:pt x="334" y="433"/>
                      <a:pt x="367" y="414"/>
                    </a:cubicBezTo>
                    <a:lnTo>
                      <a:pt x="470"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35"/>
              <p:cNvSpPr/>
              <p:nvPr/>
            </p:nvSpPr>
            <p:spPr>
              <a:xfrm>
                <a:off x="1183850" y="2426650"/>
                <a:ext cx="13325" cy="11050"/>
              </a:xfrm>
              <a:custGeom>
                <a:avLst/>
                <a:gdLst/>
                <a:ahLst/>
                <a:cxnLst/>
                <a:rect l="l" t="t" r="r" b="b"/>
                <a:pathLst>
                  <a:path w="533" h="442" extrusionOk="0">
                    <a:moveTo>
                      <a:pt x="271" y="0"/>
                    </a:moveTo>
                    <a:cubicBezTo>
                      <a:pt x="237" y="0"/>
                      <a:pt x="199" y="9"/>
                      <a:pt x="161" y="28"/>
                    </a:cubicBezTo>
                    <a:cubicBezTo>
                      <a:pt x="110" y="54"/>
                      <a:pt x="84" y="105"/>
                      <a:pt x="84" y="131"/>
                    </a:cubicBezTo>
                    <a:cubicBezTo>
                      <a:pt x="0" y="278"/>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35"/>
              <p:cNvSpPr/>
              <p:nvPr/>
            </p:nvSpPr>
            <p:spPr>
              <a:xfrm>
                <a:off x="922475" y="2140300"/>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35"/>
              <p:cNvSpPr/>
              <p:nvPr/>
            </p:nvSpPr>
            <p:spPr>
              <a:xfrm>
                <a:off x="656775" y="1054725"/>
                <a:ext cx="13375" cy="10875"/>
              </a:xfrm>
              <a:custGeom>
                <a:avLst/>
                <a:gdLst/>
                <a:ahLst/>
                <a:cxnLst/>
                <a:rect l="l" t="t" r="r" b="b"/>
                <a:pathLst>
                  <a:path w="535" h="435" extrusionOk="0">
                    <a:moveTo>
                      <a:pt x="283" y="1"/>
                    </a:moveTo>
                    <a:cubicBezTo>
                      <a:pt x="246" y="1"/>
                      <a:pt x="205" y="10"/>
                      <a:pt x="164" y="30"/>
                    </a:cubicBezTo>
                    <a:cubicBezTo>
                      <a:pt x="139" y="30"/>
                      <a:pt x="113" y="82"/>
                      <a:pt x="87" y="108"/>
                    </a:cubicBezTo>
                    <a:cubicBezTo>
                      <a:pt x="1"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35"/>
              <p:cNvSpPr/>
              <p:nvPr/>
            </p:nvSpPr>
            <p:spPr>
              <a:xfrm>
                <a:off x="620850" y="1327200"/>
                <a:ext cx="13250" cy="10875"/>
              </a:xfrm>
              <a:custGeom>
                <a:avLst/>
                <a:gdLst/>
                <a:ahLst/>
                <a:cxnLst/>
                <a:rect l="l" t="t" r="r" b="b"/>
                <a:pathLst>
                  <a:path w="530" h="435" extrusionOk="0">
                    <a:moveTo>
                      <a:pt x="257" y="1"/>
                    </a:moveTo>
                    <a:cubicBezTo>
                      <a:pt x="226" y="1"/>
                      <a:pt x="193" y="6"/>
                      <a:pt x="160" y="19"/>
                    </a:cubicBezTo>
                    <a:cubicBezTo>
                      <a:pt x="134" y="19"/>
                      <a:pt x="108" y="70"/>
                      <a:pt x="83" y="122"/>
                    </a:cubicBezTo>
                    <a:cubicBezTo>
                      <a:pt x="0" y="286"/>
                      <a:pt x="99" y="435"/>
                      <a:pt x="247" y="435"/>
                    </a:cubicBezTo>
                    <a:cubicBezTo>
                      <a:pt x="284" y="435"/>
                      <a:pt x="325" y="425"/>
                      <a:pt x="366" y="405"/>
                    </a:cubicBezTo>
                    <a:lnTo>
                      <a:pt x="443" y="328"/>
                    </a:lnTo>
                    <a:cubicBezTo>
                      <a:pt x="529"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35"/>
              <p:cNvSpPr/>
              <p:nvPr/>
            </p:nvSpPr>
            <p:spPr>
              <a:xfrm>
                <a:off x="566050" y="1157675"/>
                <a:ext cx="13375" cy="10875"/>
              </a:xfrm>
              <a:custGeom>
                <a:avLst/>
                <a:gdLst/>
                <a:ahLst/>
                <a:cxnLst/>
                <a:rect l="l" t="t" r="r" b="b"/>
                <a:pathLst>
                  <a:path w="535" h="435" extrusionOk="0">
                    <a:moveTo>
                      <a:pt x="283" y="1"/>
                    </a:moveTo>
                    <a:cubicBezTo>
                      <a:pt x="245" y="1"/>
                      <a:pt x="205" y="10"/>
                      <a:pt x="164" y="31"/>
                    </a:cubicBezTo>
                    <a:lnTo>
                      <a:pt x="87" y="108"/>
                    </a:lnTo>
                    <a:cubicBezTo>
                      <a:pt x="1" y="280"/>
                      <a:pt x="113" y="435"/>
                      <a:pt x="273" y="435"/>
                    </a:cubicBezTo>
                    <a:cubicBezTo>
                      <a:pt x="304" y="435"/>
                      <a:pt x="337" y="429"/>
                      <a:pt x="370" y="417"/>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35"/>
              <p:cNvSpPr/>
              <p:nvPr/>
            </p:nvSpPr>
            <p:spPr>
              <a:xfrm>
                <a:off x="553250" y="2108125"/>
                <a:ext cx="13225" cy="11050"/>
              </a:xfrm>
              <a:custGeom>
                <a:avLst/>
                <a:gdLst/>
                <a:ahLst/>
                <a:cxnLst/>
                <a:rect l="l" t="t" r="r" b="b"/>
                <a:pathLst>
                  <a:path w="529" h="442" extrusionOk="0">
                    <a:moveTo>
                      <a:pt x="272" y="1"/>
                    </a:moveTo>
                    <a:cubicBezTo>
                      <a:pt x="237" y="1"/>
                      <a:pt x="199" y="9"/>
                      <a:pt x="161" y="28"/>
                    </a:cubicBezTo>
                    <a:cubicBezTo>
                      <a:pt x="136" y="54"/>
                      <a:pt x="84" y="105"/>
                      <a:pt x="84" y="131"/>
                    </a:cubicBezTo>
                    <a:cubicBezTo>
                      <a:pt x="0" y="278"/>
                      <a:pt x="104" y="442"/>
                      <a:pt x="257" y="442"/>
                    </a:cubicBezTo>
                    <a:cubicBezTo>
                      <a:pt x="292" y="442"/>
                      <a:pt x="329" y="433"/>
                      <a:pt x="367" y="414"/>
                    </a:cubicBezTo>
                    <a:lnTo>
                      <a:pt x="444" y="311"/>
                    </a:lnTo>
                    <a:cubicBezTo>
                      <a:pt x="528" y="165"/>
                      <a:pt x="424"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35"/>
              <p:cNvSpPr/>
              <p:nvPr/>
            </p:nvSpPr>
            <p:spPr>
              <a:xfrm>
                <a:off x="570550" y="2038875"/>
                <a:ext cx="14000" cy="11225"/>
              </a:xfrm>
              <a:custGeom>
                <a:avLst/>
                <a:gdLst/>
                <a:ahLst/>
                <a:cxnLst/>
                <a:rect l="l" t="t" r="r" b="b"/>
                <a:pathLst>
                  <a:path w="560" h="449" extrusionOk="0">
                    <a:moveTo>
                      <a:pt x="278" y="0"/>
                    </a:moveTo>
                    <a:cubicBezTo>
                      <a:pt x="249" y="0"/>
                      <a:pt x="219" y="6"/>
                      <a:pt x="190" y="19"/>
                    </a:cubicBezTo>
                    <a:cubicBezTo>
                      <a:pt x="113" y="44"/>
                      <a:pt x="87" y="70"/>
                      <a:pt x="87" y="121"/>
                    </a:cubicBezTo>
                    <a:cubicBezTo>
                      <a:pt x="1" y="294"/>
                      <a:pt x="131" y="449"/>
                      <a:pt x="282" y="449"/>
                    </a:cubicBezTo>
                    <a:cubicBezTo>
                      <a:pt x="311" y="449"/>
                      <a:pt x="341" y="443"/>
                      <a:pt x="370" y="430"/>
                    </a:cubicBezTo>
                    <a:lnTo>
                      <a:pt x="473" y="327"/>
                    </a:lnTo>
                    <a:cubicBezTo>
                      <a:pt x="559" y="155"/>
                      <a:pt x="42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35"/>
              <p:cNvSpPr/>
              <p:nvPr/>
            </p:nvSpPr>
            <p:spPr>
              <a:xfrm>
                <a:off x="846700" y="2916550"/>
                <a:ext cx="13900" cy="10875"/>
              </a:xfrm>
              <a:custGeom>
                <a:avLst/>
                <a:gdLst/>
                <a:ahLst/>
                <a:cxnLst/>
                <a:rect l="l" t="t" r="r" b="b"/>
                <a:pathLst>
                  <a:path w="556" h="435" extrusionOk="0">
                    <a:moveTo>
                      <a:pt x="275" y="0"/>
                    </a:moveTo>
                    <a:cubicBezTo>
                      <a:pt x="245" y="0"/>
                      <a:pt x="215" y="6"/>
                      <a:pt x="186" y="19"/>
                    </a:cubicBezTo>
                    <a:cubicBezTo>
                      <a:pt x="134" y="19"/>
                      <a:pt x="109" y="70"/>
                      <a:pt x="83" y="122"/>
                    </a:cubicBezTo>
                    <a:cubicBezTo>
                      <a:pt x="1" y="286"/>
                      <a:pt x="116" y="435"/>
                      <a:pt x="258" y="435"/>
                    </a:cubicBezTo>
                    <a:cubicBezTo>
                      <a:pt x="293" y="435"/>
                      <a:pt x="330" y="425"/>
                      <a:pt x="366" y="405"/>
                    </a:cubicBezTo>
                    <a:lnTo>
                      <a:pt x="469" y="302"/>
                    </a:lnTo>
                    <a:cubicBezTo>
                      <a:pt x="555" y="151"/>
                      <a:pt x="425"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35"/>
              <p:cNvSpPr/>
              <p:nvPr/>
            </p:nvSpPr>
            <p:spPr>
              <a:xfrm>
                <a:off x="354450" y="2784400"/>
                <a:ext cx="13825" cy="11125"/>
              </a:xfrm>
              <a:custGeom>
                <a:avLst/>
                <a:gdLst/>
                <a:ahLst/>
                <a:cxnLst/>
                <a:rect l="l" t="t" r="r" b="b"/>
                <a:pathLst>
                  <a:path w="553" h="445" extrusionOk="0">
                    <a:moveTo>
                      <a:pt x="287" y="1"/>
                    </a:moveTo>
                    <a:cubicBezTo>
                      <a:pt x="253" y="1"/>
                      <a:pt x="219" y="9"/>
                      <a:pt x="186" y="28"/>
                    </a:cubicBezTo>
                    <a:cubicBezTo>
                      <a:pt x="134" y="28"/>
                      <a:pt x="109" y="80"/>
                      <a:pt x="83" y="131"/>
                    </a:cubicBezTo>
                    <a:cubicBezTo>
                      <a:pt x="1" y="296"/>
                      <a:pt x="116" y="444"/>
                      <a:pt x="258" y="444"/>
                    </a:cubicBezTo>
                    <a:cubicBezTo>
                      <a:pt x="293" y="444"/>
                      <a:pt x="330" y="435"/>
                      <a:pt x="366" y="415"/>
                    </a:cubicBezTo>
                    <a:lnTo>
                      <a:pt x="469" y="312"/>
                    </a:lnTo>
                    <a:cubicBezTo>
                      <a:pt x="553" y="165"/>
                      <a:pt x="432"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35"/>
              <p:cNvSpPr/>
              <p:nvPr/>
            </p:nvSpPr>
            <p:spPr>
              <a:xfrm>
                <a:off x="2214075" y="2308475"/>
                <a:ext cx="13875" cy="10875"/>
              </a:xfrm>
              <a:custGeom>
                <a:avLst/>
                <a:gdLst/>
                <a:ahLst/>
                <a:cxnLst/>
                <a:rect l="l" t="t" r="r" b="b"/>
                <a:pathLst>
                  <a:path w="555" h="435" extrusionOk="0">
                    <a:moveTo>
                      <a:pt x="273" y="1"/>
                    </a:moveTo>
                    <a:cubicBezTo>
                      <a:pt x="244" y="1"/>
                      <a:pt x="215" y="6"/>
                      <a:pt x="185" y="19"/>
                    </a:cubicBezTo>
                    <a:lnTo>
                      <a:pt x="82" y="122"/>
                    </a:lnTo>
                    <a:cubicBezTo>
                      <a:pt x="0" y="287"/>
                      <a:pt x="115" y="435"/>
                      <a:pt x="257" y="435"/>
                    </a:cubicBezTo>
                    <a:cubicBezTo>
                      <a:pt x="293" y="435"/>
                      <a:pt x="330" y="426"/>
                      <a:pt x="366" y="405"/>
                    </a:cubicBezTo>
                    <a:lnTo>
                      <a:pt x="469"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35"/>
              <p:cNvSpPr/>
              <p:nvPr/>
            </p:nvSpPr>
            <p:spPr>
              <a:xfrm>
                <a:off x="2140600" y="2399550"/>
                <a:ext cx="13900" cy="10900"/>
              </a:xfrm>
              <a:custGeom>
                <a:avLst/>
                <a:gdLst/>
                <a:ahLst/>
                <a:cxnLst/>
                <a:rect l="l" t="t" r="r" b="b"/>
                <a:pathLst>
                  <a:path w="556" h="436" extrusionOk="0">
                    <a:moveTo>
                      <a:pt x="299" y="1"/>
                    </a:moveTo>
                    <a:cubicBezTo>
                      <a:pt x="263" y="1"/>
                      <a:pt x="226" y="10"/>
                      <a:pt x="190" y="31"/>
                    </a:cubicBezTo>
                    <a:lnTo>
                      <a:pt x="87" y="108"/>
                    </a:lnTo>
                    <a:cubicBezTo>
                      <a:pt x="1" y="281"/>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35"/>
              <p:cNvSpPr/>
              <p:nvPr/>
            </p:nvSpPr>
            <p:spPr>
              <a:xfrm>
                <a:off x="2380675" y="2124225"/>
                <a:ext cx="13350" cy="11050"/>
              </a:xfrm>
              <a:custGeom>
                <a:avLst/>
                <a:gdLst/>
                <a:ahLst/>
                <a:cxnLst/>
                <a:rect l="l" t="t" r="r" b="b"/>
                <a:pathLst>
                  <a:path w="534" h="442" extrusionOk="0">
                    <a:moveTo>
                      <a:pt x="272" y="0"/>
                    </a:moveTo>
                    <a:cubicBezTo>
                      <a:pt x="237" y="0"/>
                      <a:pt x="200" y="9"/>
                      <a:pt x="162" y="28"/>
                    </a:cubicBezTo>
                    <a:lnTo>
                      <a:pt x="85" y="131"/>
                    </a:lnTo>
                    <a:cubicBezTo>
                      <a:pt x="1" y="277"/>
                      <a:pt x="105" y="441"/>
                      <a:pt x="258" y="441"/>
                    </a:cubicBezTo>
                    <a:cubicBezTo>
                      <a:pt x="292" y="441"/>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35"/>
              <p:cNvSpPr/>
              <p:nvPr/>
            </p:nvSpPr>
            <p:spPr>
              <a:xfrm>
                <a:off x="2709425" y="2286950"/>
                <a:ext cx="13900" cy="10875"/>
              </a:xfrm>
              <a:custGeom>
                <a:avLst/>
                <a:gdLst/>
                <a:ahLst/>
                <a:cxnLst/>
                <a:rect l="l" t="t" r="r" b="b"/>
                <a:pathLst>
                  <a:path w="556" h="435" extrusionOk="0">
                    <a:moveTo>
                      <a:pt x="299" y="1"/>
                    </a:moveTo>
                    <a:cubicBezTo>
                      <a:pt x="263" y="1"/>
                      <a:pt x="226" y="10"/>
                      <a:pt x="190" y="31"/>
                    </a:cubicBezTo>
                    <a:cubicBezTo>
                      <a:pt x="139" y="31"/>
                      <a:pt x="113" y="56"/>
                      <a:pt x="87" y="108"/>
                    </a:cubicBezTo>
                    <a:cubicBezTo>
                      <a:pt x="1" y="280"/>
                      <a:pt x="132" y="435"/>
                      <a:pt x="282" y="435"/>
                    </a:cubicBezTo>
                    <a:cubicBezTo>
                      <a:pt x="311" y="435"/>
                      <a:pt x="341" y="429"/>
                      <a:pt x="370" y="417"/>
                    </a:cubicBezTo>
                    <a:lnTo>
                      <a:pt x="473" y="314"/>
                    </a:lnTo>
                    <a:cubicBezTo>
                      <a:pt x="556" y="149"/>
                      <a:pt x="440" y="1"/>
                      <a:pt x="29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35"/>
              <p:cNvSpPr/>
              <p:nvPr/>
            </p:nvSpPr>
            <p:spPr>
              <a:xfrm>
                <a:off x="2367850" y="2898250"/>
                <a:ext cx="13275" cy="10525"/>
              </a:xfrm>
              <a:custGeom>
                <a:avLst/>
                <a:gdLst/>
                <a:ahLst/>
                <a:cxnLst/>
                <a:rect l="l" t="t" r="r" b="b"/>
                <a:pathLst>
                  <a:path w="531" h="421" extrusionOk="0">
                    <a:moveTo>
                      <a:pt x="279" y="0"/>
                    </a:moveTo>
                    <a:cubicBezTo>
                      <a:pt x="242" y="0"/>
                      <a:pt x="201" y="10"/>
                      <a:pt x="160" y="30"/>
                    </a:cubicBezTo>
                    <a:cubicBezTo>
                      <a:pt x="134" y="30"/>
                      <a:pt x="109" y="56"/>
                      <a:pt x="83" y="107"/>
                    </a:cubicBezTo>
                    <a:cubicBezTo>
                      <a:pt x="1" y="272"/>
                      <a:pt x="99" y="420"/>
                      <a:pt x="248" y="420"/>
                    </a:cubicBezTo>
                    <a:cubicBezTo>
                      <a:pt x="285" y="420"/>
                      <a:pt x="325" y="411"/>
                      <a:pt x="366" y="390"/>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35"/>
              <p:cNvSpPr/>
              <p:nvPr/>
            </p:nvSpPr>
            <p:spPr>
              <a:xfrm>
                <a:off x="2750675" y="2528950"/>
                <a:ext cx="13350" cy="11050"/>
              </a:xfrm>
              <a:custGeom>
                <a:avLst/>
                <a:gdLst/>
                <a:ahLst/>
                <a:cxnLst/>
                <a:rect l="l" t="t" r="r" b="b"/>
                <a:pathLst>
                  <a:path w="534" h="442" extrusionOk="0">
                    <a:moveTo>
                      <a:pt x="272" y="1"/>
                    </a:moveTo>
                    <a:cubicBezTo>
                      <a:pt x="237" y="1"/>
                      <a:pt x="200" y="9"/>
                      <a:pt x="162" y="28"/>
                    </a:cubicBezTo>
                    <a:lnTo>
                      <a:pt x="84" y="131"/>
                    </a:lnTo>
                    <a:cubicBezTo>
                      <a:pt x="1" y="278"/>
                      <a:pt x="105" y="442"/>
                      <a:pt x="257" y="442"/>
                    </a:cubicBezTo>
                    <a:cubicBezTo>
                      <a:pt x="292" y="442"/>
                      <a:pt x="329" y="433"/>
                      <a:pt x="368" y="414"/>
                    </a:cubicBezTo>
                    <a:lnTo>
                      <a:pt x="471" y="311"/>
                    </a:lnTo>
                    <a:cubicBezTo>
                      <a:pt x="533"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35"/>
              <p:cNvSpPr/>
              <p:nvPr/>
            </p:nvSpPr>
            <p:spPr>
              <a:xfrm>
                <a:off x="2511475" y="2509600"/>
                <a:ext cx="11600" cy="10575"/>
              </a:xfrm>
              <a:custGeom>
                <a:avLst/>
                <a:gdLst/>
                <a:ahLst/>
                <a:cxnLst/>
                <a:rect l="l" t="t" r="r" b="b"/>
                <a:pathLst>
                  <a:path w="464" h="423" extrusionOk="0">
                    <a:moveTo>
                      <a:pt x="211" y="1"/>
                    </a:moveTo>
                    <a:cubicBezTo>
                      <a:pt x="160" y="1"/>
                      <a:pt x="114" y="20"/>
                      <a:pt x="78" y="56"/>
                    </a:cubicBezTo>
                    <a:cubicBezTo>
                      <a:pt x="0" y="133"/>
                      <a:pt x="0" y="262"/>
                      <a:pt x="103" y="365"/>
                    </a:cubicBezTo>
                    <a:cubicBezTo>
                      <a:pt x="142" y="403"/>
                      <a:pt x="194" y="423"/>
                      <a:pt x="245" y="423"/>
                    </a:cubicBezTo>
                    <a:cubicBezTo>
                      <a:pt x="296" y="423"/>
                      <a:pt x="348" y="403"/>
                      <a:pt x="387"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35"/>
              <p:cNvSpPr/>
              <p:nvPr/>
            </p:nvSpPr>
            <p:spPr>
              <a:xfrm>
                <a:off x="2448825" y="2541825"/>
                <a:ext cx="13950" cy="10825"/>
              </a:xfrm>
              <a:custGeom>
                <a:avLst/>
                <a:gdLst/>
                <a:ahLst/>
                <a:cxnLst/>
                <a:rect l="l" t="t" r="r" b="b"/>
                <a:pathLst>
                  <a:path w="558" h="433" extrusionOk="0">
                    <a:moveTo>
                      <a:pt x="291" y="0"/>
                    </a:moveTo>
                    <a:cubicBezTo>
                      <a:pt x="258" y="0"/>
                      <a:pt x="223" y="9"/>
                      <a:pt x="190" y="28"/>
                    </a:cubicBezTo>
                    <a:cubicBezTo>
                      <a:pt x="113" y="54"/>
                      <a:pt x="87" y="79"/>
                      <a:pt x="87" y="131"/>
                    </a:cubicBezTo>
                    <a:cubicBezTo>
                      <a:pt x="1" y="282"/>
                      <a:pt x="131" y="432"/>
                      <a:pt x="281" y="432"/>
                    </a:cubicBezTo>
                    <a:cubicBezTo>
                      <a:pt x="311" y="432"/>
                      <a:pt x="341" y="427"/>
                      <a:pt x="370" y="414"/>
                    </a:cubicBezTo>
                    <a:lnTo>
                      <a:pt x="473" y="311"/>
                    </a:lnTo>
                    <a:cubicBezTo>
                      <a:pt x="557" y="164"/>
                      <a:pt x="436" y="0"/>
                      <a:pt x="29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35"/>
              <p:cNvSpPr/>
              <p:nvPr/>
            </p:nvSpPr>
            <p:spPr>
              <a:xfrm>
                <a:off x="2235150" y="2790200"/>
                <a:ext cx="13350" cy="11050"/>
              </a:xfrm>
              <a:custGeom>
                <a:avLst/>
                <a:gdLst/>
                <a:ahLst/>
                <a:cxnLst/>
                <a:rect l="l" t="t" r="r" b="b"/>
                <a:pathLst>
                  <a:path w="534" h="442" extrusionOk="0">
                    <a:moveTo>
                      <a:pt x="276" y="1"/>
                    </a:moveTo>
                    <a:cubicBezTo>
                      <a:pt x="241" y="1"/>
                      <a:pt x="204" y="9"/>
                      <a:pt x="166" y="28"/>
                    </a:cubicBezTo>
                    <a:cubicBezTo>
                      <a:pt x="140" y="28"/>
                      <a:pt x="115" y="105"/>
                      <a:pt x="63" y="131"/>
                    </a:cubicBezTo>
                    <a:cubicBezTo>
                      <a:pt x="0" y="278"/>
                      <a:pt x="108" y="442"/>
                      <a:pt x="262" y="442"/>
                    </a:cubicBezTo>
                    <a:cubicBezTo>
                      <a:pt x="297" y="442"/>
                      <a:pt x="334" y="433"/>
                      <a:pt x="372" y="414"/>
                    </a:cubicBezTo>
                    <a:lnTo>
                      <a:pt x="449" y="311"/>
                    </a:lnTo>
                    <a:cubicBezTo>
                      <a:pt x="533" y="164"/>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35"/>
              <p:cNvSpPr/>
              <p:nvPr/>
            </p:nvSpPr>
            <p:spPr>
              <a:xfrm>
                <a:off x="1898725" y="2658300"/>
                <a:ext cx="13875" cy="11050"/>
              </a:xfrm>
              <a:custGeom>
                <a:avLst/>
                <a:gdLst/>
                <a:ahLst/>
                <a:cxnLst/>
                <a:rect l="l" t="t" r="r" b="b"/>
                <a:pathLst>
                  <a:path w="555" h="442" extrusionOk="0">
                    <a:moveTo>
                      <a:pt x="288" y="0"/>
                    </a:moveTo>
                    <a:cubicBezTo>
                      <a:pt x="255" y="0"/>
                      <a:pt x="221" y="9"/>
                      <a:pt x="188" y="28"/>
                    </a:cubicBezTo>
                    <a:cubicBezTo>
                      <a:pt x="136" y="28"/>
                      <a:pt x="110" y="53"/>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35"/>
              <p:cNvSpPr/>
              <p:nvPr/>
            </p:nvSpPr>
            <p:spPr>
              <a:xfrm>
                <a:off x="1861925" y="2709075"/>
                <a:ext cx="13325" cy="11100"/>
              </a:xfrm>
              <a:custGeom>
                <a:avLst/>
                <a:gdLst/>
                <a:ahLst/>
                <a:cxnLst/>
                <a:rect l="l" t="t" r="r" b="b"/>
                <a:pathLst>
                  <a:path w="533" h="444" extrusionOk="0">
                    <a:moveTo>
                      <a:pt x="285" y="0"/>
                    </a:moveTo>
                    <a:cubicBezTo>
                      <a:pt x="248" y="0"/>
                      <a:pt x="208" y="9"/>
                      <a:pt x="167" y="30"/>
                    </a:cubicBezTo>
                    <a:cubicBezTo>
                      <a:pt x="115" y="56"/>
                      <a:pt x="64" y="81"/>
                      <a:pt x="64" y="133"/>
                    </a:cubicBezTo>
                    <a:cubicBezTo>
                      <a:pt x="1" y="280"/>
                      <a:pt x="109" y="444"/>
                      <a:pt x="262" y="444"/>
                    </a:cubicBezTo>
                    <a:cubicBezTo>
                      <a:pt x="297" y="444"/>
                      <a:pt x="334" y="435"/>
                      <a:pt x="373" y="416"/>
                    </a:cubicBezTo>
                    <a:lnTo>
                      <a:pt x="450" y="313"/>
                    </a:lnTo>
                    <a:cubicBezTo>
                      <a:pt x="532" y="148"/>
                      <a:pt x="433"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35"/>
              <p:cNvSpPr/>
              <p:nvPr/>
            </p:nvSpPr>
            <p:spPr>
              <a:xfrm>
                <a:off x="1808050" y="3029800"/>
                <a:ext cx="13350" cy="10875"/>
              </a:xfrm>
              <a:custGeom>
                <a:avLst/>
                <a:gdLst/>
                <a:ahLst/>
                <a:cxnLst/>
                <a:rect l="l" t="t" r="r" b="b"/>
                <a:pathLst>
                  <a:path w="534" h="435" extrusionOk="0">
                    <a:moveTo>
                      <a:pt x="257" y="1"/>
                    </a:moveTo>
                    <a:cubicBezTo>
                      <a:pt x="226" y="1"/>
                      <a:pt x="193" y="6"/>
                      <a:pt x="160" y="19"/>
                    </a:cubicBezTo>
                    <a:lnTo>
                      <a:pt x="82" y="122"/>
                    </a:lnTo>
                    <a:cubicBezTo>
                      <a:pt x="0" y="286"/>
                      <a:pt x="99" y="435"/>
                      <a:pt x="247" y="435"/>
                    </a:cubicBezTo>
                    <a:cubicBezTo>
                      <a:pt x="284" y="435"/>
                      <a:pt x="324" y="425"/>
                      <a:pt x="366" y="405"/>
                    </a:cubicBezTo>
                    <a:lnTo>
                      <a:pt x="468"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35"/>
              <p:cNvSpPr/>
              <p:nvPr/>
            </p:nvSpPr>
            <p:spPr>
              <a:xfrm>
                <a:off x="1604500" y="2985100"/>
                <a:ext cx="13350" cy="10900"/>
              </a:xfrm>
              <a:custGeom>
                <a:avLst/>
                <a:gdLst/>
                <a:ahLst/>
                <a:cxnLst/>
                <a:rect l="l" t="t" r="r" b="b"/>
                <a:pathLst>
                  <a:path w="534" h="436" extrusionOk="0">
                    <a:moveTo>
                      <a:pt x="287" y="1"/>
                    </a:moveTo>
                    <a:cubicBezTo>
                      <a:pt x="250" y="1"/>
                      <a:pt x="209" y="10"/>
                      <a:pt x="168" y="31"/>
                    </a:cubicBezTo>
                    <a:lnTo>
                      <a:pt x="65" y="108"/>
                    </a:lnTo>
                    <a:cubicBezTo>
                      <a:pt x="1" y="281"/>
                      <a:pt x="117" y="435"/>
                      <a:pt x="277" y="435"/>
                    </a:cubicBezTo>
                    <a:cubicBezTo>
                      <a:pt x="308" y="435"/>
                      <a:pt x="341" y="429"/>
                      <a:pt x="374" y="417"/>
                    </a:cubicBezTo>
                    <a:lnTo>
                      <a:pt x="451"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35"/>
              <p:cNvSpPr/>
              <p:nvPr/>
            </p:nvSpPr>
            <p:spPr>
              <a:xfrm>
                <a:off x="2741675" y="1982000"/>
                <a:ext cx="13875" cy="11075"/>
              </a:xfrm>
              <a:custGeom>
                <a:avLst/>
                <a:gdLst/>
                <a:ahLst/>
                <a:cxnLst/>
                <a:rect l="l" t="t" r="r" b="b"/>
                <a:pathLst>
                  <a:path w="555" h="443" extrusionOk="0">
                    <a:moveTo>
                      <a:pt x="288" y="1"/>
                    </a:moveTo>
                    <a:cubicBezTo>
                      <a:pt x="255" y="1"/>
                      <a:pt x="220" y="9"/>
                      <a:pt x="187" y="29"/>
                    </a:cubicBezTo>
                    <a:lnTo>
                      <a:pt x="84" y="131"/>
                    </a:lnTo>
                    <a:cubicBezTo>
                      <a:pt x="0" y="278"/>
                      <a:pt x="121" y="442"/>
                      <a:pt x="267" y="442"/>
                    </a:cubicBezTo>
                    <a:cubicBezTo>
                      <a:pt x="300"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35"/>
              <p:cNvSpPr/>
              <p:nvPr/>
            </p:nvSpPr>
            <p:spPr>
              <a:xfrm>
                <a:off x="2258425" y="1732575"/>
                <a:ext cx="13400" cy="10825"/>
              </a:xfrm>
              <a:custGeom>
                <a:avLst/>
                <a:gdLst/>
                <a:ahLst/>
                <a:cxnLst/>
                <a:rect l="l" t="t" r="r" b="b"/>
                <a:pathLst>
                  <a:path w="536" h="433" extrusionOk="0">
                    <a:moveTo>
                      <a:pt x="259" y="1"/>
                    </a:moveTo>
                    <a:cubicBezTo>
                      <a:pt x="228" y="1"/>
                      <a:pt x="195" y="6"/>
                      <a:pt x="162" y="19"/>
                    </a:cubicBezTo>
                    <a:lnTo>
                      <a:pt x="84" y="122"/>
                    </a:lnTo>
                    <a:cubicBezTo>
                      <a:pt x="1" y="269"/>
                      <a:pt x="105" y="433"/>
                      <a:pt x="257" y="433"/>
                    </a:cubicBezTo>
                    <a:cubicBezTo>
                      <a:pt x="292" y="433"/>
                      <a:pt x="329" y="424"/>
                      <a:pt x="368" y="405"/>
                    </a:cubicBezTo>
                    <a:lnTo>
                      <a:pt x="471" y="302"/>
                    </a:lnTo>
                    <a:cubicBezTo>
                      <a:pt x="535" y="151"/>
                      <a:pt x="420"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35"/>
              <p:cNvSpPr/>
              <p:nvPr/>
            </p:nvSpPr>
            <p:spPr>
              <a:xfrm>
                <a:off x="2270175" y="1478775"/>
                <a:ext cx="11600" cy="10500"/>
              </a:xfrm>
              <a:custGeom>
                <a:avLst/>
                <a:gdLst/>
                <a:ahLst/>
                <a:cxnLst/>
                <a:rect l="l" t="t" r="r" b="b"/>
                <a:pathLst>
                  <a:path w="464" h="420" extrusionOk="0">
                    <a:moveTo>
                      <a:pt x="211" y="1"/>
                    </a:moveTo>
                    <a:cubicBezTo>
                      <a:pt x="160" y="1"/>
                      <a:pt x="114" y="20"/>
                      <a:pt x="78" y="56"/>
                    </a:cubicBezTo>
                    <a:cubicBezTo>
                      <a:pt x="1" y="133"/>
                      <a:pt x="26" y="262"/>
                      <a:pt x="103" y="339"/>
                    </a:cubicBezTo>
                    <a:cubicBezTo>
                      <a:pt x="145" y="394"/>
                      <a:pt x="208" y="420"/>
                      <a:pt x="270" y="420"/>
                    </a:cubicBezTo>
                    <a:cubicBezTo>
                      <a:pt x="324" y="420"/>
                      <a:pt x="377" y="400"/>
                      <a:pt x="412" y="365"/>
                    </a:cubicBezTo>
                    <a:cubicBezTo>
                      <a:pt x="464" y="287"/>
                      <a:pt x="464" y="159"/>
                      <a:pt x="387" y="82"/>
                    </a:cubicBezTo>
                    <a:cubicBezTo>
                      <a:pt x="331" y="26"/>
                      <a:pt x="269" y="1"/>
                      <a:pt x="21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35"/>
              <p:cNvSpPr/>
              <p:nvPr/>
            </p:nvSpPr>
            <p:spPr>
              <a:xfrm>
                <a:off x="1773250" y="2030925"/>
                <a:ext cx="13875" cy="11050"/>
              </a:xfrm>
              <a:custGeom>
                <a:avLst/>
                <a:gdLst/>
                <a:ahLst/>
                <a:cxnLst/>
                <a:rect l="l" t="t" r="r" b="b"/>
                <a:pathLst>
                  <a:path w="555" h="442" extrusionOk="0">
                    <a:moveTo>
                      <a:pt x="288" y="0"/>
                    </a:moveTo>
                    <a:cubicBezTo>
                      <a:pt x="255" y="0"/>
                      <a:pt x="221" y="9"/>
                      <a:pt x="187" y="28"/>
                    </a:cubicBezTo>
                    <a:cubicBezTo>
                      <a:pt x="136" y="28"/>
                      <a:pt x="110" y="53"/>
                      <a:pt x="85" y="131"/>
                    </a:cubicBez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35"/>
              <p:cNvSpPr/>
              <p:nvPr/>
            </p:nvSpPr>
            <p:spPr>
              <a:xfrm>
                <a:off x="1668900" y="2108125"/>
                <a:ext cx="13350" cy="11050"/>
              </a:xfrm>
              <a:custGeom>
                <a:avLst/>
                <a:gdLst/>
                <a:ahLst/>
                <a:cxnLst/>
                <a:rect l="l" t="t" r="r" b="b"/>
                <a:pathLst>
                  <a:path w="534" h="442" extrusionOk="0">
                    <a:moveTo>
                      <a:pt x="276" y="1"/>
                    </a:moveTo>
                    <a:cubicBezTo>
                      <a:pt x="242" y="1"/>
                      <a:pt x="204" y="9"/>
                      <a:pt x="166" y="28"/>
                    </a:cubicBezTo>
                    <a:cubicBezTo>
                      <a:pt x="140" y="28"/>
                      <a:pt x="115" y="54"/>
                      <a:pt x="63" y="131"/>
                    </a:cubicBezTo>
                    <a:cubicBezTo>
                      <a:pt x="0" y="278"/>
                      <a:pt x="108" y="442"/>
                      <a:pt x="262" y="442"/>
                    </a:cubicBezTo>
                    <a:cubicBezTo>
                      <a:pt x="297" y="442"/>
                      <a:pt x="334" y="433"/>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35"/>
              <p:cNvSpPr/>
              <p:nvPr/>
            </p:nvSpPr>
            <p:spPr>
              <a:xfrm>
                <a:off x="1478575" y="1899875"/>
                <a:ext cx="13900" cy="10875"/>
              </a:xfrm>
              <a:custGeom>
                <a:avLst/>
                <a:gdLst/>
                <a:ahLst/>
                <a:cxnLst/>
                <a:rect l="l" t="t" r="r" b="b"/>
                <a:pathLst>
                  <a:path w="556" h="435" extrusionOk="0">
                    <a:moveTo>
                      <a:pt x="283" y="1"/>
                    </a:moveTo>
                    <a:cubicBezTo>
                      <a:pt x="252" y="1"/>
                      <a:pt x="220" y="7"/>
                      <a:pt x="186" y="19"/>
                    </a:cubicBezTo>
                    <a:cubicBezTo>
                      <a:pt x="160" y="19"/>
                      <a:pt x="135" y="70"/>
                      <a:pt x="83" y="122"/>
                    </a:cubicBezTo>
                    <a:cubicBezTo>
                      <a:pt x="1" y="287"/>
                      <a:pt x="116" y="435"/>
                      <a:pt x="271" y="435"/>
                    </a:cubicBezTo>
                    <a:cubicBezTo>
                      <a:pt x="310" y="435"/>
                      <a:pt x="351" y="426"/>
                      <a:pt x="392" y="405"/>
                    </a:cubicBezTo>
                    <a:lnTo>
                      <a:pt x="469" y="328"/>
                    </a:lnTo>
                    <a:cubicBezTo>
                      <a:pt x="556" y="155"/>
                      <a:pt x="443"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35"/>
              <p:cNvSpPr/>
              <p:nvPr/>
            </p:nvSpPr>
            <p:spPr>
              <a:xfrm>
                <a:off x="1704275" y="1714975"/>
                <a:ext cx="13350" cy="11050"/>
              </a:xfrm>
              <a:custGeom>
                <a:avLst/>
                <a:gdLst/>
                <a:ahLst/>
                <a:cxnLst/>
                <a:rect l="l" t="t" r="r" b="b"/>
                <a:pathLst>
                  <a:path w="534" h="442" extrusionOk="0">
                    <a:moveTo>
                      <a:pt x="277" y="1"/>
                    </a:moveTo>
                    <a:cubicBezTo>
                      <a:pt x="242" y="1"/>
                      <a:pt x="205" y="9"/>
                      <a:pt x="167" y="28"/>
                    </a:cubicBezTo>
                    <a:lnTo>
                      <a:pt x="64" y="131"/>
                    </a:lnTo>
                    <a:cubicBezTo>
                      <a:pt x="1" y="278"/>
                      <a:pt x="109" y="442"/>
                      <a:pt x="262" y="442"/>
                    </a:cubicBezTo>
                    <a:cubicBezTo>
                      <a:pt x="297" y="442"/>
                      <a:pt x="334" y="433"/>
                      <a:pt x="373" y="414"/>
                    </a:cubicBezTo>
                    <a:lnTo>
                      <a:pt x="450" y="311"/>
                    </a:lnTo>
                    <a:cubicBezTo>
                      <a:pt x="534" y="164"/>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35"/>
              <p:cNvSpPr/>
              <p:nvPr/>
            </p:nvSpPr>
            <p:spPr>
              <a:xfrm>
                <a:off x="1526800" y="1352075"/>
                <a:ext cx="13875" cy="11050"/>
              </a:xfrm>
              <a:custGeom>
                <a:avLst/>
                <a:gdLst/>
                <a:ahLst/>
                <a:cxnLst/>
                <a:rect l="l" t="t" r="r" b="b"/>
                <a:pathLst>
                  <a:path w="555" h="442" extrusionOk="0">
                    <a:moveTo>
                      <a:pt x="298" y="0"/>
                    </a:moveTo>
                    <a:cubicBezTo>
                      <a:pt x="263" y="0"/>
                      <a:pt x="226" y="8"/>
                      <a:pt x="188" y="28"/>
                    </a:cubicBezTo>
                    <a:lnTo>
                      <a:pt x="85" y="131"/>
                    </a:lnTo>
                    <a:cubicBezTo>
                      <a:pt x="1" y="277"/>
                      <a:pt x="122" y="441"/>
                      <a:pt x="281" y="441"/>
                    </a:cubicBezTo>
                    <a:cubicBezTo>
                      <a:pt x="317" y="441"/>
                      <a:pt x="355" y="433"/>
                      <a:pt x="394" y="414"/>
                    </a:cubicBezTo>
                    <a:lnTo>
                      <a:pt x="471" y="311"/>
                    </a:lnTo>
                    <a:cubicBezTo>
                      <a:pt x="555" y="164"/>
                      <a:pt x="451"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35"/>
              <p:cNvSpPr/>
              <p:nvPr/>
            </p:nvSpPr>
            <p:spPr>
              <a:xfrm>
                <a:off x="929700" y="1510575"/>
                <a:ext cx="13375" cy="10900"/>
              </a:xfrm>
              <a:custGeom>
                <a:avLst/>
                <a:gdLst/>
                <a:ahLst/>
                <a:cxnLst/>
                <a:rect l="l" t="t" r="r" b="b"/>
                <a:pathLst>
                  <a:path w="535" h="436" extrusionOk="0">
                    <a:moveTo>
                      <a:pt x="257" y="1"/>
                    </a:moveTo>
                    <a:cubicBezTo>
                      <a:pt x="226" y="1"/>
                      <a:pt x="194" y="7"/>
                      <a:pt x="160" y="19"/>
                    </a:cubicBezTo>
                    <a:cubicBezTo>
                      <a:pt x="135" y="19"/>
                      <a:pt x="109" y="71"/>
                      <a:pt x="83" y="122"/>
                    </a:cubicBezTo>
                    <a:cubicBezTo>
                      <a:pt x="1" y="287"/>
                      <a:pt x="100" y="435"/>
                      <a:pt x="248" y="435"/>
                    </a:cubicBezTo>
                    <a:cubicBezTo>
                      <a:pt x="285" y="435"/>
                      <a:pt x="325" y="426"/>
                      <a:pt x="366" y="405"/>
                    </a:cubicBezTo>
                    <a:lnTo>
                      <a:pt x="469" y="328"/>
                    </a:lnTo>
                    <a:cubicBezTo>
                      <a:pt x="534" y="155"/>
                      <a:pt x="418"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35"/>
              <p:cNvSpPr/>
              <p:nvPr/>
            </p:nvSpPr>
            <p:spPr>
              <a:xfrm>
                <a:off x="938850" y="1639650"/>
                <a:ext cx="12250" cy="10500"/>
              </a:xfrm>
              <a:custGeom>
                <a:avLst/>
                <a:gdLst/>
                <a:ahLst/>
                <a:cxnLst/>
                <a:rect l="l" t="t" r="r" b="b"/>
                <a:pathLst>
                  <a:path w="490" h="420" extrusionOk="0">
                    <a:moveTo>
                      <a:pt x="211" y="0"/>
                    </a:moveTo>
                    <a:cubicBezTo>
                      <a:pt x="160" y="0"/>
                      <a:pt x="113" y="20"/>
                      <a:pt x="78" y="55"/>
                    </a:cubicBezTo>
                    <a:cubicBezTo>
                      <a:pt x="0" y="133"/>
                      <a:pt x="26" y="261"/>
                      <a:pt x="103" y="339"/>
                    </a:cubicBezTo>
                    <a:cubicBezTo>
                      <a:pt x="158" y="394"/>
                      <a:pt x="221" y="419"/>
                      <a:pt x="279" y="419"/>
                    </a:cubicBezTo>
                    <a:cubicBezTo>
                      <a:pt x="329" y="419"/>
                      <a:pt x="376" y="400"/>
                      <a:pt x="412" y="364"/>
                    </a:cubicBezTo>
                    <a:cubicBezTo>
                      <a:pt x="489" y="287"/>
                      <a:pt x="464" y="158"/>
                      <a:pt x="386"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35"/>
              <p:cNvSpPr/>
              <p:nvPr/>
            </p:nvSpPr>
            <p:spPr>
              <a:xfrm>
                <a:off x="421500" y="2480475"/>
                <a:ext cx="11600" cy="10475"/>
              </a:xfrm>
              <a:custGeom>
                <a:avLst/>
                <a:gdLst/>
                <a:ahLst/>
                <a:cxnLst/>
                <a:rect l="l" t="t" r="r" b="b"/>
                <a:pathLst>
                  <a:path w="464" h="419" extrusionOk="0">
                    <a:moveTo>
                      <a:pt x="204" y="1"/>
                    </a:moveTo>
                    <a:cubicBezTo>
                      <a:pt x="158" y="1"/>
                      <a:pt x="112" y="14"/>
                      <a:pt x="78" y="37"/>
                    </a:cubicBezTo>
                    <a:cubicBezTo>
                      <a:pt x="1" y="114"/>
                      <a:pt x="1" y="269"/>
                      <a:pt x="103" y="346"/>
                    </a:cubicBezTo>
                    <a:cubicBezTo>
                      <a:pt x="148" y="391"/>
                      <a:pt x="211" y="418"/>
                      <a:pt x="270" y="418"/>
                    </a:cubicBezTo>
                    <a:cubicBezTo>
                      <a:pt x="313" y="418"/>
                      <a:pt x="354" y="404"/>
                      <a:pt x="387" y="371"/>
                    </a:cubicBezTo>
                    <a:cubicBezTo>
                      <a:pt x="464" y="294"/>
                      <a:pt x="464" y="166"/>
                      <a:pt x="361" y="63"/>
                    </a:cubicBezTo>
                    <a:cubicBezTo>
                      <a:pt x="318" y="20"/>
                      <a:pt x="260" y="1"/>
                      <a:pt x="20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35"/>
              <p:cNvSpPr/>
              <p:nvPr/>
            </p:nvSpPr>
            <p:spPr>
              <a:xfrm>
                <a:off x="570650" y="2801725"/>
                <a:ext cx="13800" cy="10525"/>
              </a:xfrm>
              <a:custGeom>
                <a:avLst/>
                <a:gdLst/>
                <a:ahLst/>
                <a:cxnLst/>
                <a:rect l="l" t="t" r="r" b="b"/>
                <a:pathLst>
                  <a:path w="552" h="421" extrusionOk="0">
                    <a:moveTo>
                      <a:pt x="295" y="1"/>
                    </a:moveTo>
                    <a:cubicBezTo>
                      <a:pt x="259" y="1"/>
                      <a:pt x="222" y="10"/>
                      <a:pt x="186" y="30"/>
                    </a:cubicBezTo>
                    <a:cubicBezTo>
                      <a:pt x="109" y="56"/>
                      <a:pt x="83" y="82"/>
                      <a:pt x="83" y="108"/>
                    </a:cubicBezTo>
                    <a:cubicBezTo>
                      <a:pt x="1" y="272"/>
                      <a:pt x="116" y="421"/>
                      <a:pt x="258" y="421"/>
                    </a:cubicBezTo>
                    <a:cubicBezTo>
                      <a:pt x="293" y="421"/>
                      <a:pt x="330" y="411"/>
                      <a:pt x="366" y="391"/>
                    </a:cubicBezTo>
                    <a:lnTo>
                      <a:pt x="469" y="313"/>
                    </a:lnTo>
                    <a:cubicBezTo>
                      <a:pt x="552" y="149"/>
                      <a:pt x="436" y="1"/>
                      <a:pt x="295"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35"/>
              <p:cNvSpPr/>
              <p:nvPr/>
            </p:nvSpPr>
            <p:spPr>
              <a:xfrm>
                <a:off x="705150" y="2633425"/>
                <a:ext cx="13350" cy="10875"/>
              </a:xfrm>
              <a:custGeom>
                <a:avLst/>
                <a:gdLst/>
                <a:ahLst/>
                <a:cxnLst/>
                <a:rect l="l" t="t" r="r" b="b"/>
                <a:pathLst>
                  <a:path w="534" h="435" extrusionOk="0">
                    <a:moveTo>
                      <a:pt x="257" y="1"/>
                    </a:moveTo>
                    <a:cubicBezTo>
                      <a:pt x="226" y="1"/>
                      <a:pt x="193" y="6"/>
                      <a:pt x="160" y="19"/>
                    </a:cubicBezTo>
                    <a:lnTo>
                      <a:pt x="82" y="122"/>
                    </a:lnTo>
                    <a:cubicBezTo>
                      <a:pt x="0" y="287"/>
                      <a:pt x="99" y="435"/>
                      <a:pt x="247" y="435"/>
                    </a:cubicBezTo>
                    <a:cubicBezTo>
                      <a:pt x="284" y="435"/>
                      <a:pt x="324" y="426"/>
                      <a:pt x="366" y="405"/>
                    </a:cubicBezTo>
                    <a:lnTo>
                      <a:pt x="469" y="328"/>
                    </a:lnTo>
                    <a:cubicBezTo>
                      <a:pt x="533" y="155"/>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35"/>
              <p:cNvSpPr/>
              <p:nvPr/>
            </p:nvSpPr>
            <p:spPr>
              <a:xfrm>
                <a:off x="1035875" y="1193075"/>
                <a:ext cx="13350" cy="10875"/>
              </a:xfrm>
              <a:custGeom>
                <a:avLst/>
                <a:gdLst/>
                <a:ahLst/>
                <a:cxnLst/>
                <a:rect l="l" t="t" r="r" b="b"/>
                <a:pathLst>
                  <a:path w="534" h="435" extrusionOk="0">
                    <a:moveTo>
                      <a:pt x="248" y="0"/>
                    </a:moveTo>
                    <a:cubicBezTo>
                      <a:pt x="100" y="0"/>
                      <a:pt x="1" y="149"/>
                      <a:pt x="83" y="313"/>
                    </a:cubicBezTo>
                    <a:lnTo>
                      <a:pt x="160" y="416"/>
                    </a:lnTo>
                    <a:cubicBezTo>
                      <a:pt x="194" y="429"/>
                      <a:pt x="226" y="434"/>
                      <a:pt x="257" y="434"/>
                    </a:cubicBezTo>
                    <a:cubicBezTo>
                      <a:pt x="418" y="434"/>
                      <a:pt x="534" y="280"/>
                      <a:pt x="469" y="107"/>
                    </a:cubicBezTo>
                    <a:cubicBezTo>
                      <a:pt x="469" y="82"/>
                      <a:pt x="392"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35"/>
              <p:cNvSpPr/>
              <p:nvPr/>
            </p:nvSpPr>
            <p:spPr>
              <a:xfrm>
                <a:off x="2104000" y="1220150"/>
                <a:ext cx="13350" cy="11050"/>
              </a:xfrm>
              <a:custGeom>
                <a:avLst/>
                <a:gdLst/>
                <a:ahLst/>
                <a:cxnLst/>
                <a:rect l="l" t="t" r="r" b="b"/>
                <a:pathLst>
                  <a:path w="534" h="442" extrusionOk="0">
                    <a:moveTo>
                      <a:pt x="257" y="1"/>
                    </a:moveTo>
                    <a:cubicBezTo>
                      <a:pt x="104" y="1"/>
                      <a:pt x="0" y="165"/>
                      <a:pt x="84" y="311"/>
                    </a:cubicBezTo>
                    <a:lnTo>
                      <a:pt x="161" y="414"/>
                    </a:lnTo>
                    <a:cubicBezTo>
                      <a:pt x="200" y="433"/>
                      <a:pt x="237" y="442"/>
                      <a:pt x="272" y="442"/>
                    </a:cubicBezTo>
                    <a:cubicBezTo>
                      <a:pt x="425" y="442"/>
                      <a:pt x="533" y="278"/>
                      <a:pt x="470" y="131"/>
                    </a:cubicBezTo>
                    <a:cubicBezTo>
                      <a:pt x="470" y="105"/>
                      <a:pt x="419" y="54"/>
                      <a:pt x="367" y="28"/>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35"/>
              <p:cNvSpPr/>
              <p:nvPr/>
            </p:nvSpPr>
            <p:spPr>
              <a:xfrm>
                <a:off x="2272575" y="13231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4"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35"/>
              <p:cNvSpPr/>
              <p:nvPr/>
            </p:nvSpPr>
            <p:spPr>
              <a:xfrm>
                <a:off x="2300200" y="1208150"/>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3" y="122"/>
                    </a:cubicBezTo>
                    <a:lnTo>
                      <a:pt x="370"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35"/>
              <p:cNvSpPr/>
              <p:nvPr/>
            </p:nvSpPr>
            <p:spPr>
              <a:xfrm>
                <a:off x="2515050" y="959550"/>
                <a:ext cx="13350" cy="11050"/>
              </a:xfrm>
              <a:custGeom>
                <a:avLst/>
                <a:gdLst/>
                <a:ahLst/>
                <a:cxnLst/>
                <a:rect l="l" t="t" r="r" b="b"/>
                <a:pathLst>
                  <a:path w="534" h="442" extrusionOk="0">
                    <a:moveTo>
                      <a:pt x="262" y="1"/>
                    </a:moveTo>
                    <a:cubicBezTo>
                      <a:pt x="108" y="1"/>
                      <a:pt x="0" y="164"/>
                      <a:pt x="63" y="311"/>
                    </a:cubicBezTo>
                    <a:lnTo>
                      <a:pt x="166" y="414"/>
                    </a:lnTo>
                    <a:cubicBezTo>
                      <a:pt x="205" y="433"/>
                      <a:pt x="242" y="442"/>
                      <a:pt x="277" y="442"/>
                    </a:cubicBezTo>
                    <a:cubicBezTo>
                      <a:pt x="429" y="442"/>
                      <a:pt x="533" y="278"/>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35"/>
              <p:cNvSpPr/>
              <p:nvPr/>
            </p:nvSpPr>
            <p:spPr>
              <a:xfrm>
                <a:off x="3071650" y="98465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79"/>
                      <a:pt x="424" y="54"/>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35"/>
              <p:cNvSpPr/>
              <p:nvPr/>
            </p:nvSpPr>
            <p:spPr>
              <a:xfrm>
                <a:off x="2678550" y="1684325"/>
                <a:ext cx="13925" cy="10825"/>
              </a:xfrm>
              <a:custGeom>
                <a:avLst/>
                <a:gdLst/>
                <a:ahLst/>
                <a:cxnLst/>
                <a:rect l="l" t="t" r="r" b="b"/>
                <a:pathLst>
                  <a:path w="557" h="433" extrusionOk="0">
                    <a:moveTo>
                      <a:pt x="281" y="0"/>
                    </a:moveTo>
                    <a:cubicBezTo>
                      <a:pt x="131" y="0"/>
                      <a:pt x="1" y="151"/>
                      <a:pt x="87" y="302"/>
                    </a:cubicBezTo>
                    <a:lnTo>
                      <a:pt x="190" y="405"/>
                    </a:lnTo>
                    <a:cubicBezTo>
                      <a:pt x="223" y="424"/>
                      <a:pt x="257" y="432"/>
                      <a:pt x="290" y="432"/>
                    </a:cubicBezTo>
                    <a:cubicBezTo>
                      <a:pt x="436" y="432"/>
                      <a:pt x="557" y="268"/>
                      <a:pt x="473" y="122"/>
                    </a:cubicBezTo>
                    <a:lnTo>
                      <a:pt x="370" y="19"/>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35"/>
              <p:cNvSpPr/>
              <p:nvPr/>
            </p:nvSpPr>
            <p:spPr>
              <a:xfrm>
                <a:off x="1616200" y="1829100"/>
                <a:ext cx="13925" cy="10825"/>
              </a:xfrm>
              <a:custGeom>
                <a:avLst/>
                <a:gdLst/>
                <a:ahLst/>
                <a:cxnLst/>
                <a:rect l="l" t="t" r="r" b="b"/>
                <a:pathLst>
                  <a:path w="557" h="433" extrusionOk="0">
                    <a:moveTo>
                      <a:pt x="281" y="0"/>
                    </a:moveTo>
                    <a:cubicBezTo>
                      <a:pt x="130" y="0"/>
                      <a:pt x="0" y="151"/>
                      <a:pt x="86" y="302"/>
                    </a:cubicBezTo>
                    <a:lnTo>
                      <a:pt x="189" y="405"/>
                    </a:lnTo>
                    <a:cubicBezTo>
                      <a:pt x="223" y="424"/>
                      <a:pt x="257" y="432"/>
                      <a:pt x="290" y="432"/>
                    </a:cubicBezTo>
                    <a:cubicBezTo>
                      <a:pt x="435" y="432"/>
                      <a:pt x="556" y="269"/>
                      <a:pt x="472" y="122"/>
                    </a:cubicBezTo>
                    <a:cubicBezTo>
                      <a:pt x="472" y="96"/>
                      <a:pt x="421" y="70"/>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35"/>
              <p:cNvSpPr/>
              <p:nvPr/>
            </p:nvSpPr>
            <p:spPr>
              <a:xfrm>
                <a:off x="1457950" y="1698900"/>
                <a:ext cx="13875" cy="11050"/>
              </a:xfrm>
              <a:custGeom>
                <a:avLst/>
                <a:gdLst/>
                <a:ahLst/>
                <a:cxnLst/>
                <a:rect l="l" t="t" r="r" b="b"/>
                <a:pathLst>
                  <a:path w="555" h="442" extrusionOk="0">
                    <a:moveTo>
                      <a:pt x="258" y="0"/>
                    </a:moveTo>
                    <a:cubicBezTo>
                      <a:pt x="105" y="0"/>
                      <a:pt x="1" y="164"/>
                      <a:pt x="85" y="311"/>
                    </a:cubicBezTo>
                    <a:lnTo>
                      <a:pt x="162" y="414"/>
                    </a:lnTo>
                    <a:cubicBezTo>
                      <a:pt x="200" y="433"/>
                      <a:pt x="238" y="441"/>
                      <a:pt x="274" y="441"/>
                    </a:cubicBezTo>
                    <a:cubicBezTo>
                      <a:pt x="433" y="441"/>
                      <a:pt x="555"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35"/>
              <p:cNvSpPr/>
              <p:nvPr/>
            </p:nvSpPr>
            <p:spPr>
              <a:xfrm>
                <a:off x="1162650" y="1386100"/>
                <a:ext cx="13875" cy="10900"/>
              </a:xfrm>
              <a:custGeom>
                <a:avLst/>
                <a:gdLst/>
                <a:ahLst/>
                <a:cxnLst/>
                <a:rect l="l" t="t" r="r" b="b"/>
                <a:pathLst>
                  <a:path w="555" h="436" extrusionOk="0">
                    <a:moveTo>
                      <a:pt x="257" y="1"/>
                    </a:moveTo>
                    <a:cubicBezTo>
                      <a:pt x="116" y="1"/>
                      <a:pt x="0" y="149"/>
                      <a:pt x="83" y="314"/>
                    </a:cubicBezTo>
                    <a:lnTo>
                      <a:pt x="186" y="417"/>
                    </a:lnTo>
                    <a:cubicBezTo>
                      <a:pt x="215" y="429"/>
                      <a:pt x="245"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35"/>
              <p:cNvSpPr/>
              <p:nvPr/>
            </p:nvSpPr>
            <p:spPr>
              <a:xfrm>
                <a:off x="1068025" y="1270975"/>
                <a:ext cx="13350" cy="11075"/>
              </a:xfrm>
              <a:custGeom>
                <a:avLst/>
                <a:gdLst/>
                <a:ahLst/>
                <a:cxnLst/>
                <a:rect l="l" t="t" r="r" b="b"/>
                <a:pathLst>
                  <a:path w="534" h="443" extrusionOk="0">
                    <a:moveTo>
                      <a:pt x="257" y="1"/>
                    </a:moveTo>
                    <a:cubicBezTo>
                      <a:pt x="104" y="1"/>
                      <a:pt x="0" y="165"/>
                      <a:pt x="84" y="312"/>
                    </a:cubicBezTo>
                    <a:lnTo>
                      <a:pt x="161" y="415"/>
                    </a:lnTo>
                    <a:cubicBezTo>
                      <a:pt x="199" y="434"/>
                      <a:pt x="237" y="442"/>
                      <a:pt x="272" y="442"/>
                    </a:cubicBezTo>
                    <a:cubicBezTo>
                      <a:pt x="425" y="442"/>
                      <a:pt x="533" y="278"/>
                      <a:pt x="470" y="131"/>
                    </a:cubicBezTo>
                    <a:cubicBezTo>
                      <a:pt x="419" y="54"/>
                      <a:pt x="393" y="29"/>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35"/>
              <p:cNvSpPr/>
              <p:nvPr/>
            </p:nvSpPr>
            <p:spPr>
              <a:xfrm>
                <a:off x="840275" y="1871925"/>
                <a:ext cx="13350" cy="10875"/>
              </a:xfrm>
              <a:custGeom>
                <a:avLst/>
                <a:gdLst/>
                <a:ahLst/>
                <a:cxnLst/>
                <a:rect l="l" t="t" r="r" b="b"/>
                <a:pathLst>
                  <a:path w="534" h="435" extrusionOk="0">
                    <a:moveTo>
                      <a:pt x="247" y="0"/>
                    </a:moveTo>
                    <a:cubicBezTo>
                      <a:pt x="99" y="0"/>
                      <a:pt x="0" y="149"/>
                      <a:pt x="83" y="313"/>
                    </a:cubicBezTo>
                    <a:lnTo>
                      <a:pt x="160" y="416"/>
                    </a:lnTo>
                    <a:cubicBezTo>
                      <a:pt x="193" y="429"/>
                      <a:pt x="226" y="435"/>
                      <a:pt x="257" y="435"/>
                    </a:cubicBezTo>
                    <a:cubicBezTo>
                      <a:pt x="417" y="435"/>
                      <a:pt x="533" y="280"/>
                      <a:pt x="469" y="107"/>
                    </a:cubicBezTo>
                    <a:cubicBezTo>
                      <a:pt x="443" y="56"/>
                      <a:pt x="391" y="30"/>
                      <a:pt x="366" y="30"/>
                    </a:cubicBezTo>
                    <a:cubicBezTo>
                      <a:pt x="324" y="10"/>
                      <a:pt x="284" y="0"/>
                      <a:pt x="24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35"/>
              <p:cNvSpPr/>
              <p:nvPr/>
            </p:nvSpPr>
            <p:spPr>
              <a:xfrm>
                <a:off x="893525" y="1911225"/>
                <a:ext cx="13350" cy="11050"/>
              </a:xfrm>
              <a:custGeom>
                <a:avLst/>
                <a:gdLst/>
                <a:ahLst/>
                <a:cxnLst/>
                <a:rect l="l" t="t" r="r" b="b"/>
                <a:pathLst>
                  <a:path w="534" h="442" extrusionOk="0">
                    <a:moveTo>
                      <a:pt x="262" y="1"/>
                    </a:moveTo>
                    <a:cubicBezTo>
                      <a:pt x="108" y="1"/>
                      <a:pt x="0" y="165"/>
                      <a:pt x="63" y="311"/>
                    </a:cubicBezTo>
                    <a:lnTo>
                      <a:pt x="166" y="414"/>
                    </a:lnTo>
                    <a:cubicBezTo>
                      <a:pt x="204" y="433"/>
                      <a:pt x="241" y="442"/>
                      <a:pt x="276" y="442"/>
                    </a:cubicBezTo>
                    <a:cubicBezTo>
                      <a:pt x="429" y="442"/>
                      <a:pt x="533" y="278"/>
                      <a:pt x="449" y="131"/>
                    </a:cubicBezTo>
                    <a:cubicBezTo>
                      <a:pt x="449" y="80"/>
                      <a:pt x="423"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35"/>
              <p:cNvSpPr/>
              <p:nvPr/>
            </p:nvSpPr>
            <p:spPr>
              <a:xfrm>
                <a:off x="751950" y="1821150"/>
                <a:ext cx="13400" cy="10825"/>
              </a:xfrm>
              <a:custGeom>
                <a:avLst/>
                <a:gdLst/>
                <a:ahLst/>
                <a:cxnLst/>
                <a:rect l="l" t="t" r="r" b="b"/>
                <a:pathLst>
                  <a:path w="536" h="433" extrusionOk="0">
                    <a:moveTo>
                      <a:pt x="262" y="0"/>
                    </a:moveTo>
                    <a:cubicBezTo>
                      <a:pt x="109" y="0"/>
                      <a:pt x="1" y="164"/>
                      <a:pt x="64" y="311"/>
                    </a:cubicBezTo>
                    <a:lnTo>
                      <a:pt x="167" y="414"/>
                    </a:lnTo>
                    <a:cubicBezTo>
                      <a:pt x="200" y="427"/>
                      <a:pt x="233" y="432"/>
                      <a:pt x="264" y="432"/>
                    </a:cubicBezTo>
                    <a:cubicBezTo>
                      <a:pt x="424" y="432"/>
                      <a:pt x="536" y="282"/>
                      <a:pt x="450"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35"/>
              <p:cNvSpPr/>
              <p:nvPr/>
            </p:nvSpPr>
            <p:spPr>
              <a:xfrm>
                <a:off x="1295150" y="293497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105"/>
                      <a:pt x="445" y="54"/>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35"/>
              <p:cNvSpPr/>
              <p:nvPr/>
            </p:nvSpPr>
            <p:spPr>
              <a:xfrm>
                <a:off x="1327325" y="2725850"/>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lnTo>
                      <a:pt x="394" y="28"/>
                    </a:ln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35"/>
              <p:cNvSpPr/>
              <p:nvPr/>
            </p:nvSpPr>
            <p:spPr>
              <a:xfrm>
                <a:off x="1554475" y="2790850"/>
                <a:ext cx="13825" cy="11100"/>
              </a:xfrm>
              <a:custGeom>
                <a:avLst/>
                <a:gdLst/>
                <a:ahLst/>
                <a:cxnLst/>
                <a:rect l="l" t="t" r="r" b="b"/>
                <a:pathLst>
                  <a:path w="553" h="444" extrusionOk="0">
                    <a:moveTo>
                      <a:pt x="267" y="0"/>
                    </a:moveTo>
                    <a:cubicBezTo>
                      <a:pt x="122" y="0"/>
                      <a:pt x="1" y="164"/>
                      <a:pt x="84" y="311"/>
                    </a:cubicBezTo>
                    <a:lnTo>
                      <a:pt x="187" y="414"/>
                    </a:lnTo>
                    <a:cubicBezTo>
                      <a:pt x="223" y="434"/>
                      <a:pt x="260" y="444"/>
                      <a:pt x="296" y="444"/>
                    </a:cubicBezTo>
                    <a:cubicBezTo>
                      <a:pt x="438" y="444"/>
                      <a:pt x="553" y="295"/>
                      <a:pt x="470" y="131"/>
                    </a:cubicBezTo>
                    <a:cubicBezTo>
                      <a:pt x="470" y="105"/>
                      <a:pt x="445" y="79"/>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35"/>
              <p:cNvSpPr/>
              <p:nvPr/>
            </p:nvSpPr>
            <p:spPr>
              <a:xfrm>
                <a:off x="2137450" y="24517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35"/>
              <p:cNvSpPr/>
              <p:nvPr/>
            </p:nvSpPr>
            <p:spPr>
              <a:xfrm>
                <a:off x="1894900" y="2196875"/>
                <a:ext cx="13350" cy="10875"/>
              </a:xfrm>
              <a:custGeom>
                <a:avLst/>
                <a:gdLst/>
                <a:ahLst/>
                <a:cxnLst/>
                <a:rect l="l" t="t" r="r" b="b"/>
                <a:pathLst>
                  <a:path w="534" h="435" extrusionOk="0">
                    <a:moveTo>
                      <a:pt x="248" y="0"/>
                    </a:moveTo>
                    <a:cubicBezTo>
                      <a:pt x="100" y="0"/>
                      <a:pt x="1" y="149"/>
                      <a:pt x="83" y="313"/>
                    </a:cubicBezTo>
                    <a:lnTo>
                      <a:pt x="160" y="416"/>
                    </a:lnTo>
                    <a:cubicBezTo>
                      <a:pt x="194" y="429"/>
                      <a:pt x="226" y="435"/>
                      <a:pt x="257" y="435"/>
                    </a:cubicBezTo>
                    <a:cubicBezTo>
                      <a:pt x="418" y="435"/>
                      <a:pt x="534" y="280"/>
                      <a:pt x="469" y="107"/>
                    </a:cubicBezTo>
                    <a:lnTo>
                      <a:pt x="366" y="30"/>
                    </a:ln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35"/>
              <p:cNvSpPr/>
              <p:nvPr/>
            </p:nvSpPr>
            <p:spPr>
              <a:xfrm>
                <a:off x="1930425" y="2178700"/>
                <a:ext cx="11600" cy="10450"/>
              </a:xfrm>
              <a:custGeom>
                <a:avLst/>
                <a:gdLst/>
                <a:ahLst/>
                <a:cxnLst/>
                <a:rect l="l" t="t" r="r" b="b"/>
                <a:pathLst>
                  <a:path w="464" h="418" extrusionOk="0">
                    <a:moveTo>
                      <a:pt x="258" y="1"/>
                    </a:moveTo>
                    <a:cubicBezTo>
                      <a:pt x="199" y="1"/>
                      <a:pt x="134" y="20"/>
                      <a:pt x="78" y="62"/>
                    </a:cubicBezTo>
                    <a:cubicBezTo>
                      <a:pt x="1" y="165"/>
                      <a:pt x="1" y="294"/>
                      <a:pt x="78" y="371"/>
                    </a:cubicBezTo>
                    <a:cubicBezTo>
                      <a:pt x="99" y="403"/>
                      <a:pt x="139" y="418"/>
                      <a:pt x="183" y="418"/>
                    </a:cubicBezTo>
                    <a:cubicBezTo>
                      <a:pt x="245" y="418"/>
                      <a:pt x="316" y="390"/>
                      <a:pt x="361" y="345"/>
                    </a:cubicBezTo>
                    <a:cubicBezTo>
                      <a:pt x="438" y="268"/>
                      <a:pt x="464" y="114"/>
                      <a:pt x="387" y="37"/>
                    </a:cubicBezTo>
                    <a:cubicBezTo>
                      <a:pt x="352" y="13"/>
                      <a:pt x="307"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35"/>
              <p:cNvSpPr/>
              <p:nvPr/>
            </p:nvSpPr>
            <p:spPr>
              <a:xfrm>
                <a:off x="2825900" y="1626400"/>
                <a:ext cx="13900" cy="10900"/>
              </a:xfrm>
              <a:custGeom>
                <a:avLst/>
                <a:gdLst/>
                <a:ahLst/>
                <a:cxnLst/>
                <a:rect l="l" t="t" r="r" b="b"/>
                <a:pathLst>
                  <a:path w="556" h="436"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45"/>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35"/>
              <p:cNvSpPr/>
              <p:nvPr/>
            </p:nvSpPr>
            <p:spPr>
              <a:xfrm>
                <a:off x="2645800" y="1712400"/>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35"/>
              <p:cNvSpPr/>
              <p:nvPr/>
            </p:nvSpPr>
            <p:spPr>
              <a:xfrm>
                <a:off x="1327325" y="2349425"/>
                <a:ext cx="13875" cy="11050"/>
              </a:xfrm>
              <a:custGeom>
                <a:avLst/>
                <a:gdLst/>
                <a:ahLst/>
                <a:cxnLst/>
                <a:rect l="l" t="t" r="r" b="b"/>
                <a:pathLst>
                  <a:path w="555" h="442" extrusionOk="0">
                    <a:moveTo>
                      <a:pt x="281" y="1"/>
                    </a:moveTo>
                    <a:cubicBezTo>
                      <a:pt x="122" y="1"/>
                      <a:pt x="1" y="165"/>
                      <a:pt x="85" y="311"/>
                    </a:cubicBezTo>
                    <a:lnTo>
                      <a:pt x="188" y="414"/>
                    </a:lnTo>
                    <a:cubicBezTo>
                      <a:pt x="226" y="433"/>
                      <a:pt x="263" y="442"/>
                      <a:pt x="298" y="442"/>
                    </a:cubicBezTo>
                    <a:cubicBezTo>
                      <a:pt x="451" y="442"/>
                      <a:pt x="555" y="278"/>
                      <a:pt x="471" y="131"/>
                    </a:cubicBezTo>
                    <a:cubicBezTo>
                      <a:pt x="471" y="54"/>
                      <a:pt x="445" y="28"/>
                      <a:pt x="394" y="28"/>
                    </a:cubicBezTo>
                    <a:cubicBezTo>
                      <a:pt x="355" y="9"/>
                      <a:pt x="317"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35"/>
              <p:cNvSpPr/>
              <p:nvPr/>
            </p:nvSpPr>
            <p:spPr>
              <a:xfrm>
                <a:off x="1081575" y="2306250"/>
                <a:ext cx="13875" cy="10900"/>
              </a:xfrm>
              <a:custGeom>
                <a:avLst/>
                <a:gdLst/>
                <a:ahLst/>
                <a:cxnLst/>
                <a:rect l="l" t="t" r="r" b="b"/>
                <a:pathLst>
                  <a:path w="555" h="436" extrusionOk="0">
                    <a:moveTo>
                      <a:pt x="257" y="1"/>
                    </a:moveTo>
                    <a:cubicBezTo>
                      <a:pt x="115" y="1"/>
                      <a:pt x="0" y="149"/>
                      <a:pt x="83" y="314"/>
                    </a:cubicBezTo>
                    <a:lnTo>
                      <a:pt x="185" y="417"/>
                    </a:lnTo>
                    <a:cubicBezTo>
                      <a:pt x="215" y="429"/>
                      <a:pt x="244" y="435"/>
                      <a:pt x="274" y="435"/>
                    </a:cubicBezTo>
                    <a:cubicBezTo>
                      <a:pt x="424" y="435"/>
                      <a:pt x="555" y="281"/>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35"/>
              <p:cNvSpPr/>
              <p:nvPr/>
            </p:nvSpPr>
            <p:spPr>
              <a:xfrm>
                <a:off x="808700" y="2158975"/>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lnTo>
                      <a:pt x="367"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35"/>
              <p:cNvSpPr/>
              <p:nvPr/>
            </p:nvSpPr>
            <p:spPr>
              <a:xfrm>
                <a:off x="780875" y="1723575"/>
                <a:ext cx="13450" cy="11225"/>
              </a:xfrm>
              <a:custGeom>
                <a:avLst/>
                <a:gdLst/>
                <a:ahLst/>
                <a:cxnLst/>
                <a:rect l="l" t="t" r="r" b="b"/>
                <a:pathLst>
                  <a:path w="538" h="449" extrusionOk="0">
                    <a:moveTo>
                      <a:pt x="277" y="0"/>
                    </a:moveTo>
                    <a:cubicBezTo>
                      <a:pt x="116" y="0"/>
                      <a:pt x="0" y="155"/>
                      <a:pt x="65" y="328"/>
                    </a:cubicBezTo>
                    <a:lnTo>
                      <a:pt x="168" y="430"/>
                    </a:lnTo>
                    <a:cubicBezTo>
                      <a:pt x="201" y="443"/>
                      <a:pt x="234" y="449"/>
                      <a:pt x="265" y="449"/>
                    </a:cubicBezTo>
                    <a:cubicBezTo>
                      <a:pt x="425" y="449"/>
                      <a:pt x="537" y="294"/>
                      <a:pt x="451" y="122"/>
                    </a:cubicBezTo>
                    <a:cubicBezTo>
                      <a:pt x="451" y="96"/>
                      <a:pt x="425" y="70"/>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35"/>
              <p:cNvSpPr/>
              <p:nvPr/>
            </p:nvSpPr>
            <p:spPr>
              <a:xfrm>
                <a:off x="779150" y="1341075"/>
                <a:ext cx="13875" cy="10875"/>
              </a:xfrm>
              <a:custGeom>
                <a:avLst/>
                <a:gdLst/>
                <a:ahLst/>
                <a:cxnLst/>
                <a:rect l="l" t="t" r="r" b="b"/>
                <a:pathLst>
                  <a:path w="555" h="435" extrusionOk="0">
                    <a:moveTo>
                      <a:pt x="257" y="0"/>
                    </a:moveTo>
                    <a:cubicBezTo>
                      <a:pt x="115" y="0"/>
                      <a:pt x="0" y="148"/>
                      <a:pt x="82" y="313"/>
                    </a:cubicBezTo>
                    <a:lnTo>
                      <a:pt x="185" y="416"/>
                    </a:lnTo>
                    <a:cubicBezTo>
                      <a:pt x="214" y="429"/>
                      <a:pt x="244" y="434"/>
                      <a:pt x="273" y="434"/>
                    </a:cubicBezTo>
                    <a:cubicBezTo>
                      <a:pt x="424" y="434"/>
                      <a:pt x="555" y="280"/>
                      <a:pt x="468" y="107"/>
                    </a:cubicBezTo>
                    <a:cubicBezTo>
                      <a:pt x="468" y="81"/>
                      <a:pt x="417" y="56"/>
                      <a:pt x="366" y="30"/>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35"/>
              <p:cNvSpPr/>
              <p:nvPr/>
            </p:nvSpPr>
            <p:spPr>
              <a:xfrm>
                <a:off x="745525" y="1278075"/>
                <a:ext cx="13350" cy="11050"/>
              </a:xfrm>
              <a:custGeom>
                <a:avLst/>
                <a:gdLst/>
                <a:ahLst/>
                <a:cxnLst/>
                <a:rect l="l" t="t" r="r" b="b"/>
                <a:pathLst>
                  <a:path w="534" h="442" extrusionOk="0">
                    <a:moveTo>
                      <a:pt x="262" y="0"/>
                    </a:moveTo>
                    <a:cubicBezTo>
                      <a:pt x="108" y="0"/>
                      <a:pt x="0" y="164"/>
                      <a:pt x="63" y="311"/>
                    </a:cubicBezTo>
                    <a:lnTo>
                      <a:pt x="166" y="414"/>
                    </a:lnTo>
                    <a:cubicBezTo>
                      <a:pt x="204" y="433"/>
                      <a:pt x="242" y="441"/>
                      <a:pt x="276" y="441"/>
                    </a:cubicBezTo>
                    <a:cubicBezTo>
                      <a:pt x="429" y="441"/>
                      <a:pt x="533" y="277"/>
                      <a:pt x="449" y="131"/>
                    </a:cubicBezTo>
                    <a:cubicBezTo>
                      <a:pt x="424" y="53"/>
                      <a:pt x="398"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35"/>
              <p:cNvSpPr/>
              <p:nvPr/>
            </p:nvSpPr>
            <p:spPr>
              <a:xfrm>
                <a:off x="1741675" y="215727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lnTo>
                      <a:pt x="369" y="18"/>
                    </a:ln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35"/>
              <p:cNvSpPr/>
              <p:nvPr/>
            </p:nvSpPr>
            <p:spPr>
              <a:xfrm>
                <a:off x="3024725" y="2405000"/>
                <a:ext cx="13900" cy="10875"/>
              </a:xfrm>
              <a:custGeom>
                <a:avLst/>
                <a:gdLst/>
                <a:ahLst/>
                <a:cxnLst/>
                <a:rect l="l" t="t" r="r" b="b"/>
                <a:pathLst>
                  <a:path w="556" h="435" extrusionOk="0">
                    <a:moveTo>
                      <a:pt x="282" y="0"/>
                    </a:moveTo>
                    <a:cubicBezTo>
                      <a:pt x="132" y="0"/>
                      <a:pt x="1" y="155"/>
                      <a:pt x="87" y="328"/>
                    </a:cubicBezTo>
                    <a:lnTo>
                      <a:pt x="190" y="405"/>
                    </a:lnTo>
                    <a:cubicBezTo>
                      <a:pt x="226" y="425"/>
                      <a:pt x="263" y="435"/>
                      <a:pt x="299" y="435"/>
                    </a:cubicBezTo>
                    <a:cubicBezTo>
                      <a:pt x="440" y="435"/>
                      <a:pt x="556" y="286"/>
                      <a:pt x="473" y="122"/>
                    </a:cubicBezTo>
                    <a:cubicBezTo>
                      <a:pt x="447" y="70"/>
                      <a:pt x="396"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35"/>
              <p:cNvSpPr/>
              <p:nvPr/>
            </p:nvSpPr>
            <p:spPr>
              <a:xfrm>
                <a:off x="1840825" y="2452375"/>
                <a:ext cx="13875" cy="11050"/>
              </a:xfrm>
              <a:custGeom>
                <a:avLst/>
                <a:gdLst/>
                <a:ahLst/>
                <a:cxnLst/>
                <a:rect l="l" t="t" r="r" b="b"/>
                <a:pathLst>
                  <a:path w="555" h="442" extrusionOk="0">
                    <a:moveTo>
                      <a:pt x="267" y="1"/>
                    </a:moveTo>
                    <a:cubicBezTo>
                      <a:pt x="121" y="1"/>
                      <a:pt x="0" y="165"/>
                      <a:pt x="84" y="311"/>
                    </a:cubicBezTo>
                    <a:lnTo>
                      <a:pt x="187" y="414"/>
                    </a:lnTo>
                    <a:cubicBezTo>
                      <a:pt x="220" y="434"/>
                      <a:pt x="255" y="442"/>
                      <a:pt x="288" y="442"/>
                    </a:cubicBezTo>
                    <a:cubicBezTo>
                      <a:pt x="433" y="442"/>
                      <a:pt x="554" y="278"/>
                      <a:pt x="470" y="131"/>
                    </a:cubicBezTo>
                    <a:cubicBezTo>
                      <a:pt x="470" y="106"/>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35"/>
              <p:cNvSpPr/>
              <p:nvPr/>
            </p:nvSpPr>
            <p:spPr>
              <a:xfrm>
                <a:off x="1956675" y="2750900"/>
                <a:ext cx="13900" cy="10875"/>
              </a:xfrm>
              <a:custGeom>
                <a:avLst/>
                <a:gdLst/>
                <a:ahLst/>
                <a:cxnLst/>
                <a:rect l="l" t="t" r="r" b="b"/>
                <a:pathLst>
                  <a:path w="556" h="435" extrusionOk="0">
                    <a:moveTo>
                      <a:pt x="258" y="0"/>
                    </a:moveTo>
                    <a:cubicBezTo>
                      <a:pt x="116" y="0"/>
                      <a:pt x="1" y="148"/>
                      <a:pt x="83" y="313"/>
                    </a:cubicBezTo>
                    <a:lnTo>
                      <a:pt x="186" y="416"/>
                    </a:lnTo>
                    <a:cubicBezTo>
                      <a:pt x="215" y="429"/>
                      <a:pt x="246" y="434"/>
                      <a:pt x="275" y="434"/>
                    </a:cubicBezTo>
                    <a:cubicBezTo>
                      <a:pt x="425" y="434"/>
                      <a:pt x="555" y="284"/>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35"/>
              <p:cNvSpPr/>
              <p:nvPr/>
            </p:nvSpPr>
            <p:spPr>
              <a:xfrm>
                <a:off x="2314400" y="29510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35"/>
              <p:cNvSpPr/>
              <p:nvPr/>
            </p:nvSpPr>
            <p:spPr>
              <a:xfrm>
                <a:off x="2088600" y="2866075"/>
                <a:ext cx="13775" cy="10525"/>
              </a:xfrm>
              <a:custGeom>
                <a:avLst/>
                <a:gdLst/>
                <a:ahLst/>
                <a:cxnLst/>
                <a:rect l="l" t="t" r="r" b="b"/>
                <a:pathLst>
                  <a:path w="551" h="421" extrusionOk="0">
                    <a:moveTo>
                      <a:pt x="257" y="0"/>
                    </a:moveTo>
                    <a:cubicBezTo>
                      <a:pt x="115" y="0"/>
                      <a:pt x="0" y="149"/>
                      <a:pt x="82" y="313"/>
                    </a:cubicBezTo>
                    <a:lnTo>
                      <a:pt x="185" y="391"/>
                    </a:lnTo>
                    <a:cubicBezTo>
                      <a:pt x="221" y="411"/>
                      <a:pt x="259" y="420"/>
                      <a:pt x="294" y="420"/>
                    </a:cubicBezTo>
                    <a:cubicBezTo>
                      <a:pt x="436" y="420"/>
                      <a:pt x="551" y="272"/>
                      <a:pt x="469" y="107"/>
                    </a:cubicBezTo>
                    <a:lnTo>
                      <a:pt x="366" y="30"/>
                    </a:lnTo>
                    <a:cubicBezTo>
                      <a:pt x="330" y="10"/>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35"/>
              <p:cNvSpPr/>
              <p:nvPr/>
            </p:nvSpPr>
            <p:spPr>
              <a:xfrm>
                <a:off x="997825" y="2740250"/>
                <a:ext cx="13875" cy="10875"/>
              </a:xfrm>
              <a:custGeom>
                <a:avLst/>
                <a:gdLst/>
                <a:ahLst/>
                <a:cxnLst/>
                <a:rect l="l" t="t" r="r" b="b"/>
                <a:pathLst>
                  <a:path w="555" h="435" extrusionOk="0">
                    <a:moveTo>
                      <a:pt x="282" y="0"/>
                    </a:moveTo>
                    <a:cubicBezTo>
                      <a:pt x="131" y="0"/>
                      <a:pt x="0" y="155"/>
                      <a:pt x="87" y="327"/>
                    </a:cubicBezTo>
                    <a:lnTo>
                      <a:pt x="189" y="405"/>
                    </a:lnTo>
                    <a:cubicBezTo>
                      <a:pt x="225" y="425"/>
                      <a:pt x="263" y="434"/>
                      <a:pt x="298" y="434"/>
                    </a:cubicBezTo>
                    <a:cubicBezTo>
                      <a:pt x="440" y="434"/>
                      <a:pt x="555" y="286"/>
                      <a:pt x="473" y="121"/>
                    </a:cubicBezTo>
                    <a:lnTo>
                      <a:pt x="370" y="18"/>
                    </a:lnTo>
                    <a:cubicBezTo>
                      <a:pt x="340"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35"/>
              <p:cNvSpPr/>
              <p:nvPr/>
            </p:nvSpPr>
            <p:spPr>
              <a:xfrm>
                <a:off x="1086550" y="2484550"/>
                <a:ext cx="13350" cy="11050"/>
              </a:xfrm>
              <a:custGeom>
                <a:avLst/>
                <a:gdLst/>
                <a:ahLst/>
                <a:cxnLst/>
                <a:rect l="l" t="t" r="r" b="b"/>
                <a:pathLst>
                  <a:path w="534" h="442" extrusionOk="0">
                    <a:moveTo>
                      <a:pt x="262" y="1"/>
                    </a:moveTo>
                    <a:cubicBezTo>
                      <a:pt x="109" y="1"/>
                      <a:pt x="1" y="165"/>
                      <a:pt x="64" y="311"/>
                    </a:cubicBezTo>
                    <a:lnTo>
                      <a:pt x="167" y="414"/>
                    </a:lnTo>
                    <a:cubicBezTo>
                      <a:pt x="205" y="433"/>
                      <a:pt x="242" y="442"/>
                      <a:pt x="277" y="442"/>
                    </a:cubicBezTo>
                    <a:cubicBezTo>
                      <a:pt x="430" y="442"/>
                      <a:pt x="534" y="278"/>
                      <a:pt x="450" y="131"/>
                    </a:cubicBezTo>
                    <a:cubicBezTo>
                      <a:pt x="450" y="106"/>
                      <a:pt x="424" y="54"/>
                      <a:pt x="373"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35"/>
              <p:cNvSpPr/>
              <p:nvPr/>
            </p:nvSpPr>
            <p:spPr>
              <a:xfrm>
                <a:off x="1885800" y="2949375"/>
                <a:ext cx="13900" cy="10875"/>
              </a:xfrm>
              <a:custGeom>
                <a:avLst/>
                <a:gdLst/>
                <a:ahLst/>
                <a:cxnLst/>
                <a:rect l="l" t="t" r="r" b="b"/>
                <a:pathLst>
                  <a:path w="556" h="435" extrusionOk="0">
                    <a:moveTo>
                      <a:pt x="282" y="0"/>
                    </a:moveTo>
                    <a:cubicBezTo>
                      <a:pt x="131" y="0"/>
                      <a:pt x="0" y="155"/>
                      <a:pt x="87" y="327"/>
                    </a:cubicBezTo>
                    <a:lnTo>
                      <a:pt x="190" y="405"/>
                    </a:lnTo>
                    <a:cubicBezTo>
                      <a:pt x="226" y="425"/>
                      <a:pt x="263" y="434"/>
                      <a:pt x="298" y="434"/>
                    </a:cubicBezTo>
                    <a:cubicBezTo>
                      <a:pt x="440" y="434"/>
                      <a:pt x="555" y="286"/>
                      <a:pt x="473" y="121"/>
                    </a:cubicBezTo>
                    <a:cubicBezTo>
                      <a:pt x="473" y="96"/>
                      <a:pt x="447" y="70"/>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35"/>
              <p:cNvSpPr/>
              <p:nvPr/>
            </p:nvSpPr>
            <p:spPr>
              <a:xfrm>
                <a:off x="939325" y="2855200"/>
                <a:ext cx="13325" cy="11100"/>
              </a:xfrm>
              <a:custGeom>
                <a:avLst/>
                <a:gdLst/>
                <a:ahLst/>
                <a:cxnLst/>
                <a:rect l="l" t="t" r="r" b="b"/>
                <a:pathLst>
                  <a:path w="533" h="444" extrusionOk="0">
                    <a:moveTo>
                      <a:pt x="257" y="0"/>
                    </a:moveTo>
                    <a:cubicBezTo>
                      <a:pt x="104" y="0"/>
                      <a:pt x="0" y="164"/>
                      <a:pt x="84" y="311"/>
                    </a:cubicBezTo>
                    <a:lnTo>
                      <a:pt x="162" y="414"/>
                    </a:lnTo>
                    <a:cubicBezTo>
                      <a:pt x="203" y="434"/>
                      <a:pt x="243" y="444"/>
                      <a:pt x="280" y="444"/>
                    </a:cubicBezTo>
                    <a:cubicBezTo>
                      <a:pt x="429" y="444"/>
                      <a:pt x="532" y="295"/>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35"/>
              <p:cNvSpPr/>
              <p:nvPr/>
            </p:nvSpPr>
            <p:spPr>
              <a:xfrm>
                <a:off x="2622150" y="2238075"/>
                <a:ext cx="11600" cy="10500"/>
              </a:xfrm>
              <a:custGeom>
                <a:avLst/>
                <a:gdLst/>
                <a:ahLst/>
                <a:cxnLst/>
                <a:rect l="l" t="t" r="r" b="b"/>
                <a:pathLst>
                  <a:path w="464" h="420" extrusionOk="0">
                    <a:moveTo>
                      <a:pt x="254" y="0"/>
                    </a:moveTo>
                    <a:cubicBezTo>
                      <a:pt x="195" y="0"/>
                      <a:pt x="133" y="26"/>
                      <a:pt x="78" y="81"/>
                    </a:cubicBezTo>
                    <a:cubicBezTo>
                      <a:pt x="1" y="158"/>
                      <a:pt x="1" y="287"/>
                      <a:pt x="78" y="364"/>
                    </a:cubicBezTo>
                    <a:cubicBezTo>
                      <a:pt x="102" y="400"/>
                      <a:pt x="148" y="419"/>
                      <a:pt x="198" y="419"/>
                    </a:cubicBezTo>
                    <a:cubicBezTo>
                      <a:pt x="256" y="419"/>
                      <a:pt x="319" y="393"/>
                      <a:pt x="361" y="338"/>
                    </a:cubicBezTo>
                    <a:cubicBezTo>
                      <a:pt x="438" y="261"/>
                      <a:pt x="464" y="132"/>
                      <a:pt x="387" y="55"/>
                    </a:cubicBezTo>
                    <a:cubicBezTo>
                      <a:pt x="351" y="19"/>
                      <a:pt x="304" y="0"/>
                      <a:pt x="25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35"/>
              <p:cNvSpPr/>
              <p:nvPr/>
            </p:nvSpPr>
            <p:spPr>
              <a:xfrm>
                <a:off x="2791250" y="2590025"/>
                <a:ext cx="13900" cy="10875"/>
              </a:xfrm>
              <a:custGeom>
                <a:avLst/>
                <a:gdLst/>
                <a:ahLst/>
                <a:cxnLst/>
                <a:rect l="l" t="t" r="r" b="b"/>
                <a:pathLst>
                  <a:path w="556" h="435" extrusionOk="0">
                    <a:moveTo>
                      <a:pt x="258" y="1"/>
                    </a:moveTo>
                    <a:cubicBezTo>
                      <a:pt x="116" y="1"/>
                      <a:pt x="1" y="149"/>
                      <a:pt x="83" y="314"/>
                    </a:cubicBezTo>
                    <a:lnTo>
                      <a:pt x="186" y="416"/>
                    </a:lnTo>
                    <a:cubicBezTo>
                      <a:pt x="215" y="429"/>
                      <a:pt x="246" y="435"/>
                      <a:pt x="275" y="435"/>
                    </a:cubicBezTo>
                    <a:cubicBezTo>
                      <a:pt x="425" y="435"/>
                      <a:pt x="555" y="284"/>
                      <a:pt x="469" y="133"/>
                    </a:cubicBezTo>
                    <a:lnTo>
                      <a:pt x="366" y="30"/>
                    </a:ln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35"/>
              <p:cNvSpPr/>
              <p:nvPr/>
            </p:nvSpPr>
            <p:spPr>
              <a:xfrm>
                <a:off x="2732025" y="1886125"/>
                <a:ext cx="13875" cy="11075"/>
              </a:xfrm>
              <a:custGeom>
                <a:avLst/>
                <a:gdLst/>
                <a:ahLst/>
                <a:cxnLst/>
                <a:rect l="l" t="t" r="r" b="b"/>
                <a:pathLst>
                  <a:path w="555" h="443" extrusionOk="0">
                    <a:moveTo>
                      <a:pt x="267" y="1"/>
                    </a:moveTo>
                    <a:cubicBezTo>
                      <a:pt x="121" y="1"/>
                      <a:pt x="0" y="165"/>
                      <a:pt x="84" y="312"/>
                    </a:cubicBezTo>
                    <a:lnTo>
                      <a:pt x="187" y="415"/>
                    </a:lnTo>
                    <a:cubicBezTo>
                      <a:pt x="220" y="434"/>
                      <a:pt x="255" y="442"/>
                      <a:pt x="288" y="442"/>
                    </a:cubicBezTo>
                    <a:cubicBezTo>
                      <a:pt x="433" y="442"/>
                      <a:pt x="554" y="278"/>
                      <a:pt x="470" y="131"/>
                    </a:cubicBezTo>
                    <a:cubicBezTo>
                      <a:pt x="470" y="106"/>
                      <a:pt x="419"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35"/>
              <p:cNvSpPr/>
              <p:nvPr/>
            </p:nvSpPr>
            <p:spPr>
              <a:xfrm>
                <a:off x="2423200" y="2026350"/>
                <a:ext cx="13875" cy="10875"/>
              </a:xfrm>
              <a:custGeom>
                <a:avLst/>
                <a:gdLst/>
                <a:ahLst/>
                <a:cxnLst/>
                <a:rect l="l" t="t" r="r" b="b"/>
                <a:pathLst>
                  <a:path w="555" h="435" extrusionOk="0">
                    <a:moveTo>
                      <a:pt x="257" y="1"/>
                    </a:moveTo>
                    <a:cubicBezTo>
                      <a:pt x="115" y="1"/>
                      <a:pt x="0" y="149"/>
                      <a:pt x="83" y="314"/>
                    </a:cubicBezTo>
                    <a:lnTo>
                      <a:pt x="185" y="417"/>
                    </a:lnTo>
                    <a:cubicBezTo>
                      <a:pt x="215" y="429"/>
                      <a:pt x="244" y="435"/>
                      <a:pt x="274" y="435"/>
                    </a:cubicBezTo>
                    <a:cubicBezTo>
                      <a:pt x="424" y="435"/>
                      <a:pt x="555" y="280"/>
                      <a:pt x="469" y="108"/>
                    </a:cubicBezTo>
                    <a:cubicBezTo>
                      <a:pt x="469" y="56"/>
                      <a:pt x="443" y="30"/>
                      <a:pt x="366" y="30"/>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35"/>
              <p:cNvSpPr/>
              <p:nvPr/>
            </p:nvSpPr>
            <p:spPr>
              <a:xfrm>
                <a:off x="2062050" y="1313450"/>
                <a:ext cx="13475" cy="11050"/>
              </a:xfrm>
              <a:custGeom>
                <a:avLst/>
                <a:gdLst/>
                <a:ahLst/>
                <a:cxnLst/>
                <a:rect l="l" t="t" r="r" b="b"/>
                <a:pathLst>
                  <a:path w="539" h="442" extrusionOk="0">
                    <a:moveTo>
                      <a:pt x="262" y="1"/>
                    </a:moveTo>
                    <a:cubicBezTo>
                      <a:pt x="108" y="1"/>
                      <a:pt x="1" y="165"/>
                      <a:pt x="63" y="311"/>
                    </a:cubicBezTo>
                    <a:lnTo>
                      <a:pt x="166" y="414"/>
                    </a:lnTo>
                    <a:cubicBezTo>
                      <a:pt x="205" y="433"/>
                      <a:pt x="242" y="442"/>
                      <a:pt x="277" y="442"/>
                    </a:cubicBezTo>
                    <a:cubicBezTo>
                      <a:pt x="430" y="442"/>
                      <a:pt x="538" y="278"/>
                      <a:pt x="475"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35"/>
              <p:cNvSpPr/>
              <p:nvPr/>
            </p:nvSpPr>
            <p:spPr>
              <a:xfrm>
                <a:off x="2318750" y="1443025"/>
                <a:ext cx="13400" cy="10825"/>
              </a:xfrm>
              <a:custGeom>
                <a:avLst/>
                <a:gdLst/>
                <a:ahLst/>
                <a:cxnLst/>
                <a:rect l="l" t="t" r="r" b="b"/>
                <a:pathLst>
                  <a:path w="536" h="433" extrusionOk="0">
                    <a:moveTo>
                      <a:pt x="277" y="0"/>
                    </a:moveTo>
                    <a:cubicBezTo>
                      <a:pt x="117" y="0"/>
                      <a:pt x="0" y="155"/>
                      <a:pt x="65" y="328"/>
                    </a:cubicBezTo>
                    <a:lnTo>
                      <a:pt x="168" y="405"/>
                    </a:lnTo>
                    <a:cubicBezTo>
                      <a:pt x="206" y="424"/>
                      <a:pt x="243" y="432"/>
                      <a:pt x="278" y="432"/>
                    </a:cubicBezTo>
                    <a:cubicBezTo>
                      <a:pt x="431" y="432"/>
                      <a:pt x="535" y="268"/>
                      <a:pt x="451" y="122"/>
                    </a:cubicBezTo>
                    <a:cubicBezTo>
                      <a:pt x="425" y="70"/>
                      <a:pt x="400" y="19"/>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35"/>
              <p:cNvSpPr/>
              <p:nvPr/>
            </p:nvSpPr>
            <p:spPr>
              <a:xfrm>
                <a:off x="1979800" y="17825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3" y="441"/>
                      <a:pt x="555" y="277"/>
                      <a:pt x="471" y="131"/>
                    </a:cubicBezTo>
                    <a:cubicBezTo>
                      <a:pt x="445" y="53"/>
                      <a:pt x="419" y="28"/>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35"/>
              <p:cNvSpPr/>
              <p:nvPr/>
            </p:nvSpPr>
            <p:spPr>
              <a:xfrm>
                <a:off x="1908550" y="1774350"/>
                <a:ext cx="11600" cy="10700"/>
              </a:xfrm>
              <a:custGeom>
                <a:avLst/>
                <a:gdLst/>
                <a:ahLst/>
                <a:cxnLst/>
                <a:rect l="l" t="t" r="r" b="b"/>
                <a:pathLst>
                  <a:path w="464" h="428" extrusionOk="0">
                    <a:moveTo>
                      <a:pt x="286" y="0"/>
                    </a:moveTo>
                    <a:cubicBezTo>
                      <a:pt x="219" y="0"/>
                      <a:pt x="148" y="28"/>
                      <a:pt x="103" y="72"/>
                    </a:cubicBezTo>
                    <a:cubicBezTo>
                      <a:pt x="26" y="175"/>
                      <a:pt x="0" y="304"/>
                      <a:pt x="78" y="381"/>
                    </a:cubicBezTo>
                    <a:cubicBezTo>
                      <a:pt x="110" y="414"/>
                      <a:pt x="151" y="428"/>
                      <a:pt x="196" y="428"/>
                    </a:cubicBezTo>
                    <a:cubicBezTo>
                      <a:pt x="258" y="428"/>
                      <a:pt x="327" y="400"/>
                      <a:pt x="387" y="356"/>
                    </a:cubicBezTo>
                    <a:cubicBezTo>
                      <a:pt x="464" y="253"/>
                      <a:pt x="464" y="124"/>
                      <a:pt x="412" y="47"/>
                    </a:cubicBezTo>
                    <a:cubicBezTo>
                      <a:pt x="380" y="14"/>
                      <a:pt x="334"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35"/>
              <p:cNvSpPr/>
              <p:nvPr/>
            </p:nvSpPr>
            <p:spPr>
              <a:xfrm>
                <a:off x="1729525" y="1370025"/>
                <a:ext cx="13900" cy="10875"/>
              </a:xfrm>
              <a:custGeom>
                <a:avLst/>
                <a:gdLst/>
                <a:ahLst/>
                <a:cxnLst/>
                <a:rect l="l" t="t" r="r" b="b"/>
                <a:pathLst>
                  <a:path w="556" h="435" extrusionOk="0">
                    <a:moveTo>
                      <a:pt x="271" y="0"/>
                    </a:moveTo>
                    <a:cubicBezTo>
                      <a:pt x="116" y="0"/>
                      <a:pt x="1" y="149"/>
                      <a:pt x="83" y="313"/>
                    </a:cubicBezTo>
                    <a:lnTo>
                      <a:pt x="186" y="416"/>
                    </a:lnTo>
                    <a:cubicBezTo>
                      <a:pt x="220" y="429"/>
                      <a:pt x="252" y="435"/>
                      <a:pt x="283" y="435"/>
                    </a:cubicBezTo>
                    <a:cubicBezTo>
                      <a:pt x="443" y="435"/>
                      <a:pt x="556" y="280"/>
                      <a:pt x="469" y="107"/>
                    </a:cubicBezTo>
                    <a:cubicBezTo>
                      <a:pt x="444" y="56"/>
                      <a:pt x="418" y="30"/>
                      <a:pt x="392" y="30"/>
                    </a:cubicBezTo>
                    <a:cubicBezTo>
                      <a:pt x="351" y="10"/>
                      <a:pt x="310"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35"/>
              <p:cNvSpPr/>
              <p:nvPr/>
            </p:nvSpPr>
            <p:spPr>
              <a:xfrm>
                <a:off x="2138100" y="1792200"/>
                <a:ext cx="13925" cy="10825"/>
              </a:xfrm>
              <a:custGeom>
                <a:avLst/>
                <a:gdLst/>
                <a:ahLst/>
                <a:cxnLst/>
                <a:rect l="l" t="t" r="r" b="b"/>
                <a:pathLst>
                  <a:path w="557" h="433" extrusionOk="0">
                    <a:moveTo>
                      <a:pt x="267" y="0"/>
                    </a:moveTo>
                    <a:cubicBezTo>
                      <a:pt x="122" y="0"/>
                      <a:pt x="0" y="164"/>
                      <a:pt x="84" y="311"/>
                    </a:cubicBezTo>
                    <a:lnTo>
                      <a:pt x="187" y="414"/>
                    </a:lnTo>
                    <a:cubicBezTo>
                      <a:pt x="217" y="426"/>
                      <a:pt x="247" y="432"/>
                      <a:pt x="276" y="432"/>
                    </a:cubicBezTo>
                    <a:cubicBezTo>
                      <a:pt x="426" y="432"/>
                      <a:pt x="557" y="281"/>
                      <a:pt x="470" y="131"/>
                    </a:cubicBezTo>
                    <a:cubicBezTo>
                      <a:pt x="470" y="79"/>
                      <a:pt x="445" y="53"/>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35"/>
              <p:cNvSpPr/>
              <p:nvPr/>
            </p:nvSpPr>
            <p:spPr>
              <a:xfrm>
                <a:off x="1976525" y="1729350"/>
                <a:ext cx="13925" cy="10825"/>
              </a:xfrm>
              <a:custGeom>
                <a:avLst/>
                <a:gdLst/>
                <a:ahLst/>
                <a:cxnLst/>
                <a:rect l="l" t="t" r="r" b="b"/>
                <a:pathLst>
                  <a:path w="557" h="433" extrusionOk="0">
                    <a:moveTo>
                      <a:pt x="281" y="1"/>
                    </a:moveTo>
                    <a:cubicBezTo>
                      <a:pt x="131" y="1"/>
                      <a:pt x="1" y="152"/>
                      <a:pt x="87" y="302"/>
                    </a:cubicBezTo>
                    <a:lnTo>
                      <a:pt x="190" y="405"/>
                    </a:lnTo>
                    <a:cubicBezTo>
                      <a:pt x="223" y="424"/>
                      <a:pt x="258" y="433"/>
                      <a:pt x="291" y="433"/>
                    </a:cubicBezTo>
                    <a:cubicBezTo>
                      <a:pt x="436" y="433"/>
                      <a:pt x="557" y="269"/>
                      <a:pt x="473" y="122"/>
                    </a:cubicBezTo>
                    <a:cubicBezTo>
                      <a:pt x="473" y="97"/>
                      <a:pt x="447" y="71"/>
                      <a:pt x="370" y="19"/>
                    </a:cubicBezTo>
                    <a:cubicBezTo>
                      <a:pt x="341" y="7"/>
                      <a:pt x="311"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35"/>
              <p:cNvSpPr/>
              <p:nvPr/>
            </p:nvSpPr>
            <p:spPr>
              <a:xfrm>
                <a:off x="2123250" y="1719700"/>
                <a:ext cx="13375" cy="10900"/>
              </a:xfrm>
              <a:custGeom>
                <a:avLst/>
                <a:gdLst/>
                <a:ahLst/>
                <a:cxnLst/>
                <a:rect l="l" t="t" r="r" b="b"/>
                <a:pathLst>
                  <a:path w="535" h="436" extrusionOk="0">
                    <a:moveTo>
                      <a:pt x="273" y="1"/>
                    </a:moveTo>
                    <a:cubicBezTo>
                      <a:pt x="113" y="1"/>
                      <a:pt x="0" y="156"/>
                      <a:pt x="86" y="328"/>
                    </a:cubicBezTo>
                    <a:lnTo>
                      <a:pt x="164" y="405"/>
                    </a:lnTo>
                    <a:cubicBezTo>
                      <a:pt x="205" y="426"/>
                      <a:pt x="245" y="435"/>
                      <a:pt x="282" y="435"/>
                    </a:cubicBezTo>
                    <a:cubicBezTo>
                      <a:pt x="431" y="435"/>
                      <a:pt x="534" y="287"/>
                      <a:pt x="472" y="122"/>
                    </a:cubicBezTo>
                    <a:lnTo>
                      <a:pt x="369" y="19"/>
                    </a:ln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35"/>
              <p:cNvSpPr/>
              <p:nvPr/>
            </p:nvSpPr>
            <p:spPr>
              <a:xfrm>
                <a:off x="1621325" y="1249975"/>
                <a:ext cx="13425" cy="10825"/>
              </a:xfrm>
              <a:custGeom>
                <a:avLst/>
                <a:gdLst/>
                <a:ahLst/>
                <a:cxnLst/>
                <a:rect l="l" t="t" r="r" b="b"/>
                <a:pathLst>
                  <a:path w="537" h="433" extrusionOk="0">
                    <a:moveTo>
                      <a:pt x="274" y="1"/>
                    </a:moveTo>
                    <a:cubicBezTo>
                      <a:pt x="114" y="1"/>
                      <a:pt x="1" y="155"/>
                      <a:pt x="87" y="328"/>
                    </a:cubicBezTo>
                    <a:lnTo>
                      <a:pt x="164" y="405"/>
                    </a:lnTo>
                    <a:cubicBezTo>
                      <a:pt x="203" y="424"/>
                      <a:pt x="240" y="433"/>
                      <a:pt x="275" y="433"/>
                    </a:cubicBezTo>
                    <a:cubicBezTo>
                      <a:pt x="428" y="433"/>
                      <a:pt x="536" y="269"/>
                      <a:pt x="473" y="122"/>
                    </a:cubicBezTo>
                    <a:cubicBezTo>
                      <a:pt x="473" y="96"/>
                      <a:pt x="422" y="71"/>
                      <a:pt x="370" y="19"/>
                    </a:cubicBezTo>
                    <a:cubicBezTo>
                      <a:pt x="337" y="7"/>
                      <a:pt x="30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35"/>
              <p:cNvSpPr/>
              <p:nvPr/>
            </p:nvSpPr>
            <p:spPr>
              <a:xfrm>
                <a:off x="1648425" y="138680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45" y="54"/>
                      <a:pt x="419"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35"/>
              <p:cNvSpPr/>
              <p:nvPr/>
            </p:nvSpPr>
            <p:spPr>
              <a:xfrm>
                <a:off x="1050000" y="1760650"/>
                <a:ext cx="13875" cy="11075"/>
              </a:xfrm>
              <a:custGeom>
                <a:avLst/>
                <a:gdLst/>
                <a:ahLst/>
                <a:cxnLst/>
                <a:rect l="l" t="t" r="r" b="b"/>
                <a:pathLst>
                  <a:path w="555" h="443" extrusionOk="0">
                    <a:moveTo>
                      <a:pt x="267" y="1"/>
                    </a:moveTo>
                    <a:cubicBezTo>
                      <a:pt x="122" y="1"/>
                      <a:pt x="0" y="165"/>
                      <a:pt x="84" y="312"/>
                    </a:cubicBezTo>
                    <a:lnTo>
                      <a:pt x="187" y="415"/>
                    </a:lnTo>
                    <a:cubicBezTo>
                      <a:pt x="221" y="434"/>
                      <a:pt x="255" y="442"/>
                      <a:pt x="288" y="442"/>
                    </a:cubicBezTo>
                    <a:cubicBezTo>
                      <a:pt x="433" y="442"/>
                      <a:pt x="554" y="278"/>
                      <a:pt x="470" y="131"/>
                    </a:cubicBezTo>
                    <a:cubicBezTo>
                      <a:pt x="470" y="106"/>
                      <a:pt x="445" y="54"/>
                      <a:pt x="367"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35"/>
              <p:cNvSpPr/>
              <p:nvPr/>
            </p:nvSpPr>
            <p:spPr>
              <a:xfrm>
                <a:off x="1435600" y="2056600"/>
                <a:ext cx="11600" cy="10500"/>
              </a:xfrm>
              <a:custGeom>
                <a:avLst/>
                <a:gdLst/>
                <a:ahLst/>
                <a:cxnLst/>
                <a:rect l="l" t="t" r="r" b="b"/>
                <a:pathLst>
                  <a:path w="464" h="420" extrusionOk="0">
                    <a:moveTo>
                      <a:pt x="256" y="1"/>
                    </a:moveTo>
                    <a:cubicBezTo>
                      <a:pt x="201" y="1"/>
                      <a:pt x="145" y="27"/>
                      <a:pt x="104" y="82"/>
                    </a:cubicBezTo>
                    <a:cubicBezTo>
                      <a:pt x="1" y="159"/>
                      <a:pt x="1" y="288"/>
                      <a:pt x="78" y="365"/>
                    </a:cubicBezTo>
                    <a:cubicBezTo>
                      <a:pt x="114" y="401"/>
                      <a:pt x="161" y="420"/>
                      <a:pt x="208" y="420"/>
                    </a:cubicBezTo>
                    <a:cubicBezTo>
                      <a:pt x="263" y="420"/>
                      <a:pt x="320" y="394"/>
                      <a:pt x="361" y="339"/>
                    </a:cubicBezTo>
                    <a:cubicBezTo>
                      <a:pt x="464" y="262"/>
                      <a:pt x="464" y="133"/>
                      <a:pt x="387" y="56"/>
                    </a:cubicBezTo>
                    <a:cubicBezTo>
                      <a:pt x="351" y="20"/>
                      <a:pt x="304"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35"/>
              <p:cNvSpPr/>
              <p:nvPr/>
            </p:nvSpPr>
            <p:spPr>
              <a:xfrm>
                <a:off x="1518275" y="1748675"/>
                <a:ext cx="13525" cy="10825"/>
              </a:xfrm>
              <a:custGeom>
                <a:avLst/>
                <a:gdLst/>
                <a:ahLst/>
                <a:cxnLst/>
                <a:rect l="l" t="t" r="r" b="b"/>
                <a:pathLst>
                  <a:path w="541" h="433" extrusionOk="0">
                    <a:moveTo>
                      <a:pt x="276" y="0"/>
                    </a:moveTo>
                    <a:cubicBezTo>
                      <a:pt x="116" y="0"/>
                      <a:pt x="1" y="151"/>
                      <a:pt x="65" y="302"/>
                    </a:cubicBezTo>
                    <a:lnTo>
                      <a:pt x="168" y="405"/>
                    </a:lnTo>
                    <a:cubicBezTo>
                      <a:pt x="206" y="424"/>
                      <a:pt x="244" y="432"/>
                      <a:pt x="279" y="432"/>
                    </a:cubicBezTo>
                    <a:cubicBezTo>
                      <a:pt x="432" y="432"/>
                      <a:pt x="540" y="268"/>
                      <a:pt x="477" y="121"/>
                    </a:cubicBezTo>
                    <a:cubicBezTo>
                      <a:pt x="426" y="70"/>
                      <a:pt x="400" y="18"/>
                      <a:pt x="374" y="18"/>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35"/>
              <p:cNvSpPr/>
              <p:nvPr/>
            </p:nvSpPr>
            <p:spPr>
              <a:xfrm>
                <a:off x="1433500" y="1657700"/>
                <a:ext cx="13875" cy="11050"/>
              </a:xfrm>
              <a:custGeom>
                <a:avLst/>
                <a:gdLst/>
                <a:ahLst/>
                <a:cxnLst/>
                <a:rect l="l" t="t" r="r" b="b"/>
                <a:pathLst>
                  <a:path w="555" h="442" extrusionOk="0">
                    <a:moveTo>
                      <a:pt x="267" y="1"/>
                    </a:moveTo>
                    <a:cubicBezTo>
                      <a:pt x="122" y="1"/>
                      <a:pt x="1" y="165"/>
                      <a:pt x="85" y="311"/>
                    </a:cubicBezTo>
                    <a:lnTo>
                      <a:pt x="188" y="414"/>
                    </a:lnTo>
                    <a:cubicBezTo>
                      <a:pt x="221" y="433"/>
                      <a:pt x="255" y="442"/>
                      <a:pt x="288" y="442"/>
                    </a:cubicBezTo>
                    <a:cubicBezTo>
                      <a:pt x="433" y="442"/>
                      <a:pt x="555" y="278"/>
                      <a:pt x="471" y="131"/>
                    </a:cubicBezTo>
                    <a:cubicBezTo>
                      <a:pt x="445" y="80"/>
                      <a:pt x="419" y="28"/>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35"/>
              <p:cNvSpPr/>
              <p:nvPr/>
            </p:nvSpPr>
            <p:spPr>
              <a:xfrm>
                <a:off x="1419375" y="1965225"/>
                <a:ext cx="13900" cy="10875"/>
              </a:xfrm>
              <a:custGeom>
                <a:avLst/>
                <a:gdLst/>
                <a:ahLst/>
                <a:cxnLst/>
                <a:rect l="l" t="t" r="r" b="b"/>
                <a:pathLst>
                  <a:path w="556" h="435" extrusionOk="0">
                    <a:moveTo>
                      <a:pt x="258" y="0"/>
                    </a:moveTo>
                    <a:cubicBezTo>
                      <a:pt x="116" y="0"/>
                      <a:pt x="1" y="149"/>
                      <a:pt x="83" y="313"/>
                    </a:cubicBezTo>
                    <a:lnTo>
                      <a:pt x="186" y="416"/>
                    </a:lnTo>
                    <a:cubicBezTo>
                      <a:pt x="215" y="429"/>
                      <a:pt x="245" y="435"/>
                      <a:pt x="274" y="435"/>
                    </a:cubicBezTo>
                    <a:cubicBezTo>
                      <a:pt x="425" y="435"/>
                      <a:pt x="556" y="280"/>
                      <a:pt x="469" y="108"/>
                    </a:cubicBezTo>
                    <a:lnTo>
                      <a:pt x="366" y="30"/>
                    </a:ln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35"/>
              <p:cNvSpPr/>
              <p:nvPr/>
            </p:nvSpPr>
            <p:spPr>
              <a:xfrm>
                <a:off x="1022200" y="1856525"/>
                <a:ext cx="13350" cy="11075"/>
              </a:xfrm>
              <a:custGeom>
                <a:avLst/>
                <a:gdLst/>
                <a:ahLst/>
                <a:cxnLst/>
                <a:rect l="l" t="t" r="r" b="b"/>
                <a:pathLst>
                  <a:path w="534" h="443" extrusionOk="0">
                    <a:moveTo>
                      <a:pt x="262" y="1"/>
                    </a:moveTo>
                    <a:cubicBezTo>
                      <a:pt x="109" y="1"/>
                      <a:pt x="1" y="165"/>
                      <a:pt x="64" y="312"/>
                    </a:cubicBezTo>
                    <a:lnTo>
                      <a:pt x="167" y="415"/>
                    </a:lnTo>
                    <a:cubicBezTo>
                      <a:pt x="205" y="434"/>
                      <a:pt x="242" y="442"/>
                      <a:pt x="277" y="442"/>
                    </a:cubicBezTo>
                    <a:cubicBezTo>
                      <a:pt x="430" y="442"/>
                      <a:pt x="534" y="278"/>
                      <a:pt x="450" y="131"/>
                    </a:cubicBezTo>
                    <a:cubicBezTo>
                      <a:pt x="450" y="80"/>
                      <a:pt x="424" y="54"/>
                      <a:pt x="373" y="29"/>
                    </a:cubicBezTo>
                    <a:cubicBezTo>
                      <a:pt x="335"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35"/>
              <p:cNvSpPr/>
              <p:nvPr/>
            </p:nvSpPr>
            <p:spPr>
              <a:xfrm>
                <a:off x="1107200" y="1391550"/>
                <a:ext cx="13900" cy="10875"/>
              </a:xfrm>
              <a:custGeom>
                <a:avLst/>
                <a:gdLst/>
                <a:ahLst/>
                <a:cxnLst/>
                <a:rect l="l" t="t" r="r" b="b"/>
                <a:pathLst>
                  <a:path w="556" h="435" extrusionOk="0">
                    <a:moveTo>
                      <a:pt x="282" y="0"/>
                    </a:moveTo>
                    <a:cubicBezTo>
                      <a:pt x="131" y="0"/>
                      <a:pt x="1" y="155"/>
                      <a:pt x="87" y="327"/>
                    </a:cubicBezTo>
                    <a:lnTo>
                      <a:pt x="190" y="405"/>
                    </a:lnTo>
                    <a:cubicBezTo>
                      <a:pt x="226" y="425"/>
                      <a:pt x="263" y="435"/>
                      <a:pt x="299" y="435"/>
                    </a:cubicBezTo>
                    <a:cubicBezTo>
                      <a:pt x="440" y="435"/>
                      <a:pt x="556" y="286"/>
                      <a:pt x="473" y="122"/>
                    </a:cubicBezTo>
                    <a:lnTo>
                      <a:pt x="370" y="19"/>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35"/>
              <p:cNvSpPr/>
              <p:nvPr/>
            </p:nvSpPr>
            <p:spPr>
              <a:xfrm>
                <a:off x="1219225" y="1657700"/>
                <a:ext cx="13350" cy="11050"/>
              </a:xfrm>
              <a:custGeom>
                <a:avLst/>
                <a:gdLst/>
                <a:ahLst/>
                <a:cxnLst/>
                <a:rect l="l" t="t" r="r" b="b"/>
                <a:pathLst>
                  <a:path w="534" h="442" extrusionOk="0">
                    <a:moveTo>
                      <a:pt x="258" y="1"/>
                    </a:moveTo>
                    <a:cubicBezTo>
                      <a:pt x="105" y="1"/>
                      <a:pt x="1" y="165"/>
                      <a:pt x="85" y="311"/>
                    </a:cubicBezTo>
                    <a:lnTo>
                      <a:pt x="162" y="414"/>
                    </a:lnTo>
                    <a:cubicBezTo>
                      <a:pt x="200" y="433"/>
                      <a:pt x="237" y="442"/>
                      <a:pt x="272" y="442"/>
                    </a:cubicBezTo>
                    <a:cubicBezTo>
                      <a:pt x="426" y="442"/>
                      <a:pt x="534" y="278"/>
                      <a:pt x="471" y="131"/>
                    </a:cubicBezTo>
                    <a:lnTo>
                      <a:pt x="368" y="28"/>
                    </a:lnTo>
                    <a:cubicBezTo>
                      <a:pt x="330" y="9"/>
                      <a:pt x="292"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35"/>
              <p:cNvSpPr/>
              <p:nvPr/>
            </p:nvSpPr>
            <p:spPr>
              <a:xfrm>
                <a:off x="788750" y="1412550"/>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1"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35"/>
              <p:cNvSpPr/>
              <p:nvPr/>
            </p:nvSpPr>
            <p:spPr>
              <a:xfrm>
                <a:off x="887850" y="11719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8"/>
                      <a:pt x="470" y="131"/>
                    </a:cubicBezTo>
                    <a:cubicBezTo>
                      <a:pt x="419" y="105"/>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35"/>
              <p:cNvSpPr/>
              <p:nvPr/>
            </p:nvSpPr>
            <p:spPr>
              <a:xfrm>
                <a:off x="846675" y="1442150"/>
                <a:ext cx="13325" cy="11050"/>
              </a:xfrm>
              <a:custGeom>
                <a:avLst/>
                <a:gdLst/>
                <a:ahLst/>
                <a:cxnLst/>
                <a:rect l="l" t="t" r="r" b="b"/>
                <a:pathLst>
                  <a:path w="533" h="442" extrusionOk="0">
                    <a:moveTo>
                      <a:pt x="257" y="0"/>
                    </a:moveTo>
                    <a:cubicBezTo>
                      <a:pt x="104" y="0"/>
                      <a:pt x="0" y="164"/>
                      <a:pt x="84" y="311"/>
                    </a:cubicBezTo>
                    <a:lnTo>
                      <a:pt x="161" y="414"/>
                    </a:lnTo>
                    <a:cubicBezTo>
                      <a:pt x="199" y="433"/>
                      <a:pt x="237" y="442"/>
                      <a:pt x="271" y="442"/>
                    </a:cubicBezTo>
                    <a:cubicBezTo>
                      <a:pt x="425" y="442"/>
                      <a:pt x="533" y="278"/>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35"/>
              <p:cNvSpPr/>
              <p:nvPr/>
            </p:nvSpPr>
            <p:spPr>
              <a:xfrm>
                <a:off x="695450" y="1985875"/>
                <a:ext cx="13350" cy="11050"/>
              </a:xfrm>
              <a:custGeom>
                <a:avLst/>
                <a:gdLst/>
                <a:ahLst/>
                <a:cxnLst/>
                <a:rect l="l" t="t" r="r" b="b"/>
                <a:pathLst>
                  <a:path w="534" h="442" extrusionOk="0">
                    <a:moveTo>
                      <a:pt x="267" y="0"/>
                    </a:moveTo>
                    <a:cubicBezTo>
                      <a:pt x="122" y="0"/>
                      <a:pt x="0" y="164"/>
                      <a:pt x="84" y="311"/>
                    </a:cubicBezTo>
                    <a:lnTo>
                      <a:pt x="187" y="414"/>
                    </a:lnTo>
                    <a:cubicBezTo>
                      <a:pt x="221" y="433"/>
                      <a:pt x="254" y="442"/>
                      <a:pt x="286" y="442"/>
                    </a:cubicBezTo>
                    <a:cubicBezTo>
                      <a:pt x="425" y="442"/>
                      <a:pt x="533" y="278"/>
                      <a:pt x="470" y="131"/>
                    </a:cubicBezTo>
                    <a:cubicBezTo>
                      <a:pt x="470" y="105"/>
                      <a:pt x="445"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35"/>
              <p:cNvSpPr/>
              <p:nvPr/>
            </p:nvSpPr>
            <p:spPr>
              <a:xfrm>
                <a:off x="1378100" y="1780850"/>
                <a:ext cx="13925" cy="10825"/>
              </a:xfrm>
              <a:custGeom>
                <a:avLst/>
                <a:gdLst/>
                <a:ahLst/>
                <a:cxnLst/>
                <a:rect l="l" t="t" r="r" b="b"/>
                <a:pathLst>
                  <a:path w="557" h="433" extrusionOk="0">
                    <a:moveTo>
                      <a:pt x="281" y="0"/>
                    </a:moveTo>
                    <a:cubicBezTo>
                      <a:pt x="131" y="0"/>
                      <a:pt x="1" y="151"/>
                      <a:pt x="87" y="302"/>
                    </a:cubicBezTo>
                    <a:lnTo>
                      <a:pt x="190" y="404"/>
                    </a:lnTo>
                    <a:cubicBezTo>
                      <a:pt x="223" y="424"/>
                      <a:pt x="258" y="432"/>
                      <a:pt x="291" y="432"/>
                    </a:cubicBezTo>
                    <a:cubicBezTo>
                      <a:pt x="436" y="432"/>
                      <a:pt x="557" y="268"/>
                      <a:pt x="473" y="121"/>
                    </a:cubicBezTo>
                    <a:cubicBezTo>
                      <a:pt x="473" y="96"/>
                      <a:pt x="447" y="70"/>
                      <a:pt x="370" y="18"/>
                    </a:cubicBezTo>
                    <a:cubicBezTo>
                      <a:pt x="341" y="6"/>
                      <a:pt x="311"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35"/>
              <p:cNvSpPr/>
              <p:nvPr/>
            </p:nvSpPr>
            <p:spPr>
              <a:xfrm>
                <a:off x="1341400" y="871350"/>
                <a:ext cx="13475" cy="10875"/>
              </a:xfrm>
              <a:custGeom>
                <a:avLst/>
                <a:gdLst/>
                <a:ahLst/>
                <a:cxnLst/>
                <a:rect l="l" t="t" r="r" b="b"/>
                <a:pathLst>
                  <a:path w="539" h="435" extrusionOk="0">
                    <a:moveTo>
                      <a:pt x="252" y="0"/>
                    </a:moveTo>
                    <a:cubicBezTo>
                      <a:pt x="103" y="0"/>
                      <a:pt x="0" y="148"/>
                      <a:pt x="62" y="313"/>
                    </a:cubicBezTo>
                    <a:lnTo>
                      <a:pt x="165" y="416"/>
                    </a:lnTo>
                    <a:cubicBezTo>
                      <a:pt x="198" y="428"/>
                      <a:pt x="231" y="434"/>
                      <a:pt x="262" y="434"/>
                    </a:cubicBezTo>
                    <a:cubicBezTo>
                      <a:pt x="423" y="434"/>
                      <a:pt x="539" y="280"/>
                      <a:pt x="474" y="107"/>
                    </a:cubicBezTo>
                    <a:lnTo>
                      <a:pt x="371" y="30"/>
                    </a:lnTo>
                    <a:cubicBezTo>
                      <a:pt x="330" y="9"/>
                      <a:pt x="290" y="0"/>
                      <a:pt x="25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35"/>
              <p:cNvSpPr/>
              <p:nvPr/>
            </p:nvSpPr>
            <p:spPr>
              <a:xfrm>
                <a:off x="1741025" y="989375"/>
                <a:ext cx="13900" cy="10875"/>
              </a:xfrm>
              <a:custGeom>
                <a:avLst/>
                <a:gdLst/>
                <a:ahLst/>
                <a:cxnLst/>
                <a:rect l="l" t="t" r="r" b="b"/>
                <a:pathLst>
                  <a:path w="556" h="435" extrusionOk="0">
                    <a:moveTo>
                      <a:pt x="282" y="1"/>
                    </a:moveTo>
                    <a:cubicBezTo>
                      <a:pt x="131" y="1"/>
                      <a:pt x="0" y="155"/>
                      <a:pt x="87" y="328"/>
                    </a:cubicBezTo>
                    <a:lnTo>
                      <a:pt x="190" y="405"/>
                    </a:lnTo>
                    <a:cubicBezTo>
                      <a:pt x="226" y="426"/>
                      <a:pt x="263" y="435"/>
                      <a:pt x="298" y="435"/>
                    </a:cubicBezTo>
                    <a:cubicBezTo>
                      <a:pt x="440" y="435"/>
                      <a:pt x="555" y="287"/>
                      <a:pt x="473" y="122"/>
                    </a:cubicBezTo>
                    <a:cubicBezTo>
                      <a:pt x="473" y="96"/>
                      <a:pt x="447" y="71"/>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35"/>
              <p:cNvSpPr/>
              <p:nvPr/>
            </p:nvSpPr>
            <p:spPr>
              <a:xfrm>
                <a:off x="1724925" y="1082675"/>
                <a:ext cx="13950" cy="10825"/>
              </a:xfrm>
              <a:custGeom>
                <a:avLst/>
                <a:gdLst/>
                <a:ahLst/>
                <a:cxnLst/>
                <a:rect l="l" t="t" r="r" b="b"/>
                <a:pathLst>
                  <a:path w="558" h="433" extrusionOk="0">
                    <a:moveTo>
                      <a:pt x="282" y="1"/>
                    </a:moveTo>
                    <a:cubicBezTo>
                      <a:pt x="132" y="1"/>
                      <a:pt x="1" y="155"/>
                      <a:pt x="87" y="328"/>
                    </a:cubicBezTo>
                    <a:lnTo>
                      <a:pt x="190" y="405"/>
                    </a:lnTo>
                    <a:cubicBezTo>
                      <a:pt x="223" y="424"/>
                      <a:pt x="258" y="433"/>
                      <a:pt x="291" y="433"/>
                    </a:cubicBezTo>
                    <a:cubicBezTo>
                      <a:pt x="436" y="433"/>
                      <a:pt x="557" y="269"/>
                      <a:pt x="473" y="122"/>
                    </a:cubicBezTo>
                    <a:lnTo>
                      <a:pt x="370" y="19"/>
                    </a:ln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35"/>
              <p:cNvSpPr/>
              <p:nvPr/>
            </p:nvSpPr>
            <p:spPr>
              <a:xfrm>
                <a:off x="1484350" y="955700"/>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8" y="441"/>
                    </a:cubicBezTo>
                    <a:cubicBezTo>
                      <a:pt x="433" y="441"/>
                      <a:pt x="554" y="277"/>
                      <a:pt x="470" y="131"/>
                    </a:cubicBezTo>
                    <a:cubicBezTo>
                      <a:pt x="444" y="79"/>
                      <a:pt x="393" y="28"/>
                      <a:pt x="367" y="28"/>
                    </a:cubicBez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35"/>
              <p:cNvSpPr/>
              <p:nvPr/>
            </p:nvSpPr>
            <p:spPr>
              <a:xfrm>
                <a:off x="1437900" y="1409975"/>
                <a:ext cx="13450" cy="11050"/>
              </a:xfrm>
              <a:custGeom>
                <a:avLst/>
                <a:gdLst/>
                <a:ahLst/>
                <a:cxnLst/>
                <a:rect l="l" t="t" r="r" b="b"/>
                <a:pathLst>
                  <a:path w="538" h="442" extrusionOk="0">
                    <a:moveTo>
                      <a:pt x="262" y="0"/>
                    </a:moveTo>
                    <a:cubicBezTo>
                      <a:pt x="108" y="0"/>
                      <a:pt x="0" y="164"/>
                      <a:pt x="63" y="311"/>
                    </a:cubicBezTo>
                    <a:lnTo>
                      <a:pt x="166" y="414"/>
                    </a:lnTo>
                    <a:cubicBezTo>
                      <a:pt x="204" y="433"/>
                      <a:pt x="241" y="442"/>
                      <a:pt x="276" y="442"/>
                    </a:cubicBezTo>
                    <a:cubicBezTo>
                      <a:pt x="430" y="442"/>
                      <a:pt x="538" y="278"/>
                      <a:pt x="475" y="131"/>
                    </a:cubicBezTo>
                    <a:cubicBezTo>
                      <a:pt x="475" y="105"/>
                      <a:pt x="423" y="54"/>
                      <a:pt x="372" y="28"/>
                    </a:cubicBezTo>
                    <a:cubicBezTo>
                      <a:pt x="334" y="9"/>
                      <a:pt x="296"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35"/>
              <p:cNvSpPr/>
              <p:nvPr/>
            </p:nvSpPr>
            <p:spPr>
              <a:xfrm>
                <a:off x="773350" y="1557275"/>
                <a:ext cx="13825" cy="11100"/>
              </a:xfrm>
              <a:custGeom>
                <a:avLst/>
                <a:gdLst/>
                <a:ahLst/>
                <a:cxnLst/>
                <a:rect l="l" t="t" r="r" b="b"/>
                <a:pathLst>
                  <a:path w="553" h="444" extrusionOk="0">
                    <a:moveTo>
                      <a:pt x="257" y="0"/>
                    </a:moveTo>
                    <a:cubicBezTo>
                      <a:pt x="116" y="0"/>
                      <a:pt x="0" y="149"/>
                      <a:pt x="83" y="313"/>
                    </a:cubicBezTo>
                    <a:lnTo>
                      <a:pt x="186" y="416"/>
                    </a:lnTo>
                    <a:cubicBezTo>
                      <a:pt x="219" y="435"/>
                      <a:pt x="253" y="444"/>
                      <a:pt x="286" y="444"/>
                    </a:cubicBezTo>
                    <a:cubicBezTo>
                      <a:pt x="432" y="444"/>
                      <a:pt x="553" y="280"/>
                      <a:pt x="469" y="133"/>
                    </a:cubicBezTo>
                    <a:cubicBezTo>
                      <a:pt x="469" y="82"/>
                      <a:pt x="417"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35"/>
              <p:cNvSpPr/>
              <p:nvPr/>
            </p:nvSpPr>
            <p:spPr>
              <a:xfrm>
                <a:off x="819550" y="1074025"/>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5" y="280"/>
                      <a:pt x="448" y="108"/>
                    </a:cubicBezTo>
                    <a:cubicBezTo>
                      <a:pt x="423" y="56"/>
                      <a:pt x="397"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35"/>
              <p:cNvSpPr/>
              <p:nvPr/>
            </p:nvSpPr>
            <p:spPr>
              <a:xfrm>
                <a:off x="512050" y="1110775"/>
                <a:ext cx="13350" cy="11050"/>
              </a:xfrm>
              <a:custGeom>
                <a:avLst/>
                <a:gdLst/>
                <a:ahLst/>
                <a:cxnLst/>
                <a:rect l="l" t="t" r="r" b="b"/>
                <a:pathLst>
                  <a:path w="534" h="442" extrusionOk="0">
                    <a:moveTo>
                      <a:pt x="267" y="0"/>
                    </a:moveTo>
                    <a:cubicBezTo>
                      <a:pt x="122" y="0"/>
                      <a:pt x="1" y="164"/>
                      <a:pt x="85" y="311"/>
                    </a:cubicBezTo>
                    <a:lnTo>
                      <a:pt x="188" y="414"/>
                    </a:lnTo>
                    <a:cubicBezTo>
                      <a:pt x="221" y="433"/>
                      <a:pt x="255" y="441"/>
                      <a:pt x="286" y="441"/>
                    </a:cubicBezTo>
                    <a:cubicBezTo>
                      <a:pt x="426" y="441"/>
                      <a:pt x="534" y="277"/>
                      <a:pt x="471" y="131"/>
                    </a:cubicBezTo>
                    <a:cubicBezTo>
                      <a:pt x="445" y="53"/>
                      <a:pt x="394"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35"/>
              <p:cNvSpPr/>
              <p:nvPr/>
            </p:nvSpPr>
            <p:spPr>
              <a:xfrm>
                <a:off x="779100" y="1036125"/>
                <a:ext cx="13875" cy="11050"/>
              </a:xfrm>
              <a:custGeom>
                <a:avLst/>
                <a:gdLst/>
                <a:ahLst/>
                <a:cxnLst/>
                <a:rect l="l" t="t" r="r" b="b"/>
                <a:pathLst>
                  <a:path w="555" h="442" extrusionOk="0">
                    <a:moveTo>
                      <a:pt x="267" y="0"/>
                    </a:moveTo>
                    <a:cubicBezTo>
                      <a:pt x="122" y="0"/>
                      <a:pt x="1" y="164"/>
                      <a:pt x="84" y="311"/>
                    </a:cubicBezTo>
                    <a:lnTo>
                      <a:pt x="187" y="414"/>
                    </a:lnTo>
                    <a:cubicBezTo>
                      <a:pt x="221" y="433"/>
                      <a:pt x="255" y="442"/>
                      <a:pt x="288" y="442"/>
                    </a:cubicBezTo>
                    <a:cubicBezTo>
                      <a:pt x="433" y="442"/>
                      <a:pt x="554" y="278"/>
                      <a:pt x="470" y="131"/>
                    </a:cubicBezTo>
                    <a:lnTo>
                      <a:pt x="368" y="28"/>
                    </a:ln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35"/>
              <p:cNvSpPr/>
              <p:nvPr/>
            </p:nvSpPr>
            <p:spPr>
              <a:xfrm>
                <a:off x="625300" y="13836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71" y="79"/>
                      <a:pt x="445" y="53"/>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35"/>
              <p:cNvSpPr/>
              <p:nvPr/>
            </p:nvSpPr>
            <p:spPr>
              <a:xfrm>
                <a:off x="463150" y="24170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35"/>
              <p:cNvSpPr/>
              <p:nvPr/>
            </p:nvSpPr>
            <p:spPr>
              <a:xfrm>
                <a:off x="520275" y="2562650"/>
                <a:ext cx="13350" cy="10875"/>
              </a:xfrm>
              <a:custGeom>
                <a:avLst/>
                <a:gdLst/>
                <a:ahLst/>
                <a:cxnLst/>
                <a:rect l="l" t="t" r="r" b="b"/>
                <a:pathLst>
                  <a:path w="534" h="435" extrusionOk="0">
                    <a:moveTo>
                      <a:pt x="277" y="0"/>
                    </a:moveTo>
                    <a:cubicBezTo>
                      <a:pt x="116" y="0"/>
                      <a:pt x="0" y="155"/>
                      <a:pt x="65" y="328"/>
                    </a:cubicBezTo>
                    <a:lnTo>
                      <a:pt x="168" y="405"/>
                    </a:lnTo>
                    <a:cubicBezTo>
                      <a:pt x="209" y="425"/>
                      <a:pt x="249" y="435"/>
                      <a:pt x="286" y="435"/>
                    </a:cubicBezTo>
                    <a:cubicBezTo>
                      <a:pt x="434" y="435"/>
                      <a:pt x="533" y="286"/>
                      <a:pt x="451" y="122"/>
                    </a:cubicBezTo>
                    <a:cubicBezTo>
                      <a:pt x="425" y="70"/>
                      <a:pt x="399" y="19"/>
                      <a:pt x="374" y="19"/>
                    </a:cubicBezTo>
                    <a:cubicBezTo>
                      <a:pt x="340"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35"/>
              <p:cNvSpPr/>
              <p:nvPr/>
            </p:nvSpPr>
            <p:spPr>
              <a:xfrm>
                <a:off x="1025425" y="2258700"/>
                <a:ext cx="13350" cy="11050"/>
              </a:xfrm>
              <a:custGeom>
                <a:avLst/>
                <a:gdLst/>
                <a:ahLst/>
                <a:cxnLst/>
                <a:rect l="l" t="t" r="r" b="b"/>
                <a:pathLst>
                  <a:path w="534" h="442" extrusionOk="0">
                    <a:moveTo>
                      <a:pt x="262" y="1"/>
                    </a:moveTo>
                    <a:cubicBezTo>
                      <a:pt x="109" y="1"/>
                      <a:pt x="1" y="164"/>
                      <a:pt x="64" y="311"/>
                    </a:cubicBezTo>
                    <a:lnTo>
                      <a:pt x="166" y="414"/>
                    </a:lnTo>
                    <a:cubicBezTo>
                      <a:pt x="205" y="433"/>
                      <a:pt x="242" y="442"/>
                      <a:pt x="277" y="442"/>
                    </a:cubicBezTo>
                    <a:cubicBezTo>
                      <a:pt x="429" y="442"/>
                      <a:pt x="533" y="278"/>
                      <a:pt x="450" y="131"/>
                    </a:cubicBezTo>
                    <a:cubicBezTo>
                      <a:pt x="450"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35"/>
              <p:cNvSpPr/>
              <p:nvPr/>
            </p:nvSpPr>
            <p:spPr>
              <a:xfrm>
                <a:off x="1070425" y="2575525"/>
                <a:ext cx="13350" cy="10875"/>
              </a:xfrm>
              <a:custGeom>
                <a:avLst/>
                <a:gdLst/>
                <a:ahLst/>
                <a:cxnLst/>
                <a:rect l="l" t="t" r="r" b="b"/>
                <a:pathLst>
                  <a:path w="534" h="435" extrusionOk="0">
                    <a:moveTo>
                      <a:pt x="277" y="0"/>
                    </a:moveTo>
                    <a:cubicBezTo>
                      <a:pt x="117" y="0"/>
                      <a:pt x="1" y="155"/>
                      <a:pt x="65" y="327"/>
                    </a:cubicBezTo>
                    <a:lnTo>
                      <a:pt x="168" y="404"/>
                    </a:lnTo>
                    <a:cubicBezTo>
                      <a:pt x="209" y="425"/>
                      <a:pt x="250" y="434"/>
                      <a:pt x="287" y="434"/>
                    </a:cubicBezTo>
                    <a:cubicBezTo>
                      <a:pt x="435" y="434"/>
                      <a:pt x="534" y="286"/>
                      <a:pt x="451" y="121"/>
                    </a:cubicBezTo>
                    <a:lnTo>
                      <a:pt x="374" y="18"/>
                    </a:ln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35"/>
              <p:cNvSpPr/>
              <p:nvPr/>
            </p:nvSpPr>
            <p:spPr>
              <a:xfrm>
                <a:off x="1298375" y="1779975"/>
                <a:ext cx="13875" cy="11050"/>
              </a:xfrm>
              <a:custGeom>
                <a:avLst/>
                <a:gdLst/>
                <a:ahLst/>
                <a:cxnLst/>
                <a:rect l="l" t="t" r="r" b="b"/>
                <a:pathLst>
                  <a:path w="555" h="442" extrusionOk="0">
                    <a:moveTo>
                      <a:pt x="281" y="0"/>
                    </a:moveTo>
                    <a:cubicBezTo>
                      <a:pt x="122" y="0"/>
                      <a:pt x="1" y="164"/>
                      <a:pt x="84" y="311"/>
                    </a:cubicBezTo>
                    <a:lnTo>
                      <a:pt x="187" y="414"/>
                    </a:lnTo>
                    <a:cubicBezTo>
                      <a:pt x="226" y="433"/>
                      <a:pt x="263" y="441"/>
                      <a:pt x="298" y="441"/>
                    </a:cubicBezTo>
                    <a:cubicBezTo>
                      <a:pt x="450" y="441"/>
                      <a:pt x="554" y="277"/>
                      <a:pt x="471" y="131"/>
                    </a:cubicBezTo>
                    <a:lnTo>
                      <a:pt x="393" y="28"/>
                    </a:lnTo>
                    <a:cubicBezTo>
                      <a:pt x="355" y="9"/>
                      <a:pt x="317"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35"/>
              <p:cNvSpPr/>
              <p:nvPr/>
            </p:nvSpPr>
            <p:spPr>
              <a:xfrm>
                <a:off x="1920500" y="1280650"/>
                <a:ext cx="13450" cy="11050"/>
              </a:xfrm>
              <a:custGeom>
                <a:avLst/>
                <a:gdLst/>
                <a:ahLst/>
                <a:cxnLst/>
                <a:rect l="l" t="t" r="r" b="b"/>
                <a:pathLst>
                  <a:path w="538" h="442" extrusionOk="0">
                    <a:moveTo>
                      <a:pt x="261" y="0"/>
                    </a:moveTo>
                    <a:cubicBezTo>
                      <a:pt x="108" y="0"/>
                      <a:pt x="0" y="164"/>
                      <a:pt x="63" y="311"/>
                    </a:cubicBezTo>
                    <a:lnTo>
                      <a:pt x="166" y="414"/>
                    </a:lnTo>
                    <a:cubicBezTo>
                      <a:pt x="204" y="433"/>
                      <a:pt x="241" y="441"/>
                      <a:pt x="276" y="441"/>
                    </a:cubicBezTo>
                    <a:cubicBezTo>
                      <a:pt x="430" y="441"/>
                      <a:pt x="538" y="277"/>
                      <a:pt x="475" y="131"/>
                    </a:cubicBezTo>
                    <a:lnTo>
                      <a:pt x="372" y="28"/>
                    </a:lnTo>
                    <a:cubicBezTo>
                      <a:pt x="334" y="9"/>
                      <a:pt x="296" y="0"/>
                      <a:pt x="26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35"/>
              <p:cNvSpPr/>
              <p:nvPr/>
            </p:nvSpPr>
            <p:spPr>
              <a:xfrm>
                <a:off x="2793825" y="1090125"/>
                <a:ext cx="13900" cy="10875"/>
              </a:xfrm>
              <a:custGeom>
                <a:avLst/>
                <a:gdLst/>
                <a:ahLst/>
                <a:cxnLst/>
                <a:rect l="l" t="t" r="r" b="b"/>
                <a:pathLst>
                  <a:path w="556" h="435" extrusionOk="0">
                    <a:moveTo>
                      <a:pt x="258" y="0"/>
                    </a:moveTo>
                    <a:cubicBezTo>
                      <a:pt x="116" y="0"/>
                      <a:pt x="1" y="148"/>
                      <a:pt x="83" y="313"/>
                    </a:cubicBezTo>
                    <a:lnTo>
                      <a:pt x="186" y="416"/>
                    </a:lnTo>
                    <a:cubicBezTo>
                      <a:pt x="215" y="429"/>
                      <a:pt x="245" y="434"/>
                      <a:pt x="274" y="434"/>
                    </a:cubicBezTo>
                    <a:cubicBezTo>
                      <a:pt x="425" y="434"/>
                      <a:pt x="555" y="280"/>
                      <a:pt x="469" y="107"/>
                    </a:cubicBezTo>
                    <a:cubicBezTo>
                      <a:pt x="469" y="56"/>
                      <a:pt x="418" y="30"/>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35"/>
              <p:cNvSpPr/>
              <p:nvPr/>
            </p:nvSpPr>
            <p:spPr>
              <a:xfrm>
                <a:off x="2734625" y="1222025"/>
                <a:ext cx="13350" cy="10875"/>
              </a:xfrm>
              <a:custGeom>
                <a:avLst/>
                <a:gdLst/>
                <a:ahLst/>
                <a:cxnLst/>
                <a:rect l="l" t="t" r="r" b="b"/>
                <a:pathLst>
                  <a:path w="534" h="435" extrusionOk="0">
                    <a:moveTo>
                      <a:pt x="248" y="1"/>
                    </a:moveTo>
                    <a:cubicBezTo>
                      <a:pt x="99" y="1"/>
                      <a:pt x="1" y="149"/>
                      <a:pt x="83" y="314"/>
                    </a:cubicBezTo>
                    <a:lnTo>
                      <a:pt x="160" y="416"/>
                    </a:lnTo>
                    <a:cubicBezTo>
                      <a:pt x="194" y="429"/>
                      <a:pt x="226" y="435"/>
                      <a:pt x="257" y="435"/>
                    </a:cubicBezTo>
                    <a:cubicBezTo>
                      <a:pt x="418" y="435"/>
                      <a:pt x="534" y="280"/>
                      <a:pt x="469" y="108"/>
                    </a:cubicBezTo>
                    <a:cubicBezTo>
                      <a:pt x="418" y="56"/>
                      <a:pt x="392" y="30"/>
                      <a:pt x="366" y="30"/>
                    </a:cubicBezTo>
                    <a:cubicBezTo>
                      <a:pt x="325" y="10"/>
                      <a:pt x="285" y="1"/>
                      <a:pt x="24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35"/>
              <p:cNvSpPr/>
              <p:nvPr/>
            </p:nvSpPr>
            <p:spPr>
              <a:xfrm>
                <a:off x="2899325" y="1621675"/>
                <a:ext cx="13875" cy="11050"/>
              </a:xfrm>
              <a:custGeom>
                <a:avLst/>
                <a:gdLst/>
                <a:ahLst/>
                <a:cxnLst/>
                <a:rect l="l" t="t" r="r" b="b"/>
                <a:pathLst>
                  <a:path w="555" h="442" extrusionOk="0">
                    <a:moveTo>
                      <a:pt x="267" y="0"/>
                    </a:moveTo>
                    <a:cubicBezTo>
                      <a:pt x="121" y="0"/>
                      <a:pt x="0" y="164"/>
                      <a:pt x="84" y="311"/>
                    </a:cubicBezTo>
                    <a:lnTo>
                      <a:pt x="187" y="414"/>
                    </a:lnTo>
                    <a:cubicBezTo>
                      <a:pt x="220" y="433"/>
                      <a:pt x="255" y="442"/>
                      <a:pt x="288" y="442"/>
                    </a:cubicBezTo>
                    <a:cubicBezTo>
                      <a:pt x="433" y="442"/>
                      <a:pt x="554" y="278"/>
                      <a:pt x="470" y="131"/>
                    </a:cubicBezTo>
                    <a:cubicBezTo>
                      <a:pt x="470" y="79"/>
                      <a:pt x="444"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35"/>
              <p:cNvSpPr/>
              <p:nvPr/>
            </p:nvSpPr>
            <p:spPr>
              <a:xfrm>
                <a:off x="2733775" y="1462325"/>
                <a:ext cx="13350" cy="10875"/>
              </a:xfrm>
              <a:custGeom>
                <a:avLst/>
                <a:gdLst/>
                <a:ahLst/>
                <a:cxnLst/>
                <a:rect l="l" t="t" r="r" b="b"/>
                <a:pathLst>
                  <a:path w="534" h="435" extrusionOk="0">
                    <a:moveTo>
                      <a:pt x="262" y="1"/>
                    </a:moveTo>
                    <a:cubicBezTo>
                      <a:pt x="117" y="1"/>
                      <a:pt x="1" y="155"/>
                      <a:pt x="66" y="328"/>
                    </a:cubicBezTo>
                    <a:lnTo>
                      <a:pt x="168" y="405"/>
                    </a:lnTo>
                    <a:cubicBezTo>
                      <a:pt x="205" y="426"/>
                      <a:pt x="242" y="435"/>
                      <a:pt x="277" y="435"/>
                    </a:cubicBezTo>
                    <a:cubicBezTo>
                      <a:pt x="419" y="435"/>
                      <a:pt x="534" y="287"/>
                      <a:pt x="452" y="122"/>
                    </a:cubicBezTo>
                    <a:cubicBezTo>
                      <a:pt x="426" y="70"/>
                      <a:pt x="400" y="19"/>
                      <a:pt x="349" y="19"/>
                    </a:cubicBezTo>
                    <a:cubicBezTo>
                      <a:pt x="320" y="6"/>
                      <a:pt x="290"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35"/>
              <p:cNvSpPr/>
              <p:nvPr/>
            </p:nvSpPr>
            <p:spPr>
              <a:xfrm>
                <a:off x="2908375" y="1305675"/>
                <a:ext cx="13350" cy="10875"/>
              </a:xfrm>
              <a:custGeom>
                <a:avLst/>
                <a:gdLst/>
                <a:ahLst/>
                <a:cxnLst/>
                <a:rect l="l" t="t" r="r" b="b"/>
                <a:pathLst>
                  <a:path w="534" h="435" extrusionOk="0">
                    <a:moveTo>
                      <a:pt x="247" y="1"/>
                    </a:moveTo>
                    <a:cubicBezTo>
                      <a:pt x="99" y="1"/>
                      <a:pt x="0" y="149"/>
                      <a:pt x="82" y="314"/>
                    </a:cubicBezTo>
                    <a:lnTo>
                      <a:pt x="160" y="416"/>
                    </a:lnTo>
                    <a:cubicBezTo>
                      <a:pt x="193" y="429"/>
                      <a:pt x="226" y="435"/>
                      <a:pt x="257" y="435"/>
                    </a:cubicBezTo>
                    <a:cubicBezTo>
                      <a:pt x="417" y="435"/>
                      <a:pt x="533" y="280"/>
                      <a:pt x="469" y="108"/>
                    </a:cubicBezTo>
                    <a:lnTo>
                      <a:pt x="366" y="30"/>
                    </a:lnTo>
                    <a:cubicBezTo>
                      <a:pt x="324" y="10"/>
                      <a:pt x="284"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35"/>
              <p:cNvSpPr/>
              <p:nvPr/>
            </p:nvSpPr>
            <p:spPr>
              <a:xfrm>
                <a:off x="2998350" y="2135400"/>
                <a:ext cx="13450" cy="11225"/>
              </a:xfrm>
              <a:custGeom>
                <a:avLst/>
                <a:gdLst/>
                <a:ahLst/>
                <a:cxnLst/>
                <a:rect l="l" t="t" r="r" b="b"/>
                <a:pathLst>
                  <a:path w="538" h="449" extrusionOk="0">
                    <a:moveTo>
                      <a:pt x="273" y="0"/>
                    </a:moveTo>
                    <a:cubicBezTo>
                      <a:pt x="113" y="0"/>
                      <a:pt x="1" y="155"/>
                      <a:pt x="87" y="327"/>
                    </a:cubicBezTo>
                    <a:lnTo>
                      <a:pt x="164" y="430"/>
                    </a:lnTo>
                    <a:cubicBezTo>
                      <a:pt x="197" y="443"/>
                      <a:pt x="230" y="448"/>
                      <a:pt x="261" y="448"/>
                    </a:cubicBezTo>
                    <a:cubicBezTo>
                      <a:pt x="422" y="448"/>
                      <a:pt x="538" y="294"/>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35"/>
              <p:cNvSpPr/>
              <p:nvPr/>
            </p:nvSpPr>
            <p:spPr>
              <a:xfrm>
                <a:off x="1914825" y="2567575"/>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7"/>
                      <a:pt x="470" y="131"/>
                    </a:cubicBezTo>
                    <a:lnTo>
                      <a:pt x="367" y="28"/>
                    </a:lnTo>
                    <a:cubicBezTo>
                      <a:pt x="334" y="8"/>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35"/>
              <p:cNvSpPr/>
              <p:nvPr/>
            </p:nvSpPr>
            <p:spPr>
              <a:xfrm>
                <a:off x="2173500" y="2651850"/>
                <a:ext cx="13850" cy="11050"/>
              </a:xfrm>
              <a:custGeom>
                <a:avLst/>
                <a:gdLst/>
                <a:ahLst/>
                <a:cxnLst/>
                <a:rect l="l" t="t" r="r" b="b"/>
                <a:pathLst>
                  <a:path w="554" h="442" extrusionOk="0">
                    <a:moveTo>
                      <a:pt x="280" y="1"/>
                    </a:moveTo>
                    <a:cubicBezTo>
                      <a:pt x="121" y="1"/>
                      <a:pt x="0" y="165"/>
                      <a:pt x="84" y="311"/>
                    </a:cubicBezTo>
                    <a:lnTo>
                      <a:pt x="187" y="414"/>
                    </a:lnTo>
                    <a:cubicBezTo>
                      <a:pt x="225" y="433"/>
                      <a:pt x="262" y="442"/>
                      <a:pt x="297" y="442"/>
                    </a:cubicBezTo>
                    <a:cubicBezTo>
                      <a:pt x="450" y="442"/>
                      <a:pt x="554" y="278"/>
                      <a:pt x="470" y="131"/>
                    </a:cubicBezTo>
                    <a:cubicBezTo>
                      <a:pt x="444" y="54"/>
                      <a:pt x="419" y="28"/>
                      <a:pt x="393" y="28"/>
                    </a:cubicBezTo>
                    <a:cubicBezTo>
                      <a:pt x="355" y="9"/>
                      <a:pt x="317"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35"/>
              <p:cNvSpPr/>
              <p:nvPr/>
            </p:nvSpPr>
            <p:spPr>
              <a:xfrm>
                <a:off x="1622725" y="2750250"/>
                <a:ext cx="13900" cy="10875"/>
              </a:xfrm>
              <a:custGeom>
                <a:avLst/>
                <a:gdLst/>
                <a:ahLst/>
                <a:cxnLst/>
                <a:rect l="l" t="t" r="r" b="b"/>
                <a:pathLst>
                  <a:path w="556" h="435" extrusionOk="0">
                    <a:moveTo>
                      <a:pt x="257" y="0"/>
                    </a:moveTo>
                    <a:cubicBezTo>
                      <a:pt x="116" y="0"/>
                      <a:pt x="0" y="149"/>
                      <a:pt x="83" y="313"/>
                    </a:cubicBezTo>
                    <a:lnTo>
                      <a:pt x="186" y="416"/>
                    </a:lnTo>
                    <a:cubicBezTo>
                      <a:pt x="215" y="429"/>
                      <a:pt x="245" y="435"/>
                      <a:pt x="274" y="435"/>
                    </a:cubicBezTo>
                    <a:cubicBezTo>
                      <a:pt x="424" y="435"/>
                      <a:pt x="555" y="280"/>
                      <a:pt x="469" y="108"/>
                    </a:cubicBezTo>
                    <a:cubicBezTo>
                      <a:pt x="469" y="82"/>
                      <a:pt x="443" y="56"/>
                      <a:pt x="366" y="30"/>
                    </a:cubicBezTo>
                    <a:cubicBezTo>
                      <a:pt x="330" y="10"/>
                      <a:pt x="293"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35"/>
              <p:cNvSpPr/>
              <p:nvPr/>
            </p:nvSpPr>
            <p:spPr>
              <a:xfrm>
                <a:off x="1537650" y="2715500"/>
                <a:ext cx="13450" cy="11125"/>
              </a:xfrm>
              <a:custGeom>
                <a:avLst/>
                <a:gdLst/>
                <a:ahLst/>
                <a:cxnLst/>
                <a:rect l="l" t="t" r="r" b="b"/>
                <a:pathLst>
                  <a:path w="538" h="445" extrusionOk="0">
                    <a:moveTo>
                      <a:pt x="253" y="1"/>
                    </a:moveTo>
                    <a:cubicBezTo>
                      <a:pt x="104" y="1"/>
                      <a:pt x="1" y="149"/>
                      <a:pt x="62" y="314"/>
                    </a:cubicBezTo>
                    <a:lnTo>
                      <a:pt x="165" y="416"/>
                    </a:lnTo>
                    <a:cubicBezTo>
                      <a:pt x="204" y="436"/>
                      <a:pt x="241" y="444"/>
                      <a:pt x="276" y="444"/>
                    </a:cubicBezTo>
                    <a:cubicBezTo>
                      <a:pt x="429" y="444"/>
                      <a:pt x="537" y="280"/>
                      <a:pt x="474" y="133"/>
                    </a:cubicBezTo>
                    <a:cubicBezTo>
                      <a:pt x="474" y="82"/>
                      <a:pt x="423" y="56"/>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35"/>
              <p:cNvSpPr/>
              <p:nvPr/>
            </p:nvSpPr>
            <p:spPr>
              <a:xfrm>
                <a:off x="2769225" y="2729075"/>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lnTo>
                      <a:pt x="372" y="28"/>
                    </a:ln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35"/>
              <p:cNvSpPr/>
              <p:nvPr/>
            </p:nvSpPr>
            <p:spPr>
              <a:xfrm>
                <a:off x="2629750" y="2640850"/>
                <a:ext cx="13800" cy="10525"/>
              </a:xfrm>
              <a:custGeom>
                <a:avLst/>
                <a:gdLst/>
                <a:ahLst/>
                <a:cxnLst/>
                <a:rect l="l" t="t" r="r" b="b"/>
                <a:pathLst>
                  <a:path w="552" h="421" extrusionOk="0">
                    <a:moveTo>
                      <a:pt x="257" y="1"/>
                    </a:moveTo>
                    <a:cubicBezTo>
                      <a:pt x="116" y="1"/>
                      <a:pt x="0" y="149"/>
                      <a:pt x="83" y="314"/>
                    </a:cubicBezTo>
                    <a:lnTo>
                      <a:pt x="186" y="391"/>
                    </a:lnTo>
                    <a:cubicBezTo>
                      <a:pt x="222" y="412"/>
                      <a:pt x="259" y="421"/>
                      <a:pt x="294" y="421"/>
                    </a:cubicBezTo>
                    <a:cubicBezTo>
                      <a:pt x="436" y="421"/>
                      <a:pt x="551" y="273"/>
                      <a:pt x="469" y="108"/>
                    </a:cubicBezTo>
                    <a:cubicBezTo>
                      <a:pt x="469" y="82"/>
                      <a:pt x="443" y="56"/>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35"/>
              <p:cNvSpPr/>
              <p:nvPr/>
            </p:nvSpPr>
            <p:spPr>
              <a:xfrm>
                <a:off x="2484925" y="2303750"/>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8"/>
                      <a:pt x="471" y="131"/>
                    </a:cubicBezTo>
                    <a:cubicBezTo>
                      <a:pt x="471" y="79"/>
                      <a:pt x="445" y="54"/>
                      <a:pt x="368"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35"/>
              <p:cNvSpPr/>
              <p:nvPr/>
            </p:nvSpPr>
            <p:spPr>
              <a:xfrm>
                <a:off x="2705675" y="2663375"/>
                <a:ext cx="13350" cy="10875"/>
              </a:xfrm>
              <a:custGeom>
                <a:avLst/>
                <a:gdLst/>
                <a:ahLst/>
                <a:cxnLst/>
                <a:rect l="l" t="t" r="r" b="b"/>
                <a:pathLst>
                  <a:path w="534" h="435" extrusionOk="0">
                    <a:moveTo>
                      <a:pt x="247" y="1"/>
                    </a:moveTo>
                    <a:cubicBezTo>
                      <a:pt x="99" y="1"/>
                      <a:pt x="0" y="149"/>
                      <a:pt x="83" y="314"/>
                    </a:cubicBezTo>
                    <a:lnTo>
                      <a:pt x="160" y="417"/>
                    </a:lnTo>
                    <a:cubicBezTo>
                      <a:pt x="193" y="429"/>
                      <a:pt x="226" y="435"/>
                      <a:pt x="257" y="435"/>
                    </a:cubicBezTo>
                    <a:cubicBezTo>
                      <a:pt x="417" y="435"/>
                      <a:pt x="534" y="280"/>
                      <a:pt x="469" y="108"/>
                    </a:cubicBezTo>
                    <a:cubicBezTo>
                      <a:pt x="469" y="82"/>
                      <a:pt x="417" y="56"/>
                      <a:pt x="366" y="31"/>
                    </a:cubicBezTo>
                    <a:cubicBezTo>
                      <a:pt x="325" y="10"/>
                      <a:pt x="285" y="1"/>
                      <a:pt x="24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35"/>
              <p:cNvSpPr/>
              <p:nvPr/>
            </p:nvSpPr>
            <p:spPr>
              <a:xfrm>
                <a:off x="2914800" y="1875150"/>
                <a:ext cx="13350" cy="10875"/>
              </a:xfrm>
              <a:custGeom>
                <a:avLst/>
                <a:gdLst/>
                <a:ahLst/>
                <a:cxnLst/>
                <a:rect l="l" t="t" r="r" b="b"/>
                <a:pathLst>
                  <a:path w="534" h="435" extrusionOk="0">
                    <a:moveTo>
                      <a:pt x="248" y="0"/>
                    </a:moveTo>
                    <a:cubicBezTo>
                      <a:pt x="99" y="0"/>
                      <a:pt x="0" y="148"/>
                      <a:pt x="83" y="313"/>
                    </a:cubicBezTo>
                    <a:lnTo>
                      <a:pt x="160" y="416"/>
                    </a:lnTo>
                    <a:cubicBezTo>
                      <a:pt x="193" y="429"/>
                      <a:pt x="226" y="434"/>
                      <a:pt x="257" y="434"/>
                    </a:cubicBezTo>
                    <a:cubicBezTo>
                      <a:pt x="418" y="434"/>
                      <a:pt x="534" y="280"/>
                      <a:pt x="469" y="107"/>
                    </a:cubicBezTo>
                    <a:lnTo>
                      <a:pt x="366" y="30"/>
                    </a:lnTo>
                    <a:cubicBezTo>
                      <a:pt x="325" y="9"/>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9" name="Google Shape;7999;p35"/>
            <p:cNvGrpSpPr/>
            <p:nvPr/>
          </p:nvGrpSpPr>
          <p:grpSpPr>
            <a:xfrm>
              <a:off x="6010625" y="1797075"/>
              <a:ext cx="2765250" cy="2124700"/>
              <a:chOff x="6841900" y="1328550"/>
              <a:chExt cx="2765250" cy="2124700"/>
            </a:xfrm>
          </p:grpSpPr>
          <p:sp>
            <p:nvSpPr>
              <p:cNvPr id="8000" name="Google Shape;8000;p35"/>
              <p:cNvSpPr/>
              <p:nvPr/>
            </p:nvSpPr>
            <p:spPr>
              <a:xfrm>
                <a:off x="8913350" y="1650500"/>
                <a:ext cx="11600" cy="10725"/>
              </a:xfrm>
              <a:custGeom>
                <a:avLst/>
                <a:gdLst/>
                <a:ahLst/>
                <a:cxnLst/>
                <a:rect l="l" t="t" r="r" b="b"/>
                <a:pathLst>
                  <a:path w="464" h="429" extrusionOk="0">
                    <a:moveTo>
                      <a:pt x="194" y="0"/>
                    </a:moveTo>
                    <a:cubicBezTo>
                      <a:pt x="151" y="0"/>
                      <a:pt x="110" y="15"/>
                      <a:pt x="78" y="47"/>
                    </a:cubicBezTo>
                    <a:cubicBezTo>
                      <a:pt x="0" y="124"/>
                      <a:pt x="0" y="253"/>
                      <a:pt x="103" y="356"/>
                    </a:cubicBezTo>
                    <a:cubicBezTo>
                      <a:pt x="148" y="401"/>
                      <a:pt x="211" y="428"/>
                      <a:pt x="270" y="428"/>
                    </a:cubicBezTo>
                    <a:cubicBezTo>
                      <a:pt x="313" y="428"/>
                      <a:pt x="354" y="414"/>
                      <a:pt x="387" y="381"/>
                    </a:cubicBezTo>
                    <a:cubicBezTo>
                      <a:pt x="464" y="304"/>
                      <a:pt x="464" y="176"/>
                      <a:pt x="361" y="73"/>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35"/>
              <p:cNvSpPr/>
              <p:nvPr/>
            </p:nvSpPr>
            <p:spPr>
              <a:xfrm>
                <a:off x="7844375" y="167735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3" y="442"/>
                      <a:pt x="330" y="433"/>
                      <a:pt x="368" y="414"/>
                    </a:cubicBezTo>
                    <a:lnTo>
                      <a:pt x="471" y="311"/>
                    </a:lnTo>
                    <a:cubicBezTo>
                      <a:pt x="534" y="165"/>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35"/>
              <p:cNvSpPr/>
              <p:nvPr/>
            </p:nvSpPr>
            <p:spPr>
              <a:xfrm>
                <a:off x="7675150" y="1780300"/>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35"/>
              <p:cNvSpPr/>
              <p:nvPr/>
            </p:nvSpPr>
            <p:spPr>
              <a:xfrm>
                <a:off x="7648050" y="1665350"/>
                <a:ext cx="13375" cy="10900"/>
              </a:xfrm>
              <a:custGeom>
                <a:avLst/>
                <a:gdLst/>
                <a:ahLst/>
                <a:cxnLst/>
                <a:rect l="l" t="t" r="r" b="b"/>
                <a:pathLst>
                  <a:path w="535" h="436" extrusionOk="0">
                    <a:moveTo>
                      <a:pt x="262" y="1"/>
                    </a:moveTo>
                    <a:cubicBezTo>
                      <a:pt x="231" y="1"/>
                      <a:pt x="198" y="7"/>
                      <a:pt x="165" y="19"/>
                    </a:cubicBezTo>
                    <a:lnTo>
                      <a:pt x="62" y="122"/>
                    </a:lnTo>
                    <a:cubicBezTo>
                      <a:pt x="0" y="287"/>
                      <a:pt x="103" y="435"/>
                      <a:pt x="252" y="435"/>
                    </a:cubicBezTo>
                    <a:cubicBezTo>
                      <a:pt x="289" y="435"/>
                      <a:pt x="330" y="426"/>
                      <a:pt x="371" y="405"/>
                    </a:cubicBezTo>
                    <a:lnTo>
                      <a:pt x="448" y="328"/>
                    </a:lnTo>
                    <a:cubicBezTo>
                      <a:pt x="534"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35"/>
              <p:cNvSpPr/>
              <p:nvPr/>
            </p:nvSpPr>
            <p:spPr>
              <a:xfrm>
                <a:off x="7433850" y="1416750"/>
                <a:ext cx="13875" cy="11050"/>
              </a:xfrm>
              <a:custGeom>
                <a:avLst/>
                <a:gdLst/>
                <a:ahLst/>
                <a:cxnLst/>
                <a:rect l="l" t="t" r="r" b="b"/>
                <a:pathLst>
                  <a:path w="555" h="442" extrusionOk="0">
                    <a:moveTo>
                      <a:pt x="288" y="1"/>
                    </a:moveTo>
                    <a:cubicBezTo>
                      <a:pt x="255" y="1"/>
                      <a:pt x="221" y="9"/>
                      <a:pt x="188" y="28"/>
                    </a:cubicBezTo>
                    <a:cubicBezTo>
                      <a:pt x="110" y="54"/>
                      <a:pt x="85" y="105"/>
                      <a:pt x="85" y="131"/>
                    </a:cubicBezTo>
                    <a:cubicBezTo>
                      <a:pt x="1" y="278"/>
                      <a:pt x="122" y="442"/>
                      <a:pt x="267" y="442"/>
                    </a:cubicBezTo>
                    <a:cubicBezTo>
                      <a:pt x="300" y="442"/>
                      <a:pt x="334" y="433"/>
                      <a:pt x="368" y="414"/>
                    </a:cubicBezTo>
                    <a:lnTo>
                      <a:pt x="471" y="311"/>
                    </a:lnTo>
                    <a:cubicBezTo>
                      <a:pt x="555"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35"/>
              <p:cNvSpPr/>
              <p:nvPr/>
            </p:nvSpPr>
            <p:spPr>
              <a:xfrm>
                <a:off x="6876625" y="1441850"/>
                <a:ext cx="13325" cy="11050"/>
              </a:xfrm>
              <a:custGeom>
                <a:avLst/>
                <a:gdLst/>
                <a:ahLst/>
                <a:cxnLst/>
                <a:rect l="l" t="t" r="r" b="b"/>
                <a:pathLst>
                  <a:path w="533" h="442" extrusionOk="0">
                    <a:moveTo>
                      <a:pt x="272" y="0"/>
                    </a:moveTo>
                    <a:cubicBezTo>
                      <a:pt x="237" y="0"/>
                      <a:pt x="199" y="9"/>
                      <a:pt x="161"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35"/>
              <p:cNvSpPr/>
              <p:nvPr/>
            </p:nvSpPr>
            <p:spPr>
              <a:xfrm>
                <a:off x="7269775" y="2141525"/>
                <a:ext cx="13925" cy="10825"/>
              </a:xfrm>
              <a:custGeom>
                <a:avLst/>
                <a:gdLst/>
                <a:ahLst/>
                <a:cxnLst/>
                <a:rect l="l" t="t" r="r" b="b"/>
                <a:pathLst>
                  <a:path w="557" h="433" extrusionOk="0">
                    <a:moveTo>
                      <a:pt x="276" y="0"/>
                    </a:moveTo>
                    <a:cubicBezTo>
                      <a:pt x="247" y="0"/>
                      <a:pt x="217" y="6"/>
                      <a:pt x="187" y="19"/>
                    </a:cubicBezTo>
                    <a:cubicBezTo>
                      <a:pt x="162" y="70"/>
                      <a:pt x="84" y="96"/>
                      <a:pt x="84" y="122"/>
                    </a:cubicBezTo>
                    <a:cubicBezTo>
                      <a:pt x="0" y="268"/>
                      <a:pt x="122" y="432"/>
                      <a:pt x="267" y="432"/>
                    </a:cubicBezTo>
                    <a:cubicBezTo>
                      <a:pt x="300" y="432"/>
                      <a:pt x="334" y="424"/>
                      <a:pt x="367" y="405"/>
                    </a:cubicBezTo>
                    <a:lnTo>
                      <a:pt x="470" y="302"/>
                    </a:lnTo>
                    <a:cubicBezTo>
                      <a:pt x="557"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35"/>
              <p:cNvSpPr/>
              <p:nvPr/>
            </p:nvSpPr>
            <p:spPr>
              <a:xfrm>
                <a:off x="8331500" y="2286300"/>
                <a:ext cx="13925" cy="10825"/>
              </a:xfrm>
              <a:custGeom>
                <a:avLst/>
                <a:gdLst/>
                <a:ahLst/>
                <a:cxnLst/>
                <a:rect l="l" t="t" r="r" b="b"/>
                <a:pathLst>
                  <a:path w="557" h="433" extrusionOk="0">
                    <a:moveTo>
                      <a:pt x="276" y="0"/>
                    </a:moveTo>
                    <a:cubicBezTo>
                      <a:pt x="246" y="0"/>
                      <a:pt x="216" y="6"/>
                      <a:pt x="187" y="19"/>
                    </a:cubicBezTo>
                    <a:lnTo>
                      <a:pt x="84" y="122"/>
                    </a:lnTo>
                    <a:cubicBezTo>
                      <a:pt x="0" y="269"/>
                      <a:pt x="121" y="432"/>
                      <a:pt x="266" y="432"/>
                    </a:cubicBezTo>
                    <a:cubicBezTo>
                      <a:pt x="299" y="432"/>
                      <a:pt x="334" y="424"/>
                      <a:pt x="367" y="405"/>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35"/>
              <p:cNvSpPr/>
              <p:nvPr/>
            </p:nvSpPr>
            <p:spPr>
              <a:xfrm>
                <a:off x="8491075" y="2156100"/>
                <a:ext cx="13350" cy="11050"/>
              </a:xfrm>
              <a:custGeom>
                <a:avLst/>
                <a:gdLst/>
                <a:ahLst/>
                <a:cxnLst/>
                <a:rect l="l" t="t" r="r" b="b"/>
                <a:pathLst>
                  <a:path w="534" h="442" extrusionOk="0">
                    <a:moveTo>
                      <a:pt x="272" y="0"/>
                    </a:moveTo>
                    <a:cubicBezTo>
                      <a:pt x="237" y="0"/>
                      <a:pt x="200" y="9"/>
                      <a:pt x="161" y="28"/>
                    </a:cubicBezTo>
                    <a:cubicBezTo>
                      <a:pt x="136" y="53"/>
                      <a:pt x="84" y="79"/>
                      <a:pt x="84" y="131"/>
                    </a:cubicBez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35"/>
              <p:cNvSpPr/>
              <p:nvPr/>
            </p:nvSpPr>
            <p:spPr>
              <a:xfrm>
                <a:off x="8786250" y="1843300"/>
                <a:ext cx="13350" cy="10900"/>
              </a:xfrm>
              <a:custGeom>
                <a:avLst/>
                <a:gdLst/>
                <a:ahLst/>
                <a:cxnLst/>
                <a:rect l="l" t="t" r="r" b="b"/>
                <a:pathLst>
                  <a:path w="534" h="436" extrusionOk="0">
                    <a:moveTo>
                      <a:pt x="287" y="1"/>
                    </a:moveTo>
                    <a:cubicBezTo>
                      <a:pt x="250" y="1"/>
                      <a:pt x="210" y="10"/>
                      <a:pt x="168" y="31"/>
                    </a:cubicBezTo>
                    <a:cubicBezTo>
                      <a:pt x="117" y="56"/>
                      <a:pt x="65" y="82"/>
                      <a:pt x="65" y="108"/>
                    </a:cubicBezTo>
                    <a:cubicBezTo>
                      <a:pt x="1" y="281"/>
                      <a:pt x="117" y="435"/>
                      <a:pt x="277" y="435"/>
                    </a:cubicBezTo>
                    <a:cubicBezTo>
                      <a:pt x="308" y="435"/>
                      <a:pt x="341" y="429"/>
                      <a:pt x="374" y="417"/>
                    </a:cubicBezTo>
                    <a:lnTo>
                      <a:pt x="452" y="314"/>
                    </a:lnTo>
                    <a:cubicBezTo>
                      <a:pt x="534" y="149"/>
                      <a:pt x="435" y="1"/>
                      <a:pt x="28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35"/>
              <p:cNvSpPr/>
              <p:nvPr/>
            </p:nvSpPr>
            <p:spPr>
              <a:xfrm>
                <a:off x="8881000" y="1728175"/>
                <a:ext cx="13350" cy="11075"/>
              </a:xfrm>
              <a:custGeom>
                <a:avLst/>
                <a:gdLst/>
                <a:ahLst/>
                <a:cxnLst/>
                <a:rect l="l" t="t" r="r" b="b"/>
                <a:pathLst>
                  <a:path w="534" h="443" extrusionOk="0">
                    <a:moveTo>
                      <a:pt x="286" y="1"/>
                    </a:moveTo>
                    <a:cubicBezTo>
                      <a:pt x="254" y="1"/>
                      <a:pt x="221" y="9"/>
                      <a:pt x="188" y="29"/>
                    </a:cubicBezTo>
                    <a:cubicBezTo>
                      <a:pt x="136" y="29"/>
                      <a:pt x="110" y="54"/>
                      <a:pt x="85" y="131"/>
                    </a:cubicBezTo>
                    <a:cubicBezTo>
                      <a:pt x="1" y="278"/>
                      <a:pt x="122" y="442"/>
                      <a:pt x="267" y="442"/>
                    </a:cubicBezTo>
                    <a:cubicBezTo>
                      <a:pt x="300" y="442"/>
                      <a:pt x="335" y="434"/>
                      <a:pt x="368" y="415"/>
                    </a:cubicBezTo>
                    <a:lnTo>
                      <a:pt x="471" y="312"/>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35"/>
              <p:cNvSpPr/>
              <p:nvPr/>
            </p:nvSpPr>
            <p:spPr>
              <a:xfrm>
                <a:off x="9108725" y="2329125"/>
                <a:ext cx="13250" cy="10875"/>
              </a:xfrm>
              <a:custGeom>
                <a:avLst/>
                <a:gdLst/>
                <a:ahLst/>
                <a:cxnLst/>
                <a:rect l="l" t="t" r="r" b="b"/>
                <a:pathLst>
                  <a:path w="530" h="435" extrusionOk="0">
                    <a:moveTo>
                      <a:pt x="283" y="0"/>
                    </a:moveTo>
                    <a:cubicBezTo>
                      <a:pt x="246" y="0"/>
                      <a:pt x="206" y="10"/>
                      <a:pt x="164" y="30"/>
                    </a:cubicBezTo>
                    <a:cubicBezTo>
                      <a:pt x="113" y="30"/>
                      <a:pt x="87" y="56"/>
                      <a:pt x="87" y="107"/>
                    </a:cubicBezTo>
                    <a:cubicBezTo>
                      <a:pt x="1" y="280"/>
                      <a:pt x="114" y="435"/>
                      <a:pt x="274" y="435"/>
                    </a:cubicBezTo>
                    <a:cubicBezTo>
                      <a:pt x="304" y="435"/>
                      <a:pt x="337" y="429"/>
                      <a:pt x="370" y="416"/>
                    </a:cubicBezTo>
                    <a:lnTo>
                      <a:pt x="448" y="313"/>
                    </a:lnTo>
                    <a:cubicBezTo>
                      <a:pt x="530" y="149"/>
                      <a:pt x="431"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35"/>
              <p:cNvSpPr/>
              <p:nvPr/>
            </p:nvSpPr>
            <p:spPr>
              <a:xfrm>
                <a:off x="9054750" y="2368425"/>
                <a:ext cx="13875" cy="11050"/>
              </a:xfrm>
              <a:custGeom>
                <a:avLst/>
                <a:gdLst/>
                <a:ahLst/>
                <a:cxnLst/>
                <a:rect l="l" t="t" r="r" b="b"/>
                <a:pathLst>
                  <a:path w="555" h="442" extrusionOk="0">
                    <a:moveTo>
                      <a:pt x="288" y="1"/>
                    </a:moveTo>
                    <a:cubicBezTo>
                      <a:pt x="255" y="1"/>
                      <a:pt x="221" y="9"/>
                      <a:pt x="187" y="28"/>
                    </a:cubicBezTo>
                    <a:lnTo>
                      <a:pt x="84" y="131"/>
                    </a:ln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35"/>
              <p:cNvSpPr/>
              <p:nvPr/>
            </p:nvSpPr>
            <p:spPr>
              <a:xfrm>
                <a:off x="9196900" y="2278350"/>
                <a:ext cx="13925" cy="10825"/>
              </a:xfrm>
              <a:custGeom>
                <a:avLst/>
                <a:gdLst/>
                <a:ahLst/>
                <a:cxnLst/>
                <a:rect l="l" t="t" r="r" b="b"/>
                <a:pathLst>
                  <a:path w="557" h="433" extrusionOk="0">
                    <a:moveTo>
                      <a:pt x="290" y="0"/>
                    </a:moveTo>
                    <a:cubicBezTo>
                      <a:pt x="257" y="0"/>
                      <a:pt x="223" y="9"/>
                      <a:pt x="189" y="28"/>
                    </a:cubicBezTo>
                    <a:cubicBezTo>
                      <a:pt x="164" y="54"/>
                      <a:pt x="86" y="79"/>
                      <a:pt x="86" y="131"/>
                    </a:cubicBezTo>
                    <a:cubicBezTo>
                      <a:pt x="0" y="282"/>
                      <a:pt x="130" y="432"/>
                      <a:pt x="281" y="432"/>
                    </a:cubicBezTo>
                    <a:cubicBezTo>
                      <a:pt x="310" y="432"/>
                      <a:pt x="340" y="427"/>
                      <a:pt x="370" y="414"/>
                    </a:cubicBezTo>
                    <a:lnTo>
                      <a:pt x="472" y="311"/>
                    </a:lnTo>
                    <a:cubicBezTo>
                      <a:pt x="556" y="164"/>
                      <a:pt x="435" y="0"/>
                      <a:pt x="290"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35"/>
              <p:cNvSpPr/>
              <p:nvPr/>
            </p:nvSpPr>
            <p:spPr>
              <a:xfrm>
                <a:off x="8652575" y="3392175"/>
                <a:ext cx="13875" cy="11050"/>
              </a:xfrm>
              <a:custGeom>
                <a:avLst/>
                <a:gdLst/>
                <a:ahLst/>
                <a:cxnLst/>
                <a:rect l="l" t="t" r="r" b="b"/>
                <a:pathLst>
                  <a:path w="555" h="442" extrusionOk="0">
                    <a:moveTo>
                      <a:pt x="288" y="1"/>
                    </a:moveTo>
                    <a:cubicBezTo>
                      <a:pt x="255" y="1"/>
                      <a:pt x="221" y="9"/>
                      <a:pt x="188" y="28"/>
                    </a:cubicBezTo>
                    <a:lnTo>
                      <a:pt x="85" y="131"/>
                    </a:ln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35"/>
              <p:cNvSpPr/>
              <p:nvPr/>
            </p:nvSpPr>
            <p:spPr>
              <a:xfrm>
                <a:off x="8622500" y="3183875"/>
                <a:ext cx="11600" cy="10700"/>
              </a:xfrm>
              <a:custGeom>
                <a:avLst/>
                <a:gdLst/>
                <a:ahLst/>
                <a:cxnLst/>
                <a:rect l="l" t="t" r="r" b="b"/>
                <a:pathLst>
                  <a:path w="464" h="428" extrusionOk="0">
                    <a:moveTo>
                      <a:pt x="194" y="0"/>
                    </a:moveTo>
                    <a:cubicBezTo>
                      <a:pt x="152" y="0"/>
                      <a:pt x="110" y="14"/>
                      <a:pt x="78" y="47"/>
                    </a:cubicBezTo>
                    <a:cubicBezTo>
                      <a:pt x="1" y="124"/>
                      <a:pt x="1" y="253"/>
                      <a:pt x="78" y="356"/>
                    </a:cubicBezTo>
                    <a:cubicBezTo>
                      <a:pt x="138" y="400"/>
                      <a:pt x="206" y="428"/>
                      <a:pt x="268" y="428"/>
                    </a:cubicBezTo>
                    <a:cubicBezTo>
                      <a:pt x="313" y="428"/>
                      <a:pt x="354" y="414"/>
                      <a:pt x="387" y="381"/>
                    </a:cubicBezTo>
                    <a:cubicBezTo>
                      <a:pt x="464" y="304"/>
                      <a:pt x="438" y="175"/>
                      <a:pt x="361" y="72"/>
                    </a:cubicBezTo>
                    <a:cubicBezTo>
                      <a:pt x="316" y="28"/>
                      <a:pt x="254"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35"/>
              <p:cNvSpPr/>
              <p:nvPr/>
            </p:nvSpPr>
            <p:spPr>
              <a:xfrm>
                <a:off x="8393825" y="3248050"/>
                <a:ext cx="13300" cy="11100"/>
              </a:xfrm>
              <a:custGeom>
                <a:avLst/>
                <a:gdLst/>
                <a:ahLst/>
                <a:cxnLst/>
                <a:rect l="l" t="t" r="r" b="b"/>
                <a:pathLst>
                  <a:path w="532" h="444" extrusionOk="0">
                    <a:moveTo>
                      <a:pt x="275" y="0"/>
                    </a:moveTo>
                    <a:cubicBezTo>
                      <a:pt x="240" y="0"/>
                      <a:pt x="203" y="9"/>
                      <a:pt x="165" y="28"/>
                    </a:cubicBezTo>
                    <a:lnTo>
                      <a:pt x="62" y="131"/>
                    </a:lnTo>
                    <a:cubicBezTo>
                      <a:pt x="0" y="295"/>
                      <a:pt x="103" y="444"/>
                      <a:pt x="252" y="444"/>
                    </a:cubicBezTo>
                    <a:cubicBezTo>
                      <a:pt x="289" y="444"/>
                      <a:pt x="330" y="434"/>
                      <a:pt x="371" y="414"/>
                    </a:cubicBezTo>
                    <a:lnTo>
                      <a:pt x="448" y="311"/>
                    </a:lnTo>
                    <a:cubicBezTo>
                      <a:pt x="532"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35"/>
              <p:cNvSpPr/>
              <p:nvPr/>
            </p:nvSpPr>
            <p:spPr>
              <a:xfrm>
                <a:off x="7811450" y="2908950"/>
                <a:ext cx="13350" cy="11050"/>
              </a:xfrm>
              <a:custGeom>
                <a:avLst/>
                <a:gdLst/>
                <a:ahLst/>
                <a:cxnLst/>
                <a:rect l="l" t="t" r="r" b="b"/>
                <a:pathLst>
                  <a:path w="534" h="442" extrusionOk="0">
                    <a:moveTo>
                      <a:pt x="277" y="0"/>
                    </a:moveTo>
                    <a:cubicBezTo>
                      <a:pt x="242" y="0"/>
                      <a:pt x="205" y="9"/>
                      <a:pt x="166" y="28"/>
                    </a:cubicBezTo>
                    <a:cubicBezTo>
                      <a:pt x="115" y="53"/>
                      <a:pt x="63" y="79"/>
                      <a:pt x="63" y="131"/>
                    </a:cubicBezTo>
                    <a:cubicBezTo>
                      <a:pt x="1" y="277"/>
                      <a:pt x="108" y="441"/>
                      <a:pt x="262" y="441"/>
                    </a:cubicBezTo>
                    <a:cubicBezTo>
                      <a:pt x="297" y="441"/>
                      <a:pt x="334" y="433"/>
                      <a:pt x="372" y="414"/>
                    </a:cubicBezTo>
                    <a:lnTo>
                      <a:pt x="450"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35"/>
              <p:cNvSpPr/>
              <p:nvPr/>
            </p:nvSpPr>
            <p:spPr>
              <a:xfrm>
                <a:off x="8053450" y="2654075"/>
                <a:ext cx="13375" cy="10875"/>
              </a:xfrm>
              <a:custGeom>
                <a:avLst/>
                <a:gdLst/>
                <a:ahLst/>
                <a:cxnLst/>
                <a:rect l="l" t="t" r="r" b="b"/>
                <a:pathLst>
                  <a:path w="535" h="435" extrusionOk="0">
                    <a:moveTo>
                      <a:pt x="283" y="0"/>
                    </a:moveTo>
                    <a:cubicBezTo>
                      <a:pt x="245" y="0"/>
                      <a:pt x="205" y="10"/>
                      <a:pt x="164" y="30"/>
                    </a:cubicBezTo>
                    <a:lnTo>
                      <a:pt x="87" y="107"/>
                    </a:lnTo>
                    <a:cubicBezTo>
                      <a:pt x="1" y="280"/>
                      <a:pt x="113" y="435"/>
                      <a:pt x="273" y="435"/>
                    </a:cubicBezTo>
                    <a:cubicBezTo>
                      <a:pt x="304" y="435"/>
                      <a:pt x="337" y="429"/>
                      <a:pt x="370" y="416"/>
                    </a:cubicBezTo>
                    <a:lnTo>
                      <a:pt x="473" y="313"/>
                    </a:lnTo>
                    <a:cubicBezTo>
                      <a:pt x="535" y="149"/>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35"/>
              <p:cNvSpPr/>
              <p:nvPr/>
            </p:nvSpPr>
            <p:spPr>
              <a:xfrm>
                <a:off x="8018775" y="2635475"/>
                <a:ext cx="13325" cy="11050"/>
              </a:xfrm>
              <a:custGeom>
                <a:avLst/>
                <a:gdLst/>
                <a:ahLst/>
                <a:cxnLst/>
                <a:rect l="l" t="t" r="r" b="b"/>
                <a:pathLst>
                  <a:path w="533" h="442" extrusionOk="0">
                    <a:moveTo>
                      <a:pt x="285" y="0"/>
                    </a:moveTo>
                    <a:cubicBezTo>
                      <a:pt x="254" y="0"/>
                      <a:pt x="220" y="9"/>
                      <a:pt x="187" y="28"/>
                    </a:cubicBezTo>
                    <a:lnTo>
                      <a:pt x="84" y="131"/>
                    </a:lnTo>
                    <a:cubicBezTo>
                      <a:pt x="0" y="278"/>
                      <a:pt x="121" y="441"/>
                      <a:pt x="266" y="441"/>
                    </a:cubicBezTo>
                    <a:cubicBezTo>
                      <a:pt x="300" y="441"/>
                      <a:pt x="334" y="433"/>
                      <a:pt x="367" y="414"/>
                    </a:cubicBezTo>
                    <a:lnTo>
                      <a:pt x="470" y="311"/>
                    </a:lnTo>
                    <a:cubicBezTo>
                      <a:pt x="533" y="164"/>
                      <a:pt x="425" y="0"/>
                      <a:pt x="28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35"/>
              <p:cNvSpPr/>
              <p:nvPr/>
            </p:nvSpPr>
            <p:spPr>
              <a:xfrm>
                <a:off x="7121825" y="2083600"/>
                <a:ext cx="13875" cy="10900"/>
              </a:xfrm>
              <a:custGeom>
                <a:avLst/>
                <a:gdLst/>
                <a:ahLst/>
                <a:cxnLst/>
                <a:rect l="l" t="t" r="r" b="b"/>
                <a:pathLst>
                  <a:path w="555" h="436" extrusionOk="0">
                    <a:moveTo>
                      <a:pt x="273" y="1"/>
                    </a:moveTo>
                    <a:cubicBezTo>
                      <a:pt x="244" y="1"/>
                      <a:pt x="215" y="7"/>
                      <a:pt x="185" y="19"/>
                    </a:cubicBezTo>
                    <a:cubicBezTo>
                      <a:pt x="160" y="19"/>
                      <a:pt x="108" y="45"/>
                      <a:pt x="82" y="122"/>
                    </a:cubicBezTo>
                    <a:cubicBezTo>
                      <a:pt x="0" y="287"/>
                      <a:pt x="115" y="435"/>
                      <a:pt x="257" y="435"/>
                    </a:cubicBezTo>
                    <a:cubicBezTo>
                      <a:pt x="292" y="435"/>
                      <a:pt x="329" y="426"/>
                      <a:pt x="366" y="405"/>
                    </a:cubicBezTo>
                    <a:lnTo>
                      <a:pt x="468" y="328"/>
                    </a:lnTo>
                    <a:cubicBezTo>
                      <a:pt x="555" y="155"/>
                      <a:pt x="42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35"/>
              <p:cNvSpPr/>
              <p:nvPr/>
            </p:nvSpPr>
            <p:spPr>
              <a:xfrm>
                <a:off x="7301950" y="2169600"/>
                <a:ext cx="13875" cy="11050"/>
              </a:xfrm>
              <a:custGeom>
                <a:avLst/>
                <a:gdLst/>
                <a:ahLst/>
                <a:cxnLst/>
                <a:rect l="l" t="t" r="r" b="b"/>
                <a:pathLst>
                  <a:path w="555" h="442" extrusionOk="0">
                    <a:moveTo>
                      <a:pt x="288" y="1"/>
                    </a:moveTo>
                    <a:cubicBezTo>
                      <a:pt x="255" y="1"/>
                      <a:pt x="221" y="9"/>
                      <a:pt x="187" y="28"/>
                    </a:cubicBezTo>
                    <a:cubicBezTo>
                      <a:pt x="161" y="28"/>
                      <a:pt x="110" y="54"/>
                      <a:pt x="84" y="131"/>
                    </a:cubicBezTo>
                    <a:cubicBezTo>
                      <a:pt x="0" y="278"/>
                      <a:pt x="121" y="442"/>
                      <a:pt x="267" y="442"/>
                    </a:cubicBezTo>
                    <a:cubicBezTo>
                      <a:pt x="300" y="442"/>
                      <a:pt x="334" y="433"/>
                      <a:pt x="367" y="414"/>
                    </a:cubicBezTo>
                    <a:lnTo>
                      <a:pt x="470" y="311"/>
                    </a:lnTo>
                    <a:cubicBezTo>
                      <a:pt x="554" y="164"/>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35"/>
              <p:cNvSpPr/>
              <p:nvPr/>
            </p:nvSpPr>
            <p:spPr>
              <a:xfrm>
                <a:off x="8620400" y="2806625"/>
                <a:ext cx="13875" cy="11050"/>
              </a:xfrm>
              <a:custGeom>
                <a:avLst/>
                <a:gdLst/>
                <a:ahLst/>
                <a:cxnLst/>
                <a:rect l="l" t="t" r="r" b="b"/>
                <a:pathLst>
                  <a:path w="555" h="442" extrusionOk="0">
                    <a:moveTo>
                      <a:pt x="288" y="1"/>
                    </a:moveTo>
                    <a:cubicBezTo>
                      <a:pt x="255" y="1"/>
                      <a:pt x="221" y="9"/>
                      <a:pt x="188" y="28"/>
                    </a:cubicBezTo>
                    <a:cubicBezTo>
                      <a:pt x="136" y="28"/>
                      <a:pt x="110" y="54"/>
                      <a:pt x="85" y="131"/>
                    </a:cubicBezTo>
                    <a:cubicBezTo>
                      <a:pt x="1" y="278"/>
                      <a:pt x="122" y="442"/>
                      <a:pt x="267" y="442"/>
                    </a:cubicBezTo>
                    <a:cubicBezTo>
                      <a:pt x="300" y="442"/>
                      <a:pt x="334" y="433"/>
                      <a:pt x="368" y="414"/>
                    </a:cubicBezTo>
                    <a:lnTo>
                      <a:pt x="471" y="311"/>
                    </a:lnTo>
                    <a:cubicBezTo>
                      <a:pt x="555"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35"/>
              <p:cNvSpPr/>
              <p:nvPr/>
            </p:nvSpPr>
            <p:spPr>
              <a:xfrm>
                <a:off x="8866700" y="2763450"/>
                <a:ext cx="13350" cy="10900"/>
              </a:xfrm>
              <a:custGeom>
                <a:avLst/>
                <a:gdLst/>
                <a:ahLst/>
                <a:cxnLst/>
                <a:rect l="l" t="t" r="r" b="b"/>
                <a:pathLst>
                  <a:path w="534" h="436" extrusionOk="0">
                    <a:moveTo>
                      <a:pt x="286" y="1"/>
                    </a:moveTo>
                    <a:cubicBezTo>
                      <a:pt x="249" y="1"/>
                      <a:pt x="209" y="10"/>
                      <a:pt x="168" y="31"/>
                    </a:cubicBezTo>
                    <a:lnTo>
                      <a:pt x="65" y="108"/>
                    </a:lnTo>
                    <a:cubicBezTo>
                      <a:pt x="0" y="281"/>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35"/>
              <p:cNvSpPr/>
              <p:nvPr/>
            </p:nvSpPr>
            <p:spPr>
              <a:xfrm>
                <a:off x="9140200" y="2616175"/>
                <a:ext cx="13350" cy="11050"/>
              </a:xfrm>
              <a:custGeom>
                <a:avLst/>
                <a:gdLst/>
                <a:ahLst/>
                <a:cxnLst/>
                <a:rect l="l" t="t" r="r" b="b"/>
                <a:pathLst>
                  <a:path w="534" h="442" extrusionOk="0">
                    <a:moveTo>
                      <a:pt x="277" y="0"/>
                    </a:moveTo>
                    <a:cubicBezTo>
                      <a:pt x="242" y="0"/>
                      <a:pt x="205" y="9"/>
                      <a:pt x="167" y="28"/>
                    </a:cubicBezTo>
                    <a:lnTo>
                      <a:pt x="64" y="131"/>
                    </a:lnTo>
                    <a:cubicBezTo>
                      <a:pt x="1" y="277"/>
                      <a:pt x="109" y="441"/>
                      <a:pt x="262" y="441"/>
                    </a:cubicBezTo>
                    <a:cubicBezTo>
                      <a:pt x="297" y="441"/>
                      <a:pt x="334" y="433"/>
                      <a:pt x="373" y="414"/>
                    </a:cubicBezTo>
                    <a:lnTo>
                      <a:pt x="450" y="311"/>
                    </a:lnTo>
                    <a:cubicBezTo>
                      <a:pt x="534" y="164"/>
                      <a:pt x="430"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35"/>
              <p:cNvSpPr/>
              <p:nvPr/>
            </p:nvSpPr>
            <p:spPr>
              <a:xfrm>
                <a:off x="9167300" y="2180775"/>
                <a:ext cx="13975" cy="11225"/>
              </a:xfrm>
              <a:custGeom>
                <a:avLst/>
                <a:gdLst/>
                <a:ahLst/>
                <a:cxnLst/>
                <a:rect l="l" t="t" r="r" b="b"/>
                <a:pathLst>
                  <a:path w="559" h="449" extrusionOk="0">
                    <a:moveTo>
                      <a:pt x="277" y="0"/>
                    </a:moveTo>
                    <a:cubicBezTo>
                      <a:pt x="248" y="0"/>
                      <a:pt x="219" y="6"/>
                      <a:pt x="189" y="19"/>
                    </a:cubicBezTo>
                    <a:lnTo>
                      <a:pt x="86" y="122"/>
                    </a:lnTo>
                    <a:cubicBezTo>
                      <a:pt x="0" y="294"/>
                      <a:pt x="131" y="449"/>
                      <a:pt x="282" y="449"/>
                    </a:cubicBezTo>
                    <a:cubicBezTo>
                      <a:pt x="311" y="449"/>
                      <a:pt x="340" y="443"/>
                      <a:pt x="370" y="430"/>
                    </a:cubicBezTo>
                    <a:lnTo>
                      <a:pt x="473" y="328"/>
                    </a:lnTo>
                    <a:cubicBezTo>
                      <a:pt x="559" y="155"/>
                      <a:pt x="42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35"/>
              <p:cNvSpPr/>
              <p:nvPr/>
            </p:nvSpPr>
            <p:spPr>
              <a:xfrm>
                <a:off x="9169125" y="1798275"/>
                <a:ext cx="13350" cy="10875"/>
              </a:xfrm>
              <a:custGeom>
                <a:avLst/>
                <a:gdLst/>
                <a:ahLst/>
                <a:cxnLst/>
                <a:rect l="l" t="t" r="r" b="b"/>
                <a:pathLst>
                  <a:path w="534" h="435" extrusionOk="0">
                    <a:moveTo>
                      <a:pt x="286" y="0"/>
                    </a:moveTo>
                    <a:cubicBezTo>
                      <a:pt x="249" y="0"/>
                      <a:pt x="209" y="9"/>
                      <a:pt x="168" y="30"/>
                    </a:cubicBezTo>
                    <a:lnTo>
                      <a:pt x="65" y="107"/>
                    </a:lnTo>
                    <a:cubicBezTo>
                      <a:pt x="0" y="280"/>
                      <a:pt x="116" y="434"/>
                      <a:pt x="277" y="434"/>
                    </a:cubicBezTo>
                    <a:cubicBezTo>
                      <a:pt x="308" y="434"/>
                      <a:pt x="340" y="429"/>
                      <a:pt x="374" y="416"/>
                    </a:cubicBezTo>
                    <a:lnTo>
                      <a:pt x="451" y="313"/>
                    </a:lnTo>
                    <a:cubicBezTo>
                      <a:pt x="533" y="148"/>
                      <a:pt x="43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35"/>
              <p:cNvSpPr/>
              <p:nvPr/>
            </p:nvSpPr>
            <p:spPr>
              <a:xfrm>
                <a:off x="9203375" y="1735275"/>
                <a:ext cx="13875" cy="11050"/>
              </a:xfrm>
              <a:custGeom>
                <a:avLst/>
                <a:gdLst/>
                <a:ahLst/>
                <a:cxnLst/>
                <a:rect l="l" t="t" r="r" b="b"/>
                <a:pathLst>
                  <a:path w="555" h="442" extrusionOk="0">
                    <a:moveTo>
                      <a:pt x="288" y="0"/>
                    </a:moveTo>
                    <a:cubicBezTo>
                      <a:pt x="255" y="0"/>
                      <a:pt x="221" y="9"/>
                      <a:pt x="188" y="28"/>
                    </a:cubicBezTo>
                    <a:cubicBezTo>
                      <a:pt x="111" y="28"/>
                      <a:pt x="85" y="53"/>
                      <a:pt x="85" y="131"/>
                    </a:cubicBezTo>
                    <a:cubicBezTo>
                      <a:pt x="1" y="277"/>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35"/>
              <p:cNvSpPr/>
              <p:nvPr/>
            </p:nvSpPr>
            <p:spPr>
              <a:xfrm>
                <a:off x="8207200" y="2614475"/>
                <a:ext cx="13400" cy="10875"/>
              </a:xfrm>
              <a:custGeom>
                <a:avLst/>
                <a:gdLst/>
                <a:ahLst/>
                <a:cxnLst/>
                <a:rect l="l" t="t" r="r" b="b"/>
                <a:pathLst>
                  <a:path w="536" h="435" extrusionOk="0">
                    <a:moveTo>
                      <a:pt x="262" y="0"/>
                    </a:moveTo>
                    <a:cubicBezTo>
                      <a:pt x="232" y="0"/>
                      <a:pt x="199" y="6"/>
                      <a:pt x="166" y="18"/>
                    </a:cubicBezTo>
                    <a:cubicBezTo>
                      <a:pt x="114" y="70"/>
                      <a:pt x="63" y="96"/>
                      <a:pt x="63" y="121"/>
                    </a:cubicBezTo>
                    <a:cubicBezTo>
                      <a:pt x="1" y="286"/>
                      <a:pt x="104" y="434"/>
                      <a:pt x="253" y="434"/>
                    </a:cubicBezTo>
                    <a:cubicBezTo>
                      <a:pt x="290" y="434"/>
                      <a:pt x="330" y="425"/>
                      <a:pt x="372" y="404"/>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35"/>
              <p:cNvSpPr/>
              <p:nvPr/>
            </p:nvSpPr>
            <p:spPr>
              <a:xfrm>
                <a:off x="6924150" y="2862200"/>
                <a:ext cx="13375" cy="10875"/>
              </a:xfrm>
              <a:custGeom>
                <a:avLst/>
                <a:gdLst/>
                <a:ahLst/>
                <a:cxnLst/>
                <a:rect l="l" t="t" r="r" b="b"/>
                <a:pathLst>
                  <a:path w="535" h="435" extrusionOk="0">
                    <a:moveTo>
                      <a:pt x="262" y="0"/>
                    </a:moveTo>
                    <a:cubicBezTo>
                      <a:pt x="231" y="0"/>
                      <a:pt x="198" y="6"/>
                      <a:pt x="165" y="19"/>
                    </a:cubicBezTo>
                    <a:cubicBezTo>
                      <a:pt x="113" y="19"/>
                      <a:pt x="62" y="70"/>
                      <a:pt x="62" y="122"/>
                    </a:cubicBezTo>
                    <a:cubicBezTo>
                      <a:pt x="0" y="286"/>
                      <a:pt x="103" y="435"/>
                      <a:pt x="252" y="435"/>
                    </a:cubicBezTo>
                    <a:cubicBezTo>
                      <a:pt x="289" y="435"/>
                      <a:pt x="330" y="425"/>
                      <a:pt x="371" y="405"/>
                    </a:cubicBezTo>
                    <a:lnTo>
                      <a:pt x="448" y="328"/>
                    </a:lnTo>
                    <a:cubicBezTo>
                      <a:pt x="534"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35"/>
              <p:cNvSpPr/>
              <p:nvPr/>
            </p:nvSpPr>
            <p:spPr>
              <a:xfrm>
                <a:off x="8107450" y="2909575"/>
                <a:ext cx="13350" cy="11050"/>
              </a:xfrm>
              <a:custGeom>
                <a:avLst/>
                <a:gdLst/>
                <a:ahLst/>
                <a:cxnLst/>
                <a:rect l="l" t="t" r="r" b="b"/>
                <a:pathLst>
                  <a:path w="534" h="442" extrusionOk="0">
                    <a:moveTo>
                      <a:pt x="276" y="1"/>
                    </a:moveTo>
                    <a:cubicBezTo>
                      <a:pt x="242" y="1"/>
                      <a:pt x="204" y="9"/>
                      <a:pt x="166" y="28"/>
                    </a:cubicBezTo>
                    <a:lnTo>
                      <a:pt x="63" y="131"/>
                    </a:lnTo>
                    <a:cubicBezTo>
                      <a:pt x="0" y="278"/>
                      <a:pt x="108" y="442"/>
                      <a:pt x="262" y="442"/>
                    </a:cubicBezTo>
                    <a:cubicBezTo>
                      <a:pt x="297" y="442"/>
                      <a:pt x="334" y="434"/>
                      <a:pt x="372" y="414"/>
                    </a:cubicBezTo>
                    <a:lnTo>
                      <a:pt x="449" y="311"/>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35"/>
              <p:cNvSpPr/>
              <p:nvPr/>
            </p:nvSpPr>
            <p:spPr>
              <a:xfrm>
                <a:off x="7992325" y="3208100"/>
                <a:ext cx="13375" cy="10875"/>
              </a:xfrm>
              <a:custGeom>
                <a:avLst/>
                <a:gdLst/>
                <a:ahLst/>
                <a:cxnLst/>
                <a:rect l="l" t="t" r="r" b="b"/>
                <a:pathLst>
                  <a:path w="535" h="435" extrusionOk="0">
                    <a:moveTo>
                      <a:pt x="283" y="0"/>
                    </a:moveTo>
                    <a:cubicBezTo>
                      <a:pt x="245" y="0"/>
                      <a:pt x="205" y="9"/>
                      <a:pt x="164" y="30"/>
                    </a:cubicBezTo>
                    <a:cubicBezTo>
                      <a:pt x="112" y="56"/>
                      <a:pt x="87" y="82"/>
                      <a:pt x="87" y="133"/>
                    </a:cubicBezTo>
                    <a:cubicBezTo>
                      <a:pt x="1" y="284"/>
                      <a:pt x="113" y="434"/>
                      <a:pt x="272" y="434"/>
                    </a:cubicBezTo>
                    <a:cubicBezTo>
                      <a:pt x="303" y="434"/>
                      <a:pt x="336"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35"/>
              <p:cNvSpPr/>
              <p:nvPr/>
            </p:nvSpPr>
            <p:spPr>
              <a:xfrm>
                <a:off x="7634500" y="3408275"/>
                <a:ext cx="13350" cy="11050"/>
              </a:xfrm>
              <a:custGeom>
                <a:avLst/>
                <a:gdLst/>
                <a:ahLst/>
                <a:cxnLst/>
                <a:rect l="l" t="t" r="r" b="b"/>
                <a:pathLst>
                  <a:path w="534" h="442" extrusionOk="0">
                    <a:moveTo>
                      <a:pt x="276" y="0"/>
                    </a:moveTo>
                    <a:cubicBezTo>
                      <a:pt x="242" y="0"/>
                      <a:pt x="204" y="9"/>
                      <a:pt x="166" y="28"/>
                    </a:cubicBezTo>
                    <a:cubicBezTo>
                      <a:pt x="115" y="53"/>
                      <a:pt x="63" y="105"/>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35"/>
              <p:cNvSpPr/>
              <p:nvPr/>
            </p:nvSpPr>
            <p:spPr>
              <a:xfrm>
                <a:off x="7860500" y="3323275"/>
                <a:ext cx="13300" cy="10525"/>
              </a:xfrm>
              <a:custGeom>
                <a:avLst/>
                <a:gdLst/>
                <a:ahLst/>
                <a:cxnLst/>
                <a:rect l="l" t="t" r="r" b="b"/>
                <a:pathLst>
                  <a:path w="532" h="421" extrusionOk="0">
                    <a:moveTo>
                      <a:pt x="279" y="0"/>
                    </a:moveTo>
                    <a:cubicBezTo>
                      <a:pt x="242" y="0"/>
                      <a:pt x="202" y="10"/>
                      <a:pt x="161" y="30"/>
                    </a:cubicBezTo>
                    <a:lnTo>
                      <a:pt x="83" y="107"/>
                    </a:lnTo>
                    <a:cubicBezTo>
                      <a:pt x="1" y="272"/>
                      <a:pt x="100" y="420"/>
                      <a:pt x="248" y="420"/>
                    </a:cubicBezTo>
                    <a:cubicBezTo>
                      <a:pt x="285" y="420"/>
                      <a:pt x="325" y="411"/>
                      <a:pt x="366" y="391"/>
                    </a:cubicBezTo>
                    <a:lnTo>
                      <a:pt x="469" y="313"/>
                    </a:lnTo>
                    <a:cubicBezTo>
                      <a:pt x="531" y="149"/>
                      <a:pt x="428" y="0"/>
                      <a:pt x="27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35"/>
              <p:cNvSpPr/>
              <p:nvPr/>
            </p:nvSpPr>
            <p:spPr>
              <a:xfrm>
                <a:off x="8951950" y="3197650"/>
                <a:ext cx="11625" cy="10450"/>
              </a:xfrm>
              <a:custGeom>
                <a:avLst/>
                <a:gdLst/>
                <a:ahLst/>
                <a:cxnLst/>
                <a:rect l="l" t="t" r="r" b="b"/>
                <a:pathLst>
                  <a:path w="465" h="418" extrusionOk="0">
                    <a:moveTo>
                      <a:pt x="189" y="0"/>
                    </a:moveTo>
                    <a:cubicBezTo>
                      <a:pt x="137" y="0"/>
                      <a:pt x="87" y="13"/>
                      <a:pt x="52" y="36"/>
                    </a:cubicBezTo>
                    <a:cubicBezTo>
                      <a:pt x="1" y="113"/>
                      <a:pt x="1" y="268"/>
                      <a:pt x="78" y="345"/>
                    </a:cubicBezTo>
                    <a:cubicBezTo>
                      <a:pt x="138" y="390"/>
                      <a:pt x="206" y="417"/>
                      <a:pt x="268" y="417"/>
                    </a:cubicBezTo>
                    <a:cubicBezTo>
                      <a:pt x="313" y="417"/>
                      <a:pt x="355" y="403"/>
                      <a:pt x="387" y="371"/>
                    </a:cubicBezTo>
                    <a:cubicBezTo>
                      <a:pt x="464" y="294"/>
                      <a:pt x="438" y="165"/>
                      <a:pt x="361" y="62"/>
                    </a:cubicBezTo>
                    <a:cubicBezTo>
                      <a:pt x="319" y="19"/>
                      <a:pt x="253" y="0"/>
                      <a:pt x="189"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35"/>
              <p:cNvSpPr/>
              <p:nvPr/>
            </p:nvSpPr>
            <p:spPr>
              <a:xfrm>
                <a:off x="8863150" y="2943000"/>
                <a:ext cx="11625" cy="10500"/>
              </a:xfrm>
              <a:custGeom>
                <a:avLst/>
                <a:gdLst/>
                <a:ahLst/>
                <a:cxnLst/>
                <a:rect l="l" t="t" r="r" b="b"/>
                <a:pathLst>
                  <a:path w="465" h="420" extrusionOk="0">
                    <a:moveTo>
                      <a:pt x="194" y="0"/>
                    </a:moveTo>
                    <a:cubicBezTo>
                      <a:pt x="141" y="0"/>
                      <a:pt x="88" y="20"/>
                      <a:pt x="52" y="56"/>
                    </a:cubicBezTo>
                    <a:cubicBezTo>
                      <a:pt x="1" y="133"/>
                      <a:pt x="1" y="261"/>
                      <a:pt x="78" y="339"/>
                    </a:cubicBezTo>
                    <a:cubicBezTo>
                      <a:pt x="133" y="394"/>
                      <a:pt x="196" y="419"/>
                      <a:pt x="254" y="419"/>
                    </a:cubicBezTo>
                    <a:cubicBezTo>
                      <a:pt x="304" y="419"/>
                      <a:pt x="351" y="400"/>
                      <a:pt x="387" y="364"/>
                    </a:cubicBezTo>
                    <a:cubicBezTo>
                      <a:pt x="464" y="287"/>
                      <a:pt x="438" y="158"/>
                      <a:pt x="361" y="81"/>
                    </a:cubicBezTo>
                    <a:cubicBezTo>
                      <a:pt x="320" y="26"/>
                      <a:pt x="256" y="0"/>
                      <a:pt x="19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35"/>
              <p:cNvSpPr/>
              <p:nvPr/>
            </p:nvSpPr>
            <p:spPr>
              <a:xfrm>
                <a:off x="8062425" y="3406575"/>
                <a:ext cx="13375" cy="10875"/>
              </a:xfrm>
              <a:custGeom>
                <a:avLst/>
                <a:gdLst/>
                <a:ahLst/>
                <a:cxnLst/>
                <a:rect l="l" t="t" r="r" b="b"/>
                <a:pathLst>
                  <a:path w="535" h="435" extrusionOk="0">
                    <a:moveTo>
                      <a:pt x="262" y="0"/>
                    </a:moveTo>
                    <a:cubicBezTo>
                      <a:pt x="231" y="0"/>
                      <a:pt x="199" y="6"/>
                      <a:pt x="165" y="18"/>
                    </a:cubicBezTo>
                    <a:lnTo>
                      <a:pt x="63" y="121"/>
                    </a:lnTo>
                    <a:cubicBezTo>
                      <a:pt x="1" y="286"/>
                      <a:pt x="104" y="434"/>
                      <a:pt x="253" y="434"/>
                    </a:cubicBezTo>
                    <a:cubicBezTo>
                      <a:pt x="290" y="434"/>
                      <a:pt x="330" y="425"/>
                      <a:pt x="371" y="405"/>
                    </a:cubicBezTo>
                    <a:lnTo>
                      <a:pt x="449" y="327"/>
                    </a:lnTo>
                    <a:cubicBezTo>
                      <a:pt x="535" y="155"/>
                      <a:pt x="422"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7" name="Google Shape;8037;p35"/>
              <p:cNvSpPr/>
              <p:nvPr/>
            </p:nvSpPr>
            <p:spPr>
              <a:xfrm>
                <a:off x="9009750" y="3312400"/>
                <a:ext cx="13300" cy="11100"/>
              </a:xfrm>
              <a:custGeom>
                <a:avLst/>
                <a:gdLst/>
                <a:ahLst/>
                <a:cxnLst/>
                <a:rect l="l" t="t" r="r" b="b"/>
                <a:pathLst>
                  <a:path w="532" h="444" extrusionOk="0">
                    <a:moveTo>
                      <a:pt x="284" y="0"/>
                    </a:moveTo>
                    <a:cubicBezTo>
                      <a:pt x="252" y="0"/>
                      <a:pt x="219" y="9"/>
                      <a:pt x="185" y="28"/>
                    </a:cubicBezTo>
                    <a:cubicBezTo>
                      <a:pt x="108" y="79"/>
                      <a:pt x="82" y="105"/>
                      <a:pt x="82" y="131"/>
                    </a:cubicBezTo>
                    <a:cubicBezTo>
                      <a:pt x="0" y="295"/>
                      <a:pt x="115" y="444"/>
                      <a:pt x="257" y="444"/>
                    </a:cubicBezTo>
                    <a:cubicBezTo>
                      <a:pt x="293" y="444"/>
                      <a:pt x="330" y="434"/>
                      <a:pt x="366" y="414"/>
                    </a:cubicBezTo>
                    <a:lnTo>
                      <a:pt x="469" y="311"/>
                    </a:lnTo>
                    <a:cubicBezTo>
                      <a:pt x="531" y="164"/>
                      <a:pt x="424" y="0"/>
                      <a:pt x="28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8" name="Google Shape;8038;p35"/>
              <p:cNvSpPr/>
              <p:nvPr/>
            </p:nvSpPr>
            <p:spPr>
              <a:xfrm>
                <a:off x="7327075" y="2694900"/>
                <a:ext cx="13350" cy="10875"/>
              </a:xfrm>
              <a:custGeom>
                <a:avLst/>
                <a:gdLst/>
                <a:ahLst/>
                <a:cxnLst/>
                <a:rect l="l" t="t" r="r" b="b"/>
                <a:pathLst>
                  <a:path w="534" h="435" extrusionOk="0">
                    <a:moveTo>
                      <a:pt x="257" y="0"/>
                    </a:moveTo>
                    <a:cubicBezTo>
                      <a:pt x="226" y="0"/>
                      <a:pt x="194" y="6"/>
                      <a:pt x="160" y="19"/>
                    </a:cubicBezTo>
                    <a:lnTo>
                      <a:pt x="83" y="122"/>
                    </a:lnTo>
                    <a:cubicBezTo>
                      <a:pt x="1" y="286"/>
                      <a:pt x="99" y="435"/>
                      <a:pt x="248" y="435"/>
                    </a:cubicBezTo>
                    <a:cubicBezTo>
                      <a:pt x="285" y="435"/>
                      <a:pt x="325" y="425"/>
                      <a:pt x="366" y="405"/>
                    </a:cubicBezTo>
                    <a:lnTo>
                      <a:pt x="469" y="328"/>
                    </a:lnTo>
                    <a:cubicBezTo>
                      <a:pt x="534" y="155"/>
                      <a:pt x="418"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35"/>
              <p:cNvSpPr/>
              <p:nvPr/>
            </p:nvSpPr>
            <p:spPr>
              <a:xfrm>
                <a:off x="7157100" y="3047225"/>
                <a:ext cx="13900" cy="10875"/>
              </a:xfrm>
              <a:custGeom>
                <a:avLst/>
                <a:gdLst/>
                <a:ahLst/>
                <a:cxnLst/>
                <a:rect l="l" t="t" r="r" b="b"/>
                <a:pathLst>
                  <a:path w="556" h="435" extrusionOk="0">
                    <a:moveTo>
                      <a:pt x="298" y="1"/>
                    </a:moveTo>
                    <a:cubicBezTo>
                      <a:pt x="263" y="1"/>
                      <a:pt x="226" y="10"/>
                      <a:pt x="190" y="30"/>
                    </a:cubicBezTo>
                    <a:cubicBezTo>
                      <a:pt x="113" y="56"/>
                      <a:pt x="87" y="82"/>
                      <a:pt x="87" y="133"/>
                    </a:cubicBezTo>
                    <a:cubicBezTo>
                      <a:pt x="1" y="284"/>
                      <a:pt x="131" y="435"/>
                      <a:pt x="281" y="435"/>
                    </a:cubicBezTo>
                    <a:cubicBezTo>
                      <a:pt x="311" y="435"/>
                      <a:pt x="341" y="429"/>
                      <a:pt x="370" y="416"/>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35"/>
              <p:cNvSpPr/>
              <p:nvPr/>
            </p:nvSpPr>
            <p:spPr>
              <a:xfrm>
                <a:off x="7216250" y="2343325"/>
                <a:ext cx="13350" cy="11075"/>
              </a:xfrm>
              <a:custGeom>
                <a:avLst/>
                <a:gdLst/>
                <a:ahLst/>
                <a:cxnLst/>
                <a:rect l="l" t="t" r="r" b="b"/>
                <a:pathLst>
                  <a:path w="534" h="443" extrusionOk="0">
                    <a:moveTo>
                      <a:pt x="276" y="1"/>
                    </a:moveTo>
                    <a:cubicBezTo>
                      <a:pt x="242" y="1"/>
                      <a:pt x="204" y="9"/>
                      <a:pt x="166" y="29"/>
                    </a:cubicBezTo>
                    <a:lnTo>
                      <a:pt x="63" y="131"/>
                    </a:lnTo>
                    <a:cubicBezTo>
                      <a:pt x="0" y="278"/>
                      <a:pt x="108" y="442"/>
                      <a:pt x="262" y="442"/>
                    </a:cubicBezTo>
                    <a:cubicBezTo>
                      <a:pt x="297" y="442"/>
                      <a:pt x="334" y="434"/>
                      <a:pt x="372" y="415"/>
                    </a:cubicBezTo>
                    <a:lnTo>
                      <a:pt x="449" y="312"/>
                    </a:lnTo>
                    <a:cubicBezTo>
                      <a:pt x="533" y="165"/>
                      <a:pt x="429"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35"/>
              <p:cNvSpPr/>
              <p:nvPr/>
            </p:nvSpPr>
            <p:spPr>
              <a:xfrm>
                <a:off x="7525075" y="2483550"/>
                <a:ext cx="13350" cy="10875"/>
              </a:xfrm>
              <a:custGeom>
                <a:avLst/>
                <a:gdLst/>
                <a:ahLst/>
                <a:cxnLst/>
                <a:rect l="l" t="t" r="r" b="b"/>
                <a:pathLst>
                  <a:path w="534" h="435" extrusionOk="0">
                    <a:moveTo>
                      <a:pt x="286" y="1"/>
                    </a:moveTo>
                    <a:cubicBezTo>
                      <a:pt x="249" y="1"/>
                      <a:pt x="209" y="10"/>
                      <a:pt x="168" y="30"/>
                    </a:cubicBezTo>
                    <a:cubicBezTo>
                      <a:pt x="142" y="30"/>
                      <a:pt x="116" y="56"/>
                      <a:pt x="65" y="108"/>
                    </a:cubicBezTo>
                    <a:cubicBezTo>
                      <a:pt x="0" y="280"/>
                      <a:pt x="116" y="435"/>
                      <a:pt x="277" y="435"/>
                    </a:cubicBezTo>
                    <a:cubicBezTo>
                      <a:pt x="308" y="435"/>
                      <a:pt x="340" y="429"/>
                      <a:pt x="374" y="417"/>
                    </a:cubicBezTo>
                    <a:lnTo>
                      <a:pt x="451" y="314"/>
                    </a:lnTo>
                    <a:cubicBezTo>
                      <a:pt x="533" y="149"/>
                      <a:pt x="434"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35"/>
              <p:cNvSpPr/>
              <p:nvPr/>
            </p:nvSpPr>
            <p:spPr>
              <a:xfrm>
                <a:off x="7886850" y="1770650"/>
                <a:ext cx="13350" cy="11050"/>
              </a:xfrm>
              <a:custGeom>
                <a:avLst/>
                <a:gdLst/>
                <a:ahLst/>
                <a:cxnLst/>
                <a:rect l="l" t="t" r="r" b="b"/>
                <a:pathLst>
                  <a:path w="534" h="442" extrusionOk="0">
                    <a:moveTo>
                      <a:pt x="286" y="1"/>
                    </a:moveTo>
                    <a:cubicBezTo>
                      <a:pt x="254" y="1"/>
                      <a:pt x="221" y="9"/>
                      <a:pt x="188" y="28"/>
                    </a:cubicBezTo>
                    <a:cubicBezTo>
                      <a:pt x="110" y="54"/>
                      <a:pt x="85" y="105"/>
                      <a:pt x="85" y="131"/>
                    </a:cubicBezTo>
                    <a:cubicBezTo>
                      <a:pt x="1" y="278"/>
                      <a:pt x="122" y="442"/>
                      <a:pt x="267" y="442"/>
                    </a:cubicBezTo>
                    <a:cubicBezTo>
                      <a:pt x="300" y="442"/>
                      <a:pt x="334" y="433"/>
                      <a:pt x="368" y="414"/>
                    </a:cubicBezTo>
                    <a:lnTo>
                      <a:pt x="471" y="311"/>
                    </a:lnTo>
                    <a:cubicBezTo>
                      <a:pt x="534" y="165"/>
                      <a:pt x="426" y="1"/>
                      <a:pt x="28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35"/>
              <p:cNvSpPr/>
              <p:nvPr/>
            </p:nvSpPr>
            <p:spPr>
              <a:xfrm>
                <a:off x="7630125" y="1900225"/>
                <a:ext cx="13925" cy="10825"/>
              </a:xfrm>
              <a:custGeom>
                <a:avLst/>
                <a:gdLst/>
                <a:ahLst/>
                <a:cxnLst/>
                <a:rect l="l" t="t" r="r" b="b"/>
                <a:pathLst>
                  <a:path w="557" h="433" extrusionOk="0">
                    <a:moveTo>
                      <a:pt x="275" y="0"/>
                    </a:moveTo>
                    <a:cubicBezTo>
                      <a:pt x="246" y="0"/>
                      <a:pt x="216" y="6"/>
                      <a:pt x="187" y="19"/>
                    </a:cubicBezTo>
                    <a:cubicBezTo>
                      <a:pt x="135" y="19"/>
                      <a:pt x="110" y="70"/>
                      <a:pt x="84" y="122"/>
                    </a:cubicBezTo>
                    <a:cubicBezTo>
                      <a:pt x="0" y="268"/>
                      <a:pt x="121" y="432"/>
                      <a:pt x="266" y="432"/>
                    </a:cubicBezTo>
                    <a:cubicBezTo>
                      <a:pt x="299" y="432"/>
                      <a:pt x="334" y="424"/>
                      <a:pt x="367" y="405"/>
                    </a:cubicBezTo>
                    <a:lnTo>
                      <a:pt x="470" y="328"/>
                    </a:lnTo>
                    <a:cubicBezTo>
                      <a:pt x="556" y="155"/>
                      <a:pt x="426"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35"/>
              <p:cNvSpPr/>
              <p:nvPr/>
            </p:nvSpPr>
            <p:spPr>
              <a:xfrm>
                <a:off x="7969100" y="2239750"/>
                <a:ext cx="13350" cy="11050"/>
              </a:xfrm>
              <a:custGeom>
                <a:avLst/>
                <a:gdLst/>
                <a:ahLst/>
                <a:cxnLst/>
                <a:rect l="l" t="t" r="r" b="b"/>
                <a:pathLst>
                  <a:path w="534" h="442" extrusionOk="0">
                    <a:moveTo>
                      <a:pt x="277" y="0"/>
                    </a:moveTo>
                    <a:cubicBezTo>
                      <a:pt x="242" y="0"/>
                      <a:pt x="205" y="9"/>
                      <a:pt x="166" y="28"/>
                    </a:cubicBezTo>
                    <a:cubicBezTo>
                      <a:pt x="141" y="28"/>
                      <a:pt x="115" y="53"/>
                      <a:pt x="63" y="131"/>
                    </a:cubicBezTo>
                    <a:cubicBezTo>
                      <a:pt x="0" y="277"/>
                      <a:pt x="108" y="441"/>
                      <a:pt x="262" y="441"/>
                    </a:cubicBezTo>
                    <a:cubicBezTo>
                      <a:pt x="297" y="441"/>
                      <a:pt x="334" y="433"/>
                      <a:pt x="372" y="414"/>
                    </a:cubicBezTo>
                    <a:lnTo>
                      <a:pt x="449" y="311"/>
                    </a:lnTo>
                    <a:cubicBezTo>
                      <a:pt x="533" y="164"/>
                      <a:pt x="429"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5" name="Google Shape;8045;p35"/>
              <p:cNvSpPr/>
              <p:nvPr/>
            </p:nvSpPr>
            <p:spPr>
              <a:xfrm>
                <a:off x="8041275" y="2230725"/>
                <a:ext cx="13875" cy="11050"/>
              </a:xfrm>
              <a:custGeom>
                <a:avLst/>
                <a:gdLst/>
                <a:ahLst/>
                <a:cxnLst/>
                <a:rect l="l" t="t" r="r" b="b"/>
                <a:pathLst>
                  <a:path w="555" h="442" extrusionOk="0">
                    <a:moveTo>
                      <a:pt x="288" y="1"/>
                    </a:moveTo>
                    <a:cubicBezTo>
                      <a:pt x="255" y="1"/>
                      <a:pt x="221" y="9"/>
                      <a:pt x="188" y="28"/>
                    </a:cubicBezTo>
                    <a:cubicBezTo>
                      <a:pt x="111" y="54"/>
                      <a:pt x="85" y="105"/>
                      <a:pt x="85" y="131"/>
                    </a:cubicBezTo>
                    <a:cubicBezTo>
                      <a:pt x="1" y="278"/>
                      <a:pt x="122" y="442"/>
                      <a:pt x="267" y="442"/>
                    </a:cubicBezTo>
                    <a:cubicBezTo>
                      <a:pt x="300" y="442"/>
                      <a:pt x="335" y="433"/>
                      <a:pt x="368" y="414"/>
                    </a:cubicBezTo>
                    <a:lnTo>
                      <a:pt x="471" y="311"/>
                    </a:lnTo>
                    <a:cubicBezTo>
                      <a:pt x="555" y="165"/>
                      <a:pt x="434"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35"/>
              <p:cNvSpPr/>
              <p:nvPr/>
            </p:nvSpPr>
            <p:spPr>
              <a:xfrm>
                <a:off x="8218825" y="1827225"/>
                <a:ext cx="13900" cy="10875"/>
              </a:xfrm>
              <a:custGeom>
                <a:avLst/>
                <a:gdLst/>
                <a:ahLst/>
                <a:cxnLst/>
                <a:rect l="l" t="t" r="r" b="b"/>
                <a:pathLst>
                  <a:path w="556" h="435" extrusionOk="0">
                    <a:moveTo>
                      <a:pt x="298" y="0"/>
                    </a:moveTo>
                    <a:cubicBezTo>
                      <a:pt x="263" y="0"/>
                      <a:pt x="226" y="10"/>
                      <a:pt x="190" y="30"/>
                    </a:cubicBezTo>
                    <a:cubicBezTo>
                      <a:pt x="112" y="30"/>
                      <a:pt x="87" y="56"/>
                      <a:pt x="87" y="107"/>
                    </a:cubicBez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35"/>
              <p:cNvSpPr/>
              <p:nvPr/>
            </p:nvSpPr>
            <p:spPr>
              <a:xfrm>
                <a:off x="7809575" y="2249400"/>
                <a:ext cx="13400" cy="10825"/>
              </a:xfrm>
              <a:custGeom>
                <a:avLst/>
                <a:gdLst/>
                <a:ahLst/>
                <a:cxnLst/>
                <a:rect l="l" t="t" r="r" b="b"/>
                <a:pathLst>
                  <a:path w="536" h="433" extrusionOk="0">
                    <a:moveTo>
                      <a:pt x="275" y="0"/>
                    </a:moveTo>
                    <a:cubicBezTo>
                      <a:pt x="240" y="0"/>
                      <a:pt x="202" y="9"/>
                      <a:pt x="164" y="28"/>
                    </a:cubicBezTo>
                    <a:lnTo>
                      <a:pt x="87" y="131"/>
                    </a:lnTo>
                    <a:cubicBezTo>
                      <a:pt x="1" y="281"/>
                      <a:pt x="113" y="432"/>
                      <a:pt x="272" y="432"/>
                    </a:cubicBezTo>
                    <a:cubicBezTo>
                      <a:pt x="304" y="432"/>
                      <a:pt x="336" y="426"/>
                      <a:pt x="370" y="414"/>
                    </a:cubicBezTo>
                    <a:lnTo>
                      <a:pt x="473" y="311"/>
                    </a:lnTo>
                    <a:cubicBezTo>
                      <a:pt x="536" y="164"/>
                      <a:pt x="428"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35"/>
              <p:cNvSpPr/>
              <p:nvPr/>
            </p:nvSpPr>
            <p:spPr>
              <a:xfrm>
                <a:off x="7971150" y="2186550"/>
                <a:ext cx="13925" cy="10825"/>
              </a:xfrm>
              <a:custGeom>
                <a:avLst/>
                <a:gdLst/>
                <a:ahLst/>
                <a:cxnLst/>
                <a:rect l="l" t="t" r="r" b="b"/>
                <a:pathLst>
                  <a:path w="557" h="433" extrusionOk="0">
                    <a:moveTo>
                      <a:pt x="276" y="1"/>
                    </a:moveTo>
                    <a:cubicBezTo>
                      <a:pt x="247" y="1"/>
                      <a:pt x="217" y="7"/>
                      <a:pt x="187" y="19"/>
                    </a:cubicBezTo>
                    <a:lnTo>
                      <a:pt x="84" y="122"/>
                    </a:lnTo>
                    <a:cubicBezTo>
                      <a:pt x="0" y="269"/>
                      <a:pt x="122" y="433"/>
                      <a:pt x="267" y="433"/>
                    </a:cubicBezTo>
                    <a:cubicBezTo>
                      <a:pt x="300" y="433"/>
                      <a:pt x="334" y="424"/>
                      <a:pt x="367" y="405"/>
                    </a:cubicBezTo>
                    <a:lnTo>
                      <a:pt x="470" y="302"/>
                    </a:lnTo>
                    <a:cubicBezTo>
                      <a:pt x="557" y="152"/>
                      <a:pt x="427" y="1"/>
                      <a:pt x="27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9" name="Google Shape;8049;p35"/>
              <p:cNvSpPr/>
              <p:nvPr/>
            </p:nvSpPr>
            <p:spPr>
              <a:xfrm>
                <a:off x="7825775" y="2176900"/>
                <a:ext cx="13350" cy="10900"/>
              </a:xfrm>
              <a:custGeom>
                <a:avLst/>
                <a:gdLst/>
                <a:ahLst/>
                <a:cxnLst/>
                <a:rect l="l" t="t" r="r" b="b"/>
                <a:pathLst>
                  <a:path w="534" h="436" extrusionOk="0">
                    <a:moveTo>
                      <a:pt x="257" y="1"/>
                    </a:moveTo>
                    <a:cubicBezTo>
                      <a:pt x="226" y="1"/>
                      <a:pt x="193" y="7"/>
                      <a:pt x="160" y="19"/>
                    </a:cubicBezTo>
                    <a:cubicBezTo>
                      <a:pt x="108" y="71"/>
                      <a:pt x="82" y="96"/>
                      <a:pt x="82" y="122"/>
                    </a:cubicBezTo>
                    <a:cubicBezTo>
                      <a:pt x="0" y="287"/>
                      <a:pt x="99" y="435"/>
                      <a:pt x="247" y="435"/>
                    </a:cubicBezTo>
                    <a:cubicBezTo>
                      <a:pt x="284" y="435"/>
                      <a:pt x="324" y="426"/>
                      <a:pt x="366" y="405"/>
                    </a:cubicBezTo>
                    <a:lnTo>
                      <a:pt x="469" y="328"/>
                    </a:lnTo>
                    <a:cubicBezTo>
                      <a:pt x="533" y="156"/>
                      <a:pt x="417"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0" name="Google Shape;8050;p35"/>
              <p:cNvSpPr/>
              <p:nvPr/>
            </p:nvSpPr>
            <p:spPr>
              <a:xfrm>
                <a:off x="8326975" y="1707175"/>
                <a:ext cx="13400" cy="10825"/>
              </a:xfrm>
              <a:custGeom>
                <a:avLst/>
                <a:gdLst/>
                <a:ahLst/>
                <a:cxnLst/>
                <a:rect l="l" t="t" r="r" b="b"/>
                <a:pathLst>
                  <a:path w="536" h="433" extrusionOk="0">
                    <a:moveTo>
                      <a:pt x="259" y="1"/>
                    </a:moveTo>
                    <a:cubicBezTo>
                      <a:pt x="228" y="1"/>
                      <a:pt x="195" y="7"/>
                      <a:pt x="162" y="19"/>
                    </a:cubicBezTo>
                    <a:lnTo>
                      <a:pt x="85" y="122"/>
                    </a:lnTo>
                    <a:cubicBezTo>
                      <a:pt x="1" y="269"/>
                      <a:pt x="105" y="433"/>
                      <a:pt x="258" y="433"/>
                    </a:cubicBezTo>
                    <a:cubicBezTo>
                      <a:pt x="293" y="433"/>
                      <a:pt x="330" y="424"/>
                      <a:pt x="368" y="405"/>
                    </a:cubicBezTo>
                    <a:lnTo>
                      <a:pt x="471" y="328"/>
                    </a:lnTo>
                    <a:cubicBezTo>
                      <a:pt x="536"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35"/>
              <p:cNvSpPr/>
              <p:nvPr/>
            </p:nvSpPr>
            <p:spPr>
              <a:xfrm>
                <a:off x="8300475" y="1844000"/>
                <a:ext cx="13350" cy="11075"/>
              </a:xfrm>
              <a:custGeom>
                <a:avLst/>
                <a:gdLst/>
                <a:ahLst/>
                <a:cxnLst/>
                <a:rect l="l" t="t" r="r" b="b"/>
                <a:pathLst>
                  <a:path w="534" h="443" extrusionOk="0">
                    <a:moveTo>
                      <a:pt x="277" y="1"/>
                    </a:moveTo>
                    <a:cubicBezTo>
                      <a:pt x="242" y="1"/>
                      <a:pt x="205" y="9"/>
                      <a:pt x="167" y="28"/>
                    </a:cubicBezTo>
                    <a:cubicBezTo>
                      <a:pt x="115" y="28"/>
                      <a:pt x="64" y="54"/>
                      <a:pt x="64" y="131"/>
                    </a:cubicBezTo>
                    <a:cubicBezTo>
                      <a:pt x="1" y="278"/>
                      <a:pt x="109" y="442"/>
                      <a:pt x="262" y="442"/>
                    </a:cubicBezTo>
                    <a:cubicBezTo>
                      <a:pt x="297" y="442"/>
                      <a:pt x="335" y="434"/>
                      <a:pt x="373" y="415"/>
                    </a:cubicBezTo>
                    <a:lnTo>
                      <a:pt x="450" y="312"/>
                    </a:lnTo>
                    <a:cubicBezTo>
                      <a:pt x="534" y="165"/>
                      <a:pt x="430"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35"/>
              <p:cNvSpPr/>
              <p:nvPr/>
            </p:nvSpPr>
            <p:spPr>
              <a:xfrm>
                <a:off x="8897750" y="2217850"/>
                <a:ext cx="13850" cy="11075"/>
              </a:xfrm>
              <a:custGeom>
                <a:avLst/>
                <a:gdLst/>
                <a:ahLst/>
                <a:cxnLst/>
                <a:rect l="l" t="t" r="r" b="b"/>
                <a:pathLst>
                  <a:path w="554" h="443" extrusionOk="0">
                    <a:moveTo>
                      <a:pt x="288" y="1"/>
                    </a:moveTo>
                    <a:cubicBezTo>
                      <a:pt x="255" y="1"/>
                      <a:pt x="220" y="9"/>
                      <a:pt x="187" y="29"/>
                    </a:cubicBezTo>
                    <a:lnTo>
                      <a:pt x="84" y="131"/>
                    </a:lnTo>
                    <a:cubicBezTo>
                      <a:pt x="0" y="278"/>
                      <a:pt x="121" y="442"/>
                      <a:pt x="266" y="442"/>
                    </a:cubicBezTo>
                    <a:cubicBezTo>
                      <a:pt x="299" y="442"/>
                      <a:pt x="334" y="434"/>
                      <a:pt x="367" y="415"/>
                    </a:cubicBezTo>
                    <a:lnTo>
                      <a:pt x="470"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35"/>
              <p:cNvSpPr/>
              <p:nvPr/>
            </p:nvSpPr>
            <p:spPr>
              <a:xfrm>
                <a:off x="8515050" y="2514025"/>
                <a:ext cx="12250" cy="10725"/>
              </a:xfrm>
              <a:custGeom>
                <a:avLst/>
                <a:gdLst/>
                <a:ahLst/>
                <a:cxnLst/>
                <a:rect l="l" t="t" r="r" b="b"/>
                <a:pathLst>
                  <a:path w="490" h="429" extrusionOk="0">
                    <a:moveTo>
                      <a:pt x="196" y="0"/>
                    </a:moveTo>
                    <a:cubicBezTo>
                      <a:pt x="151" y="0"/>
                      <a:pt x="110" y="15"/>
                      <a:pt x="77" y="47"/>
                    </a:cubicBezTo>
                    <a:cubicBezTo>
                      <a:pt x="0" y="124"/>
                      <a:pt x="26" y="253"/>
                      <a:pt x="103" y="356"/>
                    </a:cubicBezTo>
                    <a:cubicBezTo>
                      <a:pt x="163" y="401"/>
                      <a:pt x="232" y="428"/>
                      <a:pt x="294" y="428"/>
                    </a:cubicBezTo>
                    <a:cubicBezTo>
                      <a:pt x="338" y="428"/>
                      <a:pt x="380" y="414"/>
                      <a:pt x="412" y="382"/>
                    </a:cubicBezTo>
                    <a:cubicBezTo>
                      <a:pt x="489" y="304"/>
                      <a:pt x="464" y="176"/>
                      <a:pt x="386" y="73"/>
                    </a:cubicBezTo>
                    <a:cubicBezTo>
                      <a:pt x="327" y="28"/>
                      <a:pt x="258" y="0"/>
                      <a:pt x="1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35"/>
              <p:cNvSpPr/>
              <p:nvPr/>
            </p:nvSpPr>
            <p:spPr>
              <a:xfrm>
                <a:off x="8430575" y="2205875"/>
                <a:ext cx="13400" cy="10825"/>
              </a:xfrm>
              <a:custGeom>
                <a:avLst/>
                <a:gdLst/>
                <a:ahLst/>
                <a:cxnLst/>
                <a:rect l="l" t="t" r="r" b="b"/>
                <a:pathLst>
                  <a:path w="536" h="433" extrusionOk="0">
                    <a:moveTo>
                      <a:pt x="275" y="0"/>
                    </a:moveTo>
                    <a:cubicBezTo>
                      <a:pt x="247" y="0"/>
                      <a:pt x="217" y="6"/>
                      <a:pt x="188" y="18"/>
                    </a:cubicBezTo>
                    <a:cubicBezTo>
                      <a:pt x="136" y="18"/>
                      <a:pt x="85" y="70"/>
                      <a:pt x="85" y="121"/>
                    </a:cubicBezTo>
                    <a:cubicBezTo>
                      <a:pt x="1" y="268"/>
                      <a:pt x="122" y="432"/>
                      <a:pt x="267" y="432"/>
                    </a:cubicBezTo>
                    <a:cubicBezTo>
                      <a:pt x="300" y="432"/>
                      <a:pt x="334" y="424"/>
                      <a:pt x="368" y="405"/>
                    </a:cubicBezTo>
                    <a:lnTo>
                      <a:pt x="471" y="302"/>
                    </a:lnTo>
                    <a:cubicBezTo>
                      <a:pt x="535" y="151"/>
                      <a:pt x="420" y="0"/>
                      <a:pt x="275"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35"/>
              <p:cNvSpPr/>
              <p:nvPr/>
            </p:nvSpPr>
            <p:spPr>
              <a:xfrm>
                <a:off x="8514875" y="2114900"/>
                <a:ext cx="13875" cy="11050"/>
              </a:xfrm>
              <a:custGeom>
                <a:avLst/>
                <a:gdLst/>
                <a:ahLst/>
                <a:cxnLst/>
                <a:rect l="l" t="t" r="r" b="b"/>
                <a:pathLst>
                  <a:path w="555" h="442" extrusionOk="0">
                    <a:moveTo>
                      <a:pt x="288" y="1"/>
                    </a:moveTo>
                    <a:cubicBezTo>
                      <a:pt x="255" y="1"/>
                      <a:pt x="221" y="9"/>
                      <a:pt x="187" y="28"/>
                    </a:cubicBezTo>
                    <a:cubicBezTo>
                      <a:pt x="162" y="28"/>
                      <a:pt x="110" y="80"/>
                      <a:pt x="84" y="131"/>
                    </a:cubicBezTo>
                    <a:cubicBezTo>
                      <a:pt x="1" y="278"/>
                      <a:pt x="122" y="442"/>
                      <a:pt x="267" y="442"/>
                    </a:cubicBezTo>
                    <a:cubicBezTo>
                      <a:pt x="300" y="442"/>
                      <a:pt x="334" y="433"/>
                      <a:pt x="368" y="414"/>
                    </a:cubicBezTo>
                    <a:lnTo>
                      <a:pt x="471"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35"/>
              <p:cNvSpPr/>
              <p:nvPr/>
            </p:nvSpPr>
            <p:spPr>
              <a:xfrm>
                <a:off x="8529625" y="2422425"/>
                <a:ext cx="13250" cy="10875"/>
              </a:xfrm>
              <a:custGeom>
                <a:avLst/>
                <a:gdLst/>
                <a:ahLst/>
                <a:cxnLst/>
                <a:rect l="l" t="t" r="r" b="b"/>
                <a:pathLst>
                  <a:path w="530" h="435" extrusionOk="0">
                    <a:moveTo>
                      <a:pt x="282" y="0"/>
                    </a:moveTo>
                    <a:cubicBezTo>
                      <a:pt x="245" y="0"/>
                      <a:pt x="205" y="10"/>
                      <a:pt x="164" y="30"/>
                    </a:cubicBezTo>
                    <a:cubicBezTo>
                      <a:pt x="112" y="56"/>
                      <a:pt x="86" y="82"/>
                      <a:pt x="86" y="108"/>
                    </a:cubicBezTo>
                    <a:cubicBezTo>
                      <a:pt x="0" y="280"/>
                      <a:pt x="113" y="435"/>
                      <a:pt x="273" y="435"/>
                    </a:cubicBezTo>
                    <a:cubicBezTo>
                      <a:pt x="304" y="435"/>
                      <a:pt x="336" y="429"/>
                      <a:pt x="370" y="416"/>
                    </a:cubicBezTo>
                    <a:lnTo>
                      <a:pt x="447" y="313"/>
                    </a:lnTo>
                    <a:cubicBezTo>
                      <a:pt x="529" y="149"/>
                      <a:pt x="430"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7" name="Google Shape;8057;p35"/>
              <p:cNvSpPr/>
              <p:nvPr/>
            </p:nvSpPr>
            <p:spPr>
              <a:xfrm>
                <a:off x="8926050" y="2313725"/>
                <a:ext cx="13875" cy="11075"/>
              </a:xfrm>
              <a:custGeom>
                <a:avLst/>
                <a:gdLst/>
                <a:ahLst/>
                <a:cxnLst/>
                <a:rect l="l" t="t" r="r" b="b"/>
                <a:pathLst>
                  <a:path w="555" h="443" extrusionOk="0">
                    <a:moveTo>
                      <a:pt x="288" y="1"/>
                    </a:moveTo>
                    <a:cubicBezTo>
                      <a:pt x="255" y="1"/>
                      <a:pt x="221" y="9"/>
                      <a:pt x="187" y="29"/>
                    </a:cubicBezTo>
                    <a:lnTo>
                      <a:pt x="84" y="131"/>
                    </a:lnTo>
                    <a:cubicBezTo>
                      <a:pt x="1" y="278"/>
                      <a:pt x="122" y="442"/>
                      <a:pt x="267" y="442"/>
                    </a:cubicBezTo>
                    <a:cubicBezTo>
                      <a:pt x="300" y="442"/>
                      <a:pt x="334" y="434"/>
                      <a:pt x="368" y="415"/>
                    </a:cubicBezTo>
                    <a:lnTo>
                      <a:pt x="471" y="312"/>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35"/>
              <p:cNvSpPr/>
              <p:nvPr/>
            </p:nvSpPr>
            <p:spPr>
              <a:xfrm>
                <a:off x="8841800" y="1848750"/>
                <a:ext cx="13350" cy="10875"/>
              </a:xfrm>
              <a:custGeom>
                <a:avLst/>
                <a:gdLst/>
                <a:ahLst/>
                <a:cxnLst/>
                <a:rect l="l" t="t" r="r" b="b"/>
                <a:pathLst>
                  <a:path w="534" h="435" extrusionOk="0">
                    <a:moveTo>
                      <a:pt x="257" y="0"/>
                    </a:moveTo>
                    <a:cubicBezTo>
                      <a:pt x="226" y="0"/>
                      <a:pt x="193" y="6"/>
                      <a:pt x="160" y="19"/>
                    </a:cubicBezTo>
                    <a:lnTo>
                      <a:pt x="83" y="122"/>
                    </a:lnTo>
                    <a:cubicBezTo>
                      <a:pt x="0" y="286"/>
                      <a:pt x="99" y="435"/>
                      <a:pt x="247" y="435"/>
                    </a:cubicBezTo>
                    <a:cubicBezTo>
                      <a:pt x="284" y="435"/>
                      <a:pt x="325" y="425"/>
                      <a:pt x="366" y="405"/>
                    </a:cubicBezTo>
                    <a:lnTo>
                      <a:pt x="469" y="327"/>
                    </a:lnTo>
                    <a:cubicBezTo>
                      <a:pt x="534"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35"/>
              <p:cNvSpPr/>
              <p:nvPr/>
            </p:nvSpPr>
            <p:spPr>
              <a:xfrm>
                <a:off x="8730600" y="2114875"/>
                <a:ext cx="11600" cy="10475"/>
              </a:xfrm>
              <a:custGeom>
                <a:avLst/>
                <a:gdLst/>
                <a:ahLst/>
                <a:cxnLst/>
                <a:rect l="l" t="t" r="r" b="b"/>
                <a:pathLst>
                  <a:path w="464" h="419" extrusionOk="0">
                    <a:moveTo>
                      <a:pt x="208" y="0"/>
                    </a:moveTo>
                    <a:cubicBezTo>
                      <a:pt x="161" y="0"/>
                      <a:pt x="114" y="19"/>
                      <a:pt x="78" y="55"/>
                    </a:cubicBezTo>
                    <a:cubicBezTo>
                      <a:pt x="1" y="132"/>
                      <a:pt x="1" y="261"/>
                      <a:pt x="104" y="338"/>
                    </a:cubicBezTo>
                    <a:cubicBezTo>
                      <a:pt x="145" y="393"/>
                      <a:pt x="201" y="419"/>
                      <a:pt x="256" y="419"/>
                    </a:cubicBezTo>
                    <a:cubicBezTo>
                      <a:pt x="304" y="419"/>
                      <a:pt x="351" y="400"/>
                      <a:pt x="387" y="364"/>
                    </a:cubicBezTo>
                    <a:cubicBezTo>
                      <a:pt x="464" y="287"/>
                      <a:pt x="464" y="158"/>
                      <a:pt x="361" y="81"/>
                    </a:cubicBezTo>
                    <a:cubicBezTo>
                      <a:pt x="320" y="26"/>
                      <a:pt x="264" y="0"/>
                      <a:pt x="20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35"/>
              <p:cNvSpPr/>
              <p:nvPr/>
            </p:nvSpPr>
            <p:spPr>
              <a:xfrm>
                <a:off x="9160275" y="1869750"/>
                <a:ext cx="13225" cy="11050"/>
              </a:xfrm>
              <a:custGeom>
                <a:avLst/>
                <a:gdLst/>
                <a:ahLst/>
                <a:cxnLst/>
                <a:rect l="l" t="t" r="r" b="b"/>
                <a:pathLst>
                  <a:path w="529" h="442" extrusionOk="0">
                    <a:moveTo>
                      <a:pt x="272" y="0"/>
                    </a:moveTo>
                    <a:cubicBezTo>
                      <a:pt x="237" y="0"/>
                      <a:pt x="200" y="9"/>
                      <a:pt x="162" y="28"/>
                    </a:cubicBezTo>
                    <a:cubicBezTo>
                      <a:pt x="110" y="54"/>
                      <a:pt x="84" y="79"/>
                      <a:pt x="84" y="131"/>
                    </a:cubicBezTo>
                    <a:cubicBezTo>
                      <a:pt x="0" y="278"/>
                      <a:pt x="104" y="442"/>
                      <a:pt x="257" y="442"/>
                    </a:cubicBezTo>
                    <a:cubicBezTo>
                      <a:pt x="292" y="442"/>
                      <a:pt x="329" y="433"/>
                      <a:pt x="367" y="414"/>
                    </a:cubicBezTo>
                    <a:lnTo>
                      <a:pt x="445" y="311"/>
                    </a:lnTo>
                    <a:cubicBezTo>
                      <a:pt x="529" y="164"/>
                      <a:pt x="424"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35"/>
              <p:cNvSpPr/>
              <p:nvPr/>
            </p:nvSpPr>
            <p:spPr>
              <a:xfrm>
                <a:off x="9061175" y="1629100"/>
                <a:ext cx="13350" cy="11050"/>
              </a:xfrm>
              <a:custGeom>
                <a:avLst/>
                <a:gdLst/>
                <a:ahLst/>
                <a:cxnLst/>
                <a:rect l="l" t="t" r="r" b="b"/>
                <a:pathLst>
                  <a:path w="534" h="442" extrusionOk="0">
                    <a:moveTo>
                      <a:pt x="286" y="0"/>
                    </a:moveTo>
                    <a:cubicBezTo>
                      <a:pt x="254" y="0"/>
                      <a:pt x="221" y="9"/>
                      <a:pt x="188" y="28"/>
                    </a:cubicBezTo>
                    <a:cubicBezTo>
                      <a:pt x="136" y="28"/>
                      <a:pt x="85" y="105"/>
                      <a:pt x="85" y="131"/>
                    </a:cubicBezTo>
                    <a:cubicBezTo>
                      <a:pt x="1" y="278"/>
                      <a:pt x="122" y="441"/>
                      <a:pt x="267" y="441"/>
                    </a:cubicBezTo>
                    <a:cubicBezTo>
                      <a:pt x="300" y="441"/>
                      <a:pt x="334" y="433"/>
                      <a:pt x="368" y="414"/>
                    </a:cubicBezTo>
                    <a:lnTo>
                      <a:pt x="471" y="311"/>
                    </a:lnTo>
                    <a:cubicBezTo>
                      <a:pt x="534" y="164"/>
                      <a:pt x="426"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2" name="Google Shape;8062;p35"/>
              <p:cNvSpPr/>
              <p:nvPr/>
            </p:nvSpPr>
            <p:spPr>
              <a:xfrm>
                <a:off x="9102350" y="1899350"/>
                <a:ext cx="13350" cy="11050"/>
              </a:xfrm>
              <a:custGeom>
                <a:avLst/>
                <a:gdLst/>
                <a:ahLst/>
                <a:cxnLst/>
                <a:rect l="l" t="t" r="r" b="b"/>
                <a:pathLst>
                  <a:path w="534" h="442" extrusionOk="0">
                    <a:moveTo>
                      <a:pt x="272" y="0"/>
                    </a:moveTo>
                    <a:cubicBezTo>
                      <a:pt x="237" y="0"/>
                      <a:pt x="200" y="9"/>
                      <a:pt x="162" y="28"/>
                    </a:cubicBezTo>
                    <a:lnTo>
                      <a:pt x="85" y="131"/>
                    </a:lnTo>
                    <a:cubicBezTo>
                      <a:pt x="1" y="278"/>
                      <a:pt x="105" y="442"/>
                      <a:pt x="258" y="442"/>
                    </a:cubicBezTo>
                    <a:cubicBezTo>
                      <a:pt x="293" y="442"/>
                      <a:pt x="330" y="433"/>
                      <a:pt x="368" y="414"/>
                    </a:cubicBezTo>
                    <a:lnTo>
                      <a:pt x="471" y="311"/>
                    </a:lnTo>
                    <a:cubicBezTo>
                      <a:pt x="534" y="164"/>
                      <a:pt x="426"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35"/>
              <p:cNvSpPr/>
              <p:nvPr/>
            </p:nvSpPr>
            <p:spPr>
              <a:xfrm>
                <a:off x="9253100" y="2443675"/>
                <a:ext cx="12250" cy="10500"/>
              </a:xfrm>
              <a:custGeom>
                <a:avLst/>
                <a:gdLst/>
                <a:ahLst/>
                <a:cxnLst/>
                <a:rect l="l" t="t" r="r" b="b"/>
                <a:pathLst>
                  <a:path w="490" h="420" extrusionOk="0">
                    <a:moveTo>
                      <a:pt x="211" y="0"/>
                    </a:moveTo>
                    <a:cubicBezTo>
                      <a:pt x="160" y="0"/>
                      <a:pt x="114" y="20"/>
                      <a:pt x="78" y="55"/>
                    </a:cubicBezTo>
                    <a:cubicBezTo>
                      <a:pt x="0" y="133"/>
                      <a:pt x="26" y="261"/>
                      <a:pt x="103" y="339"/>
                    </a:cubicBezTo>
                    <a:cubicBezTo>
                      <a:pt x="159" y="394"/>
                      <a:pt x="221" y="419"/>
                      <a:pt x="279" y="419"/>
                    </a:cubicBezTo>
                    <a:cubicBezTo>
                      <a:pt x="330" y="419"/>
                      <a:pt x="376" y="400"/>
                      <a:pt x="412" y="364"/>
                    </a:cubicBezTo>
                    <a:cubicBezTo>
                      <a:pt x="489" y="287"/>
                      <a:pt x="464" y="158"/>
                      <a:pt x="387" y="81"/>
                    </a:cubicBezTo>
                    <a:cubicBezTo>
                      <a:pt x="331" y="26"/>
                      <a:pt x="269" y="0"/>
                      <a:pt x="21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4" name="Google Shape;8064;p35"/>
              <p:cNvSpPr/>
              <p:nvPr/>
            </p:nvSpPr>
            <p:spPr>
              <a:xfrm>
                <a:off x="8569575" y="2238050"/>
                <a:ext cx="13925" cy="10825"/>
              </a:xfrm>
              <a:custGeom>
                <a:avLst/>
                <a:gdLst/>
                <a:ahLst/>
                <a:cxnLst/>
                <a:rect l="l" t="t" r="r" b="b"/>
                <a:pathLst>
                  <a:path w="557" h="433" extrusionOk="0">
                    <a:moveTo>
                      <a:pt x="276" y="0"/>
                    </a:moveTo>
                    <a:cubicBezTo>
                      <a:pt x="247" y="0"/>
                      <a:pt x="217" y="6"/>
                      <a:pt x="187" y="18"/>
                    </a:cubicBezTo>
                    <a:lnTo>
                      <a:pt x="84" y="121"/>
                    </a:lnTo>
                    <a:cubicBezTo>
                      <a:pt x="0" y="268"/>
                      <a:pt x="122" y="432"/>
                      <a:pt x="267" y="432"/>
                    </a:cubicBezTo>
                    <a:cubicBezTo>
                      <a:pt x="300" y="432"/>
                      <a:pt x="334" y="424"/>
                      <a:pt x="367" y="404"/>
                    </a:cubicBezTo>
                    <a:lnTo>
                      <a:pt x="470" y="302"/>
                    </a:lnTo>
                    <a:cubicBezTo>
                      <a:pt x="556" y="151"/>
                      <a:pt x="426"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5" name="Google Shape;8065;p35"/>
              <p:cNvSpPr/>
              <p:nvPr/>
            </p:nvSpPr>
            <p:spPr>
              <a:xfrm>
                <a:off x="8607475" y="1328550"/>
                <a:ext cx="13375" cy="10875"/>
              </a:xfrm>
              <a:custGeom>
                <a:avLst/>
                <a:gdLst/>
                <a:ahLst/>
                <a:cxnLst/>
                <a:rect l="l" t="t" r="r" b="b"/>
                <a:pathLst>
                  <a:path w="535" h="435" extrusionOk="0">
                    <a:moveTo>
                      <a:pt x="296" y="0"/>
                    </a:moveTo>
                    <a:cubicBezTo>
                      <a:pt x="262" y="0"/>
                      <a:pt x="226" y="9"/>
                      <a:pt x="190" y="30"/>
                    </a:cubicBezTo>
                    <a:cubicBezTo>
                      <a:pt x="113" y="56"/>
                      <a:pt x="87" y="81"/>
                      <a:pt x="87" y="107"/>
                    </a:cubicBezTo>
                    <a:cubicBezTo>
                      <a:pt x="1" y="280"/>
                      <a:pt x="131" y="434"/>
                      <a:pt x="282" y="434"/>
                    </a:cubicBezTo>
                    <a:cubicBezTo>
                      <a:pt x="311" y="434"/>
                      <a:pt x="341" y="428"/>
                      <a:pt x="370" y="416"/>
                    </a:cubicBezTo>
                    <a:lnTo>
                      <a:pt x="473" y="313"/>
                    </a:lnTo>
                    <a:cubicBezTo>
                      <a:pt x="535" y="148"/>
                      <a:pt x="432"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35"/>
              <p:cNvSpPr/>
              <p:nvPr/>
            </p:nvSpPr>
            <p:spPr>
              <a:xfrm>
                <a:off x="8207200" y="1446575"/>
                <a:ext cx="13400" cy="10875"/>
              </a:xfrm>
              <a:custGeom>
                <a:avLst/>
                <a:gdLst/>
                <a:ahLst/>
                <a:cxnLst/>
                <a:rect l="l" t="t" r="r" b="b"/>
                <a:pathLst>
                  <a:path w="536" h="435" extrusionOk="0">
                    <a:moveTo>
                      <a:pt x="262" y="1"/>
                    </a:moveTo>
                    <a:cubicBezTo>
                      <a:pt x="232" y="1"/>
                      <a:pt x="199" y="7"/>
                      <a:pt x="166" y="19"/>
                    </a:cubicBezTo>
                    <a:lnTo>
                      <a:pt x="63" y="122"/>
                    </a:lnTo>
                    <a:cubicBezTo>
                      <a:pt x="1" y="287"/>
                      <a:pt x="104" y="435"/>
                      <a:pt x="253" y="435"/>
                    </a:cubicBezTo>
                    <a:cubicBezTo>
                      <a:pt x="290" y="435"/>
                      <a:pt x="330" y="426"/>
                      <a:pt x="372" y="405"/>
                    </a:cubicBezTo>
                    <a:lnTo>
                      <a:pt x="449" y="328"/>
                    </a:lnTo>
                    <a:cubicBezTo>
                      <a:pt x="535" y="155"/>
                      <a:pt x="422"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7" name="Google Shape;8067;p35"/>
              <p:cNvSpPr/>
              <p:nvPr/>
            </p:nvSpPr>
            <p:spPr>
              <a:xfrm>
                <a:off x="8224025" y="1539875"/>
                <a:ext cx="13300" cy="10825"/>
              </a:xfrm>
              <a:custGeom>
                <a:avLst/>
                <a:gdLst/>
                <a:ahLst/>
                <a:cxnLst/>
                <a:rect l="l" t="t" r="r" b="b"/>
                <a:pathLst>
                  <a:path w="532" h="433" extrusionOk="0">
                    <a:moveTo>
                      <a:pt x="259" y="1"/>
                    </a:moveTo>
                    <a:cubicBezTo>
                      <a:pt x="228" y="1"/>
                      <a:pt x="195" y="7"/>
                      <a:pt x="162" y="19"/>
                    </a:cubicBezTo>
                    <a:cubicBezTo>
                      <a:pt x="110" y="45"/>
                      <a:pt x="85" y="96"/>
                      <a:pt x="85" y="122"/>
                    </a:cubicBezTo>
                    <a:cubicBezTo>
                      <a:pt x="1" y="269"/>
                      <a:pt x="105" y="433"/>
                      <a:pt x="258" y="433"/>
                    </a:cubicBezTo>
                    <a:cubicBezTo>
                      <a:pt x="292" y="433"/>
                      <a:pt x="330" y="424"/>
                      <a:pt x="368" y="405"/>
                    </a:cubicBezTo>
                    <a:lnTo>
                      <a:pt x="445" y="328"/>
                    </a:lnTo>
                    <a:cubicBezTo>
                      <a:pt x="531" y="155"/>
                      <a:pt x="419" y="1"/>
                      <a:pt x="25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35"/>
              <p:cNvSpPr/>
              <p:nvPr/>
            </p:nvSpPr>
            <p:spPr>
              <a:xfrm>
                <a:off x="8464575" y="1412900"/>
                <a:ext cx="13350" cy="11050"/>
              </a:xfrm>
              <a:custGeom>
                <a:avLst/>
                <a:gdLst/>
                <a:ahLst/>
                <a:cxnLst/>
                <a:rect l="l" t="t" r="r" b="b"/>
                <a:pathLst>
                  <a:path w="534" h="442" extrusionOk="0">
                    <a:moveTo>
                      <a:pt x="276" y="0"/>
                    </a:moveTo>
                    <a:cubicBezTo>
                      <a:pt x="242" y="0"/>
                      <a:pt x="204" y="9"/>
                      <a:pt x="166" y="28"/>
                    </a:cubicBezTo>
                    <a:cubicBezTo>
                      <a:pt x="115" y="28"/>
                      <a:pt x="63" y="79"/>
                      <a:pt x="63" y="131"/>
                    </a:cubicBezTo>
                    <a:cubicBezTo>
                      <a:pt x="0" y="277"/>
                      <a:pt x="108" y="441"/>
                      <a:pt x="262" y="441"/>
                    </a:cubicBezTo>
                    <a:cubicBezTo>
                      <a:pt x="297" y="441"/>
                      <a:pt x="334" y="433"/>
                      <a:pt x="372" y="414"/>
                    </a:cubicBezTo>
                    <a:lnTo>
                      <a:pt x="449" y="311"/>
                    </a:lnTo>
                    <a:cubicBezTo>
                      <a:pt x="533" y="164"/>
                      <a:pt x="429"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35"/>
              <p:cNvSpPr/>
              <p:nvPr/>
            </p:nvSpPr>
            <p:spPr>
              <a:xfrm>
                <a:off x="8510375" y="1867175"/>
                <a:ext cx="13350" cy="11050"/>
              </a:xfrm>
              <a:custGeom>
                <a:avLst/>
                <a:gdLst/>
                <a:ahLst/>
                <a:cxnLst/>
                <a:rect l="l" t="t" r="r" b="b"/>
                <a:pathLst>
                  <a:path w="534" h="442" extrusionOk="0">
                    <a:moveTo>
                      <a:pt x="272" y="0"/>
                    </a:moveTo>
                    <a:cubicBezTo>
                      <a:pt x="237" y="0"/>
                      <a:pt x="200" y="9"/>
                      <a:pt x="162" y="28"/>
                    </a:cubicBezTo>
                    <a:lnTo>
                      <a:pt x="84" y="131"/>
                    </a:lnTo>
                    <a:cubicBezTo>
                      <a:pt x="0" y="278"/>
                      <a:pt x="104" y="442"/>
                      <a:pt x="257" y="442"/>
                    </a:cubicBezTo>
                    <a:cubicBezTo>
                      <a:pt x="292" y="442"/>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35"/>
              <p:cNvSpPr/>
              <p:nvPr/>
            </p:nvSpPr>
            <p:spPr>
              <a:xfrm>
                <a:off x="9174425" y="2014475"/>
                <a:ext cx="13825" cy="11100"/>
              </a:xfrm>
              <a:custGeom>
                <a:avLst/>
                <a:gdLst/>
                <a:ahLst/>
                <a:cxnLst/>
                <a:rect l="l" t="t" r="r" b="b"/>
                <a:pathLst>
                  <a:path w="553" h="444" extrusionOk="0">
                    <a:moveTo>
                      <a:pt x="296" y="0"/>
                    </a:moveTo>
                    <a:cubicBezTo>
                      <a:pt x="261" y="0"/>
                      <a:pt x="224" y="10"/>
                      <a:pt x="188" y="30"/>
                    </a:cubicBezTo>
                    <a:lnTo>
                      <a:pt x="85" y="133"/>
                    </a:lnTo>
                    <a:cubicBezTo>
                      <a:pt x="1" y="280"/>
                      <a:pt x="122" y="444"/>
                      <a:pt x="267" y="444"/>
                    </a:cubicBezTo>
                    <a:cubicBezTo>
                      <a:pt x="300" y="444"/>
                      <a:pt x="334" y="435"/>
                      <a:pt x="368" y="416"/>
                    </a:cubicBezTo>
                    <a:lnTo>
                      <a:pt x="471" y="313"/>
                    </a:lnTo>
                    <a:cubicBezTo>
                      <a:pt x="553" y="149"/>
                      <a:pt x="438" y="0"/>
                      <a:pt x="29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35"/>
              <p:cNvSpPr/>
              <p:nvPr/>
            </p:nvSpPr>
            <p:spPr>
              <a:xfrm>
                <a:off x="9129325" y="1531225"/>
                <a:ext cx="13900" cy="10875"/>
              </a:xfrm>
              <a:custGeom>
                <a:avLst/>
                <a:gdLst/>
                <a:ahLst/>
                <a:cxnLst/>
                <a:rect l="l" t="t" r="r" b="b"/>
                <a:pathLst>
                  <a:path w="556" h="435" extrusionOk="0">
                    <a:moveTo>
                      <a:pt x="298" y="1"/>
                    </a:moveTo>
                    <a:cubicBezTo>
                      <a:pt x="263" y="1"/>
                      <a:pt x="226" y="10"/>
                      <a:pt x="190" y="31"/>
                    </a:cubicBezTo>
                    <a:cubicBezTo>
                      <a:pt x="113" y="31"/>
                      <a:pt x="87" y="56"/>
                      <a:pt x="87" y="108"/>
                    </a:cubicBezTo>
                    <a:cubicBezTo>
                      <a:pt x="1" y="280"/>
                      <a:pt x="131" y="435"/>
                      <a:pt x="282" y="435"/>
                    </a:cubicBezTo>
                    <a:cubicBezTo>
                      <a:pt x="311" y="435"/>
                      <a:pt x="341" y="429"/>
                      <a:pt x="370" y="417"/>
                    </a:cubicBezTo>
                    <a:lnTo>
                      <a:pt x="473" y="314"/>
                    </a:lnTo>
                    <a:cubicBezTo>
                      <a:pt x="555" y="149"/>
                      <a:pt x="440" y="1"/>
                      <a:pt x="29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35"/>
              <p:cNvSpPr/>
              <p:nvPr/>
            </p:nvSpPr>
            <p:spPr>
              <a:xfrm>
                <a:off x="9436975" y="1567975"/>
                <a:ext cx="13325" cy="11050"/>
              </a:xfrm>
              <a:custGeom>
                <a:avLst/>
                <a:gdLst/>
                <a:ahLst/>
                <a:cxnLst/>
                <a:rect l="l" t="t" r="r" b="b"/>
                <a:pathLst>
                  <a:path w="533" h="442" extrusionOk="0">
                    <a:moveTo>
                      <a:pt x="271" y="0"/>
                    </a:moveTo>
                    <a:cubicBezTo>
                      <a:pt x="237" y="0"/>
                      <a:pt x="199" y="9"/>
                      <a:pt x="161" y="28"/>
                    </a:cubicBezTo>
                    <a:cubicBezTo>
                      <a:pt x="110" y="28"/>
                      <a:pt x="84" y="53"/>
                      <a:pt x="84" y="131"/>
                    </a:cubicBezTo>
                    <a:cubicBezTo>
                      <a:pt x="0" y="277"/>
                      <a:pt x="104" y="441"/>
                      <a:pt x="257" y="441"/>
                    </a:cubicBezTo>
                    <a:cubicBezTo>
                      <a:pt x="292" y="441"/>
                      <a:pt x="329" y="433"/>
                      <a:pt x="367" y="414"/>
                    </a:cubicBezTo>
                    <a:lnTo>
                      <a:pt x="470" y="311"/>
                    </a:lnTo>
                    <a:cubicBezTo>
                      <a:pt x="533" y="164"/>
                      <a:pt x="425" y="0"/>
                      <a:pt x="27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35"/>
              <p:cNvSpPr/>
              <p:nvPr/>
            </p:nvSpPr>
            <p:spPr>
              <a:xfrm>
                <a:off x="9169925" y="1493325"/>
                <a:ext cx="13350" cy="11050"/>
              </a:xfrm>
              <a:custGeom>
                <a:avLst/>
                <a:gdLst/>
                <a:ahLst/>
                <a:cxnLst/>
                <a:rect l="l" t="t" r="r" b="b"/>
                <a:pathLst>
                  <a:path w="534" h="442" extrusionOk="0">
                    <a:moveTo>
                      <a:pt x="272" y="0"/>
                    </a:moveTo>
                    <a:cubicBezTo>
                      <a:pt x="237" y="0"/>
                      <a:pt x="200" y="9"/>
                      <a:pt x="162" y="28"/>
                    </a:cubicBezTo>
                    <a:cubicBezTo>
                      <a:pt x="110" y="54"/>
                      <a:pt x="84" y="79"/>
                      <a:pt x="84" y="131"/>
                    </a:cubicBezTo>
                    <a:cubicBezTo>
                      <a:pt x="1" y="278"/>
                      <a:pt x="105" y="442"/>
                      <a:pt x="257" y="442"/>
                    </a:cubicBezTo>
                    <a:cubicBezTo>
                      <a:pt x="292" y="442"/>
                      <a:pt x="329" y="433"/>
                      <a:pt x="368"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35"/>
              <p:cNvSpPr/>
              <p:nvPr/>
            </p:nvSpPr>
            <p:spPr>
              <a:xfrm>
                <a:off x="9322425" y="1840800"/>
                <a:ext cx="13875" cy="11050"/>
              </a:xfrm>
              <a:custGeom>
                <a:avLst/>
                <a:gdLst/>
                <a:ahLst/>
                <a:cxnLst/>
                <a:rect l="l" t="t" r="r" b="b"/>
                <a:pathLst>
                  <a:path w="555" h="442" extrusionOk="0">
                    <a:moveTo>
                      <a:pt x="288" y="0"/>
                    </a:moveTo>
                    <a:cubicBezTo>
                      <a:pt x="255" y="0"/>
                      <a:pt x="221" y="9"/>
                      <a:pt x="187" y="28"/>
                    </a:cubicBezTo>
                    <a:lnTo>
                      <a:pt x="84" y="131"/>
                    </a:lnTo>
                    <a:cubicBezTo>
                      <a:pt x="1" y="277"/>
                      <a:pt x="122" y="441"/>
                      <a:pt x="267" y="441"/>
                    </a:cubicBezTo>
                    <a:cubicBezTo>
                      <a:pt x="300" y="441"/>
                      <a:pt x="334" y="433"/>
                      <a:pt x="368" y="414"/>
                    </a:cubicBezTo>
                    <a:lnTo>
                      <a:pt x="471" y="311"/>
                    </a:lnTo>
                    <a:cubicBezTo>
                      <a:pt x="554"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5" name="Google Shape;8075;p35"/>
              <p:cNvSpPr/>
              <p:nvPr/>
            </p:nvSpPr>
            <p:spPr>
              <a:xfrm>
                <a:off x="9485875" y="2874200"/>
                <a:ext cx="13350" cy="11050"/>
              </a:xfrm>
              <a:custGeom>
                <a:avLst/>
                <a:gdLst/>
                <a:ahLst/>
                <a:cxnLst/>
                <a:rect l="l" t="t" r="r" b="b"/>
                <a:pathLst>
                  <a:path w="534" h="442" extrusionOk="0">
                    <a:moveTo>
                      <a:pt x="272" y="0"/>
                    </a:moveTo>
                    <a:cubicBezTo>
                      <a:pt x="237" y="0"/>
                      <a:pt x="199" y="9"/>
                      <a:pt x="161" y="28"/>
                    </a:cubicBezTo>
                    <a:lnTo>
                      <a:pt x="84" y="131"/>
                    </a:lnTo>
                    <a:cubicBezTo>
                      <a:pt x="0" y="277"/>
                      <a:pt x="104" y="441"/>
                      <a:pt x="257" y="441"/>
                    </a:cubicBezTo>
                    <a:cubicBezTo>
                      <a:pt x="292" y="441"/>
                      <a:pt x="329" y="433"/>
                      <a:pt x="367" y="414"/>
                    </a:cubicBezTo>
                    <a:lnTo>
                      <a:pt x="470" y="311"/>
                    </a:lnTo>
                    <a:cubicBezTo>
                      <a:pt x="533"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6" name="Google Shape;8076;p35"/>
              <p:cNvSpPr/>
              <p:nvPr/>
            </p:nvSpPr>
            <p:spPr>
              <a:xfrm>
                <a:off x="9428625" y="3019850"/>
                <a:ext cx="13900" cy="10875"/>
              </a:xfrm>
              <a:custGeom>
                <a:avLst/>
                <a:gdLst/>
                <a:ahLst/>
                <a:cxnLst/>
                <a:rect l="l" t="t" r="r" b="b"/>
                <a:pathLst>
                  <a:path w="556" h="435" extrusionOk="0">
                    <a:moveTo>
                      <a:pt x="274" y="0"/>
                    </a:moveTo>
                    <a:cubicBezTo>
                      <a:pt x="245" y="0"/>
                      <a:pt x="215" y="6"/>
                      <a:pt x="186" y="19"/>
                    </a:cubicBezTo>
                    <a:cubicBezTo>
                      <a:pt x="109" y="19"/>
                      <a:pt x="83" y="70"/>
                      <a:pt x="83" y="122"/>
                    </a:cubicBezTo>
                    <a:cubicBezTo>
                      <a:pt x="1" y="286"/>
                      <a:pt x="116" y="435"/>
                      <a:pt x="258" y="435"/>
                    </a:cubicBezTo>
                    <a:cubicBezTo>
                      <a:pt x="293" y="435"/>
                      <a:pt x="330" y="425"/>
                      <a:pt x="366" y="405"/>
                    </a:cubicBezTo>
                    <a:lnTo>
                      <a:pt x="469" y="328"/>
                    </a:lnTo>
                    <a:cubicBezTo>
                      <a:pt x="556" y="155"/>
                      <a:pt x="425"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35"/>
              <p:cNvSpPr/>
              <p:nvPr/>
            </p:nvSpPr>
            <p:spPr>
              <a:xfrm>
                <a:off x="8922825" y="2715900"/>
                <a:ext cx="13350" cy="11050"/>
              </a:xfrm>
              <a:custGeom>
                <a:avLst/>
                <a:gdLst/>
                <a:ahLst/>
                <a:cxnLst/>
                <a:rect l="l" t="t" r="r" b="b"/>
                <a:pathLst>
                  <a:path w="534" h="442" extrusionOk="0">
                    <a:moveTo>
                      <a:pt x="272" y="1"/>
                    </a:moveTo>
                    <a:cubicBezTo>
                      <a:pt x="237" y="1"/>
                      <a:pt x="200" y="9"/>
                      <a:pt x="162" y="28"/>
                    </a:cubicBezTo>
                    <a:lnTo>
                      <a:pt x="85" y="131"/>
                    </a:lnTo>
                    <a:cubicBezTo>
                      <a:pt x="1" y="278"/>
                      <a:pt x="105" y="442"/>
                      <a:pt x="258" y="442"/>
                    </a:cubicBezTo>
                    <a:cubicBezTo>
                      <a:pt x="292" y="442"/>
                      <a:pt x="330" y="433"/>
                      <a:pt x="368" y="414"/>
                    </a:cubicBezTo>
                    <a:lnTo>
                      <a:pt x="471" y="311"/>
                    </a:lnTo>
                    <a:cubicBezTo>
                      <a:pt x="534" y="164"/>
                      <a:pt x="426"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35"/>
              <p:cNvSpPr/>
              <p:nvPr/>
            </p:nvSpPr>
            <p:spPr>
              <a:xfrm>
                <a:off x="8878475" y="3032725"/>
                <a:ext cx="13900" cy="10875"/>
              </a:xfrm>
              <a:custGeom>
                <a:avLst/>
                <a:gdLst/>
                <a:ahLst/>
                <a:cxnLst/>
                <a:rect l="l" t="t" r="r" b="b"/>
                <a:pathLst>
                  <a:path w="556" h="435" extrusionOk="0">
                    <a:moveTo>
                      <a:pt x="274" y="0"/>
                    </a:moveTo>
                    <a:cubicBezTo>
                      <a:pt x="245" y="0"/>
                      <a:pt x="215" y="6"/>
                      <a:pt x="186" y="18"/>
                    </a:cubicBezTo>
                    <a:cubicBezTo>
                      <a:pt x="160" y="70"/>
                      <a:pt x="83" y="96"/>
                      <a:pt x="83" y="121"/>
                    </a:cubicBezTo>
                    <a:cubicBezTo>
                      <a:pt x="0" y="286"/>
                      <a:pt x="116" y="434"/>
                      <a:pt x="257" y="434"/>
                    </a:cubicBezTo>
                    <a:cubicBezTo>
                      <a:pt x="293" y="434"/>
                      <a:pt x="330" y="425"/>
                      <a:pt x="366" y="404"/>
                    </a:cubicBezTo>
                    <a:lnTo>
                      <a:pt x="469" y="327"/>
                    </a:lnTo>
                    <a:cubicBezTo>
                      <a:pt x="555" y="155"/>
                      <a:pt x="424" y="0"/>
                      <a:pt x="274"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35"/>
              <p:cNvSpPr/>
              <p:nvPr/>
            </p:nvSpPr>
            <p:spPr>
              <a:xfrm>
                <a:off x="8650000" y="2237175"/>
                <a:ext cx="13875" cy="11050"/>
              </a:xfrm>
              <a:custGeom>
                <a:avLst/>
                <a:gdLst/>
                <a:ahLst/>
                <a:cxnLst/>
                <a:rect l="l" t="t" r="r" b="b"/>
                <a:pathLst>
                  <a:path w="555" h="442" extrusionOk="0">
                    <a:moveTo>
                      <a:pt x="288" y="0"/>
                    </a:moveTo>
                    <a:cubicBezTo>
                      <a:pt x="255" y="0"/>
                      <a:pt x="221" y="9"/>
                      <a:pt x="188" y="28"/>
                    </a:cubicBezTo>
                    <a:cubicBezTo>
                      <a:pt x="110" y="53"/>
                      <a:pt x="85" y="105"/>
                      <a:pt x="85" y="131"/>
                    </a:cubicBezTo>
                    <a:cubicBezTo>
                      <a:pt x="1" y="277"/>
                      <a:pt x="122" y="441"/>
                      <a:pt x="267" y="441"/>
                    </a:cubicBezTo>
                    <a:cubicBezTo>
                      <a:pt x="300" y="441"/>
                      <a:pt x="334" y="433"/>
                      <a:pt x="368" y="414"/>
                    </a:cubicBezTo>
                    <a:lnTo>
                      <a:pt x="471" y="311"/>
                    </a:lnTo>
                    <a:cubicBezTo>
                      <a:pt x="555" y="164"/>
                      <a:pt x="433"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35"/>
              <p:cNvSpPr/>
              <p:nvPr/>
            </p:nvSpPr>
            <p:spPr>
              <a:xfrm>
                <a:off x="8028425" y="1737850"/>
                <a:ext cx="13350" cy="11050"/>
              </a:xfrm>
              <a:custGeom>
                <a:avLst/>
                <a:gdLst/>
                <a:ahLst/>
                <a:cxnLst/>
                <a:rect l="l" t="t" r="r" b="b"/>
                <a:pathLst>
                  <a:path w="534" h="442" extrusionOk="0">
                    <a:moveTo>
                      <a:pt x="286" y="0"/>
                    </a:moveTo>
                    <a:cubicBezTo>
                      <a:pt x="254" y="0"/>
                      <a:pt x="220" y="9"/>
                      <a:pt x="187" y="28"/>
                    </a:cubicBezTo>
                    <a:cubicBezTo>
                      <a:pt x="110" y="53"/>
                      <a:pt x="84" y="79"/>
                      <a:pt x="84" y="131"/>
                    </a:cubicBezTo>
                    <a:cubicBezTo>
                      <a:pt x="0" y="277"/>
                      <a:pt x="121" y="441"/>
                      <a:pt x="267" y="441"/>
                    </a:cubicBezTo>
                    <a:cubicBezTo>
                      <a:pt x="300" y="441"/>
                      <a:pt x="334" y="433"/>
                      <a:pt x="367" y="414"/>
                    </a:cubicBezTo>
                    <a:lnTo>
                      <a:pt x="470" y="311"/>
                    </a:lnTo>
                    <a:cubicBezTo>
                      <a:pt x="533" y="164"/>
                      <a:pt x="425" y="0"/>
                      <a:pt x="28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1" name="Google Shape;8081;p35"/>
              <p:cNvSpPr/>
              <p:nvPr/>
            </p:nvSpPr>
            <p:spPr>
              <a:xfrm>
                <a:off x="7153900" y="1547325"/>
                <a:ext cx="13875" cy="10875"/>
              </a:xfrm>
              <a:custGeom>
                <a:avLst/>
                <a:gdLst/>
                <a:ahLst/>
                <a:cxnLst/>
                <a:rect l="l" t="t" r="r" b="b"/>
                <a:pathLst>
                  <a:path w="555" h="435" extrusionOk="0">
                    <a:moveTo>
                      <a:pt x="298" y="0"/>
                    </a:moveTo>
                    <a:cubicBezTo>
                      <a:pt x="262" y="0"/>
                      <a:pt x="225" y="9"/>
                      <a:pt x="189" y="30"/>
                    </a:cubicBezTo>
                    <a:cubicBezTo>
                      <a:pt x="164" y="30"/>
                      <a:pt x="112" y="56"/>
                      <a:pt x="86" y="107"/>
                    </a:cubicBezTo>
                    <a:cubicBezTo>
                      <a:pt x="0" y="280"/>
                      <a:pt x="131" y="434"/>
                      <a:pt x="281" y="434"/>
                    </a:cubicBezTo>
                    <a:cubicBezTo>
                      <a:pt x="310" y="434"/>
                      <a:pt x="340" y="429"/>
                      <a:pt x="369" y="416"/>
                    </a:cubicBezTo>
                    <a:lnTo>
                      <a:pt x="472" y="313"/>
                    </a:lnTo>
                    <a:cubicBezTo>
                      <a:pt x="555" y="148"/>
                      <a:pt x="439"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35"/>
              <p:cNvSpPr/>
              <p:nvPr/>
            </p:nvSpPr>
            <p:spPr>
              <a:xfrm>
                <a:off x="7214375" y="1679225"/>
                <a:ext cx="13375" cy="10875"/>
              </a:xfrm>
              <a:custGeom>
                <a:avLst/>
                <a:gdLst/>
                <a:ahLst/>
                <a:cxnLst/>
                <a:rect l="l" t="t" r="r" b="b"/>
                <a:pathLst>
                  <a:path w="535" h="435" extrusionOk="0">
                    <a:moveTo>
                      <a:pt x="283" y="1"/>
                    </a:moveTo>
                    <a:cubicBezTo>
                      <a:pt x="245" y="1"/>
                      <a:pt x="205" y="10"/>
                      <a:pt x="164" y="30"/>
                    </a:cubicBezTo>
                    <a:cubicBezTo>
                      <a:pt x="113" y="30"/>
                      <a:pt x="87" y="56"/>
                      <a:pt x="87" y="108"/>
                    </a:cubicBezTo>
                    <a:cubicBezTo>
                      <a:pt x="0" y="280"/>
                      <a:pt x="113" y="435"/>
                      <a:pt x="273" y="435"/>
                    </a:cubicBezTo>
                    <a:cubicBezTo>
                      <a:pt x="304" y="435"/>
                      <a:pt x="337" y="429"/>
                      <a:pt x="370" y="416"/>
                    </a:cubicBezTo>
                    <a:lnTo>
                      <a:pt x="473" y="314"/>
                    </a:lnTo>
                    <a:cubicBezTo>
                      <a:pt x="535" y="149"/>
                      <a:pt x="432"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35"/>
              <p:cNvSpPr/>
              <p:nvPr/>
            </p:nvSpPr>
            <p:spPr>
              <a:xfrm>
                <a:off x="7048950" y="2078875"/>
                <a:ext cx="13350" cy="11050"/>
              </a:xfrm>
              <a:custGeom>
                <a:avLst/>
                <a:gdLst/>
                <a:ahLst/>
                <a:cxnLst/>
                <a:rect l="l" t="t" r="r" b="b"/>
                <a:pathLst>
                  <a:path w="534" h="442" extrusionOk="0">
                    <a:moveTo>
                      <a:pt x="267" y="0"/>
                    </a:moveTo>
                    <a:cubicBezTo>
                      <a:pt x="234" y="0"/>
                      <a:pt x="200" y="9"/>
                      <a:pt x="166" y="28"/>
                    </a:cubicBezTo>
                    <a:lnTo>
                      <a:pt x="63" y="131"/>
                    </a:lnTo>
                    <a:cubicBezTo>
                      <a:pt x="0" y="278"/>
                      <a:pt x="108" y="442"/>
                      <a:pt x="248" y="442"/>
                    </a:cubicBezTo>
                    <a:cubicBezTo>
                      <a:pt x="280" y="442"/>
                      <a:pt x="313" y="433"/>
                      <a:pt x="346" y="414"/>
                    </a:cubicBezTo>
                    <a:lnTo>
                      <a:pt x="449" y="311"/>
                    </a:lnTo>
                    <a:cubicBezTo>
                      <a:pt x="533" y="164"/>
                      <a:pt x="412"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35"/>
              <p:cNvSpPr/>
              <p:nvPr/>
            </p:nvSpPr>
            <p:spPr>
              <a:xfrm>
                <a:off x="7215125" y="1919525"/>
                <a:ext cx="13875" cy="10875"/>
              </a:xfrm>
              <a:custGeom>
                <a:avLst/>
                <a:gdLst/>
                <a:ahLst/>
                <a:cxnLst/>
                <a:rect l="l" t="t" r="r" b="b"/>
                <a:pathLst>
                  <a:path w="555" h="435" extrusionOk="0">
                    <a:moveTo>
                      <a:pt x="274" y="1"/>
                    </a:moveTo>
                    <a:cubicBezTo>
                      <a:pt x="244" y="1"/>
                      <a:pt x="215" y="6"/>
                      <a:pt x="185" y="19"/>
                    </a:cubicBezTo>
                    <a:cubicBezTo>
                      <a:pt x="108" y="19"/>
                      <a:pt x="83" y="70"/>
                      <a:pt x="83" y="122"/>
                    </a:cubicBezTo>
                    <a:cubicBezTo>
                      <a:pt x="0" y="287"/>
                      <a:pt x="115" y="435"/>
                      <a:pt x="257" y="435"/>
                    </a:cubicBezTo>
                    <a:cubicBezTo>
                      <a:pt x="293" y="435"/>
                      <a:pt x="330" y="426"/>
                      <a:pt x="366" y="405"/>
                    </a:cubicBezTo>
                    <a:lnTo>
                      <a:pt x="469" y="328"/>
                    </a:lnTo>
                    <a:cubicBezTo>
                      <a:pt x="555" y="155"/>
                      <a:pt x="424" y="1"/>
                      <a:pt x="27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35"/>
              <p:cNvSpPr/>
              <p:nvPr/>
            </p:nvSpPr>
            <p:spPr>
              <a:xfrm>
                <a:off x="7040650" y="1762875"/>
                <a:ext cx="13375" cy="10875"/>
              </a:xfrm>
              <a:custGeom>
                <a:avLst/>
                <a:gdLst/>
                <a:ahLst/>
                <a:cxnLst/>
                <a:rect l="l" t="t" r="r" b="b"/>
                <a:pathLst>
                  <a:path w="535" h="435" extrusionOk="0">
                    <a:moveTo>
                      <a:pt x="282" y="1"/>
                    </a:moveTo>
                    <a:cubicBezTo>
                      <a:pt x="245" y="1"/>
                      <a:pt x="205" y="10"/>
                      <a:pt x="164" y="30"/>
                    </a:cubicBezTo>
                    <a:cubicBezTo>
                      <a:pt x="112" y="56"/>
                      <a:pt x="86" y="82"/>
                      <a:pt x="86" y="108"/>
                    </a:cubicBezTo>
                    <a:cubicBezTo>
                      <a:pt x="0" y="280"/>
                      <a:pt x="113" y="435"/>
                      <a:pt x="273" y="435"/>
                    </a:cubicBezTo>
                    <a:cubicBezTo>
                      <a:pt x="304" y="435"/>
                      <a:pt x="336" y="429"/>
                      <a:pt x="369" y="416"/>
                    </a:cubicBezTo>
                    <a:lnTo>
                      <a:pt x="472" y="314"/>
                    </a:lnTo>
                    <a:cubicBezTo>
                      <a:pt x="534" y="149"/>
                      <a:pt x="43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35"/>
              <p:cNvSpPr/>
              <p:nvPr/>
            </p:nvSpPr>
            <p:spPr>
              <a:xfrm>
                <a:off x="6950550" y="2592600"/>
                <a:ext cx="13450" cy="11225"/>
              </a:xfrm>
              <a:custGeom>
                <a:avLst/>
                <a:gdLst/>
                <a:ahLst/>
                <a:cxnLst/>
                <a:rect l="l" t="t" r="r" b="b"/>
                <a:pathLst>
                  <a:path w="538" h="449" extrusionOk="0">
                    <a:moveTo>
                      <a:pt x="276" y="0"/>
                    </a:moveTo>
                    <a:cubicBezTo>
                      <a:pt x="248" y="0"/>
                      <a:pt x="219" y="6"/>
                      <a:pt x="190" y="18"/>
                    </a:cubicBezTo>
                    <a:cubicBezTo>
                      <a:pt x="138" y="70"/>
                      <a:pt x="87" y="96"/>
                      <a:pt x="87" y="121"/>
                    </a:cubicBezTo>
                    <a:cubicBezTo>
                      <a:pt x="1" y="294"/>
                      <a:pt x="131" y="448"/>
                      <a:pt x="282" y="448"/>
                    </a:cubicBezTo>
                    <a:cubicBezTo>
                      <a:pt x="311" y="448"/>
                      <a:pt x="341" y="443"/>
                      <a:pt x="370" y="430"/>
                    </a:cubicBezTo>
                    <a:lnTo>
                      <a:pt x="473" y="327"/>
                    </a:lnTo>
                    <a:cubicBezTo>
                      <a:pt x="538" y="155"/>
                      <a:pt x="422"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35"/>
              <p:cNvSpPr/>
              <p:nvPr/>
            </p:nvSpPr>
            <p:spPr>
              <a:xfrm>
                <a:off x="8034200" y="3024775"/>
                <a:ext cx="13225" cy="11050"/>
              </a:xfrm>
              <a:custGeom>
                <a:avLst/>
                <a:gdLst/>
                <a:ahLst/>
                <a:cxnLst/>
                <a:rect l="l" t="t" r="r" b="b"/>
                <a:pathLst>
                  <a:path w="529" h="442" extrusionOk="0">
                    <a:moveTo>
                      <a:pt x="272" y="0"/>
                    </a:moveTo>
                    <a:cubicBezTo>
                      <a:pt x="237" y="0"/>
                      <a:pt x="200" y="8"/>
                      <a:pt x="162" y="28"/>
                    </a:cubicBezTo>
                    <a:cubicBezTo>
                      <a:pt x="110" y="53"/>
                      <a:pt x="85" y="79"/>
                      <a:pt x="85" y="131"/>
                    </a:cubicBezTo>
                    <a:cubicBezTo>
                      <a:pt x="1" y="277"/>
                      <a:pt x="105" y="441"/>
                      <a:pt x="258" y="441"/>
                    </a:cubicBezTo>
                    <a:cubicBezTo>
                      <a:pt x="292" y="441"/>
                      <a:pt x="330" y="433"/>
                      <a:pt x="368" y="414"/>
                    </a:cubicBezTo>
                    <a:lnTo>
                      <a:pt x="445" y="311"/>
                    </a:lnTo>
                    <a:cubicBezTo>
                      <a:pt x="529" y="164"/>
                      <a:pt x="425"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35"/>
              <p:cNvSpPr/>
              <p:nvPr/>
            </p:nvSpPr>
            <p:spPr>
              <a:xfrm>
                <a:off x="7774900" y="3109050"/>
                <a:ext cx="13875" cy="11050"/>
              </a:xfrm>
              <a:custGeom>
                <a:avLst/>
                <a:gdLst/>
                <a:ahLst/>
                <a:cxnLst/>
                <a:rect l="l" t="t" r="r" b="b"/>
                <a:pathLst>
                  <a:path w="555" h="442" extrusionOk="0">
                    <a:moveTo>
                      <a:pt x="288" y="1"/>
                    </a:moveTo>
                    <a:cubicBezTo>
                      <a:pt x="255" y="1"/>
                      <a:pt x="220" y="9"/>
                      <a:pt x="187" y="28"/>
                    </a:cubicBezTo>
                    <a:cubicBezTo>
                      <a:pt x="110" y="28"/>
                      <a:pt x="84" y="54"/>
                      <a:pt x="84" y="131"/>
                    </a:cubicBezTo>
                    <a:cubicBezTo>
                      <a:pt x="0" y="278"/>
                      <a:pt x="121" y="442"/>
                      <a:pt x="267" y="442"/>
                    </a:cubicBezTo>
                    <a:cubicBezTo>
                      <a:pt x="300" y="442"/>
                      <a:pt x="334" y="433"/>
                      <a:pt x="367" y="414"/>
                    </a:cubicBezTo>
                    <a:lnTo>
                      <a:pt x="470" y="311"/>
                    </a:lnTo>
                    <a:cubicBezTo>
                      <a:pt x="554" y="165"/>
                      <a:pt x="433" y="1"/>
                      <a:pt x="28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35"/>
              <p:cNvSpPr/>
              <p:nvPr/>
            </p:nvSpPr>
            <p:spPr>
              <a:xfrm>
                <a:off x="8325000" y="3207450"/>
                <a:ext cx="13900" cy="10875"/>
              </a:xfrm>
              <a:custGeom>
                <a:avLst/>
                <a:gdLst/>
                <a:ahLst/>
                <a:cxnLst/>
                <a:rect l="l" t="t" r="r" b="b"/>
                <a:pathLst>
                  <a:path w="556" h="435" extrusionOk="0">
                    <a:moveTo>
                      <a:pt x="298" y="0"/>
                    </a:moveTo>
                    <a:cubicBezTo>
                      <a:pt x="263" y="0"/>
                      <a:pt x="226" y="10"/>
                      <a:pt x="190" y="30"/>
                    </a:cubicBezTo>
                    <a:lnTo>
                      <a:pt x="87" y="108"/>
                    </a:lnTo>
                    <a:cubicBezTo>
                      <a:pt x="0" y="280"/>
                      <a:pt x="131" y="435"/>
                      <a:pt x="282" y="435"/>
                    </a:cubicBezTo>
                    <a:cubicBezTo>
                      <a:pt x="311" y="435"/>
                      <a:pt x="341" y="429"/>
                      <a:pt x="370" y="416"/>
                    </a:cubicBezTo>
                    <a:lnTo>
                      <a:pt x="473" y="313"/>
                    </a:lnTo>
                    <a:cubicBezTo>
                      <a:pt x="555" y="149"/>
                      <a:pt x="440" y="0"/>
                      <a:pt x="29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35"/>
              <p:cNvSpPr/>
              <p:nvPr/>
            </p:nvSpPr>
            <p:spPr>
              <a:xfrm>
                <a:off x="8410625" y="3172700"/>
                <a:ext cx="13325" cy="11125"/>
              </a:xfrm>
              <a:custGeom>
                <a:avLst/>
                <a:gdLst/>
                <a:ahLst/>
                <a:cxnLst/>
                <a:rect l="l" t="t" r="r" b="b"/>
                <a:pathLst>
                  <a:path w="533" h="445" extrusionOk="0">
                    <a:moveTo>
                      <a:pt x="281" y="1"/>
                    </a:moveTo>
                    <a:cubicBezTo>
                      <a:pt x="243" y="1"/>
                      <a:pt x="203" y="10"/>
                      <a:pt x="162" y="30"/>
                    </a:cubicBezTo>
                    <a:lnTo>
                      <a:pt x="85" y="133"/>
                    </a:lnTo>
                    <a:cubicBezTo>
                      <a:pt x="1" y="280"/>
                      <a:pt x="105" y="444"/>
                      <a:pt x="258" y="444"/>
                    </a:cubicBezTo>
                    <a:cubicBezTo>
                      <a:pt x="293" y="444"/>
                      <a:pt x="330" y="436"/>
                      <a:pt x="368" y="416"/>
                    </a:cubicBezTo>
                    <a:lnTo>
                      <a:pt x="471" y="314"/>
                    </a:lnTo>
                    <a:cubicBezTo>
                      <a:pt x="533" y="149"/>
                      <a:pt x="430" y="1"/>
                      <a:pt x="281"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35"/>
              <p:cNvSpPr/>
              <p:nvPr/>
            </p:nvSpPr>
            <p:spPr>
              <a:xfrm>
                <a:off x="7179675" y="3186275"/>
                <a:ext cx="13875" cy="11050"/>
              </a:xfrm>
              <a:custGeom>
                <a:avLst/>
                <a:gdLst/>
                <a:ahLst/>
                <a:cxnLst/>
                <a:rect l="l" t="t" r="r" b="b"/>
                <a:pathLst>
                  <a:path w="555" h="442" extrusionOk="0">
                    <a:moveTo>
                      <a:pt x="288" y="0"/>
                    </a:moveTo>
                    <a:cubicBezTo>
                      <a:pt x="255" y="0"/>
                      <a:pt x="221" y="9"/>
                      <a:pt x="188" y="28"/>
                    </a:cubicBezTo>
                    <a:cubicBezTo>
                      <a:pt x="111" y="54"/>
                      <a:pt x="85" y="79"/>
                      <a:pt x="85" y="131"/>
                    </a:cubicBezTo>
                    <a:cubicBezTo>
                      <a:pt x="1" y="278"/>
                      <a:pt x="122" y="442"/>
                      <a:pt x="267" y="442"/>
                    </a:cubicBezTo>
                    <a:cubicBezTo>
                      <a:pt x="300" y="442"/>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2" name="Google Shape;8092;p35"/>
              <p:cNvSpPr/>
              <p:nvPr/>
            </p:nvSpPr>
            <p:spPr>
              <a:xfrm>
                <a:off x="7318075" y="3098050"/>
                <a:ext cx="13800" cy="10525"/>
              </a:xfrm>
              <a:custGeom>
                <a:avLst/>
                <a:gdLst/>
                <a:ahLst/>
                <a:cxnLst/>
                <a:rect l="l" t="t" r="r" b="b"/>
                <a:pathLst>
                  <a:path w="552" h="421" extrusionOk="0">
                    <a:moveTo>
                      <a:pt x="294" y="1"/>
                    </a:moveTo>
                    <a:cubicBezTo>
                      <a:pt x="259" y="1"/>
                      <a:pt x="222" y="10"/>
                      <a:pt x="186" y="31"/>
                    </a:cubicBezTo>
                    <a:lnTo>
                      <a:pt x="83" y="108"/>
                    </a:lnTo>
                    <a:cubicBezTo>
                      <a:pt x="0" y="273"/>
                      <a:pt x="116" y="421"/>
                      <a:pt x="257" y="421"/>
                    </a:cubicBezTo>
                    <a:cubicBezTo>
                      <a:pt x="293" y="421"/>
                      <a:pt x="330" y="412"/>
                      <a:pt x="366" y="391"/>
                    </a:cubicBezTo>
                    <a:lnTo>
                      <a:pt x="469" y="314"/>
                    </a:lnTo>
                    <a:cubicBezTo>
                      <a:pt x="551" y="149"/>
                      <a:pt x="436" y="1"/>
                      <a:pt x="294"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35"/>
              <p:cNvSpPr/>
              <p:nvPr/>
            </p:nvSpPr>
            <p:spPr>
              <a:xfrm>
                <a:off x="7462800" y="2760950"/>
                <a:ext cx="13875" cy="11050"/>
              </a:xfrm>
              <a:custGeom>
                <a:avLst/>
                <a:gdLst/>
                <a:ahLst/>
                <a:cxnLst/>
                <a:rect l="l" t="t" r="r" b="b"/>
                <a:pathLst>
                  <a:path w="555" h="442" extrusionOk="0">
                    <a:moveTo>
                      <a:pt x="288" y="0"/>
                    </a:moveTo>
                    <a:cubicBezTo>
                      <a:pt x="255" y="0"/>
                      <a:pt x="221" y="9"/>
                      <a:pt x="188" y="28"/>
                    </a:cubicBezTo>
                    <a:lnTo>
                      <a:pt x="85" y="131"/>
                    </a:lnTo>
                    <a:cubicBezTo>
                      <a:pt x="1" y="278"/>
                      <a:pt x="122" y="441"/>
                      <a:pt x="267" y="441"/>
                    </a:cubicBezTo>
                    <a:cubicBezTo>
                      <a:pt x="300" y="441"/>
                      <a:pt x="335" y="433"/>
                      <a:pt x="368" y="414"/>
                    </a:cubicBezTo>
                    <a:lnTo>
                      <a:pt x="471" y="311"/>
                    </a:lnTo>
                    <a:cubicBezTo>
                      <a:pt x="555" y="164"/>
                      <a:pt x="434" y="0"/>
                      <a:pt x="28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35"/>
              <p:cNvSpPr/>
              <p:nvPr/>
            </p:nvSpPr>
            <p:spPr>
              <a:xfrm>
                <a:off x="7242675" y="3120575"/>
                <a:ext cx="13250" cy="10875"/>
              </a:xfrm>
              <a:custGeom>
                <a:avLst/>
                <a:gdLst/>
                <a:ahLst/>
                <a:cxnLst/>
                <a:rect l="l" t="t" r="r" b="b"/>
                <a:pathLst>
                  <a:path w="530" h="435" extrusionOk="0">
                    <a:moveTo>
                      <a:pt x="283" y="1"/>
                    </a:moveTo>
                    <a:cubicBezTo>
                      <a:pt x="246" y="1"/>
                      <a:pt x="206" y="10"/>
                      <a:pt x="164" y="31"/>
                    </a:cubicBezTo>
                    <a:lnTo>
                      <a:pt x="87" y="108"/>
                    </a:lnTo>
                    <a:cubicBezTo>
                      <a:pt x="1" y="280"/>
                      <a:pt x="114" y="435"/>
                      <a:pt x="274" y="435"/>
                    </a:cubicBezTo>
                    <a:cubicBezTo>
                      <a:pt x="304" y="435"/>
                      <a:pt x="337" y="429"/>
                      <a:pt x="370" y="417"/>
                    </a:cubicBezTo>
                    <a:lnTo>
                      <a:pt x="448" y="314"/>
                    </a:lnTo>
                    <a:cubicBezTo>
                      <a:pt x="530" y="149"/>
                      <a:pt x="431" y="1"/>
                      <a:pt x="28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35"/>
              <p:cNvSpPr/>
              <p:nvPr/>
            </p:nvSpPr>
            <p:spPr>
              <a:xfrm>
                <a:off x="6866325" y="3253125"/>
                <a:ext cx="13175" cy="11125"/>
              </a:xfrm>
              <a:custGeom>
                <a:avLst/>
                <a:gdLst/>
                <a:ahLst/>
                <a:cxnLst/>
                <a:rect l="l" t="t" r="r" b="b"/>
                <a:pathLst>
                  <a:path w="527" h="445" extrusionOk="0">
                    <a:moveTo>
                      <a:pt x="280" y="1"/>
                    </a:moveTo>
                    <a:cubicBezTo>
                      <a:pt x="243" y="1"/>
                      <a:pt x="203" y="10"/>
                      <a:pt x="161" y="31"/>
                    </a:cubicBezTo>
                    <a:cubicBezTo>
                      <a:pt x="110" y="56"/>
                      <a:pt x="84" y="82"/>
                      <a:pt x="84" y="134"/>
                    </a:cubicBezTo>
                    <a:cubicBezTo>
                      <a:pt x="0" y="280"/>
                      <a:pt x="104" y="444"/>
                      <a:pt x="257" y="444"/>
                    </a:cubicBezTo>
                    <a:cubicBezTo>
                      <a:pt x="292" y="444"/>
                      <a:pt x="329" y="436"/>
                      <a:pt x="367" y="417"/>
                    </a:cubicBezTo>
                    <a:lnTo>
                      <a:pt x="445" y="314"/>
                    </a:lnTo>
                    <a:cubicBezTo>
                      <a:pt x="527" y="149"/>
                      <a:pt x="428" y="1"/>
                      <a:pt x="28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35"/>
              <p:cNvSpPr/>
              <p:nvPr/>
            </p:nvSpPr>
            <p:spPr>
              <a:xfrm>
                <a:off x="6863150" y="2907250"/>
                <a:ext cx="13350" cy="10875"/>
              </a:xfrm>
              <a:custGeom>
                <a:avLst/>
                <a:gdLst/>
                <a:ahLst/>
                <a:cxnLst/>
                <a:rect l="l" t="t" r="r" b="b"/>
                <a:pathLst>
                  <a:path w="534" h="435" extrusionOk="0">
                    <a:moveTo>
                      <a:pt x="257" y="0"/>
                    </a:moveTo>
                    <a:cubicBezTo>
                      <a:pt x="226" y="0"/>
                      <a:pt x="193" y="6"/>
                      <a:pt x="160" y="18"/>
                    </a:cubicBezTo>
                    <a:lnTo>
                      <a:pt x="82" y="121"/>
                    </a:lnTo>
                    <a:cubicBezTo>
                      <a:pt x="0" y="286"/>
                      <a:pt x="99" y="434"/>
                      <a:pt x="247" y="434"/>
                    </a:cubicBezTo>
                    <a:cubicBezTo>
                      <a:pt x="284" y="434"/>
                      <a:pt x="324" y="425"/>
                      <a:pt x="366" y="404"/>
                    </a:cubicBezTo>
                    <a:lnTo>
                      <a:pt x="469" y="327"/>
                    </a:lnTo>
                    <a:cubicBezTo>
                      <a:pt x="533" y="155"/>
                      <a:pt x="417"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35"/>
              <p:cNvSpPr/>
              <p:nvPr/>
            </p:nvSpPr>
            <p:spPr>
              <a:xfrm>
                <a:off x="7034200" y="2332350"/>
                <a:ext cx="13375" cy="10875"/>
              </a:xfrm>
              <a:custGeom>
                <a:avLst/>
                <a:gdLst/>
                <a:ahLst/>
                <a:cxnLst/>
                <a:rect l="l" t="t" r="r" b="b"/>
                <a:pathLst>
                  <a:path w="535" h="435" extrusionOk="0">
                    <a:moveTo>
                      <a:pt x="283" y="0"/>
                    </a:moveTo>
                    <a:cubicBezTo>
                      <a:pt x="246" y="0"/>
                      <a:pt x="205" y="9"/>
                      <a:pt x="164" y="30"/>
                    </a:cubicBezTo>
                    <a:lnTo>
                      <a:pt x="87" y="107"/>
                    </a:lnTo>
                    <a:cubicBezTo>
                      <a:pt x="1" y="280"/>
                      <a:pt x="113" y="434"/>
                      <a:pt x="273" y="434"/>
                    </a:cubicBezTo>
                    <a:cubicBezTo>
                      <a:pt x="304" y="434"/>
                      <a:pt x="337" y="429"/>
                      <a:pt x="370" y="416"/>
                    </a:cubicBezTo>
                    <a:lnTo>
                      <a:pt x="473" y="313"/>
                    </a:lnTo>
                    <a:cubicBezTo>
                      <a:pt x="535" y="148"/>
                      <a:pt x="432" y="0"/>
                      <a:pt x="28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35"/>
              <p:cNvSpPr/>
              <p:nvPr/>
            </p:nvSpPr>
            <p:spPr>
              <a:xfrm>
                <a:off x="7410725" y="1692100"/>
                <a:ext cx="13350" cy="10875"/>
              </a:xfrm>
              <a:custGeom>
                <a:avLst/>
                <a:gdLst/>
                <a:ahLst/>
                <a:cxnLst/>
                <a:rect l="l" t="t" r="r" b="b"/>
                <a:pathLst>
                  <a:path w="534" h="435" extrusionOk="0">
                    <a:moveTo>
                      <a:pt x="258" y="0"/>
                    </a:moveTo>
                    <a:cubicBezTo>
                      <a:pt x="116" y="0"/>
                      <a:pt x="1" y="149"/>
                      <a:pt x="83" y="313"/>
                    </a:cubicBezTo>
                    <a:lnTo>
                      <a:pt x="186" y="416"/>
                    </a:lnTo>
                    <a:cubicBezTo>
                      <a:pt x="215" y="429"/>
                      <a:pt x="244" y="434"/>
                      <a:pt x="272" y="434"/>
                    </a:cubicBezTo>
                    <a:cubicBezTo>
                      <a:pt x="418" y="434"/>
                      <a:pt x="534" y="280"/>
                      <a:pt x="469" y="107"/>
                    </a:cubicBezTo>
                    <a:cubicBezTo>
                      <a:pt x="469" y="82"/>
                      <a:pt x="443" y="56"/>
                      <a:pt x="366" y="30"/>
                    </a:cubicBezTo>
                    <a:cubicBezTo>
                      <a:pt x="330" y="10"/>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35"/>
              <p:cNvSpPr/>
              <p:nvPr/>
            </p:nvSpPr>
            <p:spPr>
              <a:xfrm>
                <a:off x="7974300" y="1858400"/>
                <a:ext cx="13900" cy="10875"/>
              </a:xfrm>
              <a:custGeom>
                <a:avLst/>
                <a:gdLst/>
                <a:ahLst/>
                <a:cxnLst/>
                <a:rect l="l" t="t" r="r" b="b"/>
                <a:pathLst>
                  <a:path w="556" h="435" extrusionOk="0">
                    <a:moveTo>
                      <a:pt x="282" y="0"/>
                    </a:moveTo>
                    <a:cubicBezTo>
                      <a:pt x="131" y="0"/>
                      <a:pt x="1" y="155"/>
                      <a:pt x="87" y="328"/>
                    </a:cubicBezTo>
                    <a:lnTo>
                      <a:pt x="190" y="405"/>
                    </a:lnTo>
                    <a:cubicBezTo>
                      <a:pt x="226" y="425"/>
                      <a:pt x="263" y="435"/>
                      <a:pt x="299" y="435"/>
                    </a:cubicBezTo>
                    <a:cubicBezTo>
                      <a:pt x="440" y="435"/>
                      <a:pt x="556" y="286"/>
                      <a:pt x="473" y="122"/>
                    </a:cubicBezTo>
                    <a:cubicBezTo>
                      <a:pt x="473" y="70"/>
                      <a:pt x="447" y="19"/>
                      <a:pt x="370" y="19"/>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0" name="Google Shape;8100;p35"/>
              <p:cNvSpPr/>
              <p:nvPr/>
            </p:nvSpPr>
            <p:spPr>
              <a:xfrm>
                <a:off x="7959400" y="2109350"/>
                <a:ext cx="13400" cy="10825"/>
              </a:xfrm>
              <a:custGeom>
                <a:avLst/>
                <a:gdLst/>
                <a:ahLst/>
                <a:cxnLst/>
                <a:rect l="l" t="t" r="r" b="b"/>
                <a:pathLst>
                  <a:path w="536" h="433" extrusionOk="0">
                    <a:moveTo>
                      <a:pt x="276" y="0"/>
                    </a:moveTo>
                    <a:cubicBezTo>
                      <a:pt x="116" y="0"/>
                      <a:pt x="1" y="151"/>
                      <a:pt x="65" y="302"/>
                    </a:cubicBezTo>
                    <a:lnTo>
                      <a:pt x="168" y="405"/>
                    </a:lnTo>
                    <a:cubicBezTo>
                      <a:pt x="206" y="424"/>
                      <a:pt x="244" y="432"/>
                      <a:pt x="278" y="432"/>
                    </a:cubicBezTo>
                    <a:cubicBezTo>
                      <a:pt x="431" y="432"/>
                      <a:pt x="535" y="268"/>
                      <a:pt x="451" y="122"/>
                    </a:cubicBezTo>
                    <a:cubicBezTo>
                      <a:pt x="451" y="96"/>
                      <a:pt x="426" y="70"/>
                      <a:pt x="374" y="19"/>
                    </a:cubicBezTo>
                    <a:cubicBezTo>
                      <a:pt x="341" y="6"/>
                      <a:pt x="308" y="0"/>
                      <a:pt x="27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35"/>
              <p:cNvSpPr/>
              <p:nvPr/>
            </p:nvSpPr>
            <p:spPr>
              <a:xfrm>
                <a:off x="8127550" y="2098125"/>
                <a:ext cx="13350" cy="10875"/>
              </a:xfrm>
              <a:custGeom>
                <a:avLst/>
                <a:gdLst/>
                <a:ahLst/>
                <a:cxnLst/>
                <a:rect l="l" t="t" r="r" b="b"/>
                <a:pathLst>
                  <a:path w="534" h="435" extrusionOk="0">
                    <a:moveTo>
                      <a:pt x="248" y="0"/>
                    </a:moveTo>
                    <a:cubicBezTo>
                      <a:pt x="99" y="0"/>
                      <a:pt x="0" y="149"/>
                      <a:pt x="83" y="313"/>
                    </a:cubicBezTo>
                    <a:lnTo>
                      <a:pt x="160" y="416"/>
                    </a:lnTo>
                    <a:cubicBezTo>
                      <a:pt x="193" y="429"/>
                      <a:pt x="226" y="434"/>
                      <a:pt x="257" y="434"/>
                    </a:cubicBezTo>
                    <a:cubicBezTo>
                      <a:pt x="418" y="434"/>
                      <a:pt x="534" y="280"/>
                      <a:pt x="469" y="107"/>
                    </a:cubicBezTo>
                    <a:cubicBezTo>
                      <a:pt x="469" y="82"/>
                      <a:pt x="417" y="56"/>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35"/>
              <p:cNvSpPr/>
              <p:nvPr/>
            </p:nvSpPr>
            <p:spPr>
              <a:xfrm>
                <a:off x="8128325" y="2030125"/>
                <a:ext cx="11600" cy="10725"/>
              </a:xfrm>
              <a:custGeom>
                <a:avLst/>
                <a:gdLst/>
                <a:ahLst/>
                <a:cxnLst/>
                <a:rect l="l" t="t" r="r" b="b"/>
                <a:pathLst>
                  <a:path w="464" h="429" extrusionOk="0">
                    <a:moveTo>
                      <a:pt x="268" y="1"/>
                    </a:moveTo>
                    <a:cubicBezTo>
                      <a:pt x="206" y="1"/>
                      <a:pt x="137" y="28"/>
                      <a:pt x="78" y="73"/>
                    </a:cubicBezTo>
                    <a:cubicBezTo>
                      <a:pt x="0" y="176"/>
                      <a:pt x="0" y="305"/>
                      <a:pt x="52" y="382"/>
                    </a:cubicBezTo>
                    <a:cubicBezTo>
                      <a:pt x="84" y="415"/>
                      <a:pt x="130" y="429"/>
                      <a:pt x="178" y="429"/>
                    </a:cubicBezTo>
                    <a:cubicBezTo>
                      <a:pt x="245" y="429"/>
                      <a:pt x="316" y="401"/>
                      <a:pt x="361" y="356"/>
                    </a:cubicBezTo>
                    <a:cubicBezTo>
                      <a:pt x="438" y="254"/>
                      <a:pt x="464" y="125"/>
                      <a:pt x="386" y="48"/>
                    </a:cubicBezTo>
                    <a:cubicBezTo>
                      <a:pt x="354" y="15"/>
                      <a:pt x="313" y="1"/>
                      <a:pt x="26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35"/>
              <p:cNvSpPr/>
              <p:nvPr/>
            </p:nvSpPr>
            <p:spPr>
              <a:xfrm>
                <a:off x="8220325" y="1651775"/>
                <a:ext cx="11625" cy="10725"/>
              </a:xfrm>
              <a:custGeom>
                <a:avLst/>
                <a:gdLst/>
                <a:ahLst/>
                <a:cxnLst/>
                <a:rect l="l" t="t" r="r" b="b"/>
                <a:pathLst>
                  <a:path w="465" h="429" extrusionOk="0">
                    <a:moveTo>
                      <a:pt x="269" y="1"/>
                    </a:moveTo>
                    <a:cubicBezTo>
                      <a:pt x="207" y="1"/>
                      <a:pt x="138" y="28"/>
                      <a:pt x="78" y="73"/>
                    </a:cubicBezTo>
                    <a:cubicBezTo>
                      <a:pt x="1" y="176"/>
                      <a:pt x="1" y="305"/>
                      <a:pt x="78" y="382"/>
                    </a:cubicBezTo>
                    <a:cubicBezTo>
                      <a:pt x="100" y="414"/>
                      <a:pt x="139" y="429"/>
                      <a:pt x="184" y="429"/>
                    </a:cubicBezTo>
                    <a:cubicBezTo>
                      <a:pt x="246" y="429"/>
                      <a:pt x="316" y="401"/>
                      <a:pt x="361" y="356"/>
                    </a:cubicBezTo>
                    <a:cubicBezTo>
                      <a:pt x="439" y="253"/>
                      <a:pt x="464" y="125"/>
                      <a:pt x="387" y="47"/>
                    </a:cubicBezTo>
                    <a:cubicBezTo>
                      <a:pt x="355" y="15"/>
                      <a:pt x="313" y="1"/>
                      <a:pt x="269"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35"/>
              <p:cNvSpPr/>
              <p:nvPr/>
            </p:nvSpPr>
            <p:spPr>
              <a:xfrm>
                <a:off x="8429875" y="1578500"/>
                <a:ext cx="13400" cy="10825"/>
              </a:xfrm>
              <a:custGeom>
                <a:avLst/>
                <a:gdLst/>
                <a:ahLst/>
                <a:cxnLst/>
                <a:rect l="l" t="t" r="r" b="b"/>
                <a:pathLst>
                  <a:path w="536" h="433" extrusionOk="0">
                    <a:moveTo>
                      <a:pt x="273" y="0"/>
                    </a:moveTo>
                    <a:cubicBezTo>
                      <a:pt x="113" y="0"/>
                      <a:pt x="1" y="155"/>
                      <a:pt x="87" y="327"/>
                    </a:cubicBezTo>
                    <a:lnTo>
                      <a:pt x="164" y="405"/>
                    </a:lnTo>
                    <a:cubicBezTo>
                      <a:pt x="202" y="424"/>
                      <a:pt x="240" y="432"/>
                      <a:pt x="275" y="432"/>
                    </a:cubicBezTo>
                    <a:cubicBezTo>
                      <a:pt x="428" y="432"/>
                      <a:pt x="536" y="268"/>
                      <a:pt x="473" y="121"/>
                    </a:cubicBezTo>
                    <a:lnTo>
                      <a:pt x="370" y="18"/>
                    </a:lnTo>
                    <a:cubicBezTo>
                      <a:pt x="337" y="6"/>
                      <a:pt x="304" y="0"/>
                      <a:pt x="273"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35"/>
              <p:cNvSpPr/>
              <p:nvPr/>
            </p:nvSpPr>
            <p:spPr>
              <a:xfrm>
                <a:off x="8905375" y="1843300"/>
                <a:ext cx="13375" cy="10900"/>
              </a:xfrm>
              <a:custGeom>
                <a:avLst/>
                <a:gdLst/>
                <a:ahLst/>
                <a:cxnLst/>
                <a:rect l="l" t="t" r="r" b="b"/>
                <a:pathLst>
                  <a:path w="535" h="436" extrusionOk="0">
                    <a:moveTo>
                      <a:pt x="252" y="1"/>
                    </a:moveTo>
                    <a:cubicBezTo>
                      <a:pt x="103" y="1"/>
                      <a:pt x="0" y="149"/>
                      <a:pt x="62" y="314"/>
                    </a:cubicBezTo>
                    <a:lnTo>
                      <a:pt x="165" y="417"/>
                    </a:lnTo>
                    <a:cubicBezTo>
                      <a:pt x="198" y="429"/>
                      <a:pt x="231" y="435"/>
                      <a:pt x="262" y="435"/>
                    </a:cubicBezTo>
                    <a:cubicBezTo>
                      <a:pt x="422" y="435"/>
                      <a:pt x="534" y="281"/>
                      <a:pt x="448" y="108"/>
                    </a:cubicBezTo>
                    <a:cubicBezTo>
                      <a:pt x="448" y="82"/>
                      <a:pt x="422" y="56"/>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6" name="Google Shape;8106;p35"/>
              <p:cNvSpPr/>
              <p:nvPr/>
            </p:nvSpPr>
            <p:spPr>
              <a:xfrm>
                <a:off x="9015425" y="2263775"/>
                <a:ext cx="13375" cy="10875"/>
              </a:xfrm>
              <a:custGeom>
                <a:avLst/>
                <a:gdLst/>
                <a:ahLst/>
                <a:cxnLst/>
                <a:rect l="l" t="t" r="r" b="b"/>
                <a:pathLst>
                  <a:path w="535" h="435" extrusionOk="0">
                    <a:moveTo>
                      <a:pt x="273" y="1"/>
                    </a:moveTo>
                    <a:cubicBezTo>
                      <a:pt x="113" y="1"/>
                      <a:pt x="1" y="155"/>
                      <a:pt x="87" y="328"/>
                    </a:cubicBezTo>
                    <a:lnTo>
                      <a:pt x="164" y="405"/>
                    </a:lnTo>
                    <a:cubicBezTo>
                      <a:pt x="206"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35"/>
              <p:cNvSpPr/>
              <p:nvPr/>
            </p:nvSpPr>
            <p:spPr>
              <a:xfrm>
                <a:off x="8902875" y="262325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71" y="53"/>
                      <a:pt x="419"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35"/>
              <p:cNvSpPr/>
              <p:nvPr/>
            </p:nvSpPr>
            <p:spPr>
              <a:xfrm>
                <a:off x="8452450" y="2780900"/>
                <a:ext cx="13350" cy="11050"/>
              </a:xfrm>
              <a:custGeom>
                <a:avLst/>
                <a:gdLst/>
                <a:ahLst/>
                <a:cxnLst/>
                <a:rect l="l" t="t" r="r" b="b"/>
                <a:pathLst>
                  <a:path w="534" h="442" extrusionOk="0">
                    <a:moveTo>
                      <a:pt x="258" y="0"/>
                    </a:moveTo>
                    <a:cubicBezTo>
                      <a:pt x="105" y="0"/>
                      <a:pt x="1" y="164"/>
                      <a:pt x="85" y="311"/>
                    </a:cubicBezTo>
                    <a:lnTo>
                      <a:pt x="162" y="414"/>
                    </a:lnTo>
                    <a:cubicBezTo>
                      <a:pt x="200" y="433"/>
                      <a:pt x="237" y="441"/>
                      <a:pt x="272" y="441"/>
                    </a:cubicBezTo>
                    <a:cubicBezTo>
                      <a:pt x="426" y="441"/>
                      <a:pt x="534" y="277"/>
                      <a:pt x="471" y="131"/>
                    </a:cubicBezTo>
                    <a:cubicBezTo>
                      <a:pt x="419" y="53"/>
                      <a:pt x="394" y="28"/>
                      <a:pt x="368" y="28"/>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35"/>
              <p:cNvSpPr/>
              <p:nvPr/>
            </p:nvSpPr>
            <p:spPr>
              <a:xfrm>
                <a:off x="8411925" y="2908950"/>
                <a:ext cx="13875" cy="11050"/>
              </a:xfrm>
              <a:custGeom>
                <a:avLst/>
                <a:gdLst/>
                <a:ahLst/>
                <a:cxnLst/>
                <a:rect l="l" t="t" r="r" b="b"/>
                <a:pathLst>
                  <a:path w="555" h="442" extrusionOk="0">
                    <a:moveTo>
                      <a:pt x="267" y="0"/>
                    </a:moveTo>
                    <a:cubicBezTo>
                      <a:pt x="122" y="0"/>
                      <a:pt x="0" y="164"/>
                      <a:pt x="84" y="311"/>
                    </a:cubicBezTo>
                    <a:lnTo>
                      <a:pt x="187" y="414"/>
                    </a:lnTo>
                    <a:cubicBezTo>
                      <a:pt x="221" y="433"/>
                      <a:pt x="255" y="441"/>
                      <a:pt x="288" y="441"/>
                    </a:cubicBezTo>
                    <a:cubicBezTo>
                      <a:pt x="433" y="441"/>
                      <a:pt x="554" y="277"/>
                      <a:pt x="470" y="131"/>
                    </a:cubicBezTo>
                    <a:cubicBezTo>
                      <a:pt x="445" y="53"/>
                      <a:pt x="419" y="28"/>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35"/>
              <p:cNvSpPr/>
              <p:nvPr/>
            </p:nvSpPr>
            <p:spPr>
              <a:xfrm>
                <a:off x="8955050" y="325570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4" y="435"/>
                      <a:pt x="555" y="280"/>
                      <a:pt x="469" y="108"/>
                    </a:cubicBezTo>
                    <a:cubicBezTo>
                      <a:pt x="469" y="56"/>
                      <a:pt x="443" y="31"/>
                      <a:pt x="366" y="31"/>
                    </a:cubicBez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35"/>
              <p:cNvSpPr/>
              <p:nvPr/>
            </p:nvSpPr>
            <p:spPr>
              <a:xfrm>
                <a:off x="9032875" y="3289225"/>
                <a:ext cx="13875" cy="11050"/>
              </a:xfrm>
              <a:custGeom>
                <a:avLst/>
                <a:gdLst/>
                <a:ahLst/>
                <a:cxnLst/>
                <a:rect l="l" t="t" r="r" b="b"/>
                <a:pathLst>
                  <a:path w="555" h="442" extrusionOk="0">
                    <a:moveTo>
                      <a:pt x="267" y="1"/>
                    </a:moveTo>
                    <a:cubicBezTo>
                      <a:pt x="121" y="1"/>
                      <a:pt x="0" y="164"/>
                      <a:pt x="84" y="311"/>
                    </a:cubicBezTo>
                    <a:lnTo>
                      <a:pt x="187" y="414"/>
                    </a:lnTo>
                    <a:cubicBezTo>
                      <a:pt x="220" y="433"/>
                      <a:pt x="255" y="442"/>
                      <a:pt x="288" y="442"/>
                    </a:cubicBezTo>
                    <a:cubicBezTo>
                      <a:pt x="433" y="442"/>
                      <a:pt x="554" y="278"/>
                      <a:pt x="470" y="131"/>
                    </a:cubicBezTo>
                    <a:cubicBezTo>
                      <a:pt x="470" y="105"/>
                      <a:pt x="444"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35"/>
              <p:cNvSpPr/>
              <p:nvPr/>
            </p:nvSpPr>
            <p:spPr>
              <a:xfrm>
                <a:off x="8255400" y="2804300"/>
                <a:ext cx="13350" cy="10875"/>
              </a:xfrm>
              <a:custGeom>
                <a:avLst/>
                <a:gdLst/>
                <a:ahLst/>
                <a:cxnLst/>
                <a:rect l="l" t="t" r="r" b="b"/>
                <a:pathLst>
                  <a:path w="534" h="435" extrusionOk="0">
                    <a:moveTo>
                      <a:pt x="277" y="0"/>
                    </a:moveTo>
                    <a:cubicBezTo>
                      <a:pt x="116" y="0"/>
                      <a:pt x="0" y="155"/>
                      <a:pt x="65" y="327"/>
                    </a:cubicBezTo>
                    <a:lnTo>
                      <a:pt x="168" y="404"/>
                    </a:lnTo>
                    <a:cubicBezTo>
                      <a:pt x="209" y="425"/>
                      <a:pt x="249" y="434"/>
                      <a:pt x="286" y="434"/>
                    </a:cubicBezTo>
                    <a:cubicBezTo>
                      <a:pt x="435" y="434"/>
                      <a:pt x="534" y="286"/>
                      <a:pt x="451" y="121"/>
                    </a:cubicBezTo>
                    <a:cubicBezTo>
                      <a:pt x="451" y="95"/>
                      <a:pt x="425" y="70"/>
                      <a:pt x="374" y="18"/>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35"/>
              <p:cNvSpPr/>
              <p:nvPr/>
            </p:nvSpPr>
            <p:spPr>
              <a:xfrm>
                <a:off x="8371300" y="3085825"/>
                <a:ext cx="13300" cy="11125"/>
              </a:xfrm>
              <a:custGeom>
                <a:avLst/>
                <a:gdLst/>
                <a:ahLst/>
                <a:cxnLst/>
                <a:rect l="l" t="t" r="r" b="b"/>
                <a:pathLst>
                  <a:path w="532" h="445" extrusionOk="0">
                    <a:moveTo>
                      <a:pt x="252" y="1"/>
                    </a:moveTo>
                    <a:cubicBezTo>
                      <a:pt x="103" y="1"/>
                      <a:pt x="0" y="149"/>
                      <a:pt x="62" y="314"/>
                    </a:cubicBezTo>
                    <a:lnTo>
                      <a:pt x="165" y="417"/>
                    </a:lnTo>
                    <a:cubicBezTo>
                      <a:pt x="203" y="436"/>
                      <a:pt x="240" y="444"/>
                      <a:pt x="275" y="444"/>
                    </a:cubicBezTo>
                    <a:cubicBezTo>
                      <a:pt x="428" y="444"/>
                      <a:pt x="532" y="280"/>
                      <a:pt x="448" y="134"/>
                    </a:cubicBezTo>
                    <a:lnTo>
                      <a:pt x="371" y="31"/>
                    </a:ln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35"/>
              <p:cNvSpPr/>
              <p:nvPr/>
            </p:nvSpPr>
            <p:spPr>
              <a:xfrm>
                <a:off x="8429950" y="3193350"/>
                <a:ext cx="13300" cy="11100"/>
              </a:xfrm>
              <a:custGeom>
                <a:avLst/>
                <a:gdLst/>
                <a:ahLst/>
                <a:cxnLst/>
                <a:rect l="l" t="t" r="r" b="b"/>
                <a:pathLst>
                  <a:path w="532" h="444" extrusionOk="0">
                    <a:moveTo>
                      <a:pt x="257" y="0"/>
                    </a:moveTo>
                    <a:cubicBezTo>
                      <a:pt x="104" y="0"/>
                      <a:pt x="0" y="164"/>
                      <a:pt x="84" y="311"/>
                    </a:cubicBezTo>
                    <a:lnTo>
                      <a:pt x="161" y="414"/>
                    </a:lnTo>
                    <a:cubicBezTo>
                      <a:pt x="202" y="435"/>
                      <a:pt x="243" y="444"/>
                      <a:pt x="280" y="444"/>
                    </a:cubicBezTo>
                    <a:cubicBezTo>
                      <a:pt x="429" y="444"/>
                      <a:pt x="532" y="296"/>
                      <a:pt x="470" y="131"/>
                    </a:cubicBezTo>
                    <a:cubicBezTo>
                      <a:pt x="470" y="105"/>
                      <a:pt x="419" y="80"/>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35"/>
              <p:cNvSpPr/>
              <p:nvPr/>
            </p:nvSpPr>
            <p:spPr>
              <a:xfrm>
                <a:off x="8635850" y="3388950"/>
                <a:ext cx="13350" cy="11075"/>
              </a:xfrm>
              <a:custGeom>
                <a:avLst/>
                <a:gdLst/>
                <a:ahLst/>
                <a:cxnLst/>
                <a:rect l="l" t="t" r="r" b="b"/>
                <a:pathLst>
                  <a:path w="534" h="443" extrusionOk="0">
                    <a:moveTo>
                      <a:pt x="257" y="1"/>
                    </a:moveTo>
                    <a:cubicBezTo>
                      <a:pt x="105" y="1"/>
                      <a:pt x="0" y="165"/>
                      <a:pt x="84" y="312"/>
                    </a:cubicBezTo>
                    <a:lnTo>
                      <a:pt x="162" y="415"/>
                    </a:lnTo>
                    <a:cubicBezTo>
                      <a:pt x="200" y="434"/>
                      <a:pt x="237" y="442"/>
                      <a:pt x="272" y="442"/>
                    </a:cubicBezTo>
                    <a:cubicBezTo>
                      <a:pt x="425" y="442"/>
                      <a:pt x="533" y="278"/>
                      <a:pt x="470" y="131"/>
                    </a:cubicBezTo>
                    <a:lnTo>
                      <a:pt x="367" y="29"/>
                    </a:ln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35"/>
              <p:cNvSpPr/>
              <p:nvPr/>
            </p:nvSpPr>
            <p:spPr>
              <a:xfrm>
                <a:off x="8696225" y="3401825"/>
                <a:ext cx="13325" cy="11050"/>
              </a:xfrm>
              <a:custGeom>
                <a:avLst/>
                <a:gdLst/>
                <a:ahLst/>
                <a:cxnLst/>
                <a:rect l="l" t="t" r="r" b="b"/>
                <a:pathLst>
                  <a:path w="533" h="442" extrusionOk="0">
                    <a:moveTo>
                      <a:pt x="262" y="1"/>
                    </a:moveTo>
                    <a:cubicBezTo>
                      <a:pt x="108" y="1"/>
                      <a:pt x="0" y="165"/>
                      <a:pt x="63" y="311"/>
                    </a:cubicBezTo>
                    <a:lnTo>
                      <a:pt x="166" y="414"/>
                    </a:lnTo>
                    <a:cubicBezTo>
                      <a:pt x="204" y="433"/>
                      <a:pt x="241" y="442"/>
                      <a:pt x="276" y="442"/>
                    </a:cubicBezTo>
                    <a:cubicBezTo>
                      <a:pt x="429" y="442"/>
                      <a:pt x="533" y="278"/>
                      <a:pt x="449" y="131"/>
                    </a:cubicBezTo>
                    <a:lnTo>
                      <a:pt x="372" y="28"/>
                    </a:lnTo>
                    <a:cubicBezTo>
                      <a:pt x="334" y="9"/>
                      <a:pt x="296"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7" name="Google Shape;8117;p35"/>
              <p:cNvSpPr/>
              <p:nvPr/>
            </p:nvSpPr>
            <p:spPr>
              <a:xfrm>
                <a:off x="8823125" y="3291750"/>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cubicBezTo>
                      <a:pt x="469" y="82"/>
                      <a:pt x="444" y="56"/>
                      <a:pt x="366" y="30"/>
                    </a:cubicBez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35"/>
              <p:cNvSpPr/>
              <p:nvPr/>
            </p:nvSpPr>
            <p:spPr>
              <a:xfrm>
                <a:off x="9065075" y="3017625"/>
                <a:ext cx="13900" cy="10875"/>
              </a:xfrm>
              <a:custGeom>
                <a:avLst/>
                <a:gdLst/>
                <a:ahLst/>
                <a:cxnLst/>
                <a:rect l="l" t="t" r="r" b="b"/>
                <a:pathLst>
                  <a:path w="556" h="435" extrusionOk="0">
                    <a:moveTo>
                      <a:pt x="258" y="1"/>
                    </a:moveTo>
                    <a:cubicBezTo>
                      <a:pt x="116" y="1"/>
                      <a:pt x="1" y="149"/>
                      <a:pt x="83" y="314"/>
                    </a:cubicBezTo>
                    <a:lnTo>
                      <a:pt x="186" y="417"/>
                    </a:lnTo>
                    <a:cubicBezTo>
                      <a:pt x="215" y="429"/>
                      <a:pt x="245" y="435"/>
                      <a:pt x="274" y="435"/>
                    </a:cubicBezTo>
                    <a:cubicBezTo>
                      <a:pt x="425" y="435"/>
                      <a:pt x="555" y="280"/>
                      <a:pt x="469" y="108"/>
                    </a:cubicBezTo>
                    <a:cubicBezTo>
                      <a:pt x="469" y="82"/>
                      <a:pt x="443" y="56"/>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35"/>
              <p:cNvSpPr/>
              <p:nvPr/>
            </p:nvSpPr>
            <p:spPr>
              <a:xfrm>
                <a:off x="9145475" y="2860675"/>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cubicBezTo>
                      <a:pt x="470" y="80"/>
                      <a:pt x="445" y="54"/>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35"/>
              <p:cNvSpPr/>
              <p:nvPr/>
            </p:nvSpPr>
            <p:spPr>
              <a:xfrm>
                <a:off x="9030825" y="3183700"/>
                <a:ext cx="13300" cy="11100"/>
              </a:xfrm>
              <a:custGeom>
                <a:avLst/>
                <a:gdLst/>
                <a:ahLst/>
                <a:cxnLst/>
                <a:rect l="l" t="t" r="r" b="b"/>
                <a:pathLst>
                  <a:path w="532" h="444" extrusionOk="0">
                    <a:moveTo>
                      <a:pt x="262" y="0"/>
                    </a:moveTo>
                    <a:cubicBezTo>
                      <a:pt x="108" y="0"/>
                      <a:pt x="0" y="164"/>
                      <a:pt x="63" y="311"/>
                    </a:cubicBezTo>
                    <a:lnTo>
                      <a:pt x="166" y="414"/>
                    </a:lnTo>
                    <a:cubicBezTo>
                      <a:pt x="207" y="435"/>
                      <a:pt x="247" y="444"/>
                      <a:pt x="284" y="444"/>
                    </a:cubicBezTo>
                    <a:cubicBezTo>
                      <a:pt x="433" y="444"/>
                      <a:pt x="532" y="296"/>
                      <a:pt x="449" y="131"/>
                    </a:cubicBezTo>
                    <a:cubicBezTo>
                      <a:pt x="449" y="79"/>
                      <a:pt x="423"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35"/>
              <p:cNvSpPr/>
              <p:nvPr/>
            </p:nvSpPr>
            <p:spPr>
              <a:xfrm>
                <a:off x="9104825" y="2761575"/>
                <a:ext cx="13325" cy="11075"/>
              </a:xfrm>
              <a:custGeom>
                <a:avLst/>
                <a:gdLst/>
                <a:ahLst/>
                <a:cxnLst/>
                <a:rect l="l" t="t" r="r" b="b"/>
                <a:pathLst>
                  <a:path w="533" h="443" extrusionOk="0">
                    <a:moveTo>
                      <a:pt x="262" y="1"/>
                    </a:moveTo>
                    <a:cubicBezTo>
                      <a:pt x="108" y="1"/>
                      <a:pt x="0" y="165"/>
                      <a:pt x="63" y="312"/>
                    </a:cubicBezTo>
                    <a:lnTo>
                      <a:pt x="166" y="415"/>
                    </a:lnTo>
                    <a:cubicBezTo>
                      <a:pt x="204" y="434"/>
                      <a:pt x="241" y="442"/>
                      <a:pt x="276" y="442"/>
                    </a:cubicBezTo>
                    <a:cubicBezTo>
                      <a:pt x="429" y="442"/>
                      <a:pt x="533" y="278"/>
                      <a:pt x="449" y="131"/>
                    </a:cubicBezTo>
                    <a:lnTo>
                      <a:pt x="372" y="29"/>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35"/>
              <p:cNvSpPr/>
              <p:nvPr/>
            </p:nvSpPr>
            <p:spPr>
              <a:xfrm>
                <a:off x="9171200" y="2330475"/>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7"/>
                      <a:pt x="471" y="131"/>
                    </a:cubicBezTo>
                    <a:cubicBezTo>
                      <a:pt x="445" y="53"/>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35"/>
              <p:cNvSpPr/>
              <p:nvPr/>
            </p:nvSpPr>
            <p:spPr>
              <a:xfrm>
                <a:off x="9223800" y="1954925"/>
                <a:ext cx="13375" cy="10875"/>
              </a:xfrm>
              <a:custGeom>
                <a:avLst/>
                <a:gdLst/>
                <a:ahLst/>
                <a:cxnLst/>
                <a:rect l="l" t="t" r="r" b="b"/>
                <a:pathLst>
                  <a:path w="535" h="435" extrusionOk="0">
                    <a:moveTo>
                      <a:pt x="278" y="0"/>
                    </a:moveTo>
                    <a:cubicBezTo>
                      <a:pt x="117" y="0"/>
                      <a:pt x="1" y="155"/>
                      <a:pt x="66" y="327"/>
                    </a:cubicBezTo>
                    <a:lnTo>
                      <a:pt x="169" y="405"/>
                    </a:lnTo>
                    <a:cubicBezTo>
                      <a:pt x="210" y="425"/>
                      <a:pt x="250" y="434"/>
                      <a:pt x="287" y="434"/>
                    </a:cubicBezTo>
                    <a:cubicBezTo>
                      <a:pt x="435" y="434"/>
                      <a:pt x="534" y="286"/>
                      <a:pt x="452" y="121"/>
                    </a:cubicBezTo>
                    <a:lnTo>
                      <a:pt x="375" y="18"/>
                    </a:lnTo>
                    <a:cubicBezTo>
                      <a:pt x="341" y="6"/>
                      <a:pt x="309" y="0"/>
                      <a:pt x="27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35"/>
              <p:cNvSpPr/>
              <p:nvPr/>
            </p:nvSpPr>
            <p:spPr>
              <a:xfrm>
                <a:off x="8950375" y="1600150"/>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5" y="8"/>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35"/>
              <p:cNvSpPr/>
              <p:nvPr/>
            </p:nvSpPr>
            <p:spPr>
              <a:xfrm>
                <a:off x="7816075" y="1641325"/>
                <a:ext cx="13350" cy="11050"/>
              </a:xfrm>
              <a:custGeom>
                <a:avLst/>
                <a:gdLst/>
                <a:ahLst/>
                <a:cxnLst/>
                <a:rect l="l" t="t" r="r" b="b"/>
                <a:pathLst>
                  <a:path w="534" h="442" extrusionOk="0">
                    <a:moveTo>
                      <a:pt x="267" y="0"/>
                    </a:moveTo>
                    <a:cubicBezTo>
                      <a:pt x="122" y="0"/>
                      <a:pt x="0" y="164"/>
                      <a:pt x="84" y="311"/>
                    </a:cubicBezTo>
                    <a:lnTo>
                      <a:pt x="187" y="414"/>
                    </a:lnTo>
                    <a:cubicBezTo>
                      <a:pt x="221" y="433"/>
                      <a:pt x="254" y="441"/>
                      <a:pt x="286" y="441"/>
                    </a:cubicBezTo>
                    <a:cubicBezTo>
                      <a:pt x="425" y="441"/>
                      <a:pt x="533" y="278"/>
                      <a:pt x="470" y="131"/>
                    </a:cubicBezTo>
                    <a:cubicBezTo>
                      <a:pt x="470" y="79"/>
                      <a:pt x="419" y="54"/>
                      <a:pt x="367" y="28"/>
                    </a:cubicBezTo>
                    <a:cubicBezTo>
                      <a:pt x="334"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35"/>
              <p:cNvSpPr/>
              <p:nvPr/>
            </p:nvSpPr>
            <p:spPr>
              <a:xfrm>
                <a:off x="7430575" y="1813350"/>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8"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35"/>
              <p:cNvSpPr/>
              <p:nvPr/>
            </p:nvSpPr>
            <p:spPr>
              <a:xfrm>
                <a:off x="7085050" y="2868625"/>
                <a:ext cx="13375" cy="10900"/>
              </a:xfrm>
              <a:custGeom>
                <a:avLst/>
                <a:gdLst/>
                <a:ahLst/>
                <a:cxnLst/>
                <a:rect l="l" t="t" r="r" b="b"/>
                <a:pathLst>
                  <a:path w="535" h="436" extrusionOk="0">
                    <a:moveTo>
                      <a:pt x="273" y="1"/>
                    </a:moveTo>
                    <a:cubicBezTo>
                      <a:pt x="113" y="1"/>
                      <a:pt x="0" y="155"/>
                      <a:pt x="86" y="328"/>
                    </a:cubicBezTo>
                    <a:lnTo>
                      <a:pt x="164" y="405"/>
                    </a:lnTo>
                    <a:cubicBezTo>
                      <a:pt x="205" y="426"/>
                      <a:pt x="245" y="435"/>
                      <a:pt x="282" y="435"/>
                    </a:cubicBezTo>
                    <a:cubicBezTo>
                      <a:pt x="431" y="435"/>
                      <a:pt x="534" y="287"/>
                      <a:pt x="472" y="122"/>
                    </a:cubicBezTo>
                    <a:cubicBezTo>
                      <a:pt x="472" y="96"/>
                      <a:pt x="421" y="71"/>
                      <a:pt x="369" y="19"/>
                    </a:cubicBezTo>
                    <a:cubicBezTo>
                      <a:pt x="336" y="7"/>
                      <a:pt x="303"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35"/>
              <p:cNvSpPr/>
              <p:nvPr/>
            </p:nvSpPr>
            <p:spPr>
              <a:xfrm>
                <a:off x="7285250" y="3056875"/>
                <a:ext cx="13350" cy="10875"/>
              </a:xfrm>
              <a:custGeom>
                <a:avLst/>
                <a:gdLst/>
                <a:ahLst/>
                <a:cxnLst/>
                <a:rect l="l" t="t" r="r" b="b"/>
                <a:pathLst>
                  <a:path w="534" h="435" extrusionOk="0">
                    <a:moveTo>
                      <a:pt x="258" y="1"/>
                    </a:moveTo>
                    <a:cubicBezTo>
                      <a:pt x="116" y="1"/>
                      <a:pt x="1" y="149"/>
                      <a:pt x="83" y="314"/>
                    </a:cubicBezTo>
                    <a:lnTo>
                      <a:pt x="186" y="417"/>
                    </a:lnTo>
                    <a:cubicBezTo>
                      <a:pt x="215" y="429"/>
                      <a:pt x="244" y="435"/>
                      <a:pt x="272" y="435"/>
                    </a:cubicBezTo>
                    <a:cubicBezTo>
                      <a:pt x="418" y="435"/>
                      <a:pt x="534" y="280"/>
                      <a:pt x="469" y="108"/>
                    </a:cubicBezTo>
                    <a:cubicBezTo>
                      <a:pt x="469" y="82"/>
                      <a:pt x="418" y="30"/>
                      <a:pt x="366" y="30"/>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35"/>
              <p:cNvSpPr/>
              <p:nvPr/>
            </p:nvSpPr>
            <p:spPr>
              <a:xfrm>
                <a:off x="7459525" y="3438750"/>
                <a:ext cx="13900" cy="10875"/>
              </a:xfrm>
              <a:custGeom>
                <a:avLst/>
                <a:gdLst/>
                <a:ahLst/>
                <a:cxnLst/>
                <a:rect l="l" t="t" r="r" b="b"/>
                <a:pathLst>
                  <a:path w="556" h="435" extrusionOk="0">
                    <a:moveTo>
                      <a:pt x="282" y="0"/>
                    </a:moveTo>
                    <a:cubicBezTo>
                      <a:pt x="132" y="0"/>
                      <a:pt x="1" y="155"/>
                      <a:pt x="87" y="327"/>
                    </a:cubicBezTo>
                    <a:lnTo>
                      <a:pt x="190" y="404"/>
                    </a:lnTo>
                    <a:cubicBezTo>
                      <a:pt x="226" y="425"/>
                      <a:pt x="263" y="434"/>
                      <a:pt x="299" y="434"/>
                    </a:cubicBezTo>
                    <a:cubicBezTo>
                      <a:pt x="440" y="434"/>
                      <a:pt x="556" y="286"/>
                      <a:pt x="473" y="121"/>
                    </a:cubicBezTo>
                    <a:lnTo>
                      <a:pt x="370" y="18"/>
                    </a:ln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0" name="Google Shape;8130;p35"/>
              <p:cNvSpPr/>
              <p:nvPr/>
            </p:nvSpPr>
            <p:spPr>
              <a:xfrm>
                <a:off x="8236900" y="2658000"/>
                <a:ext cx="13350" cy="11050"/>
              </a:xfrm>
              <a:custGeom>
                <a:avLst/>
                <a:gdLst/>
                <a:ahLst/>
                <a:cxnLst/>
                <a:rect l="l" t="t" r="r" b="b"/>
                <a:pathLst>
                  <a:path w="534" h="442" extrusionOk="0">
                    <a:moveTo>
                      <a:pt x="257" y="0"/>
                    </a:moveTo>
                    <a:cubicBezTo>
                      <a:pt x="105" y="0"/>
                      <a:pt x="1" y="164"/>
                      <a:pt x="84" y="311"/>
                    </a:cubicBezTo>
                    <a:lnTo>
                      <a:pt x="162" y="414"/>
                    </a:lnTo>
                    <a:cubicBezTo>
                      <a:pt x="200" y="433"/>
                      <a:pt x="237" y="441"/>
                      <a:pt x="272" y="441"/>
                    </a:cubicBezTo>
                    <a:cubicBezTo>
                      <a:pt x="425" y="441"/>
                      <a:pt x="533" y="277"/>
                      <a:pt x="470" y="131"/>
                    </a:cubicBezTo>
                    <a:cubicBezTo>
                      <a:pt x="470" y="79"/>
                      <a:pt x="393" y="53"/>
                      <a:pt x="368"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35"/>
              <p:cNvSpPr/>
              <p:nvPr/>
            </p:nvSpPr>
            <p:spPr>
              <a:xfrm>
                <a:off x="7440300" y="2268700"/>
                <a:ext cx="13850" cy="11050"/>
              </a:xfrm>
              <a:custGeom>
                <a:avLst/>
                <a:gdLst/>
                <a:ahLst/>
                <a:cxnLst/>
                <a:rect l="l" t="t" r="r" b="b"/>
                <a:pathLst>
                  <a:path w="554" h="442" extrusionOk="0">
                    <a:moveTo>
                      <a:pt x="266" y="0"/>
                    </a:moveTo>
                    <a:cubicBezTo>
                      <a:pt x="121" y="0"/>
                      <a:pt x="0" y="164"/>
                      <a:pt x="84" y="311"/>
                    </a:cubicBezTo>
                    <a:lnTo>
                      <a:pt x="187" y="414"/>
                    </a:lnTo>
                    <a:cubicBezTo>
                      <a:pt x="220" y="433"/>
                      <a:pt x="255" y="441"/>
                      <a:pt x="288" y="441"/>
                    </a:cubicBezTo>
                    <a:cubicBezTo>
                      <a:pt x="433" y="441"/>
                      <a:pt x="554" y="278"/>
                      <a:pt x="470" y="131"/>
                    </a:cubicBezTo>
                    <a:lnTo>
                      <a:pt x="367" y="28"/>
                    </a:lnTo>
                    <a:cubicBezTo>
                      <a:pt x="334" y="9"/>
                      <a:pt x="300"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35"/>
              <p:cNvSpPr/>
              <p:nvPr/>
            </p:nvSpPr>
            <p:spPr>
              <a:xfrm>
                <a:off x="7018175" y="2397375"/>
                <a:ext cx="13875" cy="11075"/>
              </a:xfrm>
              <a:custGeom>
                <a:avLst/>
                <a:gdLst/>
                <a:ahLst/>
                <a:cxnLst/>
                <a:rect l="l" t="t" r="r" b="b"/>
                <a:pathLst>
                  <a:path w="555" h="443" extrusionOk="0">
                    <a:moveTo>
                      <a:pt x="267" y="1"/>
                    </a:moveTo>
                    <a:cubicBezTo>
                      <a:pt x="122" y="1"/>
                      <a:pt x="1" y="165"/>
                      <a:pt x="84" y="312"/>
                    </a:cubicBezTo>
                    <a:lnTo>
                      <a:pt x="187" y="415"/>
                    </a:lnTo>
                    <a:cubicBezTo>
                      <a:pt x="221" y="434"/>
                      <a:pt x="255" y="442"/>
                      <a:pt x="288" y="442"/>
                    </a:cubicBezTo>
                    <a:cubicBezTo>
                      <a:pt x="433" y="442"/>
                      <a:pt x="554" y="278"/>
                      <a:pt x="471" y="131"/>
                    </a:cubicBezTo>
                    <a:cubicBezTo>
                      <a:pt x="471" y="80"/>
                      <a:pt x="445" y="54"/>
                      <a:pt x="368" y="29"/>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35"/>
              <p:cNvSpPr/>
              <p:nvPr/>
            </p:nvSpPr>
            <p:spPr>
              <a:xfrm>
                <a:off x="7278775" y="2703675"/>
                <a:ext cx="13875" cy="11050"/>
              </a:xfrm>
              <a:custGeom>
                <a:avLst/>
                <a:gdLst/>
                <a:ahLst/>
                <a:cxnLst/>
                <a:rect l="l" t="t" r="r" b="b"/>
                <a:pathLst>
                  <a:path w="555" h="442" extrusionOk="0">
                    <a:moveTo>
                      <a:pt x="267" y="1"/>
                    </a:moveTo>
                    <a:cubicBezTo>
                      <a:pt x="122" y="1"/>
                      <a:pt x="1" y="164"/>
                      <a:pt x="85" y="311"/>
                    </a:cubicBezTo>
                    <a:lnTo>
                      <a:pt x="188" y="414"/>
                    </a:lnTo>
                    <a:cubicBezTo>
                      <a:pt x="221" y="433"/>
                      <a:pt x="255" y="442"/>
                      <a:pt x="288" y="442"/>
                    </a:cubicBezTo>
                    <a:cubicBezTo>
                      <a:pt x="433" y="442"/>
                      <a:pt x="555" y="278"/>
                      <a:pt x="471" y="131"/>
                    </a:cubicBezTo>
                    <a:lnTo>
                      <a:pt x="368"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35"/>
              <p:cNvSpPr/>
              <p:nvPr/>
            </p:nvSpPr>
            <p:spPr>
              <a:xfrm>
                <a:off x="7203375" y="2153525"/>
                <a:ext cx="13350" cy="11050"/>
              </a:xfrm>
              <a:custGeom>
                <a:avLst/>
                <a:gdLst/>
                <a:ahLst/>
                <a:cxnLst/>
                <a:rect l="l" t="t" r="r" b="b"/>
                <a:pathLst>
                  <a:path w="534" h="442" extrusionOk="0">
                    <a:moveTo>
                      <a:pt x="262" y="0"/>
                    </a:moveTo>
                    <a:cubicBezTo>
                      <a:pt x="109" y="0"/>
                      <a:pt x="1" y="164"/>
                      <a:pt x="63" y="311"/>
                    </a:cubicBezTo>
                    <a:lnTo>
                      <a:pt x="166" y="414"/>
                    </a:lnTo>
                    <a:cubicBezTo>
                      <a:pt x="205" y="433"/>
                      <a:pt x="242" y="441"/>
                      <a:pt x="277" y="441"/>
                    </a:cubicBezTo>
                    <a:cubicBezTo>
                      <a:pt x="429" y="441"/>
                      <a:pt x="533" y="277"/>
                      <a:pt x="450" y="131"/>
                    </a:cubicBezTo>
                    <a:cubicBezTo>
                      <a:pt x="450" y="105"/>
                      <a:pt x="424" y="53"/>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35"/>
              <p:cNvSpPr/>
              <p:nvPr/>
            </p:nvSpPr>
            <p:spPr>
              <a:xfrm>
                <a:off x="7104350" y="1948475"/>
                <a:ext cx="13400" cy="10825"/>
              </a:xfrm>
              <a:custGeom>
                <a:avLst/>
                <a:gdLst/>
                <a:ahLst/>
                <a:cxnLst/>
                <a:rect l="l" t="t" r="r" b="b"/>
                <a:pathLst>
                  <a:path w="536" h="433" extrusionOk="0">
                    <a:moveTo>
                      <a:pt x="273" y="1"/>
                    </a:moveTo>
                    <a:cubicBezTo>
                      <a:pt x="113" y="1"/>
                      <a:pt x="0" y="155"/>
                      <a:pt x="86" y="328"/>
                    </a:cubicBezTo>
                    <a:lnTo>
                      <a:pt x="164" y="405"/>
                    </a:lnTo>
                    <a:cubicBezTo>
                      <a:pt x="202" y="424"/>
                      <a:pt x="239" y="433"/>
                      <a:pt x="274" y="433"/>
                    </a:cubicBezTo>
                    <a:cubicBezTo>
                      <a:pt x="428" y="433"/>
                      <a:pt x="535" y="269"/>
                      <a:pt x="473" y="122"/>
                    </a:cubicBezTo>
                    <a:cubicBezTo>
                      <a:pt x="473" y="96"/>
                      <a:pt x="421" y="71"/>
                      <a:pt x="370" y="19"/>
                    </a:cubicBezTo>
                    <a:cubicBezTo>
                      <a:pt x="336"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35"/>
              <p:cNvSpPr/>
              <p:nvPr/>
            </p:nvSpPr>
            <p:spPr>
              <a:xfrm>
                <a:off x="7017475" y="2052075"/>
                <a:ext cx="13450" cy="11250"/>
              </a:xfrm>
              <a:custGeom>
                <a:avLst/>
                <a:gdLst/>
                <a:ahLst/>
                <a:cxnLst/>
                <a:rect l="l" t="t" r="r" b="b"/>
                <a:pathLst>
                  <a:path w="538" h="450" extrusionOk="0">
                    <a:moveTo>
                      <a:pt x="273" y="1"/>
                    </a:moveTo>
                    <a:cubicBezTo>
                      <a:pt x="113" y="1"/>
                      <a:pt x="0" y="155"/>
                      <a:pt x="87" y="328"/>
                    </a:cubicBezTo>
                    <a:lnTo>
                      <a:pt x="164" y="431"/>
                    </a:lnTo>
                    <a:cubicBezTo>
                      <a:pt x="197" y="443"/>
                      <a:pt x="230" y="449"/>
                      <a:pt x="261" y="449"/>
                    </a:cubicBezTo>
                    <a:cubicBezTo>
                      <a:pt x="421" y="449"/>
                      <a:pt x="538" y="295"/>
                      <a:pt x="473" y="122"/>
                    </a:cubicBezTo>
                    <a:cubicBezTo>
                      <a:pt x="473" y="96"/>
                      <a:pt x="421" y="70"/>
                      <a:pt x="370" y="19"/>
                    </a:cubicBez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35"/>
              <p:cNvSpPr/>
              <p:nvPr/>
            </p:nvSpPr>
            <p:spPr>
              <a:xfrm>
                <a:off x="6891300" y="2181825"/>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cubicBezTo>
                      <a:pt x="449" y="80"/>
                      <a:pt x="398" y="54"/>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35"/>
              <p:cNvSpPr/>
              <p:nvPr/>
            </p:nvSpPr>
            <p:spPr>
              <a:xfrm>
                <a:off x="7088250" y="1427275"/>
                <a:ext cx="13375" cy="10875"/>
              </a:xfrm>
              <a:custGeom>
                <a:avLst/>
                <a:gdLst/>
                <a:ahLst/>
                <a:cxnLst/>
                <a:rect l="l" t="t" r="r" b="b"/>
                <a:pathLst>
                  <a:path w="535" h="435" extrusionOk="0">
                    <a:moveTo>
                      <a:pt x="273" y="1"/>
                    </a:moveTo>
                    <a:cubicBezTo>
                      <a:pt x="113" y="1"/>
                      <a:pt x="1" y="155"/>
                      <a:pt x="87" y="328"/>
                    </a:cubicBezTo>
                    <a:lnTo>
                      <a:pt x="164" y="405"/>
                    </a:lnTo>
                    <a:cubicBezTo>
                      <a:pt x="205" y="426"/>
                      <a:pt x="246" y="435"/>
                      <a:pt x="283" y="435"/>
                    </a:cubicBezTo>
                    <a:cubicBezTo>
                      <a:pt x="432" y="435"/>
                      <a:pt x="535" y="287"/>
                      <a:pt x="473" y="122"/>
                    </a:cubicBezTo>
                    <a:lnTo>
                      <a:pt x="370" y="19"/>
                    </a:lnTo>
                    <a:cubicBezTo>
                      <a:pt x="337"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35"/>
              <p:cNvSpPr/>
              <p:nvPr/>
            </p:nvSpPr>
            <p:spPr>
              <a:xfrm>
                <a:off x="7758175" y="1612375"/>
                <a:ext cx="13850" cy="11050"/>
              </a:xfrm>
              <a:custGeom>
                <a:avLst/>
                <a:gdLst/>
                <a:ahLst/>
                <a:cxnLst/>
                <a:rect l="l" t="t" r="r" b="b"/>
                <a:pathLst>
                  <a:path w="554" h="442" extrusionOk="0">
                    <a:moveTo>
                      <a:pt x="266" y="0"/>
                    </a:moveTo>
                    <a:cubicBezTo>
                      <a:pt x="121" y="0"/>
                      <a:pt x="0" y="164"/>
                      <a:pt x="84" y="311"/>
                    </a:cubicBezTo>
                    <a:lnTo>
                      <a:pt x="187" y="414"/>
                    </a:lnTo>
                    <a:cubicBezTo>
                      <a:pt x="220" y="433"/>
                      <a:pt x="254" y="441"/>
                      <a:pt x="287" y="441"/>
                    </a:cubicBezTo>
                    <a:cubicBezTo>
                      <a:pt x="433" y="441"/>
                      <a:pt x="554" y="277"/>
                      <a:pt x="470" y="131"/>
                    </a:cubicBezTo>
                    <a:lnTo>
                      <a:pt x="367" y="28"/>
                    </a:lnTo>
                    <a:cubicBezTo>
                      <a:pt x="334" y="9"/>
                      <a:pt x="299" y="0"/>
                      <a:pt x="266"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35"/>
              <p:cNvSpPr/>
              <p:nvPr/>
            </p:nvSpPr>
            <p:spPr>
              <a:xfrm>
                <a:off x="7732375" y="1649275"/>
                <a:ext cx="13375" cy="10875"/>
              </a:xfrm>
              <a:custGeom>
                <a:avLst/>
                <a:gdLst/>
                <a:ahLst/>
                <a:cxnLst/>
                <a:rect l="l" t="t" r="r" b="b"/>
                <a:pathLst>
                  <a:path w="535" h="435" extrusionOk="0">
                    <a:moveTo>
                      <a:pt x="281" y="0"/>
                    </a:moveTo>
                    <a:cubicBezTo>
                      <a:pt x="131" y="0"/>
                      <a:pt x="0" y="155"/>
                      <a:pt x="86" y="328"/>
                    </a:cubicBezTo>
                    <a:lnTo>
                      <a:pt x="189" y="405"/>
                    </a:lnTo>
                    <a:cubicBezTo>
                      <a:pt x="225" y="425"/>
                      <a:pt x="261" y="435"/>
                      <a:pt x="295" y="435"/>
                    </a:cubicBezTo>
                    <a:cubicBezTo>
                      <a:pt x="431" y="435"/>
                      <a:pt x="534" y="286"/>
                      <a:pt x="472" y="122"/>
                    </a:cubicBezTo>
                    <a:cubicBezTo>
                      <a:pt x="472" y="70"/>
                      <a:pt x="447" y="19"/>
                      <a:pt x="369" y="19"/>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35"/>
              <p:cNvSpPr/>
              <p:nvPr/>
            </p:nvSpPr>
            <p:spPr>
              <a:xfrm>
                <a:off x="8054150" y="1497175"/>
                <a:ext cx="13875" cy="11075"/>
              </a:xfrm>
              <a:custGeom>
                <a:avLst/>
                <a:gdLst/>
                <a:ahLst/>
                <a:cxnLst/>
                <a:rect l="l" t="t" r="r" b="b"/>
                <a:pathLst>
                  <a:path w="555" h="443" extrusionOk="0">
                    <a:moveTo>
                      <a:pt x="267" y="1"/>
                    </a:moveTo>
                    <a:cubicBezTo>
                      <a:pt x="122" y="1"/>
                      <a:pt x="1" y="165"/>
                      <a:pt x="85" y="312"/>
                    </a:cubicBezTo>
                    <a:lnTo>
                      <a:pt x="188" y="414"/>
                    </a:lnTo>
                    <a:cubicBezTo>
                      <a:pt x="221" y="434"/>
                      <a:pt x="255" y="442"/>
                      <a:pt x="288" y="442"/>
                    </a:cubicBezTo>
                    <a:cubicBezTo>
                      <a:pt x="433" y="442"/>
                      <a:pt x="555" y="278"/>
                      <a:pt x="471" y="131"/>
                    </a:cubicBezTo>
                    <a:cubicBezTo>
                      <a:pt x="471" y="106"/>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35"/>
              <p:cNvSpPr/>
              <p:nvPr/>
            </p:nvSpPr>
            <p:spPr>
              <a:xfrm>
                <a:off x="8565750" y="1981650"/>
                <a:ext cx="13900" cy="10875"/>
              </a:xfrm>
              <a:custGeom>
                <a:avLst/>
                <a:gdLst/>
                <a:ahLst/>
                <a:cxnLst/>
                <a:rect l="l" t="t" r="r" b="b"/>
                <a:pathLst>
                  <a:path w="556" h="435" extrusionOk="0">
                    <a:moveTo>
                      <a:pt x="257" y="1"/>
                    </a:moveTo>
                    <a:cubicBezTo>
                      <a:pt x="116" y="1"/>
                      <a:pt x="0" y="149"/>
                      <a:pt x="83" y="314"/>
                    </a:cubicBezTo>
                    <a:lnTo>
                      <a:pt x="186" y="417"/>
                    </a:lnTo>
                    <a:cubicBezTo>
                      <a:pt x="215" y="429"/>
                      <a:pt x="245" y="435"/>
                      <a:pt x="274" y="435"/>
                    </a:cubicBezTo>
                    <a:cubicBezTo>
                      <a:pt x="425" y="435"/>
                      <a:pt x="555" y="280"/>
                      <a:pt x="469" y="108"/>
                    </a:cubicBezTo>
                    <a:lnTo>
                      <a:pt x="366" y="30"/>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35"/>
              <p:cNvSpPr/>
              <p:nvPr/>
            </p:nvSpPr>
            <p:spPr>
              <a:xfrm>
                <a:off x="8108800" y="2167250"/>
                <a:ext cx="13375" cy="10900"/>
              </a:xfrm>
              <a:custGeom>
                <a:avLst/>
                <a:gdLst/>
                <a:ahLst/>
                <a:cxnLst/>
                <a:rect l="l" t="t" r="r" b="b"/>
                <a:pathLst>
                  <a:path w="535" h="436" extrusionOk="0">
                    <a:moveTo>
                      <a:pt x="282" y="1"/>
                    </a:moveTo>
                    <a:cubicBezTo>
                      <a:pt x="131" y="1"/>
                      <a:pt x="0" y="155"/>
                      <a:pt x="86" y="328"/>
                    </a:cubicBezTo>
                    <a:lnTo>
                      <a:pt x="189" y="405"/>
                    </a:lnTo>
                    <a:cubicBezTo>
                      <a:pt x="225" y="426"/>
                      <a:pt x="261" y="435"/>
                      <a:pt x="295" y="435"/>
                    </a:cubicBezTo>
                    <a:cubicBezTo>
                      <a:pt x="431" y="435"/>
                      <a:pt x="534" y="287"/>
                      <a:pt x="473" y="122"/>
                    </a:cubicBezTo>
                    <a:cubicBezTo>
                      <a:pt x="473" y="96"/>
                      <a:pt x="447" y="71"/>
                      <a:pt x="370" y="19"/>
                    </a:cubicBezTo>
                    <a:cubicBezTo>
                      <a:pt x="340"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35"/>
              <p:cNvSpPr/>
              <p:nvPr/>
            </p:nvSpPr>
            <p:spPr>
              <a:xfrm>
                <a:off x="8751675" y="2385150"/>
                <a:ext cx="13350" cy="11075"/>
              </a:xfrm>
              <a:custGeom>
                <a:avLst/>
                <a:gdLst/>
                <a:ahLst/>
                <a:cxnLst/>
                <a:rect l="l" t="t" r="r" b="b"/>
                <a:pathLst>
                  <a:path w="534" h="443" extrusionOk="0">
                    <a:moveTo>
                      <a:pt x="257" y="1"/>
                    </a:moveTo>
                    <a:cubicBezTo>
                      <a:pt x="104" y="1"/>
                      <a:pt x="0" y="165"/>
                      <a:pt x="84" y="312"/>
                    </a:cubicBezTo>
                    <a:lnTo>
                      <a:pt x="162" y="415"/>
                    </a:lnTo>
                    <a:cubicBezTo>
                      <a:pt x="200" y="434"/>
                      <a:pt x="237" y="442"/>
                      <a:pt x="272" y="442"/>
                    </a:cubicBezTo>
                    <a:cubicBezTo>
                      <a:pt x="425" y="442"/>
                      <a:pt x="533" y="278"/>
                      <a:pt x="470" y="131"/>
                    </a:cubicBezTo>
                    <a:cubicBezTo>
                      <a:pt x="470" y="106"/>
                      <a:pt x="393" y="54"/>
                      <a:pt x="367" y="29"/>
                    </a:cubicBezTo>
                    <a:cubicBezTo>
                      <a:pt x="329" y="9"/>
                      <a:pt x="292"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35"/>
              <p:cNvSpPr/>
              <p:nvPr/>
            </p:nvSpPr>
            <p:spPr>
              <a:xfrm>
                <a:off x="8789550" y="2599375"/>
                <a:ext cx="13375" cy="10875"/>
              </a:xfrm>
              <a:custGeom>
                <a:avLst/>
                <a:gdLst/>
                <a:ahLst/>
                <a:cxnLst/>
                <a:rect l="l" t="t" r="r" b="b"/>
                <a:pathLst>
                  <a:path w="535" h="435" extrusionOk="0">
                    <a:moveTo>
                      <a:pt x="252" y="1"/>
                    </a:moveTo>
                    <a:cubicBezTo>
                      <a:pt x="103" y="1"/>
                      <a:pt x="0" y="149"/>
                      <a:pt x="62" y="314"/>
                    </a:cubicBezTo>
                    <a:lnTo>
                      <a:pt x="165" y="416"/>
                    </a:lnTo>
                    <a:cubicBezTo>
                      <a:pt x="198" y="429"/>
                      <a:pt x="231" y="435"/>
                      <a:pt x="262" y="435"/>
                    </a:cubicBezTo>
                    <a:cubicBezTo>
                      <a:pt x="422" y="435"/>
                      <a:pt x="535" y="280"/>
                      <a:pt x="448" y="108"/>
                    </a:cubicBezTo>
                    <a:cubicBezTo>
                      <a:pt x="448" y="82"/>
                      <a:pt x="422" y="56"/>
                      <a:pt x="371" y="30"/>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35"/>
              <p:cNvSpPr/>
              <p:nvPr/>
            </p:nvSpPr>
            <p:spPr>
              <a:xfrm>
                <a:off x="8393750" y="1469100"/>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lnTo>
                      <a:pt x="374" y="19"/>
                    </a:ln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35"/>
              <p:cNvSpPr/>
              <p:nvPr/>
            </p:nvSpPr>
            <p:spPr>
              <a:xfrm>
                <a:off x="8611325" y="2086825"/>
                <a:ext cx="13900" cy="10875"/>
              </a:xfrm>
              <a:custGeom>
                <a:avLst/>
                <a:gdLst/>
                <a:ahLst/>
                <a:cxnLst/>
                <a:rect l="l" t="t" r="r" b="b"/>
                <a:pathLst>
                  <a:path w="556" h="435" extrusionOk="0">
                    <a:moveTo>
                      <a:pt x="282" y="1"/>
                    </a:moveTo>
                    <a:cubicBezTo>
                      <a:pt x="132" y="1"/>
                      <a:pt x="1" y="155"/>
                      <a:pt x="87" y="328"/>
                    </a:cubicBezTo>
                    <a:lnTo>
                      <a:pt x="190" y="405"/>
                    </a:lnTo>
                    <a:cubicBezTo>
                      <a:pt x="226" y="426"/>
                      <a:pt x="263" y="435"/>
                      <a:pt x="299" y="435"/>
                    </a:cubicBezTo>
                    <a:cubicBezTo>
                      <a:pt x="440" y="435"/>
                      <a:pt x="556" y="287"/>
                      <a:pt x="473" y="122"/>
                    </a:cubicBezTo>
                    <a:cubicBezTo>
                      <a:pt x="448" y="70"/>
                      <a:pt x="422" y="19"/>
                      <a:pt x="370" y="19"/>
                    </a:cubicBezTo>
                    <a:cubicBezTo>
                      <a:pt x="341" y="6"/>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35"/>
              <p:cNvSpPr/>
              <p:nvPr/>
            </p:nvSpPr>
            <p:spPr>
              <a:xfrm>
                <a:off x="8567525" y="2243600"/>
                <a:ext cx="13350" cy="11050"/>
              </a:xfrm>
              <a:custGeom>
                <a:avLst/>
                <a:gdLst/>
                <a:ahLst/>
                <a:cxnLst/>
                <a:rect l="l" t="t" r="r" b="b"/>
                <a:pathLst>
                  <a:path w="534" h="442" extrusionOk="0">
                    <a:moveTo>
                      <a:pt x="262" y="0"/>
                    </a:moveTo>
                    <a:cubicBezTo>
                      <a:pt x="108" y="0"/>
                      <a:pt x="0" y="164"/>
                      <a:pt x="63" y="311"/>
                    </a:cubicBezTo>
                    <a:lnTo>
                      <a:pt x="166" y="414"/>
                    </a:lnTo>
                    <a:cubicBezTo>
                      <a:pt x="204" y="433"/>
                      <a:pt x="242" y="442"/>
                      <a:pt x="276" y="442"/>
                    </a:cubicBezTo>
                    <a:cubicBezTo>
                      <a:pt x="429" y="442"/>
                      <a:pt x="533" y="278"/>
                      <a:pt x="449" y="131"/>
                    </a:cubicBezTo>
                    <a:cubicBezTo>
                      <a:pt x="449" y="54"/>
                      <a:pt x="424" y="28"/>
                      <a:pt x="372"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35"/>
              <p:cNvSpPr/>
              <p:nvPr/>
            </p:nvSpPr>
            <p:spPr>
              <a:xfrm>
                <a:off x="8765175" y="288385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lnTo>
                      <a:pt x="368" y="28"/>
                    </a:ln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35"/>
              <p:cNvSpPr/>
              <p:nvPr/>
            </p:nvSpPr>
            <p:spPr>
              <a:xfrm>
                <a:off x="9025800" y="2597500"/>
                <a:ext cx="13325" cy="11050"/>
              </a:xfrm>
              <a:custGeom>
                <a:avLst/>
                <a:gdLst/>
                <a:ahLst/>
                <a:cxnLst/>
                <a:rect l="l" t="t" r="r" b="b"/>
                <a:pathLst>
                  <a:path w="533" h="442" extrusionOk="0">
                    <a:moveTo>
                      <a:pt x="266" y="1"/>
                    </a:moveTo>
                    <a:cubicBezTo>
                      <a:pt x="121" y="1"/>
                      <a:pt x="0" y="165"/>
                      <a:pt x="84" y="311"/>
                    </a:cubicBezTo>
                    <a:lnTo>
                      <a:pt x="187" y="414"/>
                    </a:lnTo>
                    <a:cubicBezTo>
                      <a:pt x="220" y="433"/>
                      <a:pt x="254" y="442"/>
                      <a:pt x="285" y="442"/>
                    </a:cubicBezTo>
                    <a:cubicBezTo>
                      <a:pt x="425" y="442"/>
                      <a:pt x="533" y="278"/>
                      <a:pt x="470" y="131"/>
                    </a:cubicBezTo>
                    <a:cubicBezTo>
                      <a:pt x="470" y="105"/>
                      <a:pt x="444" y="54"/>
                      <a:pt x="367" y="28"/>
                    </a:cubicBezTo>
                    <a:cubicBezTo>
                      <a:pt x="334" y="9"/>
                      <a:pt x="299" y="1"/>
                      <a:pt x="26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35"/>
              <p:cNvSpPr/>
              <p:nvPr/>
            </p:nvSpPr>
            <p:spPr>
              <a:xfrm>
                <a:off x="9291450" y="1511925"/>
                <a:ext cx="13375" cy="10875"/>
              </a:xfrm>
              <a:custGeom>
                <a:avLst/>
                <a:gdLst/>
                <a:ahLst/>
                <a:cxnLst/>
                <a:rect l="l" t="t" r="r" b="b"/>
                <a:pathLst>
                  <a:path w="535" h="435" extrusionOk="0">
                    <a:moveTo>
                      <a:pt x="253" y="1"/>
                    </a:moveTo>
                    <a:cubicBezTo>
                      <a:pt x="103" y="1"/>
                      <a:pt x="0" y="149"/>
                      <a:pt x="62" y="314"/>
                    </a:cubicBezTo>
                    <a:lnTo>
                      <a:pt x="165" y="416"/>
                    </a:lnTo>
                    <a:cubicBezTo>
                      <a:pt x="199" y="429"/>
                      <a:pt x="231" y="435"/>
                      <a:pt x="262" y="435"/>
                    </a:cubicBezTo>
                    <a:cubicBezTo>
                      <a:pt x="422" y="435"/>
                      <a:pt x="535" y="280"/>
                      <a:pt x="448" y="108"/>
                    </a:cubicBezTo>
                    <a:cubicBezTo>
                      <a:pt x="448" y="82"/>
                      <a:pt x="423" y="30"/>
                      <a:pt x="371" y="30"/>
                    </a:cubicBezTo>
                    <a:cubicBezTo>
                      <a:pt x="330" y="10"/>
                      <a:pt x="290" y="1"/>
                      <a:pt x="25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35"/>
              <p:cNvSpPr/>
              <p:nvPr/>
            </p:nvSpPr>
            <p:spPr>
              <a:xfrm>
                <a:off x="9327525" y="1784400"/>
                <a:ext cx="13375" cy="10875"/>
              </a:xfrm>
              <a:custGeom>
                <a:avLst/>
                <a:gdLst/>
                <a:ahLst/>
                <a:cxnLst/>
                <a:rect l="l" t="t" r="r" b="b"/>
                <a:pathLst>
                  <a:path w="535" h="435" extrusionOk="0">
                    <a:moveTo>
                      <a:pt x="273" y="1"/>
                    </a:moveTo>
                    <a:cubicBezTo>
                      <a:pt x="113" y="1"/>
                      <a:pt x="0" y="155"/>
                      <a:pt x="86" y="328"/>
                    </a:cubicBezTo>
                    <a:lnTo>
                      <a:pt x="164" y="405"/>
                    </a:lnTo>
                    <a:cubicBezTo>
                      <a:pt x="205" y="425"/>
                      <a:pt x="245" y="435"/>
                      <a:pt x="282" y="435"/>
                    </a:cubicBezTo>
                    <a:cubicBezTo>
                      <a:pt x="431" y="435"/>
                      <a:pt x="534" y="286"/>
                      <a:pt x="472" y="122"/>
                    </a:cubicBezTo>
                    <a:cubicBezTo>
                      <a:pt x="472" y="70"/>
                      <a:pt x="421" y="19"/>
                      <a:pt x="369" y="19"/>
                    </a:cubicBez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35"/>
              <p:cNvSpPr/>
              <p:nvPr/>
            </p:nvSpPr>
            <p:spPr>
              <a:xfrm>
                <a:off x="9382950" y="1614875"/>
                <a:ext cx="13900" cy="10875"/>
              </a:xfrm>
              <a:custGeom>
                <a:avLst/>
                <a:gdLst/>
                <a:ahLst/>
                <a:cxnLst/>
                <a:rect l="l" t="t" r="r" b="b"/>
                <a:pathLst>
                  <a:path w="556" h="435" extrusionOk="0">
                    <a:moveTo>
                      <a:pt x="257" y="1"/>
                    </a:moveTo>
                    <a:cubicBezTo>
                      <a:pt x="116" y="1"/>
                      <a:pt x="1" y="149"/>
                      <a:pt x="83" y="314"/>
                    </a:cubicBezTo>
                    <a:lnTo>
                      <a:pt x="186" y="417"/>
                    </a:lnTo>
                    <a:cubicBezTo>
                      <a:pt x="215" y="429"/>
                      <a:pt x="245" y="435"/>
                      <a:pt x="274" y="435"/>
                    </a:cubicBezTo>
                    <a:cubicBezTo>
                      <a:pt x="425" y="435"/>
                      <a:pt x="555" y="280"/>
                      <a:pt x="469" y="108"/>
                    </a:cubicBezTo>
                    <a:lnTo>
                      <a:pt x="366" y="31"/>
                    </a:lnTo>
                    <a:cubicBezTo>
                      <a:pt x="330" y="10"/>
                      <a:pt x="293" y="1"/>
                      <a:pt x="25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35"/>
              <p:cNvSpPr/>
              <p:nvPr/>
            </p:nvSpPr>
            <p:spPr>
              <a:xfrm>
                <a:off x="9396600" y="2565275"/>
                <a:ext cx="11600" cy="10575"/>
              </a:xfrm>
              <a:custGeom>
                <a:avLst/>
                <a:gdLst/>
                <a:ahLst/>
                <a:cxnLst/>
                <a:rect l="l" t="t" r="r" b="b"/>
                <a:pathLst>
                  <a:path w="464" h="423" extrusionOk="0">
                    <a:moveTo>
                      <a:pt x="256" y="1"/>
                    </a:moveTo>
                    <a:cubicBezTo>
                      <a:pt x="201" y="1"/>
                      <a:pt x="145" y="27"/>
                      <a:pt x="103" y="82"/>
                    </a:cubicBezTo>
                    <a:cubicBezTo>
                      <a:pt x="0" y="159"/>
                      <a:pt x="0" y="288"/>
                      <a:pt x="77" y="365"/>
                    </a:cubicBezTo>
                    <a:cubicBezTo>
                      <a:pt x="116" y="403"/>
                      <a:pt x="167" y="423"/>
                      <a:pt x="219" y="423"/>
                    </a:cubicBezTo>
                    <a:cubicBezTo>
                      <a:pt x="270" y="423"/>
                      <a:pt x="322" y="403"/>
                      <a:pt x="361" y="365"/>
                    </a:cubicBezTo>
                    <a:cubicBezTo>
                      <a:pt x="463" y="262"/>
                      <a:pt x="463" y="133"/>
                      <a:pt x="386" y="56"/>
                    </a:cubicBezTo>
                    <a:cubicBezTo>
                      <a:pt x="350" y="20"/>
                      <a:pt x="303" y="1"/>
                      <a:pt x="256"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5" name="Google Shape;8155;p35"/>
              <p:cNvSpPr/>
              <p:nvPr/>
            </p:nvSpPr>
            <p:spPr>
              <a:xfrm>
                <a:off x="9378250" y="2496075"/>
                <a:ext cx="13450" cy="11225"/>
              </a:xfrm>
              <a:custGeom>
                <a:avLst/>
                <a:gdLst/>
                <a:ahLst/>
                <a:cxnLst/>
                <a:rect l="l" t="t" r="r" b="b"/>
                <a:pathLst>
                  <a:path w="538" h="449" extrusionOk="0">
                    <a:moveTo>
                      <a:pt x="277" y="0"/>
                    </a:moveTo>
                    <a:cubicBezTo>
                      <a:pt x="116" y="0"/>
                      <a:pt x="0" y="155"/>
                      <a:pt x="65" y="327"/>
                    </a:cubicBezTo>
                    <a:lnTo>
                      <a:pt x="168" y="430"/>
                    </a:lnTo>
                    <a:cubicBezTo>
                      <a:pt x="201" y="443"/>
                      <a:pt x="234" y="449"/>
                      <a:pt x="265" y="449"/>
                    </a:cubicBezTo>
                    <a:cubicBezTo>
                      <a:pt x="425" y="449"/>
                      <a:pt x="537" y="294"/>
                      <a:pt x="451" y="121"/>
                    </a:cubicBezTo>
                    <a:cubicBezTo>
                      <a:pt x="425" y="70"/>
                      <a:pt x="400" y="44"/>
                      <a:pt x="374" y="19"/>
                    </a:cubicBezTo>
                    <a:cubicBezTo>
                      <a:pt x="341" y="6"/>
                      <a:pt x="308" y="0"/>
                      <a:pt x="27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35"/>
              <p:cNvSpPr/>
              <p:nvPr/>
            </p:nvSpPr>
            <p:spPr>
              <a:xfrm>
                <a:off x="9102300" y="3373750"/>
                <a:ext cx="13375" cy="10875"/>
              </a:xfrm>
              <a:custGeom>
                <a:avLst/>
                <a:gdLst/>
                <a:ahLst/>
                <a:cxnLst/>
                <a:rect l="l" t="t" r="r" b="b"/>
                <a:pathLst>
                  <a:path w="535" h="435" extrusionOk="0">
                    <a:moveTo>
                      <a:pt x="272" y="0"/>
                    </a:moveTo>
                    <a:cubicBezTo>
                      <a:pt x="113" y="0"/>
                      <a:pt x="1" y="151"/>
                      <a:pt x="87" y="302"/>
                    </a:cubicBezTo>
                    <a:lnTo>
                      <a:pt x="164" y="405"/>
                    </a:lnTo>
                    <a:cubicBezTo>
                      <a:pt x="205" y="425"/>
                      <a:pt x="245" y="435"/>
                      <a:pt x="283" y="435"/>
                    </a:cubicBezTo>
                    <a:cubicBezTo>
                      <a:pt x="432" y="435"/>
                      <a:pt x="535" y="286"/>
                      <a:pt x="473" y="122"/>
                    </a:cubicBezTo>
                    <a:cubicBezTo>
                      <a:pt x="421" y="70"/>
                      <a:pt x="396" y="19"/>
                      <a:pt x="370" y="19"/>
                    </a:cubicBezTo>
                    <a:cubicBezTo>
                      <a:pt x="336" y="6"/>
                      <a:pt x="303" y="0"/>
                      <a:pt x="27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35"/>
              <p:cNvSpPr/>
              <p:nvPr/>
            </p:nvSpPr>
            <p:spPr>
              <a:xfrm>
                <a:off x="9593850" y="3241600"/>
                <a:ext cx="13300" cy="11125"/>
              </a:xfrm>
              <a:custGeom>
                <a:avLst/>
                <a:gdLst/>
                <a:ahLst/>
                <a:cxnLst/>
                <a:rect l="l" t="t" r="r" b="b"/>
                <a:pathLst>
                  <a:path w="532" h="445" extrusionOk="0">
                    <a:moveTo>
                      <a:pt x="262" y="1"/>
                    </a:moveTo>
                    <a:cubicBezTo>
                      <a:pt x="108" y="1"/>
                      <a:pt x="0" y="165"/>
                      <a:pt x="63" y="312"/>
                    </a:cubicBezTo>
                    <a:lnTo>
                      <a:pt x="166" y="415"/>
                    </a:lnTo>
                    <a:cubicBezTo>
                      <a:pt x="208" y="435"/>
                      <a:pt x="248" y="444"/>
                      <a:pt x="285" y="444"/>
                    </a:cubicBezTo>
                    <a:cubicBezTo>
                      <a:pt x="433" y="444"/>
                      <a:pt x="532" y="296"/>
                      <a:pt x="449" y="131"/>
                    </a:cubicBezTo>
                    <a:cubicBezTo>
                      <a:pt x="449" y="80"/>
                      <a:pt x="424" y="28"/>
                      <a:pt x="372" y="28"/>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35"/>
              <p:cNvSpPr/>
              <p:nvPr/>
            </p:nvSpPr>
            <p:spPr>
              <a:xfrm>
                <a:off x="7734200" y="2765675"/>
                <a:ext cx="13350" cy="10875"/>
              </a:xfrm>
              <a:custGeom>
                <a:avLst/>
                <a:gdLst/>
                <a:ahLst/>
                <a:cxnLst/>
                <a:rect l="l" t="t" r="r" b="b"/>
                <a:pathLst>
                  <a:path w="534" h="435" extrusionOk="0">
                    <a:moveTo>
                      <a:pt x="277" y="1"/>
                    </a:moveTo>
                    <a:cubicBezTo>
                      <a:pt x="116" y="1"/>
                      <a:pt x="0" y="155"/>
                      <a:pt x="65" y="328"/>
                    </a:cubicBezTo>
                    <a:lnTo>
                      <a:pt x="168" y="405"/>
                    </a:lnTo>
                    <a:cubicBezTo>
                      <a:pt x="209" y="426"/>
                      <a:pt x="249" y="435"/>
                      <a:pt x="286" y="435"/>
                    </a:cubicBezTo>
                    <a:cubicBezTo>
                      <a:pt x="434" y="435"/>
                      <a:pt x="533" y="287"/>
                      <a:pt x="451" y="122"/>
                    </a:cubicBezTo>
                    <a:cubicBezTo>
                      <a:pt x="451" y="96"/>
                      <a:pt x="425" y="70"/>
                      <a:pt x="374" y="19"/>
                    </a:cubicBezTo>
                    <a:cubicBezTo>
                      <a:pt x="340" y="6"/>
                      <a:pt x="308" y="1"/>
                      <a:pt x="27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35"/>
              <p:cNvSpPr/>
              <p:nvPr/>
            </p:nvSpPr>
            <p:spPr>
              <a:xfrm>
                <a:off x="7807100" y="2856750"/>
                <a:ext cx="13900" cy="10900"/>
              </a:xfrm>
              <a:custGeom>
                <a:avLst/>
                <a:gdLst/>
                <a:ahLst/>
                <a:cxnLst/>
                <a:rect l="l" t="t" r="r" b="b"/>
                <a:pathLst>
                  <a:path w="556" h="436" extrusionOk="0">
                    <a:moveTo>
                      <a:pt x="258" y="1"/>
                    </a:moveTo>
                    <a:cubicBezTo>
                      <a:pt x="116" y="1"/>
                      <a:pt x="1" y="149"/>
                      <a:pt x="83" y="314"/>
                    </a:cubicBezTo>
                    <a:lnTo>
                      <a:pt x="186" y="417"/>
                    </a:lnTo>
                    <a:cubicBezTo>
                      <a:pt x="215" y="429"/>
                      <a:pt x="245" y="435"/>
                      <a:pt x="274" y="435"/>
                    </a:cubicBezTo>
                    <a:cubicBezTo>
                      <a:pt x="425" y="435"/>
                      <a:pt x="555" y="281"/>
                      <a:pt x="469" y="108"/>
                    </a:cubicBezTo>
                    <a:cubicBezTo>
                      <a:pt x="469" y="82"/>
                      <a:pt x="443" y="57"/>
                      <a:pt x="366" y="31"/>
                    </a:cubicBezTo>
                    <a:cubicBezTo>
                      <a:pt x="330" y="10"/>
                      <a:pt x="293" y="1"/>
                      <a:pt x="258"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35"/>
              <p:cNvSpPr/>
              <p:nvPr/>
            </p:nvSpPr>
            <p:spPr>
              <a:xfrm>
                <a:off x="7567700" y="2581425"/>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lnTo>
                      <a:pt x="367" y="28"/>
                    </a:ln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35"/>
              <p:cNvSpPr/>
              <p:nvPr/>
            </p:nvSpPr>
            <p:spPr>
              <a:xfrm>
                <a:off x="7238800" y="2744150"/>
                <a:ext cx="13375" cy="10875"/>
              </a:xfrm>
              <a:custGeom>
                <a:avLst/>
                <a:gdLst/>
                <a:ahLst/>
                <a:cxnLst/>
                <a:rect l="l" t="t" r="r" b="b"/>
                <a:pathLst>
                  <a:path w="535" h="435" extrusionOk="0">
                    <a:moveTo>
                      <a:pt x="252" y="1"/>
                    </a:moveTo>
                    <a:cubicBezTo>
                      <a:pt x="103" y="1"/>
                      <a:pt x="0" y="149"/>
                      <a:pt x="62" y="314"/>
                    </a:cubicBezTo>
                    <a:lnTo>
                      <a:pt x="165" y="417"/>
                    </a:lnTo>
                    <a:cubicBezTo>
                      <a:pt x="198" y="429"/>
                      <a:pt x="231" y="435"/>
                      <a:pt x="262" y="435"/>
                    </a:cubicBezTo>
                    <a:cubicBezTo>
                      <a:pt x="422" y="435"/>
                      <a:pt x="534" y="280"/>
                      <a:pt x="448" y="108"/>
                    </a:cubicBezTo>
                    <a:cubicBezTo>
                      <a:pt x="448" y="56"/>
                      <a:pt x="422" y="31"/>
                      <a:pt x="371" y="31"/>
                    </a:cubicBezTo>
                    <a:cubicBezTo>
                      <a:pt x="330" y="10"/>
                      <a:pt x="290"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35"/>
              <p:cNvSpPr/>
              <p:nvPr/>
            </p:nvSpPr>
            <p:spPr>
              <a:xfrm>
                <a:off x="7580600" y="3355450"/>
                <a:ext cx="13275" cy="10525"/>
              </a:xfrm>
              <a:custGeom>
                <a:avLst/>
                <a:gdLst/>
                <a:ahLst/>
                <a:cxnLst/>
                <a:rect l="l" t="t" r="r" b="b"/>
                <a:pathLst>
                  <a:path w="531" h="421" extrusionOk="0">
                    <a:moveTo>
                      <a:pt x="248" y="0"/>
                    </a:moveTo>
                    <a:cubicBezTo>
                      <a:pt x="100" y="0"/>
                      <a:pt x="1" y="149"/>
                      <a:pt x="83" y="313"/>
                    </a:cubicBezTo>
                    <a:lnTo>
                      <a:pt x="160" y="390"/>
                    </a:lnTo>
                    <a:cubicBezTo>
                      <a:pt x="201" y="411"/>
                      <a:pt x="242" y="420"/>
                      <a:pt x="279" y="420"/>
                    </a:cubicBezTo>
                    <a:cubicBezTo>
                      <a:pt x="428" y="420"/>
                      <a:pt x="531" y="272"/>
                      <a:pt x="469" y="107"/>
                    </a:cubicBezTo>
                    <a:cubicBezTo>
                      <a:pt x="469" y="56"/>
                      <a:pt x="392" y="30"/>
                      <a:pt x="366" y="30"/>
                    </a:cubicBezTo>
                    <a:cubicBezTo>
                      <a:pt x="325" y="10"/>
                      <a:pt x="285" y="0"/>
                      <a:pt x="24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35"/>
              <p:cNvSpPr/>
              <p:nvPr/>
            </p:nvSpPr>
            <p:spPr>
              <a:xfrm>
                <a:off x="7198350" y="2986150"/>
                <a:ext cx="13875" cy="11050"/>
              </a:xfrm>
              <a:custGeom>
                <a:avLst/>
                <a:gdLst/>
                <a:ahLst/>
                <a:cxnLst/>
                <a:rect l="l" t="t" r="r" b="b"/>
                <a:pathLst>
                  <a:path w="555" h="442" extrusionOk="0">
                    <a:moveTo>
                      <a:pt x="267" y="1"/>
                    </a:moveTo>
                    <a:cubicBezTo>
                      <a:pt x="122" y="1"/>
                      <a:pt x="0" y="165"/>
                      <a:pt x="84" y="311"/>
                    </a:cubicBezTo>
                    <a:lnTo>
                      <a:pt x="187" y="414"/>
                    </a:lnTo>
                    <a:cubicBezTo>
                      <a:pt x="221" y="433"/>
                      <a:pt x="255" y="442"/>
                      <a:pt x="288" y="442"/>
                    </a:cubicBezTo>
                    <a:cubicBezTo>
                      <a:pt x="433" y="442"/>
                      <a:pt x="554" y="278"/>
                      <a:pt x="470" y="131"/>
                    </a:cubicBezTo>
                    <a:lnTo>
                      <a:pt x="367" y="28"/>
                    </a:ln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35"/>
              <p:cNvSpPr/>
              <p:nvPr/>
            </p:nvSpPr>
            <p:spPr>
              <a:xfrm>
                <a:off x="7438250" y="2966850"/>
                <a:ext cx="13400" cy="10825"/>
              </a:xfrm>
              <a:custGeom>
                <a:avLst/>
                <a:gdLst/>
                <a:ahLst/>
                <a:cxnLst/>
                <a:rect l="l" t="t" r="r" b="b"/>
                <a:pathLst>
                  <a:path w="536" h="433" extrusionOk="0">
                    <a:moveTo>
                      <a:pt x="262" y="1"/>
                    </a:moveTo>
                    <a:cubicBezTo>
                      <a:pt x="108" y="1"/>
                      <a:pt x="0" y="164"/>
                      <a:pt x="63" y="311"/>
                    </a:cubicBezTo>
                    <a:lnTo>
                      <a:pt x="166" y="414"/>
                    </a:lnTo>
                    <a:cubicBezTo>
                      <a:pt x="200" y="427"/>
                      <a:pt x="233" y="433"/>
                      <a:pt x="264" y="433"/>
                    </a:cubicBezTo>
                    <a:cubicBezTo>
                      <a:pt x="423" y="433"/>
                      <a:pt x="535" y="282"/>
                      <a:pt x="449" y="131"/>
                    </a:cubicBezTo>
                    <a:lnTo>
                      <a:pt x="372" y="28"/>
                    </a:ln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35"/>
              <p:cNvSpPr/>
              <p:nvPr/>
            </p:nvSpPr>
            <p:spPr>
              <a:xfrm>
                <a:off x="6841900" y="3210675"/>
                <a:ext cx="13800" cy="10525"/>
              </a:xfrm>
              <a:custGeom>
                <a:avLst/>
                <a:gdLst/>
                <a:ahLst/>
                <a:cxnLst/>
                <a:rect l="l" t="t" r="r" b="b"/>
                <a:pathLst>
                  <a:path w="552" h="421" extrusionOk="0">
                    <a:moveTo>
                      <a:pt x="258" y="0"/>
                    </a:moveTo>
                    <a:cubicBezTo>
                      <a:pt x="116" y="0"/>
                      <a:pt x="1" y="148"/>
                      <a:pt x="83" y="313"/>
                    </a:cubicBezTo>
                    <a:lnTo>
                      <a:pt x="186" y="390"/>
                    </a:lnTo>
                    <a:cubicBezTo>
                      <a:pt x="222" y="411"/>
                      <a:pt x="259" y="420"/>
                      <a:pt x="295" y="420"/>
                    </a:cubicBezTo>
                    <a:cubicBezTo>
                      <a:pt x="436" y="420"/>
                      <a:pt x="552" y="272"/>
                      <a:pt x="469" y="107"/>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35"/>
              <p:cNvSpPr/>
              <p:nvPr/>
            </p:nvSpPr>
            <p:spPr>
              <a:xfrm>
                <a:off x="6854675" y="3155625"/>
                <a:ext cx="13900" cy="10875"/>
              </a:xfrm>
              <a:custGeom>
                <a:avLst/>
                <a:gdLst/>
                <a:ahLst/>
                <a:cxnLst/>
                <a:rect l="l" t="t" r="r" b="b"/>
                <a:pathLst>
                  <a:path w="556" h="435" extrusionOk="0">
                    <a:moveTo>
                      <a:pt x="282" y="0"/>
                    </a:moveTo>
                    <a:cubicBezTo>
                      <a:pt x="131" y="0"/>
                      <a:pt x="1" y="155"/>
                      <a:pt x="87" y="327"/>
                    </a:cubicBezTo>
                    <a:lnTo>
                      <a:pt x="190" y="405"/>
                    </a:lnTo>
                    <a:cubicBezTo>
                      <a:pt x="226" y="425"/>
                      <a:pt x="263" y="434"/>
                      <a:pt x="298" y="434"/>
                    </a:cubicBezTo>
                    <a:cubicBezTo>
                      <a:pt x="440" y="434"/>
                      <a:pt x="555" y="286"/>
                      <a:pt x="473" y="121"/>
                    </a:cubicBezTo>
                    <a:cubicBezTo>
                      <a:pt x="447" y="70"/>
                      <a:pt x="421" y="18"/>
                      <a:pt x="370" y="18"/>
                    </a:cubicBezTo>
                    <a:cubicBezTo>
                      <a:pt x="341" y="6"/>
                      <a:pt x="311" y="0"/>
                      <a:pt x="28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35"/>
              <p:cNvSpPr/>
              <p:nvPr/>
            </p:nvSpPr>
            <p:spPr>
              <a:xfrm>
                <a:off x="7500125" y="2999025"/>
                <a:ext cx="13400" cy="10825"/>
              </a:xfrm>
              <a:custGeom>
                <a:avLst/>
                <a:gdLst/>
                <a:ahLst/>
                <a:cxnLst/>
                <a:rect l="l" t="t" r="r" b="b"/>
                <a:pathLst>
                  <a:path w="536" h="433" extrusionOk="0">
                    <a:moveTo>
                      <a:pt x="258" y="0"/>
                    </a:moveTo>
                    <a:cubicBezTo>
                      <a:pt x="105" y="0"/>
                      <a:pt x="1" y="164"/>
                      <a:pt x="85" y="311"/>
                    </a:cubicBezTo>
                    <a:lnTo>
                      <a:pt x="162" y="414"/>
                    </a:lnTo>
                    <a:cubicBezTo>
                      <a:pt x="196" y="427"/>
                      <a:pt x="229" y="432"/>
                      <a:pt x="260" y="432"/>
                    </a:cubicBezTo>
                    <a:cubicBezTo>
                      <a:pt x="420" y="432"/>
                      <a:pt x="535" y="282"/>
                      <a:pt x="471" y="131"/>
                    </a:cubicBezTo>
                    <a:lnTo>
                      <a:pt x="368" y="28"/>
                    </a:lnTo>
                    <a:cubicBezTo>
                      <a:pt x="330" y="9"/>
                      <a:pt x="292"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35"/>
              <p:cNvSpPr/>
              <p:nvPr/>
            </p:nvSpPr>
            <p:spPr>
              <a:xfrm>
                <a:off x="7713125" y="3247400"/>
                <a:ext cx="13875" cy="11050"/>
              </a:xfrm>
              <a:custGeom>
                <a:avLst/>
                <a:gdLst/>
                <a:ahLst/>
                <a:cxnLst/>
                <a:rect l="l" t="t" r="r" b="b"/>
                <a:pathLst>
                  <a:path w="555" h="442" extrusionOk="0">
                    <a:moveTo>
                      <a:pt x="267" y="1"/>
                    </a:moveTo>
                    <a:cubicBezTo>
                      <a:pt x="121" y="1"/>
                      <a:pt x="0" y="164"/>
                      <a:pt x="84" y="311"/>
                    </a:cubicBezTo>
                    <a:lnTo>
                      <a:pt x="187" y="414"/>
                    </a:lnTo>
                    <a:cubicBezTo>
                      <a:pt x="221" y="433"/>
                      <a:pt x="255" y="442"/>
                      <a:pt x="288" y="442"/>
                    </a:cubicBezTo>
                    <a:cubicBezTo>
                      <a:pt x="433" y="442"/>
                      <a:pt x="554" y="278"/>
                      <a:pt x="470" y="131"/>
                    </a:cubicBezTo>
                    <a:cubicBezTo>
                      <a:pt x="470" y="105"/>
                      <a:pt x="445"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35"/>
              <p:cNvSpPr/>
              <p:nvPr/>
            </p:nvSpPr>
            <p:spPr>
              <a:xfrm>
                <a:off x="8050300" y="3115500"/>
                <a:ext cx="13350" cy="11050"/>
              </a:xfrm>
              <a:custGeom>
                <a:avLst/>
                <a:gdLst/>
                <a:ahLst/>
                <a:cxnLst/>
                <a:rect l="l" t="t" r="r" b="b"/>
                <a:pathLst>
                  <a:path w="534" h="442" extrusionOk="0">
                    <a:moveTo>
                      <a:pt x="257" y="0"/>
                    </a:moveTo>
                    <a:cubicBezTo>
                      <a:pt x="104" y="0"/>
                      <a:pt x="0" y="164"/>
                      <a:pt x="84" y="311"/>
                    </a:cubicBezTo>
                    <a:lnTo>
                      <a:pt x="161" y="414"/>
                    </a:lnTo>
                    <a:cubicBezTo>
                      <a:pt x="200" y="433"/>
                      <a:pt x="237" y="441"/>
                      <a:pt x="272" y="441"/>
                    </a:cubicBezTo>
                    <a:cubicBezTo>
                      <a:pt x="425" y="441"/>
                      <a:pt x="533" y="277"/>
                      <a:pt x="470" y="131"/>
                    </a:cubicBezTo>
                    <a:cubicBezTo>
                      <a:pt x="419" y="53"/>
                      <a:pt x="393" y="28"/>
                      <a:pt x="367" y="28"/>
                    </a:cubicBezTo>
                    <a:cubicBezTo>
                      <a:pt x="329" y="9"/>
                      <a:pt x="292" y="0"/>
                      <a:pt x="25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35"/>
              <p:cNvSpPr/>
              <p:nvPr/>
            </p:nvSpPr>
            <p:spPr>
              <a:xfrm>
                <a:off x="8087000" y="3166275"/>
                <a:ext cx="13850" cy="11100"/>
              </a:xfrm>
              <a:custGeom>
                <a:avLst/>
                <a:gdLst/>
                <a:ahLst/>
                <a:cxnLst/>
                <a:rect l="l" t="t" r="r" b="b"/>
                <a:pathLst>
                  <a:path w="554" h="444" extrusionOk="0">
                    <a:moveTo>
                      <a:pt x="258" y="0"/>
                    </a:moveTo>
                    <a:cubicBezTo>
                      <a:pt x="116" y="0"/>
                      <a:pt x="1" y="148"/>
                      <a:pt x="83" y="313"/>
                    </a:cubicBezTo>
                    <a:lnTo>
                      <a:pt x="186" y="416"/>
                    </a:lnTo>
                    <a:cubicBezTo>
                      <a:pt x="220" y="435"/>
                      <a:pt x="254" y="444"/>
                      <a:pt x="287" y="444"/>
                    </a:cubicBezTo>
                    <a:cubicBezTo>
                      <a:pt x="432" y="444"/>
                      <a:pt x="553" y="280"/>
                      <a:pt x="469" y="133"/>
                    </a:cubicBezTo>
                    <a:lnTo>
                      <a:pt x="366" y="30"/>
                    </a:lnTo>
                    <a:cubicBezTo>
                      <a:pt x="330" y="9"/>
                      <a:pt x="293" y="0"/>
                      <a:pt x="258"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35"/>
              <p:cNvSpPr/>
              <p:nvPr/>
            </p:nvSpPr>
            <p:spPr>
              <a:xfrm>
                <a:off x="8344525" y="3442525"/>
                <a:ext cx="11600" cy="10725"/>
              </a:xfrm>
              <a:custGeom>
                <a:avLst/>
                <a:gdLst/>
                <a:ahLst/>
                <a:cxnLst/>
                <a:rect l="l" t="t" r="r" b="b"/>
                <a:pathLst>
                  <a:path w="464" h="429" extrusionOk="0">
                    <a:moveTo>
                      <a:pt x="270" y="1"/>
                    </a:moveTo>
                    <a:cubicBezTo>
                      <a:pt x="211" y="1"/>
                      <a:pt x="148" y="28"/>
                      <a:pt x="103" y="73"/>
                    </a:cubicBezTo>
                    <a:cubicBezTo>
                      <a:pt x="26" y="176"/>
                      <a:pt x="1" y="305"/>
                      <a:pt x="78" y="382"/>
                    </a:cubicBezTo>
                    <a:cubicBezTo>
                      <a:pt x="110" y="415"/>
                      <a:pt x="151" y="429"/>
                      <a:pt x="196" y="429"/>
                    </a:cubicBezTo>
                    <a:cubicBezTo>
                      <a:pt x="258" y="429"/>
                      <a:pt x="327" y="401"/>
                      <a:pt x="387" y="356"/>
                    </a:cubicBezTo>
                    <a:cubicBezTo>
                      <a:pt x="464" y="253"/>
                      <a:pt x="464" y="125"/>
                      <a:pt x="387" y="48"/>
                    </a:cubicBezTo>
                    <a:cubicBezTo>
                      <a:pt x="354" y="15"/>
                      <a:pt x="313"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35"/>
              <p:cNvSpPr/>
              <p:nvPr/>
            </p:nvSpPr>
            <p:spPr>
              <a:xfrm>
                <a:off x="7206600" y="2439200"/>
                <a:ext cx="13350" cy="11075"/>
              </a:xfrm>
              <a:custGeom>
                <a:avLst/>
                <a:gdLst/>
                <a:ahLst/>
                <a:cxnLst/>
                <a:rect l="l" t="t" r="r" b="b"/>
                <a:pathLst>
                  <a:path w="534" h="443" extrusionOk="0">
                    <a:moveTo>
                      <a:pt x="262" y="1"/>
                    </a:moveTo>
                    <a:cubicBezTo>
                      <a:pt x="108" y="1"/>
                      <a:pt x="0" y="165"/>
                      <a:pt x="63" y="312"/>
                    </a:cubicBezTo>
                    <a:lnTo>
                      <a:pt x="166" y="415"/>
                    </a:lnTo>
                    <a:cubicBezTo>
                      <a:pt x="204" y="434"/>
                      <a:pt x="242" y="442"/>
                      <a:pt x="276" y="442"/>
                    </a:cubicBezTo>
                    <a:cubicBezTo>
                      <a:pt x="429" y="442"/>
                      <a:pt x="533" y="278"/>
                      <a:pt x="449" y="131"/>
                    </a:cubicBezTo>
                    <a:cubicBezTo>
                      <a:pt x="449" y="80"/>
                      <a:pt x="424" y="54"/>
                      <a:pt x="372" y="29"/>
                    </a:cubicBezTo>
                    <a:cubicBezTo>
                      <a:pt x="334" y="9"/>
                      <a:pt x="297" y="1"/>
                      <a:pt x="26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35"/>
              <p:cNvSpPr/>
              <p:nvPr/>
            </p:nvSpPr>
            <p:spPr>
              <a:xfrm>
                <a:off x="7689900" y="2189775"/>
                <a:ext cx="13400" cy="10825"/>
              </a:xfrm>
              <a:custGeom>
                <a:avLst/>
                <a:gdLst/>
                <a:ahLst/>
                <a:cxnLst/>
                <a:rect l="l" t="t" r="r" b="b"/>
                <a:pathLst>
                  <a:path w="536" h="433" extrusionOk="0">
                    <a:moveTo>
                      <a:pt x="272" y="1"/>
                    </a:moveTo>
                    <a:cubicBezTo>
                      <a:pt x="113" y="1"/>
                      <a:pt x="0" y="151"/>
                      <a:pt x="87" y="302"/>
                    </a:cubicBezTo>
                    <a:lnTo>
                      <a:pt x="164" y="405"/>
                    </a:lnTo>
                    <a:cubicBezTo>
                      <a:pt x="202" y="424"/>
                      <a:pt x="239" y="433"/>
                      <a:pt x="274" y="433"/>
                    </a:cubicBezTo>
                    <a:cubicBezTo>
                      <a:pt x="428" y="433"/>
                      <a:pt x="536" y="269"/>
                      <a:pt x="473" y="122"/>
                    </a:cubicBezTo>
                    <a:cubicBezTo>
                      <a:pt x="473" y="96"/>
                      <a:pt x="421" y="70"/>
                      <a:pt x="370" y="19"/>
                    </a:cubicBezTo>
                    <a:cubicBezTo>
                      <a:pt x="336" y="6"/>
                      <a:pt x="303" y="1"/>
                      <a:pt x="27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35"/>
              <p:cNvSpPr/>
              <p:nvPr/>
            </p:nvSpPr>
            <p:spPr>
              <a:xfrm>
                <a:off x="7678325" y="1935625"/>
                <a:ext cx="13875" cy="10875"/>
              </a:xfrm>
              <a:custGeom>
                <a:avLst/>
                <a:gdLst/>
                <a:ahLst/>
                <a:cxnLst/>
                <a:rect l="l" t="t" r="r" b="b"/>
                <a:pathLst>
                  <a:path w="555" h="435" extrusionOk="0">
                    <a:moveTo>
                      <a:pt x="281" y="0"/>
                    </a:moveTo>
                    <a:cubicBezTo>
                      <a:pt x="131" y="0"/>
                      <a:pt x="0" y="155"/>
                      <a:pt x="86" y="327"/>
                    </a:cubicBezTo>
                    <a:lnTo>
                      <a:pt x="189" y="404"/>
                    </a:lnTo>
                    <a:cubicBezTo>
                      <a:pt x="225" y="425"/>
                      <a:pt x="262" y="434"/>
                      <a:pt x="298" y="434"/>
                    </a:cubicBezTo>
                    <a:cubicBezTo>
                      <a:pt x="439" y="434"/>
                      <a:pt x="555" y="286"/>
                      <a:pt x="472" y="121"/>
                    </a:cubicBezTo>
                    <a:cubicBezTo>
                      <a:pt x="472" y="96"/>
                      <a:pt x="447" y="70"/>
                      <a:pt x="369" y="18"/>
                    </a:cubicBezTo>
                    <a:cubicBezTo>
                      <a:pt x="340" y="6"/>
                      <a:pt x="310" y="0"/>
                      <a:pt x="281"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35"/>
              <p:cNvSpPr/>
              <p:nvPr/>
            </p:nvSpPr>
            <p:spPr>
              <a:xfrm>
                <a:off x="8175000" y="2488125"/>
                <a:ext cx="13350" cy="11050"/>
              </a:xfrm>
              <a:custGeom>
                <a:avLst/>
                <a:gdLst/>
                <a:ahLst/>
                <a:cxnLst/>
                <a:rect l="l" t="t" r="r" b="b"/>
                <a:pathLst>
                  <a:path w="534" h="442" extrusionOk="0">
                    <a:moveTo>
                      <a:pt x="262" y="0"/>
                    </a:moveTo>
                    <a:cubicBezTo>
                      <a:pt x="109" y="0"/>
                      <a:pt x="1" y="164"/>
                      <a:pt x="64" y="311"/>
                    </a:cubicBezTo>
                    <a:lnTo>
                      <a:pt x="167" y="414"/>
                    </a:lnTo>
                    <a:cubicBezTo>
                      <a:pt x="205" y="433"/>
                      <a:pt x="242" y="441"/>
                      <a:pt x="277" y="441"/>
                    </a:cubicBezTo>
                    <a:cubicBezTo>
                      <a:pt x="430" y="441"/>
                      <a:pt x="534" y="277"/>
                      <a:pt x="450" y="131"/>
                    </a:cubicBezTo>
                    <a:cubicBezTo>
                      <a:pt x="450" y="53"/>
                      <a:pt x="424" y="28"/>
                      <a:pt x="373" y="28"/>
                    </a:cubicBezTo>
                    <a:cubicBezTo>
                      <a:pt x="334" y="9"/>
                      <a:pt x="297" y="0"/>
                      <a:pt x="262"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35"/>
              <p:cNvSpPr/>
              <p:nvPr/>
            </p:nvSpPr>
            <p:spPr>
              <a:xfrm>
                <a:off x="8279375" y="2565325"/>
                <a:ext cx="13875" cy="11050"/>
              </a:xfrm>
              <a:custGeom>
                <a:avLst/>
                <a:gdLst/>
                <a:ahLst/>
                <a:cxnLst/>
                <a:rect l="l" t="t" r="r" b="b"/>
                <a:pathLst>
                  <a:path w="555" h="442" extrusionOk="0">
                    <a:moveTo>
                      <a:pt x="267" y="1"/>
                    </a:moveTo>
                    <a:cubicBezTo>
                      <a:pt x="121" y="1"/>
                      <a:pt x="0" y="165"/>
                      <a:pt x="84" y="311"/>
                    </a:cubicBezTo>
                    <a:lnTo>
                      <a:pt x="187" y="414"/>
                    </a:lnTo>
                    <a:cubicBezTo>
                      <a:pt x="220" y="433"/>
                      <a:pt x="255" y="442"/>
                      <a:pt x="288" y="442"/>
                    </a:cubicBezTo>
                    <a:cubicBezTo>
                      <a:pt x="433" y="442"/>
                      <a:pt x="554" y="278"/>
                      <a:pt x="470" y="131"/>
                    </a:cubicBezTo>
                    <a:cubicBezTo>
                      <a:pt x="470" y="54"/>
                      <a:pt x="444" y="28"/>
                      <a:pt x="367"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35"/>
              <p:cNvSpPr/>
              <p:nvPr/>
            </p:nvSpPr>
            <p:spPr>
              <a:xfrm>
                <a:off x="8469125" y="2357075"/>
                <a:ext cx="13900" cy="10875"/>
              </a:xfrm>
              <a:custGeom>
                <a:avLst/>
                <a:gdLst/>
                <a:ahLst/>
                <a:cxnLst/>
                <a:rect l="l" t="t" r="r" b="b"/>
                <a:pathLst>
                  <a:path w="556" h="435" extrusionOk="0">
                    <a:moveTo>
                      <a:pt x="282" y="1"/>
                    </a:moveTo>
                    <a:cubicBezTo>
                      <a:pt x="131" y="1"/>
                      <a:pt x="1" y="155"/>
                      <a:pt x="87" y="328"/>
                    </a:cubicBezTo>
                    <a:lnTo>
                      <a:pt x="190" y="405"/>
                    </a:lnTo>
                    <a:cubicBezTo>
                      <a:pt x="226" y="426"/>
                      <a:pt x="263" y="435"/>
                      <a:pt x="299" y="435"/>
                    </a:cubicBezTo>
                    <a:cubicBezTo>
                      <a:pt x="440" y="435"/>
                      <a:pt x="555" y="287"/>
                      <a:pt x="473" y="122"/>
                    </a:cubicBezTo>
                    <a:cubicBezTo>
                      <a:pt x="473" y="70"/>
                      <a:pt x="447" y="19"/>
                      <a:pt x="370" y="19"/>
                    </a:cubicBezTo>
                    <a:cubicBezTo>
                      <a:pt x="341" y="7"/>
                      <a:pt x="311" y="1"/>
                      <a:pt x="28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35"/>
              <p:cNvSpPr/>
              <p:nvPr/>
            </p:nvSpPr>
            <p:spPr>
              <a:xfrm>
                <a:off x="8243975" y="2172175"/>
                <a:ext cx="13875" cy="11050"/>
              </a:xfrm>
              <a:custGeom>
                <a:avLst/>
                <a:gdLst/>
                <a:ahLst/>
                <a:cxnLst/>
                <a:rect l="l" t="t" r="r" b="b"/>
                <a:pathLst>
                  <a:path w="555" h="442" extrusionOk="0">
                    <a:moveTo>
                      <a:pt x="267" y="1"/>
                    </a:moveTo>
                    <a:cubicBezTo>
                      <a:pt x="122" y="1"/>
                      <a:pt x="1" y="164"/>
                      <a:pt x="85" y="311"/>
                    </a:cubicBezTo>
                    <a:lnTo>
                      <a:pt x="187" y="414"/>
                    </a:lnTo>
                    <a:cubicBezTo>
                      <a:pt x="221" y="433"/>
                      <a:pt x="255" y="442"/>
                      <a:pt x="288" y="442"/>
                    </a:cubicBezTo>
                    <a:cubicBezTo>
                      <a:pt x="433" y="442"/>
                      <a:pt x="554" y="278"/>
                      <a:pt x="471" y="131"/>
                    </a:cubicBezTo>
                    <a:cubicBezTo>
                      <a:pt x="471" y="80"/>
                      <a:pt x="445" y="54"/>
                      <a:pt x="368" y="28"/>
                    </a:cubicBezTo>
                    <a:cubicBezTo>
                      <a:pt x="334" y="9"/>
                      <a:pt x="300" y="1"/>
                      <a:pt x="267"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35"/>
              <p:cNvSpPr/>
              <p:nvPr/>
            </p:nvSpPr>
            <p:spPr>
              <a:xfrm>
                <a:off x="8421575" y="1809275"/>
                <a:ext cx="13875" cy="11050"/>
              </a:xfrm>
              <a:custGeom>
                <a:avLst/>
                <a:gdLst/>
                <a:ahLst/>
                <a:cxnLst/>
                <a:rect l="l" t="t" r="r" b="b"/>
                <a:pathLst>
                  <a:path w="555" h="442" extrusionOk="0">
                    <a:moveTo>
                      <a:pt x="267" y="0"/>
                    </a:moveTo>
                    <a:cubicBezTo>
                      <a:pt x="122" y="0"/>
                      <a:pt x="1" y="164"/>
                      <a:pt x="84" y="311"/>
                    </a:cubicBezTo>
                    <a:lnTo>
                      <a:pt x="187" y="414"/>
                    </a:lnTo>
                    <a:cubicBezTo>
                      <a:pt x="221" y="433"/>
                      <a:pt x="255" y="441"/>
                      <a:pt x="288" y="441"/>
                    </a:cubicBezTo>
                    <a:cubicBezTo>
                      <a:pt x="433" y="441"/>
                      <a:pt x="554" y="277"/>
                      <a:pt x="470" y="131"/>
                    </a:cubicBezTo>
                    <a:lnTo>
                      <a:pt x="368" y="28"/>
                    </a:lnTo>
                    <a:cubicBezTo>
                      <a:pt x="334" y="8"/>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35"/>
              <p:cNvSpPr/>
              <p:nvPr/>
            </p:nvSpPr>
            <p:spPr>
              <a:xfrm>
                <a:off x="9018650" y="1967775"/>
                <a:ext cx="13375" cy="10900"/>
              </a:xfrm>
              <a:custGeom>
                <a:avLst/>
                <a:gdLst/>
                <a:ahLst/>
                <a:cxnLst/>
                <a:rect l="l" t="t" r="r" b="b"/>
                <a:pathLst>
                  <a:path w="535" h="436" extrusionOk="0">
                    <a:moveTo>
                      <a:pt x="273" y="1"/>
                    </a:moveTo>
                    <a:cubicBezTo>
                      <a:pt x="113" y="1"/>
                      <a:pt x="1" y="155"/>
                      <a:pt x="87" y="328"/>
                    </a:cubicBezTo>
                    <a:lnTo>
                      <a:pt x="164" y="405"/>
                    </a:lnTo>
                    <a:cubicBezTo>
                      <a:pt x="205" y="426"/>
                      <a:pt x="245" y="435"/>
                      <a:pt x="283" y="435"/>
                    </a:cubicBezTo>
                    <a:cubicBezTo>
                      <a:pt x="432" y="435"/>
                      <a:pt x="535" y="287"/>
                      <a:pt x="473" y="122"/>
                    </a:cubicBezTo>
                    <a:cubicBezTo>
                      <a:pt x="473" y="71"/>
                      <a:pt x="421" y="19"/>
                      <a:pt x="370" y="19"/>
                    </a:cubicBezTo>
                    <a:cubicBezTo>
                      <a:pt x="337" y="7"/>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35"/>
              <p:cNvSpPr/>
              <p:nvPr/>
            </p:nvSpPr>
            <p:spPr>
              <a:xfrm>
                <a:off x="9010525" y="2097050"/>
                <a:ext cx="11600" cy="10375"/>
              </a:xfrm>
              <a:custGeom>
                <a:avLst/>
                <a:gdLst/>
                <a:ahLst/>
                <a:cxnLst/>
                <a:rect l="l" t="t" r="r" b="b"/>
                <a:pathLst>
                  <a:path w="464" h="415" extrusionOk="0">
                    <a:moveTo>
                      <a:pt x="270" y="1"/>
                    </a:moveTo>
                    <a:cubicBezTo>
                      <a:pt x="210" y="1"/>
                      <a:pt x="148" y="28"/>
                      <a:pt x="103" y="73"/>
                    </a:cubicBezTo>
                    <a:cubicBezTo>
                      <a:pt x="0" y="150"/>
                      <a:pt x="0" y="279"/>
                      <a:pt x="77" y="356"/>
                    </a:cubicBezTo>
                    <a:cubicBezTo>
                      <a:pt x="116" y="395"/>
                      <a:pt x="167" y="414"/>
                      <a:pt x="219" y="414"/>
                    </a:cubicBezTo>
                    <a:cubicBezTo>
                      <a:pt x="270" y="414"/>
                      <a:pt x="322" y="395"/>
                      <a:pt x="360" y="356"/>
                    </a:cubicBezTo>
                    <a:cubicBezTo>
                      <a:pt x="463" y="253"/>
                      <a:pt x="463" y="125"/>
                      <a:pt x="386" y="47"/>
                    </a:cubicBezTo>
                    <a:cubicBezTo>
                      <a:pt x="354" y="15"/>
                      <a:pt x="312" y="1"/>
                      <a:pt x="270"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35"/>
              <p:cNvSpPr/>
              <p:nvPr/>
            </p:nvSpPr>
            <p:spPr>
              <a:xfrm>
                <a:off x="9528325" y="2937900"/>
                <a:ext cx="13875" cy="11050"/>
              </a:xfrm>
              <a:custGeom>
                <a:avLst/>
                <a:gdLst/>
                <a:ahLst/>
                <a:cxnLst/>
                <a:rect l="l" t="t" r="r" b="b"/>
                <a:pathLst>
                  <a:path w="555" h="442" extrusionOk="0">
                    <a:moveTo>
                      <a:pt x="267" y="0"/>
                    </a:moveTo>
                    <a:cubicBezTo>
                      <a:pt x="122" y="0"/>
                      <a:pt x="1" y="164"/>
                      <a:pt x="85" y="311"/>
                    </a:cubicBezTo>
                    <a:lnTo>
                      <a:pt x="188" y="414"/>
                    </a:lnTo>
                    <a:cubicBezTo>
                      <a:pt x="221" y="433"/>
                      <a:pt x="255" y="441"/>
                      <a:pt x="288" y="441"/>
                    </a:cubicBezTo>
                    <a:cubicBezTo>
                      <a:pt x="434" y="441"/>
                      <a:pt x="555" y="278"/>
                      <a:pt x="471" y="131"/>
                    </a:cubicBezTo>
                    <a:cubicBezTo>
                      <a:pt x="445" y="54"/>
                      <a:pt x="419" y="28"/>
                      <a:pt x="368" y="28"/>
                    </a:cubicBezTo>
                    <a:cubicBezTo>
                      <a:pt x="335" y="9"/>
                      <a:pt x="300" y="0"/>
                      <a:pt x="267" y="0"/>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35"/>
              <p:cNvSpPr/>
              <p:nvPr/>
            </p:nvSpPr>
            <p:spPr>
              <a:xfrm>
                <a:off x="9378325" y="3258925"/>
                <a:ext cx="13275" cy="10525"/>
              </a:xfrm>
              <a:custGeom>
                <a:avLst/>
                <a:gdLst/>
                <a:ahLst/>
                <a:cxnLst/>
                <a:rect l="l" t="t" r="r" b="b"/>
                <a:pathLst>
                  <a:path w="531" h="421" extrusionOk="0">
                    <a:moveTo>
                      <a:pt x="252" y="1"/>
                    </a:moveTo>
                    <a:cubicBezTo>
                      <a:pt x="103" y="1"/>
                      <a:pt x="0" y="149"/>
                      <a:pt x="62" y="313"/>
                    </a:cubicBezTo>
                    <a:lnTo>
                      <a:pt x="165" y="391"/>
                    </a:lnTo>
                    <a:cubicBezTo>
                      <a:pt x="206" y="411"/>
                      <a:pt x="246" y="421"/>
                      <a:pt x="283" y="421"/>
                    </a:cubicBezTo>
                    <a:cubicBezTo>
                      <a:pt x="432" y="421"/>
                      <a:pt x="530" y="272"/>
                      <a:pt x="448" y="108"/>
                    </a:cubicBezTo>
                    <a:lnTo>
                      <a:pt x="371" y="30"/>
                    </a:lnTo>
                    <a:cubicBezTo>
                      <a:pt x="330" y="10"/>
                      <a:pt x="289" y="1"/>
                      <a:pt x="252"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35"/>
              <p:cNvSpPr/>
              <p:nvPr/>
            </p:nvSpPr>
            <p:spPr>
              <a:xfrm>
                <a:off x="9243875" y="3090625"/>
                <a:ext cx="13375" cy="10875"/>
              </a:xfrm>
              <a:custGeom>
                <a:avLst/>
                <a:gdLst/>
                <a:ahLst/>
                <a:cxnLst/>
                <a:rect l="l" t="t" r="r" b="b"/>
                <a:pathLst>
                  <a:path w="535" h="435" extrusionOk="0">
                    <a:moveTo>
                      <a:pt x="273" y="1"/>
                    </a:moveTo>
                    <a:cubicBezTo>
                      <a:pt x="113" y="1"/>
                      <a:pt x="0" y="155"/>
                      <a:pt x="86" y="328"/>
                    </a:cubicBezTo>
                    <a:lnTo>
                      <a:pt x="164" y="405"/>
                    </a:lnTo>
                    <a:cubicBezTo>
                      <a:pt x="205" y="426"/>
                      <a:pt x="245" y="435"/>
                      <a:pt x="282" y="435"/>
                    </a:cubicBezTo>
                    <a:cubicBezTo>
                      <a:pt x="431" y="435"/>
                      <a:pt x="534" y="287"/>
                      <a:pt x="472" y="122"/>
                    </a:cubicBezTo>
                    <a:lnTo>
                      <a:pt x="369" y="19"/>
                    </a:lnTo>
                    <a:cubicBezTo>
                      <a:pt x="336" y="6"/>
                      <a:pt x="304" y="1"/>
                      <a:pt x="273" y="1"/>
                    </a:cubicBezTo>
                    <a:close/>
                  </a:path>
                </a:pathLst>
              </a:custGeom>
              <a:solidFill>
                <a:srgbClr val="FFFFFF">
                  <a:alpha val="51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85" name="Google Shape;8185;p35"/>
          <p:cNvGrpSpPr/>
          <p:nvPr/>
        </p:nvGrpSpPr>
        <p:grpSpPr>
          <a:xfrm rot="10800000">
            <a:off x="86075" y="4708950"/>
            <a:ext cx="7427400" cy="98100"/>
            <a:chOff x="713275" y="490450"/>
            <a:chExt cx="7427400" cy="98100"/>
          </a:xfrm>
        </p:grpSpPr>
        <p:cxnSp>
          <p:nvCxnSpPr>
            <p:cNvPr id="8186" name="Google Shape;8186;p35"/>
            <p:cNvCxnSpPr/>
            <p:nvPr/>
          </p:nvCxnSpPr>
          <p:spPr>
            <a:xfrm rot="10800000">
              <a:off x="713275" y="539500"/>
              <a:ext cx="7427400" cy="0"/>
            </a:xfrm>
            <a:prstGeom prst="straightConnector1">
              <a:avLst/>
            </a:prstGeom>
            <a:noFill/>
            <a:ln w="19050" cap="flat" cmpd="sng">
              <a:solidFill>
                <a:schemeClr val="dk2"/>
              </a:solidFill>
              <a:prstDash val="solid"/>
              <a:round/>
              <a:headEnd type="none" w="med" len="med"/>
              <a:tailEnd type="none" w="med" len="med"/>
            </a:ln>
          </p:spPr>
        </p:cxnSp>
        <p:grpSp>
          <p:nvGrpSpPr>
            <p:cNvPr id="8187" name="Google Shape;8187;p35"/>
            <p:cNvGrpSpPr/>
            <p:nvPr/>
          </p:nvGrpSpPr>
          <p:grpSpPr>
            <a:xfrm>
              <a:off x="786414" y="490450"/>
              <a:ext cx="463350" cy="98100"/>
              <a:chOff x="4269100" y="4550375"/>
              <a:chExt cx="463350" cy="98100"/>
            </a:xfrm>
          </p:grpSpPr>
          <p:sp>
            <p:nvSpPr>
              <p:cNvPr id="8188" name="Google Shape;8188;p3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3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3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91" name="Google Shape;8191;p35"/>
          <p:cNvGrpSpPr/>
          <p:nvPr/>
        </p:nvGrpSpPr>
        <p:grpSpPr>
          <a:xfrm rot="-5400000">
            <a:off x="6309450" y="3076625"/>
            <a:ext cx="4867500" cy="98100"/>
            <a:chOff x="3587275" y="4556550"/>
            <a:chExt cx="4867500" cy="98100"/>
          </a:xfrm>
        </p:grpSpPr>
        <p:cxnSp>
          <p:nvCxnSpPr>
            <p:cNvPr id="8192" name="Google Shape;8192;p35"/>
            <p:cNvCxnSpPr/>
            <p:nvPr/>
          </p:nvCxnSpPr>
          <p:spPr>
            <a:xfrm>
              <a:off x="3587275" y="4605600"/>
              <a:ext cx="4867500" cy="0"/>
            </a:xfrm>
            <a:prstGeom prst="straightConnector1">
              <a:avLst/>
            </a:prstGeom>
            <a:noFill/>
            <a:ln w="19050" cap="flat" cmpd="sng">
              <a:solidFill>
                <a:schemeClr val="dk2"/>
              </a:solidFill>
              <a:prstDash val="solid"/>
              <a:round/>
              <a:headEnd type="none" w="med" len="med"/>
              <a:tailEnd type="none" w="med" len="med"/>
            </a:ln>
          </p:spPr>
        </p:cxnSp>
        <p:grpSp>
          <p:nvGrpSpPr>
            <p:cNvPr id="8193" name="Google Shape;8193;p35"/>
            <p:cNvGrpSpPr/>
            <p:nvPr/>
          </p:nvGrpSpPr>
          <p:grpSpPr>
            <a:xfrm rot="10800000">
              <a:off x="7918386" y="4556550"/>
              <a:ext cx="463350" cy="98100"/>
              <a:chOff x="4269100" y="4550375"/>
              <a:chExt cx="463350" cy="98100"/>
            </a:xfrm>
          </p:grpSpPr>
          <p:sp>
            <p:nvSpPr>
              <p:cNvPr id="8194" name="Google Shape;8194;p35"/>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35"/>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35"/>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8197"/>
        <p:cNvGrpSpPr/>
        <p:nvPr/>
      </p:nvGrpSpPr>
      <p:grpSpPr>
        <a:xfrm>
          <a:off x="0" y="0"/>
          <a:ext cx="0" cy="0"/>
          <a:chOff x="0" y="0"/>
          <a:chExt cx="0" cy="0"/>
        </a:xfrm>
      </p:grpSpPr>
      <p:grpSp>
        <p:nvGrpSpPr>
          <p:cNvPr id="8198" name="Google Shape;8198;p36"/>
          <p:cNvGrpSpPr/>
          <p:nvPr/>
        </p:nvGrpSpPr>
        <p:grpSpPr>
          <a:xfrm>
            <a:off x="-174450" y="540625"/>
            <a:ext cx="2522850" cy="4091450"/>
            <a:chOff x="-174450" y="540625"/>
            <a:chExt cx="2522850" cy="4091450"/>
          </a:xfrm>
        </p:grpSpPr>
        <p:sp>
          <p:nvSpPr>
            <p:cNvPr id="8199" name="Google Shape;8199;p36"/>
            <p:cNvSpPr/>
            <p:nvPr/>
          </p:nvSpPr>
          <p:spPr>
            <a:xfrm flipH="1">
              <a:off x="-174450" y="540625"/>
              <a:ext cx="2470500" cy="4065042"/>
            </a:xfrm>
            <a:custGeom>
              <a:avLst/>
              <a:gdLst/>
              <a:ahLst/>
              <a:cxnLst/>
              <a:rect l="l" t="t" r="r" b="b"/>
              <a:pathLst>
                <a:path w="98820" h="99323" extrusionOk="0">
                  <a:moveTo>
                    <a:pt x="0" y="99323"/>
                  </a:moveTo>
                  <a:lnTo>
                    <a:pt x="0" y="0"/>
                  </a:lnTo>
                  <a:lnTo>
                    <a:pt x="98820" y="0"/>
                  </a:lnTo>
                </a:path>
              </a:pathLst>
            </a:custGeom>
            <a:noFill/>
            <a:ln w="19050" cap="flat" cmpd="sng">
              <a:solidFill>
                <a:schemeClr val="dk2"/>
              </a:solidFill>
              <a:prstDash val="solid"/>
              <a:round/>
              <a:headEnd type="none" w="med" len="med"/>
              <a:tailEnd type="none" w="med" len="med"/>
            </a:ln>
          </p:spPr>
        </p:sp>
        <p:grpSp>
          <p:nvGrpSpPr>
            <p:cNvPr id="8200" name="Google Shape;8200;p36"/>
            <p:cNvGrpSpPr/>
            <p:nvPr/>
          </p:nvGrpSpPr>
          <p:grpSpPr>
            <a:xfrm rot="-5400000">
              <a:off x="2067675" y="4351350"/>
              <a:ext cx="463350" cy="98100"/>
              <a:chOff x="4269100" y="4550375"/>
              <a:chExt cx="463350" cy="98100"/>
            </a:xfrm>
          </p:grpSpPr>
          <p:sp>
            <p:nvSpPr>
              <p:cNvPr id="8201" name="Google Shape;8201;p36"/>
              <p:cNvSpPr/>
              <p:nvPr/>
            </p:nvSpPr>
            <p:spPr>
              <a:xfrm>
                <a:off x="426910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36"/>
              <p:cNvSpPr/>
              <p:nvPr/>
            </p:nvSpPr>
            <p:spPr>
              <a:xfrm>
                <a:off x="4451725"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36"/>
              <p:cNvSpPr/>
              <p:nvPr/>
            </p:nvSpPr>
            <p:spPr>
              <a:xfrm>
                <a:off x="4634350" y="4550375"/>
                <a:ext cx="98100" cy="98100"/>
              </a:xfrm>
              <a:prstGeom prst="ellipse">
                <a:avLst/>
              </a:prstGeom>
              <a:solidFill>
                <a:schemeClr val="lt2"/>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29">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25"/>
            <a:ext cx="7717500" cy="478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600"/>
              <a:buFont typeface="Lexend Deca"/>
              <a:buNone/>
              <a:defRPr sz="3600" b="1">
                <a:solidFill>
                  <a:schemeClr val="lt1"/>
                </a:solidFill>
                <a:latin typeface="Lexend Deca"/>
                <a:ea typeface="Lexend Deca"/>
                <a:cs typeface="Lexend Deca"/>
                <a:sym typeface="Lexend Deca"/>
              </a:defRPr>
            </a:lvl1pPr>
            <a:lvl2pPr lvl="1"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2pPr>
            <a:lvl3pPr lvl="2"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3pPr>
            <a:lvl4pPr lvl="3"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4pPr>
            <a:lvl5pPr lvl="4"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5pPr>
            <a:lvl6pPr lvl="5"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6pPr>
            <a:lvl7pPr lvl="6"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7pPr>
            <a:lvl8pPr lvl="7"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8pPr>
            <a:lvl9pPr lvl="8" algn="ctr">
              <a:spcBef>
                <a:spcPts val="0"/>
              </a:spcBef>
              <a:spcAft>
                <a:spcPts val="0"/>
              </a:spcAft>
              <a:buClr>
                <a:schemeClr val="dk1"/>
              </a:buClr>
              <a:buSzPts val="3600"/>
              <a:buFont typeface="Bodoni Moda"/>
              <a:buNone/>
              <a:defRPr sz="3600">
                <a:solidFill>
                  <a:schemeClr val="dk1"/>
                </a:solidFill>
                <a:latin typeface="Bodoni Moda"/>
                <a:ea typeface="Bodoni Moda"/>
                <a:cs typeface="Bodoni Moda"/>
                <a:sym typeface="Bodoni Moda"/>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1pPr>
            <a:lvl2pPr marL="914400" lvl="1"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2pPr>
            <a:lvl3pPr marL="1371600" lvl="2"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3pPr>
            <a:lvl4pPr marL="1828800" lvl="3"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4pPr>
            <a:lvl5pPr marL="2286000" lvl="4"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5pPr>
            <a:lvl6pPr marL="2743200" lvl="5"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6pPr>
            <a:lvl7pPr marL="3200400" lvl="6"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7pPr>
            <a:lvl8pPr marL="3657600" lvl="7" indent="-317500">
              <a:lnSpc>
                <a:spcPct val="115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8pPr>
            <a:lvl9pPr marL="4114800" lvl="8" indent="-317500">
              <a:lnSpc>
                <a:spcPct val="115000"/>
              </a:lnSpc>
              <a:spcBef>
                <a:spcPts val="1600"/>
              </a:spcBef>
              <a:spcAft>
                <a:spcPts val="160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60" r:id="rId10"/>
    <p:sldLayoutId id="2147483661" r:id="rId11"/>
    <p:sldLayoutId id="2147483662" r:id="rId12"/>
    <p:sldLayoutId id="2147483663" r:id="rId13"/>
    <p:sldLayoutId id="2147483664" r:id="rId14"/>
    <p:sldLayoutId id="2147483665" r:id="rId15"/>
    <p:sldLayoutId id="2147483666" r:id="rId16"/>
    <p:sldLayoutId id="2147483669" r:id="rId17"/>
    <p:sldLayoutId id="2147483670" r:id="rId18"/>
    <p:sldLayoutId id="2147483671" r:id="rId19"/>
    <p:sldLayoutId id="2147483674" r:id="rId20"/>
    <p:sldLayoutId id="2147483676" r:id="rId21"/>
    <p:sldLayoutId id="2147483677" r:id="rId22"/>
    <p:sldLayoutId id="2147483678" r:id="rId23"/>
    <p:sldLayoutId id="2147483679" r:id="rId24"/>
    <p:sldLayoutId id="2147483680" r:id="rId25"/>
    <p:sldLayoutId id="2147483681" r:id="rId26"/>
    <p:sldLayoutId id="2147483682"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1L/Next%20step%20career.html" TargetMode="External"/><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9.png"/><Relationship Id="rId5"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image" Target="../media/image25.jp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0.xml"/><Relationship Id="rId5" Type="http://schemas.openxmlformats.org/officeDocument/2006/relationships/image" Target="../media/image1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spreadsheets/d/14X9NgKTZKW32LGlSTA2oitVZh37xwMtkbzZYPPWmkd0/copy"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spreadsheets/d/14X9NgKTZKW32LGlSTA2oitVZh37xwMtkbzZYPPWmkd0/copy" TargetMode="External"/><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1.xml"/><Relationship Id="rId5" Type="http://schemas.openxmlformats.org/officeDocument/2006/relationships/image" Target="../media/image16.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13"/>
        <p:cNvGrpSpPr/>
        <p:nvPr/>
      </p:nvGrpSpPr>
      <p:grpSpPr>
        <a:xfrm>
          <a:off x="0" y="0"/>
          <a:ext cx="0" cy="0"/>
          <a:chOff x="0" y="0"/>
          <a:chExt cx="0" cy="0"/>
        </a:xfrm>
      </p:grpSpPr>
      <p:grpSp>
        <p:nvGrpSpPr>
          <p:cNvPr id="8214" name="Google Shape;8214;p40"/>
          <p:cNvGrpSpPr/>
          <p:nvPr/>
        </p:nvGrpSpPr>
        <p:grpSpPr>
          <a:xfrm>
            <a:off x="-225525" y="1399274"/>
            <a:ext cx="1926645" cy="3744392"/>
            <a:chOff x="82575" y="840590"/>
            <a:chExt cx="2214025" cy="4302910"/>
          </a:xfrm>
        </p:grpSpPr>
        <p:sp>
          <p:nvSpPr>
            <p:cNvPr id="8215" name="Google Shape;8215;p40"/>
            <p:cNvSpPr/>
            <p:nvPr/>
          </p:nvSpPr>
          <p:spPr>
            <a:xfrm>
              <a:off x="328428" y="840590"/>
              <a:ext cx="1722291" cy="4302847"/>
            </a:xfrm>
            <a:custGeom>
              <a:avLst/>
              <a:gdLst/>
              <a:ahLst/>
              <a:cxnLst/>
              <a:rect l="l" t="t" r="r" b="b"/>
              <a:pathLst>
                <a:path w="32876" h="82135" extrusionOk="0">
                  <a:moveTo>
                    <a:pt x="15894" y="1"/>
                  </a:moveTo>
                  <a:lnTo>
                    <a:pt x="15546" y="10390"/>
                  </a:lnTo>
                  <a:cubicBezTo>
                    <a:pt x="12663" y="10553"/>
                    <a:pt x="10313" y="12751"/>
                    <a:pt x="9922" y="15557"/>
                  </a:cubicBezTo>
                  <a:cubicBezTo>
                    <a:pt x="9911" y="15633"/>
                    <a:pt x="9911" y="15699"/>
                    <a:pt x="9889" y="15764"/>
                  </a:cubicBezTo>
                  <a:cubicBezTo>
                    <a:pt x="9889" y="15808"/>
                    <a:pt x="9889" y="15829"/>
                    <a:pt x="9878" y="15873"/>
                  </a:cubicBezTo>
                  <a:cubicBezTo>
                    <a:pt x="9878" y="15927"/>
                    <a:pt x="9867" y="15992"/>
                    <a:pt x="9867" y="16047"/>
                  </a:cubicBezTo>
                  <a:lnTo>
                    <a:pt x="9867" y="16145"/>
                  </a:lnTo>
                  <a:cubicBezTo>
                    <a:pt x="9867" y="16243"/>
                    <a:pt x="9857" y="16319"/>
                    <a:pt x="9857" y="16417"/>
                  </a:cubicBezTo>
                  <a:cubicBezTo>
                    <a:pt x="9857" y="16515"/>
                    <a:pt x="9857" y="16591"/>
                    <a:pt x="9867" y="16689"/>
                  </a:cubicBezTo>
                  <a:lnTo>
                    <a:pt x="9867" y="16787"/>
                  </a:lnTo>
                  <a:cubicBezTo>
                    <a:pt x="9867" y="16841"/>
                    <a:pt x="9878" y="16906"/>
                    <a:pt x="9878" y="16961"/>
                  </a:cubicBezTo>
                  <a:cubicBezTo>
                    <a:pt x="9878" y="17004"/>
                    <a:pt x="9878" y="17026"/>
                    <a:pt x="9889" y="17069"/>
                  </a:cubicBezTo>
                  <a:cubicBezTo>
                    <a:pt x="9911" y="17135"/>
                    <a:pt x="9911" y="17211"/>
                    <a:pt x="9922" y="17276"/>
                  </a:cubicBezTo>
                  <a:cubicBezTo>
                    <a:pt x="10303" y="19963"/>
                    <a:pt x="12467" y="22084"/>
                    <a:pt x="15176" y="22400"/>
                  </a:cubicBezTo>
                  <a:lnTo>
                    <a:pt x="15067" y="25914"/>
                  </a:lnTo>
                  <a:cubicBezTo>
                    <a:pt x="5549" y="26131"/>
                    <a:pt x="1273" y="30156"/>
                    <a:pt x="1273" y="32082"/>
                  </a:cubicBezTo>
                  <a:cubicBezTo>
                    <a:pt x="8062" y="32082"/>
                    <a:pt x="11238" y="40165"/>
                    <a:pt x="12739" y="51283"/>
                  </a:cubicBezTo>
                  <a:cubicBezTo>
                    <a:pt x="5440" y="54470"/>
                    <a:pt x="1" y="66828"/>
                    <a:pt x="1" y="81591"/>
                  </a:cubicBezTo>
                  <a:lnTo>
                    <a:pt x="1" y="82134"/>
                  </a:lnTo>
                  <a:lnTo>
                    <a:pt x="32876" y="82134"/>
                  </a:lnTo>
                  <a:lnTo>
                    <a:pt x="32876" y="81591"/>
                  </a:lnTo>
                  <a:cubicBezTo>
                    <a:pt x="32865" y="66132"/>
                    <a:pt x="26903" y="53317"/>
                    <a:pt x="19114" y="50880"/>
                  </a:cubicBezTo>
                  <a:cubicBezTo>
                    <a:pt x="20626" y="39958"/>
                    <a:pt x="23803" y="32060"/>
                    <a:pt x="30526" y="32060"/>
                  </a:cubicBezTo>
                  <a:cubicBezTo>
                    <a:pt x="30526" y="30080"/>
                    <a:pt x="26251" y="26099"/>
                    <a:pt x="16732" y="25881"/>
                  </a:cubicBezTo>
                  <a:lnTo>
                    <a:pt x="16623" y="22378"/>
                  </a:lnTo>
                  <a:cubicBezTo>
                    <a:pt x="19321" y="22052"/>
                    <a:pt x="21486" y="19952"/>
                    <a:pt x="21867" y="17276"/>
                  </a:cubicBezTo>
                  <a:cubicBezTo>
                    <a:pt x="21878" y="17189"/>
                    <a:pt x="21888" y="17113"/>
                    <a:pt x="21888" y="17048"/>
                  </a:cubicBezTo>
                  <a:cubicBezTo>
                    <a:pt x="21888" y="17015"/>
                    <a:pt x="21888" y="16972"/>
                    <a:pt x="21899" y="16950"/>
                  </a:cubicBezTo>
                  <a:cubicBezTo>
                    <a:pt x="21899" y="16895"/>
                    <a:pt x="21910" y="16830"/>
                    <a:pt x="21910" y="16776"/>
                  </a:cubicBezTo>
                  <a:lnTo>
                    <a:pt x="21910" y="16678"/>
                  </a:lnTo>
                  <a:cubicBezTo>
                    <a:pt x="21910" y="16580"/>
                    <a:pt x="21932" y="16504"/>
                    <a:pt x="21932" y="16406"/>
                  </a:cubicBezTo>
                  <a:cubicBezTo>
                    <a:pt x="21932" y="16308"/>
                    <a:pt x="21932" y="16232"/>
                    <a:pt x="21910" y="16134"/>
                  </a:cubicBezTo>
                  <a:lnTo>
                    <a:pt x="21910" y="16036"/>
                  </a:lnTo>
                  <a:cubicBezTo>
                    <a:pt x="21910" y="15971"/>
                    <a:pt x="21899" y="15916"/>
                    <a:pt x="21899" y="15862"/>
                  </a:cubicBezTo>
                  <a:cubicBezTo>
                    <a:pt x="21899" y="15829"/>
                    <a:pt x="21899" y="15797"/>
                    <a:pt x="21888" y="15764"/>
                  </a:cubicBezTo>
                  <a:cubicBezTo>
                    <a:pt x="21878" y="15688"/>
                    <a:pt x="21878" y="15601"/>
                    <a:pt x="21867" y="15536"/>
                  </a:cubicBezTo>
                  <a:cubicBezTo>
                    <a:pt x="21453" y="12729"/>
                    <a:pt x="19114" y="10553"/>
                    <a:pt x="16231" y="10390"/>
                  </a:cubicBezTo>
                  <a:lnTo>
                    <a:pt x="15894"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16" name="Google Shape;8216;p40"/>
            <p:cNvPicPr preferRelativeResize="0"/>
            <p:nvPr/>
          </p:nvPicPr>
          <p:blipFill rotWithShape="1">
            <a:blip r:embed="rId3">
              <a:alphaModFix/>
            </a:blip>
            <a:srcRect t="5011" b="5011"/>
            <a:stretch/>
          </p:blipFill>
          <p:spPr>
            <a:xfrm>
              <a:off x="82575" y="862100"/>
              <a:ext cx="2214025" cy="4281400"/>
            </a:xfrm>
            <a:prstGeom prst="rect">
              <a:avLst/>
            </a:prstGeom>
            <a:noFill/>
            <a:ln>
              <a:noFill/>
            </a:ln>
          </p:spPr>
        </p:pic>
      </p:grpSp>
      <p:grpSp>
        <p:nvGrpSpPr>
          <p:cNvPr id="8217" name="Google Shape;8217;p40"/>
          <p:cNvGrpSpPr/>
          <p:nvPr/>
        </p:nvGrpSpPr>
        <p:grpSpPr>
          <a:xfrm>
            <a:off x="7606063" y="1728869"/>
            <a:ext cx="1472951" cy="3656267"/>
            <a:chOff x="7939775" y="3650050"/>
            <a:chExt cx="656425" cy="1629425"/>
          </a:xfrm>
        </p:grpSpPr>
        <p:sp>
          <p:nvSpPr>
            <p:cNvPr id="8218" name="Google Shape;8218;p40"/>
            <p:cNvSpPr/>
            <p:nvPr/>
          </p:nvSpPr>
          <p:spPr>
            <a:xfrm>
              <a:off x="8054664" y="3718205"/>
              <a:ext cx="426646" cy="1493115"/>
            </a:xfrm>
            <a:custGeom>
              <a:avLst/>
              <a:gdLst/>
              <a:ahLst/>
              <a:cxnLst/>
              <a:rect l="l" t="t" r="r" b="b"/>
              <a:pathLst>
                <a:path w="23314" h="81591" extrusionOk="0">
                  <a:moveTo>
                    <a:pt x="15829" y="0"/>
                  </a:moveTo>
                  <a:lnTo>
                    <a:pt x="15829" y="16046"/>
                  </a:lnTo>
                  <a:lnTo>
                    <a:pt x="11967" y="16046"/>
                  </a:lnTo>
                  <a:lnTo>
                    <a:pt x="11967" y="6539"/>
                  </a:lnTo>
                  <a:lnTo>
                    <a:pt x="6658" y="3101"/>
                  </a:lnTo>
                  <a:lnTo>
                    <a:pt x="6658" y="12533"/>
                  </a:lnTo>
                  <a:lnTo>
                    <a:pt x="4363" y="12533"/>
                  </a:lnTo>
                  <a:lnTo>
                    <a:pt x="4363" y="3101"/>
                  </a:lnTo>
                  <a:lnTo>
                    <a:pt x="1" y="3101"/>
                  </a:lnTo>
                  <a:lnTo>
                    <a:pt x="1" y="81590"/>
                  </a:lnTo>
                  <a:lnTo>
                    <a:pt x="23314" y="81590"/>
                  </a:lnTo>
                  <a:lnTo>
                    <a:pt x="23314" y="4852"/>
                  </a:lnTo>
                  <a:lnTo>
                    <a:pt x="15829"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8219" name="Google Shape;8219;p40"/>
            <p:cNvPicPr preferRelativeResize="0"/>
            <p:nvPr/>
          </p:nvPicPr>
          <p:blipFill rotWithShape="1">
            <a:blip r:embed="rId4">
              <a:alphaModFix/>
            </a:blip>
            <a:srcRect l="748" r="748"/>
            <a:stretch/>
          </p:blipFill>
          <p:spPr>
            <a:xfrm>
              <a:off x="7939775" y="3650050"/>
              <a:ext cx="656425" cy="1629425"/>
            </a:xfrm>
            <a:prstGeom prst="rect">
              <a:avLst/>
            </a:prstGeom>
            <a:noFill/>
            <a:ln>
              <a:noFill/>
            </a:ln>
          </p:spPr>
        </p:pic>
      </p:grpSp>
      <p:sp>
        <p:nvSpPr>
          <p:cNvPr id="8220" name="Google Shape;8220;p40"/>
          <p:cNvSpPr txBox="1">
            <a:spLocks noGrp="1"/>
          </p:cNvSpPr>
          <p:nvPr>
            <p:ph type="ctrTitle"/>
          </p:nvPr>
        </p:nvSpPr>
        <p:spPr>
          <a:xfrm>
            <a:off x="2211600" y="1133375"/>
            <a:ext cx="4720800" cy="19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Utopia</a:t>
            </a:r>
            <a:endParaRPr dirty="0">
              <a:solidFill>
                <a:schemeClr val="lt1"/>
              </a:solidFill>
            </a:endParaRPr>
          </a:p>
          <a:p>
            <a:pPr marL="0" lvl="0" indent="0" algn="ctr" rtl="0">
              <a:spcBef>
                <a:spcPts val="0"/>
              </a:spcBef>
              <a:spcAft>
                <a:spcPts val="0"/>
              </a:spcAft>
              <a:buNone/>
            </a:pPr>
            <a:r>
              <a:rPr lang="en-US" sz="4500" dirty="0">
                <a:solidFill>
                  <a:schemeClr val="accent1"/>
                </a:solidFill>
              </a:rPr>
              <a:t>O</a:t>
            </a:r>
            <a:r>
              <a:rPr lang="en" sz="4500" dirty="0">
                <a:solidFill>
                  <a:schemeClr val="accent1"/>
                </a:solidFill>
              </a:rPr>
              <a:t>f 2L Co</a:t>
            </a:r>
            <a:endParaRPr sz="4500" dirty="0">
              <a:solidFill>
                <a:schemeClr val="accent1"/>
              </a:solidFill>
            </a:endParaRPr>
          </a:p>
        </p:txBody>
      </p:sp>
      <p:sp>
        <p:nvSpPr>
          <p:cNvPr id="8221" name="Google Shape;8221;p40"/>
          <p:cNvSpPr txBox="1">
            <a:spLocks noGrp="1"/>
          </p:cNvSpPr>
          <p:nvPr>
            <p:ph type="subTitle" idx="1"/>
          </p:nvPr>
        </p:nvSpPr>
        <p:spPr>
          <a:xfrm>
            <a:off x="2211600" y="3159150"/>
            <a:ext cx="4720800" cy="4329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Here is where your presentation begins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37"/>
        <p:cNvGrpSpPr/>
        <p:nvPr/>
      </p:nvGrpSpPr>
      <p:grpSpPr>
        <a:xfrm>
          <a:off x="0" y="0"/>
          <a:ext cx="0" cy="0"/>
          <a:chOff x="0" y="0"/>
          <a:chExt cx="0" cy="0"/>
        </a:xfrm>
      </p:grpSpPr>
      <p:sp>
        <p:nvSpPr>
          <p:cNvPr id="8238" name="Google Shape;8238;p42"/>
          <p:cNvSpPr txBox="1">
            <a:spLocks noGrp="1"/>
          </p:cNvSpPr>
          <p:nvPr>
            <p:ph type="title"/>
          </p:nvPr>
        </p:nvSpPr>
        <p:spPr>
          <a:xfrm>
            <a:off x="713225" y="539525"/>
            <a:ext cx="7717500" cy="564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8239" name="Google Shape;8239;p42"/>
          <p:cNvSpPr txBox="1">
            <a:spLocks noGrp="1"/>
          </p:cNvSpPr>
          <p:nvPr>
            <p:ph type="subTitle" idx="1"/>
          </p:nvPr>
        </p:nvSpPr>
        <p:spPr>
          <a:xfrm>
            <a:off x="713225" y="2330700"/>
            <a:ext cx="2395800" cy="47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Our fluent introducers introduce you to our Utopia </a:t>
            </a:r>
            <a:endParaRPr dirty="0"/>
          </a:p>
        </p:txBody>
      </p:sp>
      <p:sp>
        <p:nvSpPr>
          <p:cNvPr id="8240" name="Google Shape;8240;p42"/>
          <p:cNvSpPr txBox="1">
            <a:spLocks noGrp="1"/>
          </p:cNvSpPr>
          <p:nvPr>
            <p:ph type="subTitle" idx="3"/>
          </p:nvPr>
        </p:nvSpPr>
        <p:spPr>
          <a:xfrm>
            <a:off x="712625" y="1992525"/>
            <a:ext cx="2396400" cy="36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a:t>
            </a:r>
            <a:endParaRPr dirty="0"/>
          </a:p>
        </p:txBody>
      </p:sp>
      <p:pic>
        <p:nvPicPr>
          <p:cNvPr id="8241" name="Google Shape;8241;p42"/>
          <p:cNvPicPr preferRelativeResize="0"/>
          <p:nvPr/>
        </p:nvPicPr>
        <p:blipFill rotWithShape="1">
          <a:blip r:embed="rId3">
            <a:alphaModFix/>
          </a:blip>
          <a:srcRect l="69" r="69"/>
          <a:stretch/>
        </p:blipFill>
        <p:spPr>
          <a:xfrm>
            <a:off x="1626400" y="1329198"/>
            <a:ext cx="650149" cy="650150"/>
          </a:xfrm>
          <a:prstGeom prst="rect">
            <a:avLst/>
          </a:prstGeom>
          <a:noFill/>
          <a:ln>
            <a:noFill/>
          </a:ln>
        </p:spPr>
      </p:pic>
      <p:sp>
        <p:nvSpPr>
          <p:cNvPr id="8242" name="Google Shape;8242;p42"/>
          <p:cNvSpPr txBox="1">
            <a:spLocks noGrp="1"/>
          </p:cNvSpPr>
          <p:nvPr>
            <p:ph type="title" idx="2"/>
          </p:nvPr>
        </p:nvSpPr>
        <p:spPr>
          <a:xfrm>
            <a:off x="1627350" y="1449050"/>
            <a:ext cx="649200" cy="41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8243" name="Google Shape;8243;p42"/>
          <p:cNvPicPr preferRelativeResize="0"/>
          <p:nvPr/>
        </p:nvPicPr>
        <p:blipFill rotWithShape="1">
          <a:blip r:embed="rId4">
            <a:alphaModFix/>
          </a:blip>
          <a:srcRect l="69" r="69"/>
          <a:stretch/>
        </p:blipFill>
        <p:spPr>
          <a:xfrm>
            <a:off x="4239775" y="1329198"/>
            <a:ext cx="650149" cy="650150"/>
          </a:xfrm>
          <a:prstGeom prst="rect">
            <a:avLst/>
          </a:prstGeom>
          <a:noFill/>
          <a:ln>
            <a:noFill/>
          </a:ln>
        </p:spPr>
      </p:pic>
      <p:pic>
        <p:nvPicPr>
          <p:cNvPr id="8244" name="Google Shape;8244;p42"/>
          <p:cNvPicPr preferRelativeResize="0"/>
          <p:nvPr/>
        </p:nvPicPr>
        <p:blipFill rotWithShape="1">
          <a:blip r:embed="rId5">
            <a:alphaModFix/>
          </a:blip>
          <a:srcRect/>
          <a:stretch/>
        </p:blipFill>
        <p:spPr>
          <a:xfrm rot="10800000">
            <a:off x="6915425" y="1329198"/>
            <a:ext cx="650149" cy="650150"/>
          </a:xfrm>
          <a:prstGeom prst="rect">
            <a:avLst/>
          </a:prstGeom>
          <a:noFill/>
          <a:ln>
            <a:noFill/>
          </a:ln>
        </p:spPr>
      </p:pic>
      <p:pic>
        <p:nvPicPr>
          <p:cNvPr id="8247" name="Google Shape;8247;p42"/>
          <p:cNvPicPr preferRelativeResize="0"/>
          <p:nvPr/>
        </p:nvPicPr>
        <p:blipFill rotWithShape="1">
          <a:blip r:embed="rId6">
            <a:alphaModFix/>
          </a:blip>
          <a:srcRect/>
          <a:stretch/>
        </p:blipFill>
        <p:spPr>
          <a:xfrm>
            <a:off x="4246926" y="3021948"/>
            <a:ext cx="650149" cy="650150"/>
          </a:xfrm>
          <a:prstGeom prst="rect">
            <a:avLst/>
          </a:prstGeom>
          <a:noFill/>
          <a:ln>
            <a:noFill/>
          </a:ln>
        </p:spPr>
      </p:pic>
      <p:sp>
        <p:nvSpPr>
          <p:cNvPr id="8248" name="Google Shape;8248;p42"/>
          <p:cNvSpPr txBox="1">
            <a:spLocks noGrp="1"/>
          </p:cNvSpPr>
          <p:nvPr>
            <p:ph type="title" idx="4"/>
          </p:nvPr>
        </p:nvSpPr>
        <p:spPr>
          <a:xfrm>
            <a:off x="4255025" y="1448477"/>
            <a:ext cx="649200" cy="41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8249" name="Google Shape;8249;p42"/>
          <p:cNvSpPr txBox="1">
            <a:spLocks noGrp="1"/>
          </p:cNvSpPr>
          <p:nvPr>
            <p:ph type="subTitle" idx="5"/>
          </p:nvPr>
        </p:nvSpPr>
        <p:spPr>
          <a:xfrm>
            <a:off x="3374100" y="2330700"/>
            <a:ext cx="2395800" cy="47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We introduce to you what out fields are</a:t>
            </a:r>
            <a:endParaRPr dirty="0"/>
          </a:p>
          <a:p>
            <a:pPr marL="0" lvl="0" indent="0" algn="ctr" rtl="0">
              <a:spcBef>
                <a:spcPts val="0"/>
              </a:spcBef>
              <a:spcAft>
                <a:spcPts val="0"/>
              </a:spcAft>
              <a:buNone/>
            </a:pPr>
            <a:endParaRPr dirty="0"/>
          </a:p>
        </p:txBody>
      </p:sp>
      <p:sp>
        <p:nvSpPr>
          <p:cNvPr id="8250" name="Google Shape;8250;p42"/>
          <p:cNvSpPr txBox="1">
            <a:spLocks noGrp="1"/>
          </p:cNvSpPr>
          <p:nvPr>
            <p:ph type="subTitle" idx="6"/>
          </p:nvPr>
        </p:nvSpPr>
        <p:spPr>
          <a:xfrm>
            <a:off x="3374100" y="1992525"/>
            <a:ext cx="2395800" cy="36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Fields</a:t>
            </a:r>
            <a:endParaRPr dirty="0"/>
          </a:p>
        </p:txBody>
      </p:sp>
      <p:sp>
        <p:nvSpPr>
          <p:cNvPr id="8251" name="Google Shape;8251;p42"/>
          <p:cNvSpPr txBox="1">
            <a:spLocks noGrp="1"/>
          </p:cNvSpPr>
          <p:nvPr>
            <p:ph type="title" idx="7"/>
          </p:nvPr>
        </p:nvSpPr>
        <p:spPr>
          <a:xfrm>
            <a:off x="6915425" y="1448440"/>
            <a:ext cx="649200" cy="41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252" name="Google Shape;8252;p42"/>
          <p:cNvSpPr txBox="1">
            <a:spLocks noGrp="1"/>
          </p:cNvSpPr>
          <p:nvPr>
            <p:ph type="subTitle" idx="8"/>
          </p:nvPr>
        </p:nvSpPr>
        <p:spPr>
          <a:xfrm>
            <a:off x="6042125" y="2339100"/>
            <a:ext cx="2395800" cy="47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Each field presents ther part of the work</a:t>
            </a:r>
            <a:endParaRPr dirty="0"/>
          </a:p>
        </p:txBody>
      </p:sp>
      <p:sp>
        <p:nvSpPr>
          <p:cNvPr id="8253" name="Google Shape;8253;p42"/>
          <p:cNvSpPr txBox="1">
            <a:spLocks noGrp="1"/>
          </p:cNvSpPr>
          <p:nvPr>
            <p:ph type="subTitle" idx="9"/>
          </p:nvPr>
        </p:nvSpPr>
        <p:spPr>
          <a:xfrm>
            <a:off x="6042600" y="1994475"/>
            <a:ext cx="23958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Fields</a:t>
            </a:r>
            <a:endParaRPr dirty="0"/>
          </a:p>
        </p:txBody>
      </p:sp>
      <p:sp>
        <p:nvSpPr>
          <p:cNvPr id="8260" name="Google Shape;8260;p42"/>
          <p:cNvSpPr txBox="1">
            <a:spLocks noGrp="1"/>
          </p:cNvSpPr>
          <p:nvPr>
            <p:ph type="title" idx="19"/>
          </p:nvPr>
        </p:nvSpPr>
        <p:spPr>
          <a:xfrm>
            <a:off x="4247400" y="3141222"/>
            <a:ext cx="649200" cy="41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8261" name="Google Shape;8261;p42"/>
          <p:cNvSpPr txBox="1">
            <a:spLocks noGrp="1"/>
          </p:cNvSpPr>
          <p:nvPr>
            <p:ph type="subTitle" idx="20"/>
          </p:nvPr>
        </p:nvSpPr>
        <p:spPr>
          <a:xfrm>
            <a:off x="3374100" y="4033604"/>
            <a:ext cx="2395800" cy="47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Concluding this presentation</a:t>
            </a:r>
            <a:endParaRPr dirty="0"/>
          </a:p>
          <a:p>
            <a:pPr marL="0" lvl="0" indent="0" algn="ctr" rtl="0">
              <a:spcBef>
                <a:spcPts val="0"/>
              </a:spcBef>
              <a:spcAft>
                <a:spcPts val="0"/>
              </a:spcAft>
              <a:buNone/>
            </a:pPr>
            <a:endParaRPr dirty="0"/>
          </a:p>
        </p:txBody>
      </p:sp>
      <p:sp>
        <p:nvSpPr>
          <p:cNvPr id="8262" name="Google Shape;8262;p42"/>
          <p:cNvSpPr txBox="1">
            <a:spLocks noGrp="1"/>
          </p:cNvSpPr>
          <p:nvPr>
            <p:ph type="subTitle" idx="21"/>
          </p:nvPr>
        </p:nvSpPr>
        <p:spPr>
          <a:xfrm>
            <a:off x="3374100" y="3691250"/>
            <a:ext cx="23958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Conclusions</a:t>
            </a:r>
            <a:endParaRPr dirty="0"/>
          </a:p>
        </p:txBody>
      </p:sp>
      <p:grpSp>
        <p:nvGrpSpPr>
          <p:cNvPr id="8263" name="Google Shape;8263;p42"/>
          <p:cNvGrpSpPr/>
          <p:nvPr/>
        </p:nvGrpSpPr>
        <p:grpSpPr>
          <a:xfrm>
            <a:off x="8262514" y="1479871"/>
            <a:ext cx="962052" cy="3831760"/>
            <a:chOff x="8283875" y="2732850"/>
            <a:chExt cx="495775" cy="1974625"/>
          </a:xfrm>
        </p:grpSpPr>
        <p:sp>
          <p:nvSpPr>
            <p:cNvPr id="8264" name="Google Shape;8264;p42"/>
            <p:cNvSpPr/>
            <p:nvPr/>
          </p:nvSpPr>
          <p:spPr>
            <a:xfrm>
              <a:off x="8376745" y="2799215"/>
              <a:ext cx="310036" cy="1841896"/>
            </a:xfrm>
            <a:custGeom>
              <a:avLst/>
              <a:gdLst/>
              <a:ahLst/>
              <a:cxnLst/>
              <a:rect l="l" t="t" r="r" b="b"/>
              <a:pathLst>
                <a:path w="9072" h="53896" extrusionOk="0">
                  <a:moveTo>
                    <a:pt x="9072" y="0"/>
                  </a:moveTo>
                  <a:lnTo>
                    <a:pt x="0" y="6384"/>
                  </a:lnTo>
                  <a:lnTo>
                    <a:pt x="0" y="53895"/>
                  </a:lnTo>
                  <a:lnTo>
                    <a:pt x="9072" y="53895"/>
                  </a:lnTo>
                  <a:lnTo>
                    <a:pt x="9072"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65" name="Google Shape;8265;p42"/>
            <p:cNvPicPr preferRelativeResize="0"/>
            <p:nvPr/>
          </p:nvPicPr>
          <p:blipFill rotWithShape="1">
            <a:blip r:embed="rId7">
              <a:alphaModFix/>
            </a:blip>
            <a:srcRect l="19306" r="19306"/>
            <a:stretch/>
          </p:blipFill>
          <p:spPr>
            <a:xfrm>
              <a:off x="8283875" y="2732850"/>
              <a:ext cx="495775" cy="1974625"/>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35"/>
        <p:cNvGrpSpPr/>
        <p:nvPr/>
      </p:nvGrpSpPr>
      <p:grpSpPr>
        <a:xfrm>
          <a:off x="0" y="0"/>
          <a:ext cx="0" cy="0"/>
          <a:chOff x="0" y="0"/>
          <a:chExt cx="0" cy="0"/>
        </a:xfrm>
      </p:grpSpPr>
      <p:sp>
        <p:nvSpPr>
          <p:cNvPr id="8436" name="Google Shape;8436;p50"/>
          <p:cNvSpPr txBox="1">
            <a:spLocks noGrp="1"/>
          </p:cNvSpPr>
          <p:nvPr>
            <p:ph type="title"/>
          </p:nvPr>
        </p:nvSpPr>
        <p:spPr>
          <a:xfrm>
            <a:off x="688885" y="173155"/>
            <a:ext cx="77175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Our fields </a:t>
            </a:r>
            <a:endParaRPr dirty="0"/>
          </a:p>
        </p:txBody>
      </p:sp>
      <p:sp>
        <p:nvSpPr>
          <p:cNvPr id="8438" name="Google Shape;8438;p50"/>
          <p:cNvSpPr txBox="1">
            <a:spLocks noGrp="1"/>
          </p:cNvSpPr>
          <p:nvPr>
            <p:ph type="subTitle" idx="4"/>
          </p:nvPr>
        </p:nvSpPr>
        <p:spPr>
          <a:xfrm>
            <a:off x="872325" y="2010650"/>
            <a:ext cx="2313300" cy="34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Economics</a:t>
            </a:r>
            <a:endParaRPr sz="2400" dirty="0"/>
          </a:p>
        </p:txBody>
      </p:sp>
      <p:sp>
        <p:nvSpPr>
          <p:cNvPr id="8441" name="Google Shape;8441;p50"/>
          <p:cNvSpPr txBox="1">
            <a:spLocks noGrp="1"/>
          </p:cNvSpPr>
          <p:nvPr>
            <p:ph type="subTitle" idx="6"/>
          </p:nvPr>
        </p:nvSpPr>
        <p:spPr>
          <a:xfrm>
            <a:off x="5791742" y="3894316"/>
            <a:ext cx="2003534"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Health</a:t>
            </a:r>
            <a:endParaRPr sz="2400" dirty="0"/>
          </a:p>
        </p:txBody>
      </p:sp>
      <p:sp>
        <p:nvSpPr>
          <p:cNvPr id="8443" name="Google Shape;8443;p50"/>
          <p:cNvSpPr txBox="1">
            <a:spLocks noGrp="1"/>
          </p:cNvSpPr>
          <p:nvPr>
            <p:ph type="subTitle" idx="8"/>
          </p:nvPr>
        </p:nvSpPr>
        <p:spPr>
          <a:xfrm>
            <a:off x="5972700" y="2010650"/>
            <a:ext cx="23133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Architecture </a:t>
            </a:r>
            <a:endParaRPr sz="2400" dirty="0"/>
          </a:p>
        </p:txBody>
      </p:sp>
      <p:sp>
        <p:nvSpPr>
          <p:cNvPr id="8446" name="Google Shape;8446;p50"/>
          <p:cNvSpPr txBox="1">
            <a:spLocks noGrp="1"/>
          </p:cNvSpPr>
          <p:nvPr>
            <p:ph type="subTitle" idx="15"/>
          </p:nvPr>
        </p:nvSpPr>
        <p:spPr>
          <a:xfrm>
            <a:off x="3415350" y="2010650"/>
            <a:ext cx="23133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Education</a:t>
            </a:r>
            <a:endParaRPr sz="2400" dirty="0"/>
          </a:p>
        </p:txBody>
      </p:sp>
      <p:sp>
        <p:nvSpPr>
          <p:cNvPr id="8448" name="Google Shape;8448;p50"/>
          <p:cNvSpPr txBox="1">
            <a:spLocks noGrp="1"/>
          </p:cNvSpPr>
          <p:nvPr>
            <p:ph type="subTitle" idx="13"/>
          </p:nvPr>
        </p:nvSpPr>
        <p:spPr>
          <a:xfrm>
            <a:off x="2174656" y="3811401"/>
            <a:ext cx="23133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Technology</a:t>
            </a:r>
            <a:endParaRPr sz="2400" dirty="0"/>
          </a:p>
        </p:txBody>
      </p:sp>
      <p:grpSp>
        <p:nvGrpSpPr>
          <p:cNvPr id="8449" name="Google Shape;8449;p50"/>
          <p:cNvGrpSpPr/>
          <p:nvPr/>
        </p:nvGrpSpPr>
        <p:grpSpPr>
          <a:xfrm>
            <a:off x="-445654" y="1811379"/>
            <a:ext cx="1421089" cy="3483066"/>
            <a:chOff x="-445650" y="1440988"/>
            <a:chExt cx="1572175" cy="3853375"/>
          </a:xfrm>
        </p:grpSpPr>
        <p:sp>
          <p:nvSpPr>
            <p:cNvPr id="8450" name="Google Shape;8450;p50"/>
            <p:cNvSpPr/>
            <p:nvPr/>
          </p:nvSpPr>
          <p:spPr>
            <a:xfrm>
              <a:off x="-32350" y="1545073"/>
              <a:ext cx="745575" cy="3625230"/>
            </a:xfrm>
            <a:custGeom>
              <a:avLst/>
              <a:gdLst/>
              <a:ahLst/>
              <a:cxnLst/>
              <a:rect l="l" t="t" r="r" b="b"/>
              <a:pathLst>
                <a:path w="10606" h="51568" extrusionOk="0">
                  <a:moveTo>
                    <a:pt x="10606" y="1"/>
                  </a:moveTo>
                  <a:lnTo>
                    <a:pt x="0" y="5824"/>
                  </a:lnTo>
                  <a:lnTo>
                    <a:pt x="0" y="51568"/>
                  </a:lnTo>
                  <a:lnTo>
                    <a:pt x="10606" y="51568"/>
                  </a:lnTo>
                  <a:lnTo>
                    <a:pt x="10606"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51" name="Google Shape;8451;p50"/>
            <p:cNvPicPr preferRelativeResize="0"/>
            <p:nvPr/>
          </p:nvPicPr>
          <p:blipFill>
            <a:blip r:embed="rId3">
              <a:alphaModFix/>
            </a:blip>
            <a:stretch>
              <a:fillRect/>
            </a:stretch>
          </p:blipFill>
          <p:spPr>
            <a:xfrm>
              <a:off x="-445650" y="1440988"/>
              <a:ext cx="1572175" cy="3853375"/>
            </a:xfrm>
            <a:prstGeom prst="rect">
              <a:avLst/>
            </a:prstGeom>
            <a:noFill/>
            <a:ln>
              <a:noFill/>
            </a:ln>
          </p:spPr>
        </p:pic>
      </p:grpSp>
      <p:pic>
        <p:nvPicPr>
          <p:cNvPr id="8452" name="Google Shape;8452;p50"/>
          <p:cNvPicPr preferRelativeResize="0"/>
          <p:nvPr/>
        </p:nvPicPr>
        <p:blipFill rotWithShape="1">
          <a:blip r:embed="rId4">
            <a:alphaModFix/>
          </a:blip>
          <a:srcRect l="69" r="69"/>
          <a:stretch/>
        </p:blipFill>
        <p:spPr>
          <a:xfrm>
            <a:off x="1455857" y="952537"/>
            <a:ext cx="904616" cy="910518"/>
          </a:xfrm>
          <a:prstGeom prst="rect">
            <a:avLst/>
          </a:prstGeom>
          <a:noFill/>
          <a:ln>
            <a:noFill/>
          </a:ln>
        </p:spPr>
      </p:pic>
      <p:pic>
        <p:nvPicPr>
          <p:cNvPr id="8454" name="Google Shape;8454;p50"/>
          <p:cNvPicPr preferRelativeResize="0"/>
          <p:nvPr/>
        </p:nvPicPr>
        <p:blipFill rotWithShape="1">
          <a:blip r:embed="rId5">
            <a:alphaModFix/>
          </a:blip>
          <a:srcRect/>
          <a:stretch/>
        </p:blipFill>
        <p:spPr>
          <a:xfrm rot="10800000">
            <a:off x="6867779" y="924494"/>
            <a:ext cx="904614" cy="910519"/>
          </a:xfrm>
          <a:prstGeom prst="rect">
            <a:avLst/>
          </a:prstGeom>
          <a:noFill/>
          <a:ln>
            <a:noFill/>
          </a:ln>
        </p:spPr>
      </p:pic>
      <p:pic>
        <p:nvPicPr>
          <p:cNvPr id="8455" name="Google Shape;8455;p50"/>
          <p:cNvPicPr preferRelativeResize="0"/>
          <p:nvPr/>
        </p:nvPicPr>
        <p:blipFill rotWithShape="1">
          <a:blip r:embed="rId6">
            <a:alphaModFix/>
          </a:blip>
          <a:srcRect/>
          <a:stretch/>
        </p:blipFill>
        <p:spPr>
          <a:xfrm>
            <a:off x="6185207" y="2814589"/>
            <a:ext cx="944143" cy="908249"/>
          </a:xfrm>
          <a:prstGeom prst="rect">
            <a:avLst/>
          </a:prstGeom>
          <a:noFill/>
          <a:ln>
            <a:noFill/>
          </a:ln>
        </p:spPr>
      </p:pic>
      <p:pic>
        <p:nvPicPr>
          <p:cNvPr id="8456" name="Google Shape;8456;p50"/>
          <p:cNvPicPr preferRelativeResize="0"/>
          <p:nvPr/>
        </p:nvPicPr>
        <p:blipFill rotWithShape="1">
          <a:blip r:embed="rId7">
            <a:alphaModFix/>
          </a:blip>
          <a:srcRect l="69" r="69"/>
          <a:stretch/>
        </p:blipFill>
        <p:spPr>
          <a:xfrm>
            <a:off x="2733317" y="2804301"/>
            <a:ext cx="904615" cy="908249"/>
          </a:xfrm>
          <a:prstGeom prst="rect">
            <a:avLst/>
          </a:prstGeom>
          <a:noFill/>
          <a:ln>
            <a:noFill/>
          </a:ln>
        </p:spPr>
      </p:pic>
      <p:pic>
        <p:nvPicPr>
          <p:cNvPr id="8457" name="Google Shape;8457;p50"/>
          <p:cNvPicPr preferRelativeResize="0"/>
          <p:nvPr/>
        </p:nvPicPr>
        <p:blipFill rotWithShape="1">
          <a:blip r:embed="rId8">
            <a:alphaModFix/>
          </a:blip>
          <a:srcRect l="69" r="69"/>
          <a:stretch/>
        </p:blipFill>
        <p:spPr>
          <a:xfrm>
            <a:off x="4161818" y="1031723"/>
            <a:ext cx="904616" cy="910517"/>
          </a:xfrm>
          <a:prstGeom prst="rect">
            <a:avLst/>
          </a:prstGeom>
          <a:noFill/>
          <a:ln>
            <a:noFill/>
          </a:ln>
        </p:spPr>
      </p:pic>
      <p:sp>
        <p:nvSpPr>
          <p:cNvPr id="8458" name="Google Shape;8458;p50"/>
          <p:cNvSpPr/>
          <p:nvPr/>
        </p:nvSpPr>
        <p:spPr>
          <a:xfrm>
            <a:off x="172975" y="3763663"/>
            <a:ext cx="837300" cy="121800"/>
          </a:xfrm>
          <a:custGeom>
            <a:avLst/>
            <a:gdLst/>
            <a:ahLst/>
            <a:cxnLst/>
            <a:rect l="l" t="t" r="r" b="b"/>
            <a:pathLst>
              <a:path w="33492" h="4872" extrusionOk="0">
                <a:moveTo>
                  <a:pt x="13210" y="1"/>
                </a:moveTo>
                <a:cubicBezTo>
                  <a:pt x="11276" y="1"/>
                  <a:pt x="11376" y="1269"/>
                  <a:pt x="13477" y="1269"/>
                </a:cubicBezTo>
                <a:cubicBezTo>
                  <a:pt x="15045" y="1269"/>
                  <a:pt x="14778" y="2269"/>
                  <a:pt x="13477" y="2269"/>
                </a:cubicBezTo>
                <a:lnTo>
                  <a:pt x="2903" y="2269"/>
                </a:lnTo>
                <a:cubicBezTo>
                  <a:pt x="668" y="2269"/>
                  <a:pt x="1" y="4871"/>
                  <a:pt x="3103" y="4871"/>
                </a:cubicBezTo>
                <a:lnTo>
                  <a:pt x="21550" y="4871"/>
                </a:lnTo>
                <a:cubicBezTo>
                  <a:pt x="23851" y="4871"/>
                  <a:pt x="24218" y="2803"/>
                  <a:pt x="21416" y="2803"/>
                </a:cubicBezTo>
                <a:cubicBezTo>
                  <a:pt x="19648" y="2803"/>
                  <a:pt x="19682" y="1635"/>
                  <a:pt x="21083" y="1635"/>
                </a:cubicBezTo>
                <a:lnTo>
                  <a:pt x="31457" y="1635"/>
                </a:lnTo>
                <a:cubicBezTo>
                  <a:pt x="33491" y="1635"/>
                  <a:pt x="33425" y="1"/>
                  <a:pt x="31557"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59" name="Google Shape;8459;p50"/>
          <p:cNvGrpSpPr/>
          <p:nvPr/>
        </p:nvGrpSpPr>
        <p:grpSpPr>
          <a:xfrm>
            <a:off x="4329049" y="1164319"/>
            <a:ext cx="570154" cy="523825"/>
            <a:chOff x="6753800" y="1283025"/>
            <a:chExt cx="340850" cy="315550"/>
          </a:xfrm>
        </p:grpSpPr>
        <p:sp>
          <p:nvSpPr>
            <p:cNvPr id="8460" name="Google Shape;8460;p50"/>
            <p:cNvSpPr/>
            <p:nvPr/>
          </p:nvSpPr>
          <p:spPr>
            <a:xfrm>
              <a:off x="6862750" y="1283025"/>
              <a:ext cx="123550" cy="35975"/>
            </a:xfrm>
            <a:custGeom>
              <a:avLst/>
              <a:gdLst/>
              <a:ahLst/>
              <a:cxnLst/>
              <a:rect l="l" t="t" r="r" b="b"/>
              <a:pathLst>
                <a:path w="4942" h="1439" extrusionOk="0">
                  <a:moveTo>
                    <a:pt x="2477" y="1"/>
                  </a:moveTo>
                  <a:cubicBezTo>
                    <a:pt x="1584" y="1"/>
                    <a:pt x="739" y="358"/>
                    <a:pt x="108" y="989"/>
                  </a:cubicBezTo>
                  <a:cubicBezTo>
                    <a:pt x="1" y="1096"/>
                    <a:pt x="1" y="1251"/>
                    <a:pt x="108" y="1358"/>
                  </a:cubicBezTo>
                  <a:cubicBezTo>
                    <a:pt x="161" y="1411"/>
                    <a:pt x="230" y="1438"/>
                    <a:pt x="297" y="1438"/>
                  </a:cubicBezTo>
                  <a:cubicBezTo>
                    <a:pt x="364" y="1438"/>
                    <a:pt x="429" y="1411"/>
                    <a:pt x="477" y="1358"/>
                  </a:cubicBezTo>
                  <a:cubicBezTo>
                    <a:pt x="1001" y="834"/>
                    <a:pt x="1715" y="536"/>
                    <a:pt x="2465" y="536"/>
                  </a:cubicBezTo>
                  <a:cubicBezTo>
                    <a:pt x="3203" y="536"/>
                    <a:pt x="3906" y="822"/>
                    <a:pt x="4442" y="1358"/>
                  </a:cubicBezTo>
                  <a:cubicBezTo>
                    <a:pt x="4501" y="1405"/>
                    <a:pt x="4561" y="1429"/>
                    <a:pt x="4632" y="1429"/>
                  </a:cubicBezTo>
                  <a:cubicBezTo>
                    <a:pt x="4692" y="1429"/>
                    <a:pt x="4763" y="1405"/>
                    <a:pt x="4846" y="1358"/>
                  </a:cubicBezTo>
                  <a:cubicBezTo>
                    <a:pt x="4942" y="1251"/>
                    <a:pt x="4942" y="1096"/>
                    <a:pt x="4846" y="989"/>
                  </a:cubicBezTo>
                  <a:cubicBezTo>
                    <a:pt x="4203" y="346"/>
                    <a:pt x="3370" y="1"/>
                    <a:pt x="2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1" name="Google Shape;8461;p50"/>
            <p:cNvSpPr/>
            <p:nvPr/>
          </p:nvSpPr>
          <p:spPr>
            <a:xfrm>
              <a:off x="6884475" y="1313675"/>
              <a:ext cx="79500" cy="26825"/>
            </a:xfrm>
            <a:custGeom>
              <a:avLst/>
              <a:gdLst/>
              <a:ahLst/>
              <a:cxnLst/>
              <a:rect l="l" t="t" r="r" b="b"/>
              <a:pathLst>
                <a:path w="3180" h="1073" extrusionOk="0">
                  <a:moveTo>
                    <a:pt x="1596" y="1"/>
                  </a:moveTo>
                  <a:cubicBezTo>
                    <a:pt x="1025" y="1"/>
                    <a:pt x="501" y="215"/>
                    <a:pt x="108" y="620"/>
                  </a:cubicBezTo>
                  <a:cubicBezTo>
                    <a:pt x="1" y="727"/>
                    <a:pt x="1" y="894"/>
                    <a:pt x="108" y="989"/>
                  </a:cubicBezTo>
                  <a:cubicBezTo>
                    <a:pt x="155" y="1043"/>
                    <a:pt x="221" y="1069"/>
                    <a:pt x="288" y="1069"/>
                  </a:cubicBezTo>
                  <a:cubicBezTo>
                    <a:pt x="355" y="1069"/>
                    <a:pt x="423" y="1043"/>
                    <a:pt x="477" y="989"/>
                  </a:cubicBezTo>
                  <a:cubicBezTo>
                    <a:pt x="775" y="691"/>
                    <a:pt x="1179" y="537"/>
                    <a:pt x="1596" y="537"/>
                  </a:cubicBezTo>
                  <a:cubicBezTo>
                    <a:pt x="2013" y="537"/>
                    <a:pt x="2406" y="691"/>
                    <a:pt x="2703" y="989"/>
                  </a:cubicBezTo>
                  <a:cubicBezTo>
                    <a:pt x="2763" y="1037"/>
                    <a:pt x="2822" y="1072"/>
                    <a:pt x="2906" y="1072"/>
                  </a:cubicBezTo>
                  <a:cubicBezTo>
                    <a:pt x="2965" y="1072"/>
                    <a:pt x="3037" y="1037"/>
                    <a:pt x="3084" y="989"/>
                  </a:cubicBezTo>
                  <a:cubicBezTo>
                    <a:pt x="3180" y="894"/>
                    <a:pt x="3180" y="727"/>
                    <a:pt x="3084" y="620"/>
                  </a:cubicBezTo>
                  <a:cubicBezTo>
                    <a:pt x="2691" y="215"/>
                    <a:pt x="2156" y="1"/>
                    <a:pt x="1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50"/>
            <p:cNvSpPr/>
            <p:nvPr/>
          </p:nvSpPr>
          <p:spPr>
            <a:xfrm>
              <a:off x="6905625" y="1344425"/>
              <a:ext cx="36625" cy="17725"/>
            </a:xfrm>
            <a:custGeom>
              <a:avLst/>
              <a:gdLst/>
              <a:ahLst/>
              <a:cxnLst/>
              <a:rect l="l" t="t" r="r" b="b"/>
              <a:pathLst>
                <a:path w="1465" h="709" extrusionOk="0">
                  <a:moveTo>
                    <a:pt x="732" y="0"/>
                  </a:moveTo>
                  <a:cubicBezTo>
                    <a:pt x="506" y="0"/>
                    <a:pt x="280" y="87"/>
                    <a:pt x="107" y="259"/>
                  </a:cubicBezTo>
                  <a:cubicBezTo>
                    <a:pt x="0" y="354"/>
                    <a:pt x="0" y="521"/>
                    <a:pt x="107" y="628"/>
                  </a:cubicBezTo>
                  <a:cubicBezTo>
                    <a:pt x="167" y="676"/>
                    <a:pt x="226" y="700"/>
                    <a:pt x="298" y="700"/>
                  </a:cubicBezTo>
                  <a:cubicBezTo>
                    <a:pt x="369" y="700"/>
                    <a:pt x="429" y="676"/>
                    <a:pt x="476" y="628"/>
                  </a:cubicBezTo>
                  <a:cubicBezTo>
                    <a:pt x="554" y="563"/>
                    <a:pt x="646" y="530"/>
                    <a:pt x="737" y="530"/>
                  </a:cubicBezTo>
                  <a:cubicBezTo>
                    <a:pt x="828" y="530"/>
                    <a:pt x="917" y="563"/>
                    <a:pt x="988" y="628"/>
                  </a:cubicBezTo>
                  <a:cubicBezTo>
                    <a:pt x="1036" y="682"/>
                    <a:pt x="1101" y="709"/>
                    <a:pt x="1168" y="709"/>
                  </a:cubicBezTo>
                  <a:cubicBezTo>
                    <a:pt x="1235" y="709"/>
                    <a:pt x="1304" y="682"/>
                    <a:pt x="1357" y="628"/>
                  </a:cubicBezTo>
                  <a:cubicBezTo>
                    <a:pt x="1464" y="521"/>
                    <a:pt x="1464" y="354"/>
                    <a:pt x="1357" y="259"/>
                  </a:cubicBezTo>
                  <a:cubicBezTo>
                    <a:pt x="1185" y="87"/>
                    <a:pt x="958" y="0"/>
                    <a:pt x="7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50"/>
            <p:cNvSpPr/>
            <p:nvPr/>
          </p:nvSpPr>
          <p:spPr>
            <a:xfrm>
              <a:off x="6884475" y="1567925"/>
              <a:ext cx="14025" cy="13375"/>
            </a:xfrm>
            <a:custGeom>
              <a:avLst/>
              <a:gdLst/>
              <a:ahLst/>
              <a:cxnLst/>
              <a:rect l="l" t="t" r="r" b="b"/>
              <a:pathLst>
                <a:path w="561" h="535" extrusionOk="0">
                  <a:moveTo>
                    <a:pt x="290" y="1"/>
                  </a:moveTo>
                  <a:cubicBezTo>
                    <a:pt x="223" y="1"/>
                    <a:pt x="159" y="27"/>
                    <a:pt x="108" y="70"/>
                  </a:cubicBezTo>
                  <a:cubicBezTo>
                    <a:pt x="24" y="142"/>
                    <a:pt x="1" y="249"/>
                    <a:pt x="24" y="356"/>
                  </a:cubicBezTo>
                  <a:cubicBezTo>
                    <a:pt x="60" y="451"/>
                    <a:pt x="167" y="535"/>
                    <a:pt x="286" y="535"/>
                  </a:cubicBezTo>
                  <a:cubicBezTo>
                    <a:pt x="405" y="535"/>
                    <a:pt x="525" y="439"/>
                    <a:pt x="536" y="320"/>
                  </a:cubicBezTo>
                  <a:cubicBezTo>
                    <a:pt x="560" y="201"/>
                    <a:pt x="501" y="94"/>
                    <a:pt x="417" y="35"/>
                  </a:cubicBezTo>
                  <a:cubicBezTo>
                    <a:pt x="376" y="11"/>
                    <a:pt x="332" y="1"/>
                    <a:pt x="2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50"/>
            <p:cNvSpPr/>
            <p:nvPr/>
          </p:nvSpPr>
          <p:spPr>
            <a:xfrm>
              <a:off x="6753800" y="1382450"/>
              <a:ext cx="340850" cy="216125"/>
            </a:xfrm>
            <a:custGeom>
              <a:avLst/>
              <a:gdLst/>
              <a:ahLst/>
              <a:cxnLst/>
              <a:rect l="l" t="t" r="r" b="b"/>
              <a:pathLst>
                <a:path w="13634" h="8645" extrusionOk="0">
                  <a:moveTo>
                    <a:pt x="12240" y="536"/>
                  </a:moveTo>
                  <a:cubicBezTo>
                    <a:pt x="12717" y="536"/>
                    <a:pt x="13098" y="917"/>
                    <a:pt x="13098" y="1405"/>
                  </a:cubicBezTo>
                  <a:lnTo>
                    <a:pt x="13098" y="1762"/>
                  </a:lnTo>
                  <a:lnTo>
                    <a:pt x="525" y="1762"/>
                  </a:lnTo>
                  <a:lnTo>
                    <a:pt x="525" y="536"/>
                  </a:lnTo>
                  <a:close/>
                  <a:moveTo>
                    <a:pt x="3823" y="2298"/>
                  </a:moveTo>
                  <a:lnTo>
                    <a:pt x="3823" y="4036"/>
                  </a:lnTo>
                  <a:lnTo>
                    <a:pt x="537" y="4036"/>
                  </a:lnTo>
                  <a:lnTo>
                    <a:pt x="537" y="2298"/>
                  </a:lnTo>
                  <a:close/>
                  <a:moveTo>
                    <a:pt x="7740" y="2298"/>
                  </a:moveTo>
                  <a:lnTo>
                    <a:pt x="7740" y="4036"/>
                  </a:lnTo>
                  <a:lnTo>
                    <a:pt x="4347" y="4036"/>
                  </a:lnTo>
                  <a:lnTo>
                    <a:pt x="4347" y="2298"/>
                  </a:lnTo>
                  <a:close/>
                  <a:moveTo>
                    <a:pt x="12300" y="2298"/>
                  </a:moveTo>
                  <a:lnTo>
                    <a:pt x="12300" y="4036"/>
                  </a:lnTo>
                  <a:lnTo>
                    <a:pt x="10133" y="4036"/>
                  </a:lnTo>
                  <a:lnTo>
                    <a:pt x="10133" y="2298"/>
                  </a:lnTo>
                  <a:close/>
                  <a:moveTo>
                    <a:pt x="7752" y="4572"/>
                  </a:moveTo>
                  <a:lnTo>
                    <a:pt x="7752" y="6084"/>
                  </a:lnTo>
                  <a:lnTo>
                    <a:pt x="537" y="6084"/>
                  </a:lnTo>
                  <a:lnTo>
                    <a:pt x="537" y="4572"/>
                  </a:lnTo>
                  <a:close/>
                  <a:moveTo>
                    <a:pt x="13098" y="4572"/>
                  </a:moveTo>
                  <a:lnTo>
                    <a:pt x="13098" y="6084"/>
                  </a:lnTo>
                  <a:lnTo>
                    <a:pt x="10133" y="6084"/>
                  </a:lnTo>
                  <a:lnTo>
                    <a:pt x="10133" y="4572"/>
                  </a:lnTo>
                  <a:close/>
                  <a:moveTo>
                    <a:pt x="1382" y="6608"/>
                  </a:moveTo>
                  <a:cubicBezTo>
                    <a:pt x="1239" y="6822"/>
                    <a:pt x="1144" y="7073"/>
                    <a:pt x="1144" y="7334"/>
                  </a:cubicBezTo>
                  <a:lnTo>
                    <a:pt x="1144" y="7394"/>
                  </a:lnTo>
                  <a:lnTo>
                    <a:pt x="537" y="7394"/>
                  </a:lnTo>
                  <a:lnTo>
                    <a:pt x="537" y="6608"/>
                  </a:lnTo>
                  <a:close/>
                  <a:moveTo>
                    <a:pt x="9597" y="2274"/>
                  </a:moveTo>
                  <a:lnTo>
                    <a:pt x="9597" y="7418"/>
                  </a:lnTo>
                  <a:lnTo>
                    <a:pt x="8276" y="7418"/>
                  </a:lnTo>
                  <a:lnTo>
                    <a:pt x="8276" y="2274"/>
                  </a:lnTo>
                  <a:close/>
                  <a:moveTo>
                    <a:pt x="13098" y="6620"/>
                  </a:moveTo>
                  <a:lnTo>
                    <a:pt x="13098" y="7430"/>
                  </a:lnTo>
                  <a:lnTo>
                    <a:pt x="12145" y="7430"/>
                  </a:lnTo>
                  <a:lnTo>
                    <a:pt x="12145" y="7418"/>
                  </a:lnTo>
                  <a:lnTo>
                    <a:pt x="12145" y="7358"/>
                  </a:lnTo>
                  <a:cubicBezTo>
                    <a:pt x="12145" y="7084"/>
                    <a:pt x="12062" y="6822"/>
                    <a:pt x="11907" y="6620"/>
                  </a:cubicBezTo>
                  <a:close/>
                  <a:moveTo>
                    <a:pt x="2418" y="6620"/>
                  </a:moveTo>
                  <a:cubicBezTo>
                    <a:pt x="2811" y="6620"/>
                    <a:pt x="3144" y="6953"/>
                    <a:pt x="3144" y="7358"/>
                  </a:cubicBezTo>
                  <a:cubicBezTo>
                    <a:pt x="3144" y="7751"/>
                    <a:pt x="2811" y="8085"/>
                    <a:pt x="2418" y="8085"/>
                  </a:cubicBezTo>
                  <a:cubicBezTo>
                    <a:pt x="2013" y="8085"/>
                    <a:pt x="1680" y="7751"/>
                    <a:pt x="1680" y="7358"/>
                  </a:cubicBezTo>
                  <a:cubicBezTo>
                    <a:pt x="1680" y="6953"/>
                    <a:pt x="2013" y="6620"/>
                    <a:pt x="2418" y="6620"/>
                  </a:cubicBezTo>
                  <a:close/>
                  <a:moveTo>
                    <a:pt x="10883" y="6644"/>
                  </a:moveTo>
                  <a:cubicBezTo>
                    <a:pt x="11288" y="6644"/>
                    <a:pt x="11609" y="6965"/>
                    <a:pt x="11609" y="7370"/>
                  </a:cubicBezTo>
                  <a:cubicBezTo>
                    <a:pt x="11609" y="7775"/>
                    <a:pt x="11288" y="8096"/>
                    <a:pt x="10883" y="8096"/>
                  </a:cubicBezTo>
                  <a:cubicBezTo>
                    <a:pt x="10478" y="8096"/>
                    <a:pt x="10157" y="7775"/>
                    <a:pt x="10157" y="7370"/>
                  </a:cubicBezTo>
                  <a:cubicBezTo>
                    <a:pt x="10157" y="6965"/>
                    <a:pt x="10478" y="6644"/>
                    <a:pt x="10883" y="6644"/>
                  </a:cubicBezTo>
                  <a:close/>
                  <a:moveTo>
                    <a:pt x="275" y="0"/>
                  </a:moveTo>
                  <a:cubicBezTo>
                    <a:pt x="120" y="0"/>
                    <a:pt x="1" y="119"/>
                    <a:pt x="1" y="274"/>
                  </a:cubicBezTo>
                  <a:lnTo>
                    <a:pt x="1" y="7692"/>
                  </a:lnTo>
                  <a:cubicBezTo>
                    <a:pt x="1" y="7846"/>
                    <a:pt x="120" y="7965"/>
                    <a:pt x="275" y="7965"/>
                  </a:cubicBezTo>
                  <a:lnTo>
                    <a:pt x="1299" y="7965"/>
                  </a:lnTo>
                  <a:cubicBezTo>
                    <a:pt x="1501" y="8370"/>
                    <a:pt x="1942" y="8632"/>
                    <a:pt x="2418" y="8632"/>
                  </a:cubicBezTo>
                  <a:cubicBezTo>
                    <a:pt x="2894" y="8632"/>
                    <a:pt x="3323" y="8370"/>
                    <a:pt x="3525" y="7965"/>
                  </a:cubicBezTo>
                  <a:lnTo>
                    <a:pt x="4299" y="7965"/>
                  </a:lnTo>
                  <a:cubicBezTo>
                    <a:pt x="4454" y="7965"/>
                    <a:pt x="4573" y="7846"/>
                    <a:pt x="4573" y="7692"/>
                  </a:cubicBezTo>
                  <a:cubicBezTo>
                    <a:pt x="4573" y="7549"/>
                    <a:pt x="4454" y="7430"/>
                    <a:pt x="4299" y="7430"/>
                  </a:cubicBezTo>
                  <a:lnTo>
                    <a:pt x="3680" y="7430"/>
                  </a:lnTo>
                  <a:lnTo>
                    <a:pt x="3680" y="7370"/>
                  </a:lnTo>
                  <a:cubicBezTo>
                    <a:pt x="3680" y="7096"/>
                    <a:pt x="3585" y="6834"/>
                    <a:pt x="3442" y="6644"/>
                  </a:cubicBezTo>
                  <a:lnTo>
                    <a:pt x="7752" y="6644"/>
                  </a:lnTo>
                  <a:lnTo>
                    <a:pt x="7752" y="7442"/>
                  </a:lnTo>
                  <a:lnTo>
                    <a:pt x="6716" y="7442"/>
                  </a:lnTo>
                  <a:cubicBezTo>
                    <a:pt x="6561" y="7442"/>
                    <a:pt x="6442" y="7561"/>
                    <a:pt x="6442" y="7715"/>
                  </a:cubicBezTo>
                  <a:cubicBezTo>
                    <a:pt x="6442" y="7858"/>
                    <a:pt x="6561" y="7977"/>
                    <a:pt x="6716" y="7977"/>
                  </a:cubicBezTo>
                  <a:lnTo>
                    <a:pt x="9764" y="7977"/>
                  </a:lnTo>
                  <a:cubicBezTo>
                    <a:pt x="9978" y="8382"/>
                    <a:pt x="10407" y="8644"/>
                    <a:pt x="10883" y="8644"/>
                  </a:cubicBezTo>
                  <a:cubicBezTo>
                    <a:pt x="11359" y="8644"/>
                    <a:pt x="11788" y="8382"/>
                    <a:pt x="12002" y="7977"/>
                  </a:cubicBezTo>
                  <a:lnTo>
                    <a:pt x="13372" y="7977"/>
                  </a:lnTo>
                  <a:cubicBezTo>
                    <a:pt x="13514" y="7977"/>
                    <a:pt x="13633" y="7858"/>
                    <a:pt x="13633" y="7715"/>
                  </a:cubicBezTo>
                  <a:lnTo>
                    <a:pt x="13633" y="4322"/>
                  </a:lnTo>
                  <a:cubicBezTo>
                    <a:pt x="13633" y="4167"/>
                    <a:pt x="13514" y="4048"/>
                    <a:pt x="13372" y="4048"/>
                  </a:cubicBezTo>
                  <a:lnTo>
                    <a:pt x="12836" y="4048"/>
                  </a:lnTo>
                  <a:lnTo>
                    <a:pt x="12836" y="2310"/>
                  </a:lnTo>
                  <a:lnTo>
                    <a:pt x="13372" y="2310"/>
                  </a:lnTo>
                  <a:lnTo>
                    <a:pt x="13372" y="2298"/>
                  </a:lnTo>
                  <a:cubicBezTo>
                    <a:pt x="13514" y="2298"/>
                    <a:pt x="13633" y="2179"/>
                    <a:pt x="13633" y="2024"/>
                  </a:cubicBezTo>
                  <a:lnTo>
                    <a:pt x="13633" y="1405"/>
                  </a:lnTo>
                  <a:cubicBezTo>
                    <a:pt x="13633" y="631"/>
                    <a:pt x="13014" y="0"/>
                    <a:pt x="122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5" name="Google Shape;8465;p50"/>
          <p:cNvGrpSpPr/>
          <p:nvPr/>
        </p:nvGrpSpPr>
        <p:grpSpPr>
          <a:xfrm>
            <a:off x="1652476" y="1099919"/>
            <a:ext cx="522774" cy="574974"/>
            <a:chOff x="1947250" y="1262775"/>
            <a:chExt cx="256600" cy="341150"/>
          </a:xfrm>
        </p:grpSpPr>
        <p:sp>
          <p:nvSpPr>
            <p:cNvPr id="8466" name="Google Shape;8466;p50"/>
            <p:cNvSpPr/>
            <p:nvPr/>
          </p:nvSpPr>
          <p:spPr>
            <a:xfrm>
              <a:off x="2132100" y="1326125"/>
              <a:ext cx="14025" cy="13475"/>
            </a:xfrm>
            <a:custGeom>
              <a:avLst/>
              <a:gdLst/>
              <a:ahLst/>
              <a:cxnLst/>
              <a:rect l="l" t="t" r="r" b="b"/>
              <a:pathLst>
                <a:path w="561" h="539" extrusionOk="0">
                  <a:moveTo>
                    <a:pt x="274" y="1"/>
                  </a:moveTo>
                  <a:cubicBezTo>
                    <a:pt x="212" y="1"/>
                    <a:pt x="150" y="22"/>
                    <a:pt x="96" y="62"/>
                  </a:cubicBezTo>
                  <a:cubicBezTo>
                    <a:pt x="24" y="146"/>
                    <a:pt x="0" y="265"/>
                    <a:pt x="24" y="360"/>
                  </a:cubicBezTo>
                  <a:cubicBezTo>
                    <a:pt x="72" y="467"/>
                    <a:pt x="179" y="539"/>
                    <a:pt x="274" y="539"/>
                  </a:cubicBezTo>
                  <a:cubicBezTo>
                    <a:pt x="393" y="539"/>
                    <a:pt x="512" y="455"/>
                    <a:pt x="536" y="324"/>
                  </a:cubicBezTo>
                  <a:cubicBezTo>
                    <a:pt x="560" y="205"/>
                    <a:pt x="501" y="98"/>
                    <a:pt x="417" y="39"/>
                  </a:cubicBezTo>
                  <a:cubicBezTo>
                    <a:pt x="371" y="13"/>
                    <a:pt x="32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50"/>
            <p:cNvSpPr/>
            <p:nvPr/>
          </p:nvSpPr>
          <p:spPr>
            <a:xfrm>
              <a:off x="2050550" y="1346725"/>
              <a:ext cx="62525" cy="99750"/>
            </a:xfrm>
            <a:custGeom>
              <a:avLst/>
              <a:gdLst/>
              <a:ahLst/>
              <a:cxnLst/>
              <a:rect l="l" t="t" r="r" b="b"/>
              <a:pathLst>
                <a:path w="2501" h="3990" extrusionOk="0">
                  <a:moveTo>
                    <a:pt x="1215" y="536"/>
                  </a:moveTo>
                  <a:cubicBezTo>
                    <a:pt x="1608" y="536"/>
                    <a:pt x="1953" y="858"/>
                    <a:pt x="1953" y="1251"/>
                  </a:cubicBezTo>
                  <a:cubicBezTo>
                    <a:pt x="1953" y="1620"/>
                    <a:pt x="1619" y="1953"/>
                    <a:pt x="1215" y="1953"/>
                  </a:cubicBezTo>
                  <a:lnTo>
                    <a:pt x="524" y="1953"/>
                  </a:lnTo>
                  <a:lnTo>
                    <a:pt x="524" y="536"/>
                  </a:lnTo>
                  <a:close/>
                  <a:moveTo>
                    <a:pt x="262" y="0"/>
                  </a:moveTo>
                  <a:cubicBezTo>
                    <a:pt x="119" y="0"/>
                    <a:pt x="0" y="120"/>
                    <a:pt x="0" y="274"/>
                  </a:cubicBezTo>
                  <a:lnTo>
                    <a:pt x="0" y="3727"/>
                  </a:lnTo>
                  <a:cubicBezTo>
                    <a:pt x="0" y="3870"/>
                    <a:pt x="119" y="3989"/>
                    <a:pt x="262" y="3989"/>
                  </a:cubicBezTo>
                  <a:cubicBezTo>
                    <a:pt x="417" y="3989"/>
                    <a:pt x="536" y="3870"/>
                    <a:pt x="536" y="3727"/>
                  </a:cubicBezTo>
                  <a:lnTo>
                    <a:pt x="536" y="2489"/>
                  </a:lnTo>
                  <a:lnTo>
                    <a:pt x="1238" y="2489"/>
                  </a:lnTo>
                  <a:cubicBezTo>
                    <a:pt x="1929" y="2489"/>
                    <a:pt x="2500" y="1941"/>
                    <a:pt x="2500" y="1251"/>
                  </a:cubicBezTo>
                  <a:cubicBezTo>
                    <a:pt x="2489" y="548"/>
                    <a:pt x="1917" y="0"/>
                    <a:pt x="1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68" name="Google Shape;8468;p50"/>
            <p:cNvSpPr/>
            <p:nvPr/>
          </p:nvSpPr>
          <p:spPr>
            <a:xfrm>
              <a:off x="1982075" y="1299400"/>
              <a:ext cx="187550" cy="187550"/>
            </a:xfrm>
            <a:custGeom>
              <a:avLst/>
              <a:gdLst/>
              <a:ahLst/>
              <a:cxnLst/>
              <a:rect l="l" t="t" r="r" b="b"/>
              <a:pathLst>
                <a:path w="7502" h="7502" extrusionOk="0">
                  <a:moveTo>
                    <a:pt x="3751" y="0"/>
                  </a:moveTo>
                  <a:cubicBezTo>
                    <a:pt x="1680" y="0"/>
                    <a:pt x="1" y="1691"/>
                    <a:pt x="1" y="3751"/>
                  </a:cubicBezTo>
                  <a:cubicBezTo>
                    <a:pt x="1" y="5823"/>
                    <a:pt x="1680" y="7501"/>
                    <a:pt x="3751" y="7501"/>
                  </a:cubicBezTo>
                  <a:cubicBezTo>
                    <a:pt x="5823" y="7501"/>
                    <a:pt x="7502" y="5823"/>
                    <a:pt x="7490" y="3739"/>
                  </a:cubicBezTo>
                  <a:cubicBezTo>
                    <a:pt x="7490" y="3215"/>
                    <a:pt x="7395" y="2727"/>
                    <a:pt x="7192" y="2251"/>
                  </a:cubicBezTo>
                  <a:cubicBezTo>
                    <a:pt x="7148" y="2154"/>
                    <a:pt x="7046" y="2097"/>
                    <a:pt x="6943" y="2097"/>
                  </a:cubicBezTo>
                  <a:cubicBezTo>
                    <a:pt x="6907" y="2097"/>
                    <a:pt x="6869" y="2104"/>
                    <a:pt x="6835" y="2120"/>
                  </a:cubicBezTo>
                  <a:cubicBezTo>
                    <a:pt x="6692" y="2179"/>
                    <a:pt x="6633" y="2346"/>
                    <a:pt x="6692" y="2477"/>
                  </a:cubicBezTo>
                  <a:cubicBezTo>
                    <a:pt x="6871" y="2894"/>
                    <a:pt x="6966" y="3310"/>
                    <a:pt x="6966" y="3751"/>
                  </a:cubicBezTo>
                  <a:cubicBezTo>
                    <a:pt x="6966" y="5525"/>
                    <a:pt x="5513" y="6966"/>
                    <a:pt x="3751" y="6966"/>
                  </a:cubicBezTo>
                  <a:cubicBezTo>
                    <a:pt x="1977" y="6966"/>
                    <a:pt x="537" y="5525"/>
                    <a:pt x="537" y="3751"/>
                  </a:cubicBezTo>
                  <a:cubicBezTo>
                    <a:pt x="537" y="1989"/>
                    <a:pt x="1977" y="536"/>
                    <a:pt x="3751" y="536"/>
                  </a:cubicBezTo>
                  <a:cubicBezTo>
                    <a:pt x="4251" y="536"/>
                    <a:pt x="4728" y="643"/>
                    <a:pt x="5180" y="870"/>
                  </a:cubicBezTo>
                  <a:cubicBezTo>
                    <a:pt x="5218" y="887"/>
                    <a:pt x="5258" y="895"/>
                    <a:pt x="5298" y="895"/>
                  </a:cubicBezTo>
                  <a:cubicBezTo>
                    <a:pt x="5398" y="895"/>
                    <a:pt x="5495" y="844"/>
                    <a:pt x="5537" y="750"/>
                  </a:cubicBezTo>
                  <a:cubicBezTo>
                    <a:pt x="5597" y="619"/>
                    <a:pt x="5549" y="453"/>
                    <a:pt x="5418" y="393"/>
                  </a:cubicBezTo>
                  <a:cubicBezTo>
                    <a:pt x="4894" y="143"/>
                    <a:pt x="4323" y="0"/>
                    <a:pt x="37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9" name="Google Shape;8469;p50"/>
            <p:cNvSpPr/>
            <p:nvPr/>
          </p:nvSpPr>
          <p:spPr>
            <a:xfrm>
              <a:off x="1947250" y="1262775"/>
              <a:ext cx="256600" cy="341150"/>
            </a:xfrm>
            <a:custGeom>
              <a:avLst/>
              <a:gdLst/>
              <a:ahLst/>
              <a:cxnLst/>
              <a:rect l="l" t="t" r="r" b="b"/>
              <a:pathLst>
                <a:path w="10264" h="13646" extrusionOk="0">
                  <a:moveTo>
                    <a:pt x="5144" y="537"/>
                  </a:moveTo>
                  <a:cubicBezTo>
                    <a:pt x="6394" y="537"/>
                    <a:pt x="7549" y="1025"/>
                    <a:pt x="8442" y="1906"/>
                  </a:cubicBezTo>
                  <a:cubicBezTo>
                    <a:pt x="10181" y="3656"/>
                    <a:pt x="10038" y="6871"/>
                    <a:pt x="8145" y="8776"/>
                  </a:cubicBezTo>
                  <a:lnTo>
                    <a:pt x="5144" y="11931"/>
                  </a:lnTo>
                  <a:lnTo>
                    <a:pt x="2132" y="8752"/>
                  </a:lnTo>
                  <a:cubicBezTo>
                    <a:pt x="251" y="6859"/>
                    <a:pt x="108" y="3656"/>
                    <a:pt x="1870" y="1906"/>
                  </a:cubicBezTo>
                  <a:cubicBezTo>
                    <a:pt x="2727" y="1025"/>
                    <a:pt x="3894" y="537"/>
                    <a:pt x="5120" y="537"/>
                  </a:cubicBezTo>
                  <a:close/>
                  <a:moveTo>
                    <a:pt x="7299" y="11502"/>
                  </a:moveTo>
                  <a:cubicBezTo>
                    <a:pt x="7692" y="11502"/>
                    <a:pt x="8002" y="11812"/>
                    <a:pt x="8002" y="12205"/>
                  </a:cubicBezTo>
                  <a:lnTo>
                    <a:pt x="8002" y="13098"/>
                  </a:lnTo>
                  <a:lnTo>
                    <a:pt x="2275" y="13098"/>
                  </a:lnTo>
                  <a:lnTo>
                    <a:pt x="2275" y="12205"/>
                  </a:lnTo>
                  <a:cubicBezTo>
                    <a:pt x="2275" y="11812"/>
                    <a:pt x="2584" y="11502"/>
                    <a:pt x="2965" y="11502"/>
                  </a:cubicBezTo>
                  <a:lnTo>
                    <a:pt x="3977" y="11502"/>
                  </a:lnTo>
                  <a:lnTo>
                    <a:pt x="4930" y="12502"/>
                  </a:lnTo>
                  <a:cubicBezTo>
                    <a:pt x="4978" y="12562"/>
                    <a:pt x="5049" y="12586"/>
                    <a:pt x="5132" y="12586"/>
                  </a:cubicBezTo>
                  <a:cubicBezTo>
                    <a:pt x="5204" y="12586"/>
                    <a:pt x="5275" y="12562"/>
                    <a:pt x="5323" y="12502"/>
                  </a:cubicBezTo>
                  <a:lnTo>
                    <a:pt x="6275" y="11502"/>
                  </a:lnTo>
                  <a:close/>
                  <a:moveTo>
                    <a:pt x="5120" y="1"/>
                  </a:moveTo>
                  <a:cubicBezTo>
                    <a:pt x="3739" y="1"/>
                    <a:pt x="2441" y="549"/>
                    <a:pt x="1477" y="1525"/>
                  </a:cubicBezTo>
                  <a:cubicBezTo>
                    <a:pt x="513" y="2501"/>
                    <a:pt x="1" y="3847"/>
                    <a:pt x="84" y="5335"/>
                  </a:cubicBezTo>
                  <a:cubicBezTo>
                    <a:pt x="155" y="6764"/>
                    <a:pt x="751" y="8133"/>
                    <a:pt x="1727" y="9121"/>
                  </a:cubicBezTo>
                  <a:lnTo>
                    <a:pt x="3477" y="10978"/>
                  </a:lnTo>
                  <a:lnTo>
                    <a:pt x="2965" y="10978"/>
                  </a:lnTo>
                  <a:cubicBezTo>
                    <a:pt x="2287" y="10978"/>
                    <a:pt x="1727" y="11526"/>
                    <a:pt x="1727" y="12217"/>
                  </a:cubicBezTo>
                  <a:lnTo>
                    <a:pt x="1727" y="13372"/>
                  </a:lnTo>
                  <a:cubicBezTo>
                    <a:pt x="1727" y="13526"/>
                    <a:pt x="1846" y="13645"/>
                    <a:pt x="2001" y="13645"/>
                  </a:cubicBezTo>
                  <a:lnTo>
                    <a:pt x="8264" y="13645"/>
                  </a:lnTo>
                  <a:cubicBezTo>
                    <a:pt x="8418" y="13645"/>
                    <a:pt x="8537" y="13526"/>
                    <a:pt x="8537" y="13372"/>
                  </a:cubicBezTo>
                  <a:lnTo>
                    <a:pt x="8537" y="12217"/>
                  </a:lnTo>
                  <a:cubicBezTo>
                    <a:pt x="8537" y="11526"/>
                    <a:pt x="7978" y="10978"/>
                    <a:pt x="7299" y="10978"/>
                  </a:cubicBezTo>
                  <a:lnTo>
                    <a:pt x="6799" y="10978"/>
                  </a:lnTo>
                  <a:lnTo>
                    <a:pt x="8537" y="9145"/>
                  </a:lnTo>
                  <a:cubicBezTo>
                    <a:pt x="9502" y="8169"/>
                    <a:pt x="10109" y="6787"/>
                    <a:pt x="10181" y="5359"/>
                  </a:cubicBezTo>
                  <a:cubicBezTo>
                    <a:pt x="10264" y="3870"/>
                    <a:pt x="9788" y="2513"/>
                    <a:pt x="8811" y="1525"/>
                  </a:cubicBezTo>
                  <a:cubicBezTo>
                    <a:pt x="7835" y="549"/>
                    <a:pt x="6525" y="1"/>
                    <a:pt x="51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0" name="Google Shape;8470;p50"/>
          <p:cNvGrpSpPr/>
          <p:nvPr/>
        </p:nvGrpSpPr>
        <p:grpSpPr>
          <a:xfrm>
            <a:off x="7004774" y="1117242"/>
            <a:ext cx="552577" cy="525021"/>
            <a:chOff x="4869400" y="1954400"/>
            <a:chExt cx="348900" cy="300675"/>
          </a:xfrm>
        </p:grpSpPr>
        <p:sp>
          <p:nvSpPr>
            <p:cNvPr id="8471" name="Google Shape;8471;p50"/>
            <p:cNvSpPr/>
            <p:nvPr/>
          </p:nvSpPr>
          <p:spPr>
            <a:xfrm>
              <a:off x="4984600" y="2211950"/>
              <a:ext cx="14625" cy="13350"/>
            </a:xfrm>
            <a:custGeom>
              <a:avLst/>
              <a:gdLst/>
              <a:ahLst/>
              <a:cxnLst/>
              <a:rect l="l" t="t" r="r" b="b"/>
              <a:pathLst>
                <a:path w="585" h="534" extrusionOk="0">
                  <a:moveTo>
                    <a:pt x="291" y="0"/>
                  </a:moveTo>
                  <a:cubicBezTo>
                    <a:pt x="232" y="0"/>
                    <a:pt x="172" y="18"/>
                    <a:pt x="120" y="57"/>
                  </a:cubicBezTo>
                  <a:cubicBezTo>
                    <a:pt x="48" y="140"/>
                    <a:pt x="1" y="260"/>
                    <a:pt x="48" y="355"/>
                  </a:cubicBezTo>
                  <a:cubicBezTo>
                    <a:pt x="96" y="462"/>
                    <a:pt x="203" y="533"/>
                    <a:pt x="298" y="533"/>
                  </a:cubicBezTo>
                  <a:cubicBezTo>
                    <a:pt x="429" y="533"/>
                    <a:pt x="536" y="438"/>
                    <a:pt x="548" y="319"/>
                  </a:cubicBezTo>
                  <a:cubicBezTo>
                    <a:pt x="584" y="212"/>
                    <a:pt x="525" y="93"/>
                    <a:pt x="429" y="33"/>
                  </a:cubicBezTo>
                  <a:cubicBezTo>
                    <a:pt x="386" y="12"/>
                    <a:pt x="339" y="0"/>
                    <a:pt x="2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50"/>
            <p:cNvSpPr/>
            <p:nvPr/>
          </p:nvSpPr>
          <p:spPr>
            <a:xfrm>
              <a:off x="4904825" y="2166925"/>
              <a:ext cx="66400" cy="44975"/>
            </a:xfrm>
            <a:custGeom>
              <a:avLst/>
              <a:gdLst/>
              <a:ahLst/>
              <a:cxnLst/>
              <a:rect l="l" t="t" r="r" b="b"/>
              <a:pathLst>
                <a:path w="2656" h="1799" extrusionOk="0">
                  <a:moveTo>
                    <a:pt x="2120" y="548"/>
                  </a:moveTo>
                  <a:lnTo>
                    <a:pt x="2120" y="1287"/>
                  </a:lnTo>
                  <a:lnTo>
                    <a:pt x="537" y="1287"/>
                  </a:lnTo>
                  <a:lnTo>
                    <a:pt x="537" y="548"/>
                  </a:lnTo>
                  <a:close/>
                  <a:moveTo>
                    <a:pt x="263" y="1"/>
                  </a:moveTo>
                  <a:cubicBezTo>
                    <a:pt x="120" y="1"/>
                    <a:pt x="1" y="120"/>
                    <a:pt x="1" y="275"/>
                  </a:cubicBezTo>
                  <a:lnTo>
                    <a:pt x="1" y="1537"/>
                  </a:lnTo>
                  <a:cubicBezTo>
                    <a:pt x="1" y="1680"/>
                    <a:pt x="120" y="1799"/>
                    <a:pt x="263" y="1799"/>
                  </a:cubicBezTo>
                  <a:lnTo>
                    <a:pt x="2394" y="1799"/>
                  </a:lnTo>
                  <a:cubicBezTo>
                    <a:pt x="2537" y="1799"/>
                    <a:pt x="2656" y="1680"/>
                    <a:pt x="2656" y="1537"/>
                  </a:cubicBezTo>
                  <a:lnTo>
                    <a:pt x="2656" y="275"/>
                  </a:lnTo>
                  <a:cubicBezTo>
                    <a:pt x="2656" y="120"/>
                    <a:pt x="2537" y="1"/>
                    <a:pt x="2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50"/>
            <p:cNvSpPr/>
            <p:nvPr/>
          </p:nvSpPr>
          <p:spPr>
            <a:xfrm>
              <a:off x="5122725" y="2166925"/>
              <a:ext cx="66700" cy="44975"/>
            </a:xfrm>
            <a:custGeom>
              <a:avLst/>
              <a:gdLst/>
              <a:ahLst/>
              <a:cxnLst/>
              <a:rect l="l" t="t" r="r" b="b"/>
              <a:pathLst>
                <a:path w="2668" h="1799" extrusionOk="0">
                  <a:moveTo>
                    <a:pt x="2131" y="548"/>
                  </a:moveTo>
                  <a:lnTo>
                    <a:pt x="2131" y="1287"/>
                  </a:lnTo>
                  <a:lnTo>
                    <a:pt x="536" y="1287"/>
                  </a:lnTo>
                  <a:lnTo>
                    <a:pt x="536" y="548"/>
                  </a:lnTo>
                  <a:close/>
                  <a:moveTo>
                    <a:pt x="274" y="1"/>
                  </a:moveTo>
                  <a:cubicBezTo>
                    <a:pt x="119" y="1"/>
                    <a:pt x="0" y="120"/>
                    <a:pt x="0" y="275"/>
                  </a:cubicBezTo>
                  <a:lnTo>
                    <a:pt x="0" y="1537"/>
                  </a:lnTo>
                  <a:cubicBezTo>
                    <a:pt x="0" y="1680"/>
                    <a:pt x="119" y="1799"/>
                    <a:pt x="274" y="1799"/>
                  </a:cubicBezTo>
                  <a:lnTo>
                    <a:pt x="2393" y="1799"/>
                  </a:lnTo>
                  <a:cubicBezTo>
                    <a:pt x="2548" y="1799"/>
                    <a:pt x="2667" y="1680"/>
                    <a:pt x="2667" y="1537"/>
                  </a:cubicBezTo>
                  <a:lnTo>
                    <a:pt x="2667" y="275"/>
                  </a:lnTo>
                  <a:cubicBezTo>
                    <a:pt x="2667" y="120"/>
                    <a:pt x="2548" y="1"/>
                    <a:pt x="23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50"/>
            <p:cNvSpPr/>
            <p:nvPr/>
          </p:nvSpPr>
          <p:spPr>
            <a:xfrm>
              <a:off x="5012875" y="2166925"/>
              <a:ext cx="66700" cy="44975"/>
            </a:xfrm>
            <a:custGeom>
              <a:avLst/>
              <a:gdLst/>
              <a:ahLst/>
              <a:cxnLst/>
              <a:rect l="l" t="t" r="r" b="b"/>
              <a:pathLst>
                <a:path w="2668" h="1799" extrusionOk="0">
                  <a:moveTo>
                    <a:pt x="2132" y="548"/>
                  </a:moveTo>
                  <a:lnTo>
                    <a:pt x="2132" y="1287"/>
                  </a:lnTo>
                  <a:lnTo>
                    <a:pt x="537" y="1287"/>
                  </a:lnTo>
                  <a:lnTo>
                    <a:pt x="537" y="548"/>
                  </a:lnTo>
                  <a:close/>
                  <a:moveTo>
                    <a:pt x="275" y="1"/>
                  </a:moveTo>
                  <a:cubicBezTo>
                    <a:pt x="120" y="1"/>
                    <a:pt x="1" y="120"/>
                    <a:pt x="1" y="275"/>
                  </a:cubicBezTo>
                  <a:lnTo>
                    <a:pt x="1" y="1537"/>
                  </a:lnTo>
                  <a:cubicBezTo>
                    <a:pt x="1" y="1680"/>
                    <a:pt x="120" y="1799"/>
                    <a:pt x="275" y="1799"/>
                  </a:cubicBezTo>
                  <a:lnTo>
                    <a:pt x="2406" y="1799"/>
                  </a:lnTo>
                  <a:cubicBezTo>
                    <a:pt x="2549" y="1799"/>
                    <a:pt x="2668" y="1680"/>
                    <a:pt x="2668" y="1537"/>
                  </a:cubicBezTo>
                  <a:lnTo>
                    <a:pt x="2668" y="275"/>
                  </a:lnTo>
                  <a:cubicBezTo>
                    <a:pt x="2668" y="120"/>
                    <a:pt x="2549" y="1"/>
                    <a:pt x="24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5" name="Google Shape;8475;p50"/>
            <p:cNvSpPr/>
            <p:nvPr/>
          </p:nvSpPr>
          <p:spPr>
            <a:xfrm>
              <a:off x="4869400" y="1954400"/>
              <a:ext cx="348900" cy="300675"/>
            </a:xfrm>
            <a:custGeom>
              <a:avLst/>
              <a:gdLst/>
              <a:ahLst/>
              <a:cxnLst/>
              <a:rect l="l" t="t" r="r" b="b"/>
              <a:pathLst>
                <a:path w="13956" h="12027" extrusionOk="0">
                  <a:moveTo>
                    <a:pt x="11991" y="548"/>
                  </a:moveTo>
                  <a:lnTo>
                    <a:pt x="12157" y="1846"/>
                  </a:lnTo>
                  <a:lnTo>
                    <a:pt x="10812" y="1846"/>
                  </a:lnTo>
                  <a:lnTo>
                    <a:pt x="10978" y="548"/>
                  </a:lnTo>
                  <a:close/>
                  <a:moveTo>
                    <a:pt x="5999" y="1187"/>
                  </a:moveTo>
                  <a:cubicBezTo>
                    <a:pt x="6241" y="1187"/>
                    <a:pt x="6455" y="1208"/>
                    <a:pt x="6597" y="1227"/>
                  </a:cubicBezTo>
                  <a:cubicBezTo>
                    <a:pt x="6668" y="1763"/>
                    <a:pt x="6692" y="2799"/>
                    <a:pt x="6156" y="3334"/>
                  </a:cubicBezTo>
                  <a:cubicBezTo>
                    <a:pt x="5788" y="3713"/>
                    <a:pt x="5160" y="3808"/>
                    <a:pt x="4659" y="3808"/>
                  </a:cubicBezTo>
                  <a:cubicBezTo>
                    <a:pt x="4561" y="3808"/>
                    <a:pt x="4468" y="3805"/>
                    <a:pt x="4382" y="3799"/>
                  </a:cubicBezTo>
                  <a:lnTo>
                    <a:pt x="5085" y="3096"/>
                  </a:lnTo>
                  <a:cubicBezTo>
                    <a:pt x="5192" y="3001"/>
                    <a:pt x="5192" y="2834"/>
                    <a:pt x="5085" y="2727"/>
                  </a:cubicBezTo>
                  <a:cubicBezTo>
                    <a:pt x="5031" y="2674"/>
                    <a:pt x="4966" y="2647"/>
                    <a:pt x="4900" y="2647"/>
                  </a:cubicBezTo>
                  <a:cubicBezTo>
                    <a:pt x="4835" y="2647"/>
                    <a:pt x="4769" y="2674"/>
                    <a:pt x="4716" y="2727"/>
                  </a:cubicBezTo>
                  <a:lnTo>
                    <a:pt x="4001" y="3442"/>
                  </a:lnTo>
                  <a:cubicBezTo>
                    <a:pt x="3990" y="2858"/>
                    <a:pt x="4049" y="2084"/>
                    <a:pt x="4478" y="1656"/>
                  </a:cubicBezTo>
                  <a:cubicBezTo>
                    <a:pt x="4856" y="1277"/>
                    <a:pt x="5491" y="1187"/>
                    <a:pt x="5999" y="1187"/>
                  </a:cubicBezTo>
                  <a:close/>
                  <a:moveTo>
                    <a:pt x="1494" y="1199"/>
                  </a:moveTo>
                  <a:cubicBezTo>
                    <a:pt x="2014" y="1199"/>
                    <a:pt x="2629" y="1295"/>
                    <a:pt x="3001" y="1668"/>
                  </a:cubicBezTo>
                  <a:cubicBezTo>
                    <a:pt x="3454" y="2120"/>
                    <a:pt x="3501" y="2918"/>
                    <a:pt x="3466" y="3442"/>
                  </a:cubicBezTo>
                  <a:lnTo>
                    <a:pt x="2763" y="2739"/>
                  </a:lnTo>
                  <a:cubicBezTo>
                    <a:pt x="2710" y="2686"/>
                    <a:pt x="2644" y="2659"/>
                    <a:pt x="2579" y="2659"/>
                  </a:cubicBezTo>
                  <a:cubicBezTo>
                    <a:pt x="2513" y="2659"/>
                    <a:pt x="2448" y="2686"/>
                    <a:pt x="2394" y="2739"/>
                  </a:cubicBezTo>
                  <a:cubicBezTo>
                    <a:pt x="2275" y="2822"/>
                    <a:pt x="2275" y="3001"/>
                    <a:pt x="2382" y="3096"/>
                  </a:cubicBezTo>
                  <a:lnTo>
                    <a:pt x="3097" y="3811"/>
                  </a:lnTo>
                  <a:cubicBezTo>
                    <a:pt x="3009" y="3816"/>
                    <a:pt x="2916" y="3819"/>
                    <a:pt x="2821" y="3819"/>
                  </a:cubicBezTo>
                  <a:cubicBezTo>
                    <a:pt x="2295" y="3819"/>
                    <a:pt x="1685" y="3721"/>
                    <a:pt x="1323" y="3358"/>
                  </a:cubicBezTo>
                  <a:cubicBezTo>
                    <a:pt x="763" y="2787"/>
                    <a:pt x="834" y="1668"/>
                    <a:pt x="894" y="1239"/>
                  </a:cubicBezTo>
                  <a:cubicBezTo>
                    <a:pt x="1057" y="1217"/>
                    <a:pt x="1267" y="1199"/>
                    <a:pt x="1494" y="1199"/>
                  </a:cubicBezTo>
                  <a:close/>
                  <a:moveTo>
                    <a:pt x="12229" y="2382"/>
                  </a:moveTo>
                  <a:lnTo>
                    <a:pt x="12919" y="7013"/>
                  </a:lnTo>
                  <a:lnTo>
                    <a:pt x="10074" y="7013"/>
                  </a:lnTo>
                  <a:lnTo>
                    <a:pt x="10740" y="2382"/>
                  </a:lnTo>
                  <a:close/>
                  <a:moveTo>
                    <a:pt x="8978" y="6049"/>
                  </a:moveTo>
                  <a:lnTo>
                    <a:pt x="8978" y="11478"/>
                  </a:lnTo>
                  <a:lnTo>
                    <a:pt x="846" y="11478"/>
                  </a:lnTo>
                  <a:lnTo>
                    <a:pt x="846" y="7764"/>
                  </a:lnTo>
                  <a:lnTo>
                    <a:pt x="4644" y="6049"/>
                  </a:lnTo>
                  <a:lnTo>
                    <a:pt x="4644" y="9371"/>
                  </a:lnTo>
                  <a:cubicBezTo>
                    <a:pt x="4644" y="9514"/>
                    <a:pt x="4763" y="9633"/>
                    <a:pt x="4906" y="9633"/>
                  </a:cubicBezTo>
                  <a:cubicBezTo>
                    <a:pt x="5061" y="9633"/>
                    <a:pt x="5180" y="9514"/>
                    <a:pt x="5180" y="9371"/>
                  </a:cubicBezTo>
                  <a:lnTo>
                    <a:pt x="5180" y="7764"/>
                  </a:lnTo>
                  <a:lnTo>
                    <a:pt x="8978" y="6049"/>
                  </a:lnTo>
                  <a:close/>
                  <a:moveTo>
                    <a:pt x="13419" y="7549"/>
                  </a:moveTo>
                  <a:lnTo>
                    <a:pt x="13419" y="11478"/>
                  </a:lnTo>
                  <a:lnTo>
                    <a:pt x="9514" y="11478"/>
                  </a:lnTo>
                  <a:lnTo>
                    <a:pt x="9514" y="7549"/>
                  </a:lnTo>
                  <a:close/>
                  <a:moveTo>
                    <a:pt x="10728" y="1"/>
                  </a:moveTo>
                  <a:cubicBezTo>
                    <a:pt x="10597" y="1"/>
                    <a:pt x="10478" y="108"/>
                    <a:pt x="10467" y="239"/>
                  </a:cubicBezTo>
                  <a:lnTo>
                    <a:pt x="10228" y="2072"/>
                  </a:lnTo>
                  <a:lnTo>
                    <a:pt x="9490" y="7013"/>
                  </a:lnTo>
                  <a:lnTo>
                    <a:pt x="9478" y="7013"/>
                  </a:lnTo>
                  <a:lnTo>
                    <a:pt x="9478" y="5632"/>
                  </a:lnTo>
                  <a:cubicBezTo>
                    <a:pt x="9478" y="5537"/>
                    <a:pt x="9431" y="5454"/>
                    <a:pt x="9359" y="5406"/>
                  </a:cubicBezTo>
                  <a:cubicBezTo>
                    <a:pt x="9319" y="5379"/>
                    <a:pt x="9268" y="5364"/>
                    <a:pt x="9218" y="5364"/>
                  </a:cubicBezTo>
                  <a:cubicBezTo>
                    <a:pt x="9179" y="5364"/>
                    <a:pt x="9141" y="5373"/>
                    <a:pt x="9109" y="5394"/>
                  </a:cubicBezTo>
                  <a:lnTo>
                    <a:pt x="5144" y="7180"/>
                  </a:lnTo>
                  <a:lnTo>
                    <a:pt x="5144" y="6001"/>
                  </a:lnTo>
                  <a:cubicBezTo>
                    <a:pt x="5323" y="6049"/>
                    <a:pt x="5525" y="6073"/>
                    <a:pt x="5716" y="6073"/>
                  </a:cubicBezTo>
                  <a:cubicBezTo>
                    <a:pt x="5859" y="6073"/>
                    <a:pt x="5978" y="5954"/>
                    <a:pt x="5978" y="5811"/>
                  </a:cubicBezTo>
                  <a:cubicBezTo>
                    <a:pt x="5978" y="5656"/>
                    <a:pt x="5859" y="5537"/>
                    <a:pt x="5716" y="5537"/>
                  </a:cubicBezTo>
                  <a:cubicBezTo>
                    <a:pt x="4942" y="5537"/>
                    <a:pt x="4275" y="5025"/>
                    <a:pt x="4049" y="4323"/>
                  </a:cubicBezTo>
                  <a:lnTo>
                    <a:pt x="4049" y="4323"/>
                  </a:lnTo>
                  <a:cubicBezTo>
                    <a:pt x="4192" y="4335"/>
                    <a:pt x="4406" y="4346"/>
                    <a:pt x="4632" y="4346"/>
                  </a:cubicBezTo>
                  <a:cubicBezTo>
                    <a:pt x="5228" y="4346"/>
                    <a:pt x="6002" y="4227"/>
                    <a:pt x="6502" y="3727"/>
                  </a:cubicBezTo>
                  <a:cubicBezTo>
                    <a:pt x="7430" y="2799"/>
                    <a:pt x="7049" y="1025"/>
                    <a:pt x="7038" y="953"/>
                  </a:cubicBezTo>
                  <a:cubicBezTo>
                    <a:pt x="7026" y="846"/>
                    <a:pt x="6930" y="775"/>
                    <a:pt x="6835" y="751"/>
                  </a:cubicBezTo>
                  <a:cubicBezTo>
                    <a:pt x="6798" y="740"/>
                    <a:pt x="6427" y="667"/>
                    <a:pt x="5946" y="667"/>
                  </a:cubicBezTo>
                  <a:cubicBezTo>
                    <a:pt x="5342" y="667"/>
                    <a:pt x="4565" y="783"/>
                    <a:pt x="4061" y="1287"/>
                  </a:cubicBezTo>
                  <a:cubicBezTo>
                    <a:pt x="3918" y="1429"/>
                    <a:pt x="3799" y="1608"/>
                    <a:pt x="3704" y="1810"/>
                  </a:cubicBezTo>
                  <a:cubicBezTo>
                    <a:pt x="3620" y="1608"/>
                    <a:pt x="3501" y="1453"/>
                    <a:pt x="3347" y="1287"/>
                  </a:cubicBezTo>
                  <a:cubicBezTo>
                    <a:pt x="2847" y="781"/>
                    <a:pt x="2093" y="663"/>
                    <a:pt x="1499" y="663"/>
                  </a:cubicBezTo>
                  <a:cubicBezTo>
                    <a:pt x="1002" y="663"/>
                    <a:pt x="617" y="745"/>
                    <a:pt x="584" y="751"/>
                  </a:cubicBezTo>
                  <a:cubicBezTo>
                    <a:pt x="477" y="763"/>
                    <a:pt x="406" y="846"/>
                    <a:pt x="370" y="953"/>
                  </a:cubicBezTo>
                  <a:cubicBezTo>
                    <a:pt x="358" y="1025"/>
                    <a:pt x="1" y="2811"/>
                    <a:pt x="906" y="3727"/>
                  </a:cubicBezTo>
                  <a:cubicBezTo>
                    <a:pt x="1418" y="4227"/>
                    <a:pt x="2192" y="4346"/>
                    <a:pt x="2787" y="4346"/>
                  </a:cubicBezTo>
                  <a:cubicBezTo>
                    <a:pt x="3085" y="4346"/>
                    <a:pt x="3335" y="4323"/>
                    <a:pt x="3501" y="4311"/>
                  </a:cubicBezTo>
                  <a:cubicBezTo>
                    <a:pt x="3620" y="4823"/>
                    <a:pt x="3918" y="5287"/>
                    <a:pt x="4335" y="5597"/>
                  </a:cubicBezTo>
                  <a:lnTo>
                    <a:pt x="441" y="7359"/>
                  </a:lnTo>
                  <a:cubicBezTo>
                    <a:pt x="358" y="7406"/>
                    <a:pt x="275" y="7490"/>
                    <a:pt x="275" y="7597"/>
                  </a:cubicBezTo>
                  <a:lnTo>
                    <a:pt x="275" y="11764"/>
                  </a:lnTo>
                  <a:cubicBezTo>
                    <a:pt x="275" y="11907"/>
                    <a:pt x="394" y="12026"/>
                    <a:pt x="549" y="12026"/>
                  </a:cubicBezTo>
                  <a:lnTo>
                    <a:pt x="13645" y="12026"/>
                  </a:lnTo>
                  <a:cubicBezTo>
                    <a:pt x="13788" y="12026"/>
                    <a:pt x="13907" y="11907"/>
                    <a:pt x="13907" y="11764"/>
                  </a:cubicBezTo>
                  <a:lnTo>
                    <a:pt x="13907" y="7299"/>
                  </a:lnTo>
                  <a:cubicBezTo>
                    <a:pt x="13955" y="7133"/>
                    <a:pt x="13836" y="7013"/>
                    <a:pt x="13693" y="7013"/>
                  </a:cubicBezTo>
                  <a:lnTo>
                    <a:pt x="13455" y="7013"/>
                  </a:lnTo>
                  <a:lnTo>
                    <a:pt x="12729" y="2072"/>
                  </a:lnTo>
                  <a:lnTo>
                    <a:pt x="12491" y="239"/>
                  </a:lnTo>
                  <a:cubicBezTo>
                    <a:pt x="12467" y="108"/>
                    <a:pt x="12348" y="1"/>
                    <a:pt x="12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3" name="Google Shape;8483;p50"/>
          <p:cNvGrpSpPr/>
          <p:nvPr/>
        </p:nvGrpSpPr>
        <p:grpSpPr>
          <a:xfrm>
            <a:off x="6430880" y="3040291"/>
            <a:ext cx="452796" cy="413442"/>
            <a:chOff x="2599125" y="1287500"/>
            <a:chExt cx="340850" cy="312250"/>
          </a:xfrm>
        </p:grpSpPr>
        <p:sp>
          <p:nvSpPr>
            <p:cNvPr id="8484" name="Google Shape;8484;p50"/>
            <p:cNvSpPr/>
            <p:nvPr/>
          </p:nvSpPr>
          <p:spPr>
            <a:xfrm>
              <a:off x="2782475" y="1330350"/>
              <a:ext cx="139025" cy="38950"/>
            </a:xfrm>
            <a:custGeom>
              <a:avLst/>
              <a:gdLst/>
              <a:ahLst/>
              <a:cxnLst/>
              <a:rect l="l" t="t" r="r" b="b"/>
              <a:pathLst>
                <a:path w="5561" h="1558" extrusionOk="0">
                  <a:moveTo>
                    <a:pt x="2779" y="1"/>
                  </a:moveTo>
                  <a:cubicBezTo>
                    <a:pt x="1807" y="1"/>
                    <a:pt x="834" y="370"/>
                    <a:pt x="96" y="1108"/>
                  </a:cubicBezTo>
                  <a:cubicBezTo>
                    <a:pt x="1" y="1203"/>
                    <a:pt x="1" y="1370"/>
                    <a:pt x="96" y="1477"/>
                  </a:cubicBezTo>
                  <a:cubicBezTo>
                    <a:pt x="149" y="1531"/>
                    <a:pt x="218" y="1557"/>
                    <a:pt x="286" y="1557"/>
                  </a:cubicBezTo>
                  <a:cubicBezTo>
                    <a:pt x="355" y="1557"/>
                    <a:pt x="423" y="1531"/>
                    <a:pt x="477" y="1477"/>
                  </a:cubicBezTo>
                  <a:cubicBezTo>
                    <a:pt x="1114" y="846"/>
                    <a:pt x="1950" y="530"/>
                    <a:pt x="2785" y="530"/>
                  </a:cubicBezTo>
                  <a:cubicBezTo>
                    <a:pt x="3620" y="530"/>
                    <a:pt x="4454" y="846"/>
                    <a:pt x="5085" y="1477"/>
                  </a:cubicBezTo>
                  <a:cubicBezTo>
                    <a:pt x="5144" y="1525"/>
                    <a:pt x="5204" y="1548"/>
                    <a:pt x="5275" y="1548"/>
                  </a:cubicBezTo>
                  <a:cubicBezTo>
                    <a:pt x="5358" y="1548"/>
                    <a:pt x="5418" y="1513"/>
                    <a:pt x="5454" y="1477"/>
                  </a:cubicBezTo>
                  <a:cubicBezTo>
                    <a:pt x="5561" y="1370"/>
                    <a:pt x="5561" y="1203"/>
                    <a:pt x="5454" y="1108"/>
                  </a:cubicBezTo>
                  <a:cubicBezTo>
                    <a:pt x="4721" y="370"/>
                    <a:pt x="3751" y="1"/>
                    <a:pt x="27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50"/>
            <p:cNvSpPr/>
            <p:nvPr/>
          </p:nvSpPr>
          <p:spPr>
            <a:xfrm>
              <a:off x="2807175" y="1364800"/>
              <a:ext cx="89925" cy="28975"/>
            </a:xfrm>
            <a:custGeom>
              <a:avLst/>
              <a:gdLst/>
              <a:ahLst/>
              <a:cxnLst/>
              <a:rect l="l" t="t" r="r" b="b"/>
              <a:pathLst>
                <a:path w="3597" h="1159" extrusionOk="0">
                  <a:moveTo>
                    <a:pt x="1799" y="1"/>
                  </a:moveTo>
                  <a:cubicBezTo>
                    <a:pt x="1188" y="1"/>
                    <a:pt x="578" y="236"/>
                    <a:pt x="108" y="706"/>
                  </a:cubicBezTo>
                  <a:cubicBezTo>
                    <a:pt x="1" y="813"/>
                    <a:pt x="1" y="980"/>
                    <a:pt x="108" y="1075"/>
                  </a:cubicBezTo>
                  <a:cubicBezTo>
                    <a:pt x="162" y="1129"/>
                    <a:pt x="230" y="1156"/>
                    <a:pt x="297" y="1156"/>
                  </a:cubicBezTo>
                  <a:cubicBezTo>
                    <a:pt x="364" y="1156"/>
                    <a:pt x="429" y="1129"/>
                    <a:pt x="477" y="1075"/>
                  </a:cubicBezTo>
                  <a:cubicBezTo>
                    <a:pt x="834" y="712"/>
                    <a:pt x="1308" y="531"/>
                    <a:pt x="1782" y="531"/>
                  </a:cubicBezTo>
                  <a:cubicBezTo>
                    <a:pt x="2257" y="531"/>
                    <a:pt x="2733" y="712"/>
                    <a:pt x="3096" y="1075"/>
                  </a:cubicBezTo>
                  <a:cubicBezTo>
                    <a:pt x="3156" y="1123"/>
                    <a:pt x="3216" y="1159"/>
                    <a:pt x="3299" y="1159"/>
                  </a:cubicBezTo>
                  <a:cubicBezTo>
                    <a:pt x="3370" y="1159"/>
                    <a:pt x="3442" y="1135"/>
                    <a:pt x="3489" y="1075"/>
                  </a:cubicBezTo>
                  <a:cubicBezTo>
                    <a:pt x="3597" y="980"/>
                    <a:pt x="3597" y="813"/>
                    <a:pt x="3489" y="706"/>
                  </a:cubicBezTo>
                  <a:cubicBezTo>
                    <a:pt x="3019" y="236"/>
                    <a:pt x="2409" y="1"/>
                    <a:pt x="1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50"/>
            <p:cNvSpPr/>
            <p:nvPr/>
          </p:nvSpPr>
          <p:spPr>
            <a:xfrm>
              <a:off x="2832175" y="1400075"/>
              <a:ext cx="39925" cy="18625"/>
            </a:xfrm>
            <a:custGeom>
              <a:avLst/>
              <a:gdLst/>
              <a:ahLst/>
              <a:cxnLst/>
              <a:rect l="l" t="t" r="r" b="b"/>
              <a:pathLst>
                <a:path w="1597" h="745" extrusionOk="0">
                  <a:moveTo>
                    <a:pt x="799" y="1"/>
                  </a:moveTo>
                  <a:cubicBezTo>
                    <a:pt x="549" y="1"/>
                    <a:pt x="299" y="99"/>
                    <a:pt x="108" y="295"/>
                  </a:cubicBezTo>
                  <a:cubicBezTo>
                    <a:pt x="1" y="391"/>
                    <a:pt x="1" y="557"/>
                    <a:pt x="108" y="664"/>
                  </a:cubicBezTo>
                  <a:cubicBezTo>
                    <a:pt x="162" y="718"/>
                    <a:pt x="227" y="745"/>
                    <a:pt x="293" y="745"/>
                  </a:cubicBezTo>
                  <a:cubicBezTo>
                    <a:pt x="358" y="745"/>
                    <a:pt x="424" y="718"/>
                    <a:pt x="477" y="664"/>
                  </a:cubicBezTo>
                  <a:cubicBezTo>
                    <a:pt x="567" y="575"/>
                    <a:pt x="683" y="530"/>
                    <a:pt x="799" y="530"/>
                  </a:cubicBezTo>
                  <a:cubicBezTo>
                    <a:pt x="915" y="530"/>
                    <a:pt x="1031" y="575"/>
                    <a:pt x="1120" y="664"/>
                  </a:cubicBezTo>
                  <a:cubicBezTo>
                    <a:pt x="1180" y="712"/>
                    <a:pt x="1239" y="736"/>
                    <a:pt x="1311" y="736"/>
                  </a:cubicBezTo>
                  <a:cubicBezTo>
                    <a:pt x="1370" y="736"/>
                    <a:pt x="1442" y="712"/>
                    <a:pt x="1489" y="664"/>
                  </a:cubicBezTo>
                  <a:cubicBezTo>
                    <a:pt x="1596" y="557"/>
                    <a:pt x="1596" y="391"/>
                    <a:pt x="1489" y="295"/>
                  </a:cubicBezTo>
                  <a:cubicBezTo>
                    <a:pt x="1299" y="99"/>
                    <a:pt x="1049"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50"/>
            <p:cNvSpPr/>
            <p:nvPr/>
          </p:nvSpPr>
          <p:spPr>
            <a:xfrm>
              <a:off x="2762250" y="1586275"/>
              <a:ext cx="14300" cy="13475"/>
            </a:xfrm>
            <a:custGeom>
              <a:avLst/>
              <a:gdLst/>
              <a:ahLst/>
              <a:cxnLst/>
              <a:rect l="l" t="t" r="r" b="b"/>
              <a:pathLst>
                <a:path w="572" h="539" extrusionOk="0">
                  <a:moveTo>
                    <a:pt x="275" y="1"/>
                  </a:moveTo>
                  <a:cubicBezTo>
                    <a:pt x="213" y="1"/>
                    <a:pt x="154" y="22"/>
                    <a:pt x="107" y="63"/>
                  </a:cubicBezTo>
                  <a:cubicBezTo>
                    <a:pt x="24" y="134"/>
                    <a:pt x="0" y="253"/>
                    <a:pt x="24" y="360"/>
                  </a:cubicBezTo>
                  <a:cubicBezTo>
                    <a:pt x="71" y="467"/>
                    <a:pt x="179" y="539"/>
                    <a:pt x="286" y="539"/>
                  </a:cubicBezTo>
                  <a:cubicBezTo>
                    <a:pt x="417" y="539"/>
                    <a:pt x="524" y="455"/>
                    <a:pt x="536" y="313"/>
                  </a:cubicBezTo>
                  <a:cubicBezTo>
                    <a:pt x="572" y="193"/>
                    <a:pt x="512" y="98"/>
                    <a:pt x="417" y="39"/>
                  </a:cubicBezTo>
                  <a:cubicBezTo>
                    <a:pt x="370" y="13"/>
                    <a:pt x="322"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50"/>
            <p:cNvSpPr/>
            <p:nvPr/>
          </p:nvSpPr>
          <p:spPr>
            <a:xfrm>
              <a:off x="2599125" y="1287500"/>
              <a:ext cx="340850" cy="312250"/>
            </a:xfrm>
            <a:custGeom>
              <a:avLst/>
              <a:gdLst/>
              <a:ahLst/>
              <a:cxnLst/>
              <a:rect l="l" t="t" r="r" b="b"/>
              <a:pathLst>
                <a:path w="13634" h="12490" extrusionOk="0">
                  <a:moveTo>
                    <a:pt x="5049" y="2715"/>
                  </a:moveTo>
                  <a:cubicBezTo>
                    <a:pt x="5942" y="2715"/>
                    <a:pt x="6656" y="3429"/>
                    <a:pt x="6656" y="4322"/>
                  </a:cubicBezTo>
                  <a:cubicBezTo>
                    <a:pt x="6656" y="5108"/>
                    <a:pt x="6084" y="5775"/>
                    <a:pt x="5322" y="5906"/>
                  </a:cubicBezTo>
                  <a:lnTo>
                    <a:pt x="5322" y="4453"/>
                  </a:lnTo>
                  <a:cubicBezTo>
                    <a:pt x="5322" y="4298"/>
                    <a:pt x="5203" y="4179"/>
                    <a:pt x="5049" y="4179"/>
                  </a:cubicBezTo>
                  <a:cubicBezTo>
                    <a:pt x="4906" y="4179"/>
                    <a:pt x="4787" y="4298"/>
                    <a:pt x="4787" y="4453"/>
                  </a:cubicBezTo>
                  <a:lnTo>
                    <a:pt x="4787" y="5906"/>
                  </a:lnTo>
                  <a:cubicBezTo>
                    <a:pt x="4025" y="5775"/>
                    <a:pt x="3441" y="5120"/>
                    <a:pt x="3441" y="4322"/>
                  </a:cubicBezTo>
                  <a:cubicBezTo>
                    <a:pt x="3441" y="3441"/>
                    <a:pt x="4179" y="2715"/>
                    <a:pt x="5049" y="2715"/>
                  </a:cubicBezTo>
                  <a:close/>
                  <a:moveTo>
                    <a:pt x="1715" y="512"/>
                  </a:moveTo>
                  <a:cubicBezTo>
                    <a:pt x="2370" y="512"/>
                    <a:pt x="2929" y="1048"/>
                    <a:pt x="2929" y="1715"/>
                  </a:cubicBezTo>
                  <a:lnTo>
                    <a:pt x="2929" y="4739"/>
                  </a:lnTo>
                  <a:cubicBezTo>
                    <a:pt x="2929" y="5298"/>
                    <a:pt x="2525" y="5775"/>
                    <a:pt x="1989" y="5918"/>
                  </a:cubicBezTo>
                  <a:lnTo>
                    <a:pt x="1989" y="3084"/>
                  </a:lnTo>
                  <a:cubicBezTo>
                    <a:pt x="1989" y="2941"/>
                    <a:pt x="1870" y="2822"/>
                    <a:pt x="1715" y="2822"/>
                  </a:cubicBezTo>
                  <a:cubicBezTo>
                    <a:pt x="1572" y="2822"/>
                    <a:pt x="1453" y="2941"/>
                    <a:pt x="1453" y="3084"/>
                  </a:cubicBezTo>
                  <a:lnTo>
                    <a:pt x="1453" y="5918"/>
                  </a:lnTo>
                  <a:cubicBezTo>
                    <a:pt x="917" y="5798"/>
                    <a:pt x="512" y="5310"/>
                    <a:pt x="512" y="4751"/>
                  </a:cubicBezTo>
                  <a:lnTo>
                    <a:pt x="512" y="1715"/>
                  </a:lnTo>
                  <a:cubicBezTo>
                    <a:pt x="512" y="1060"/>
                    <a:pt x="1048" y="512"/>
                    <a:pt x="1715" y="512"/>
                  </a:cubicBezTo>
                  <a:close/>
                  <a:moveTo>
                    <a:pt x="12252" y="6453"/>
                  </a:moveTo>
                  <a:lnTo>
                    <a:pt x="12252" y="7025"/>
                  </a:lnTo>
                  <a:lnTo>
                    <a:pt x="8001" y="7025"/>
                  </a:lnTo>
                  <a:lnTo>
                    <a:pt x="8001" y="6453"/>
                  </a:lnTo>
                  <a:close/>
                  <a:moveTo>
                    <a:pt x="11692" y="7561"/>
                  </a:moveTo>
                  <a:lnTo>
                    <a:pt x="11692" y="8215"/>
                  </a:lnTo>
                  <a:lnTo>
                    <a:pt x="8549" y="8215"/>
                  </a:lnTo>
                  <a:lnTo>
                    <a:pt x="8549" y="7561"/>
                  </a:lnTo>
                  <a:close/>
                  <a:moveTo>
                    <a:pt x="12252" y="8739"/>
                  </a:moveTo>
                  <a:lnTo>
                    <a:pt x="12252" y="9489"/>
                  </a:lnTo>
                  <a:lnTo>
                    <a:pt x="8001" y="9489"/>
                  </a:lnTo>
                  <a:lnTo>
                    <a:pt x="8001" y="8739"/>
                  </a:lnTo>
                  <a:close/>
                  <a:moveTo>
                    <a:pt x="3287" y="5513"/>
                  </a:moveTo>
                  <a:cubicBezTo>
                    <a:pt x="3620" y="6013"/>
                    <a:pt x="4156" y="6370"/>
                    <a:pt x="4799" y="6453"/>
                  </a:cubicBezTo>
                  <a:lnTo>
                    <a:pt x="4799" y="10573"/>
                  </a:lnTo>
                  <a:lnTo>
                    <a:pt x="1989" y="10573"/>
                  </a:lnTo>
                  <a:lnTo>
                    <a:pt x="1989" y="6465"/>
                  </a:lnTo>
                  <a:cubicBezTo>
                    <a:pt x="2548" y="6370"/>
                    <a:pt x="3025" y="6013"/>
                    <a:pt x="3287" y="5513"/>
                  </a:cubicBezTo>
                  <a:close/>
                  <a:moveTo>
                    <a:pt x="11692" y="10025"/>
                  </a:moveTo>
                  <a:lnTo>
                    <a:pt x="11692" y="10573"/>
                  </a:lnTo>
                  <a:lnTo>
                    <a:pt x="8549" y="10573"/>
                  </a:lnTo>
                  <a:lnTo>
                    <a:pt x="8549" y="10025"/>
                  </a:lnTo>
                  <a:close/>
                  <a:moveTo>
                    <a:pt x="1727" y="0"/>
                  </a:moveTo>
                  <a:cubicBezTo>
                    <a:pt x="774" y="0"/>
                    <a:pt x="0" y="774"/>
                    <a:pt x="0" y="1727"/>
                  </a:cubicBezTo>
                  <a:lnTo>
                    <a:pt x="0" y="4751"/>
                  </a:lnTo>
                  <a:cubicBezTo>
                    <a:pt x="0" y="5620"/>
                    <a:pt x="643" y="6334"/>
                    <a:pt x="1465" y="6465"/>
                  </a:cubicBezTo>
                  <a:lnTo>
                    <a:pt x="1465" y="10573"/>
                  </a:lnTo>
                  <a:lnTo>
                    <a:pt x="286" y="10573"/>
                  </a:lnTo>
                  <a:cubicBezTo>
                    <a:pt x="143" y="10573"/>
                    <a:pt x="24" y="10692"/>
                    <a:pt x="24" y="10835"/>
                  </a:cubicBezTo>
                  <a:lnTo>
                    <a:pt x="24" y="12228"/>
                  </a:lnTo>
                  <a:cubicBezTo>
                    <a:pt x="24" y="12299"/>
                    <a:pt x="48" y="12359"/>
                    <a:pt x="96" y="12418"/>
                  </a:cubicBezTo>
                  <a:cubicBezTo>
                    <a:pt x="143" y="12466"/>
                    <a:pt x="215" y="12490"/>
                    <a:pt x="286" y="12490"/>
                  </a:cubicBezTo>
                  <a:lnTo>
                    <a:pt x="5632" y="12490"/>
                  </a:lnTo>
                  <a:cubicBezTo>
                    <a:pt x="5775" y="12490"/>
                    <a:pt x="5894" y="12371"/>
                    <a:pt x="5894" y="12228"/>
                  </a:cubicBezTo>
                  <a:cubicBezTo>
                    <a:pt x="5894" y="12073"/>
                    <a:pt x="5775" y="11954"/>
                    <a:pt x="5632" y="11954"/>
                  </a:cubicBezTo>
                  <a:lnTo>
                    <a:pt x="560" y="11954"/>
                  </a:lnTo>
                  <a:lnTo>
                    <a:pt x="560" y="11097"/>
                  </a:lnTo>
                  <a:lnTo>
                    <a:pt x="13097" y="11097"/>
                  </a:lnTo>
                  <a:lnTo>
                    <a:pt x="13097" y="11954"/>
                  </a:lnTo>
                  <a:lnTo>
                    <a:pt x="8025" y="11954"/>
                  </a:lnTo>
                  <a:cubicBezTo>
                    <a:pt x="7882" y="11954"/>
                    <a:pt x="7763" y="12073"/>
                    <a:pt x="7763" y="12228"/>
                  </a:cubicBezTo>
                  <a:cubicBezTo>
                    <a:pt x="7763" y="12371"/>
                    <a:pt x="7882" y="12490"/>
                    <a:pt x="8025" y="12490"/>
                  </a:cubicBezTo>
                  <a:lnTo>
                    <a:pt x="13371" y="12490"/>
                  </a:lnTo>
                  <a:cubicBezTo>
                    <a:pt x="13514" y="12490"/>
                    <a:pt x="13633" y="12371"/>
                    <a:pt x="13633" y="12228"/>
                  </a:cubicBezTo>
                  <a:lnTo>
                    <a:pt x="13633" y="10835"/>
                  </a:lnTo>
                  <a:cubicBezTo>
                    <a:pt x="13621" y="10692"/>
                    <a:pt x="13502" y="10573"/>
                    <a:pt x="13359" y="10573"/>
                  </a:cubicBezTo>
                  <a:lnTo>
                    <a:pt x="12228" y="10573"/>
                  </a:lnTo>
                  <a:lnTo>
                    <a:pt x="12228" y="10025"/>
                  </a:lnTo>
                  <a:lnTo>
                    <a:pt x="12526" y="10025"/>
                  </a:lnTo>
                  <a:cubicBezTo>
                    <a:pt x="12669" y="10025"/>
                    <a:pt x="12788" y="9906"/>
                    <a:pt x="12788" y="9751"/>
                  </a:cubicBezTo>
                  <a:lnTo>
                    <a:pt x="12788" y="8477"/>
                  </a:lnTo>
                  <a:cubicBezTo>
                    <a:pt x="12788" y="8323"/>
                    <a:pt x="12669" y="8204"/>
                    <a:pt x="12526" y="8204"/>
                  </a:cubicBezTo>
                  <a:lnTo>
                    <a:pt x="12228" y="8204"/>
                  </a:lnTo>
                  <a:lnTo>
                    <a:pt x="12228" y="7549"/>
                  </a:lnTo>
                  <a:lnTo>
                    <a:pt x="12526" y="7549"/>
                  </a:lnTo>
                  <a:cubicBezTo>
                    <a:pt x="12669" y="7549"/>
                    <a:pt x="12788" y="7430"/>
                    <a:pt x="12788" y="7275"/>
                  </a:cubicBezTo>
                  <a:lnTo>
                    <a:pt x="12788" y="6179"/>
                  </a:lnTo>
                  <a:cubicBezTo>
                    <a:pt x="12788" y="6037"/>
                    <a:pt x="12669" y="5906"/>
                    <a:pt x="12526" y="5906"/>
                  </a:cubicBezTo>
                  <a:lnTo>
                    <a:pt x="7728" y="5906"/>
                  </a:lnTo>
                  <a:cubicBezTo>
                    <a:pt x="7585" y="5906"/>
                    <a:pt x="7466" y="6037"/>
                    <a:pt x="7466" y="6179"/>
                  </a:cubicBezTo>
                  <a:lnTo>
                    <a:pt x="7466" y="7299"/>
                  </a:lnTo>
                  <a:cubicBezTo>
                    <a:pt x="7466" y="7442"/>
                    <a:pt x="7585" y="7561"/>
                    <a:pt x="7728" y="7561"/>
                  </a:cubicBezTo>
                  <a:lnTo>
                    <a:pt x="8025" y="7561"/>
                  </a:lnTo>
                  <a:lnTo>
                    <a:pt x="8025" y="8215"/>
                  </a:lnTo>
                  <a:lnTo>
                    <a:pt x="7728" y="8215"/>
                  </a:lnTo>
                  <a:cubicBezTo>
                    <a:pt x="7585" y="8215"/>
                    <a:pt x="7466" y="8334"/>
                    <a:pt x="7466" y="8489"/>
                  </a:cubicBezTo>
                  <a:lnTo>
                    <a:pt x="7466" y="9763"/>
                  </a:lnTo>
                  <a:cubicBezTo>
                    <a:pt x="7466" y="9918"/>
                    <a:pt x="7585" y="10037"/>
                    <a:pt x="7728" y="10037"/>
                  </a:cubicBezTo>
                  <a:lnTo>
                    <a:pt x="8025" y="10037"/>
                  </a:lnTo>
                  <a:lnTo>
                    <a:pt x="8025" y="10585"/>
                  </a:lnTo>
                  <a:lnTo>
                    <a:pt x="5334" y="10585"/>
                  </a:lnTo>
                  <a:lnTo>
                    <a:pt x="5334" y="6465"/>
                  </a:lnTo>
                  <a:cubicBezTo>
                    <a:pt x="6394" y="6334"/>
                    <a:pt x="7204" y="5441"/>
                    <a:pt x="7204" y="4334"/>
                  </a:cubicBezTo>
                  <a:cubicBezTo>
                    <a:pt x="7204" y="3155"/>
                    <a:pt x="6239" y="2191"/>
                    <a:pt x="5061" y="2191"/>
                  </a:cubicBezTo>
                  <a:cubicBezTo>
                    <a:pt x="4430" y="2191"/>
                    <a:pt x="3846" y="2477"/>
                    <a:pt x="3465" y="2917"/>
                  </a:cubicBezTo>
                  <a:lnTo>
                    <a:pt x="3465" y="1727"/>
                  </a:lnTo>
                  <a:cubicBezTo>
                    <a:pt x="3465" y="774"/>
                    <a:pt x="2679" y="0"/>
                    <a:pt x="17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489" name="Google Shape;8489;p50"/>
          <p:cNvGrpSpPr/>
          <p:nvPr/>
        </p:nvGrpSpPr>
        <p:grpSpPr>
          <a:xfrm>
            <a:off x="3008927" y="2994883"/>
            <a:ext cx="280401" cy="547659"/>
            <a:chOff x="2674425" y="4000625"/>
            <a:chExt cx="185475" cy="348275"/>
          </a:xfrm>
        </p:grpSpPr>
        <p:sp>
          <p:nvSpPr>
            <p:cNvPr id="8490" name="Google Shape;8490;p50"/>
            <p:cNvSpPr/>
            <p:nvPr/>
          </p:nvSpPr>
          <p:spPr>
            <a:xfrm>
              <a:off x="2737825" y="4029500"/>
              <a:ext cx="13425" cy="27400"/>
            </a:xfrm>
            <a:custGeom>
              <a:avLst/>
              <a:gdLst/>
              <a:ahLst/>
              <a:cxnLst/>
              <a:rect l="l" t="t" r="r" b="b"/>
              <a:pathLst>
                <a:path w="537" h="1096" extrusionOk="0">
                  <a:moveTo>
                    <a:pt x="263" y="0"/>
                  </a:moveTo>
                  <a:cubicBezTo>
                    <a:pt x="120" y="0"/>
                    <a:pt x="1" y="119"/>
                    <a:pt x="1" y="262"/>
                  </a:cubicBezTo>
                  <a:lnTo>
                    <a:pt x="1" y="834"/>
                  </a:lnTo>
                  <a:cubicBezTo>
                    <a:pt x="1" y="977"/>
                    <a:pt x="120" y="1096"/>
                    <a:pt x="263" y="1096"/>
                  </a:cubicBezTo>
                  <a:cubicBezTo>
                    <a:pt x="417" y="1096"/>
                    <a:pt x="536" y="977"/>
                    <a:pt x="536" y="834"/>
                  </a:cubicBezTo>
                  <a:lnTo>
                    <a:pt x="536" y="262"/>
                  </a:lnTo>
                  <a:cubicBezTo>
                    <a:pt x="536" y="119"/>
                    <a:pt x="417" y="0"/>
                    <a:pt x="2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50"/>
            <p:cNvSpPr/>
            <p:nvPr/>
          </p:nvSpPr>
          <p:spPr>
            <a:xfrm>
              <a:off x="2782775" y="4029500"/>
              <a:ext cx="13425" cy="27400"/>
            </a:xfrm>
            <a:custGeom>
              <a:avLst/>
              <a:gdLst/>
              <a:ahLst/>
              <a:cxnLst/>
              <a:rect l="l" t="t" r="r" b="b"/>
              <a:pathLst>
                <a:path w="537" h="1096" extrusionOk="0">
                  <a:moveTo>
                    <a:pt x="262" y="0"/>
                  </a:moveTo>
                  <a:cubicBezTo>
                    <a:pt x="120" y="0"/>
                    <a:pt x="1" y="119"/>
                    <a:pt x="1" y="262"/>
                  </a:cubicBezTo>
                  <a:lnTo>
                    <a:pt x="1" y="834"/>
                  </a:lnTo>
                  <a:cubicBezTo>
                    <a:pt x="1" y="977"/>
                    <a:pt x="120" y="1096"/>
                    <a:pt x="262" y="1096"/>
                  </a:cubicBezTo>
                  <a:cubicBezTo>
                    <a:pt x="417" y="1096"/>
                    <a:pt x="536" y="977"/>
                    <a:pt x="536" y="834"/>
                  </a:cubicBezTo>
                  <a:lnTo>
                    <a:pt x="536" y="262"/>
                  </a:lnTo>
                  <a:cubicBezTo>
                    <a:pt x="536" y="119"/>
                    <a:pt x="417" y="0"/>
                    <a:pt x="2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50"/>
            <p:cNvSpPr/>
            <p:nvPr/>
          </p:nvSpPr>
          <p:spPr>
            <a:xfrm>
              <a:off x="2722950" y="4104500"/>
              <a:ext cx="89325" cy="114025"/>
            </a:xfrm>
            <a:custGeom>
              <a:avLst/>
              <a:gdLst/>
              <a:ahLst/>
              <a:cxnLst/>
              <a:rect l="l" t="t" r="r" b="b"/>
              <a:pathLst>
                <a:path w="3573" h="4561" extrusionOk="0">
                  <a:moveTo>
                    <a:pt x="2191" y="536"/>
                  </a:moveTo>
                  <a:lnTo>
                    <a:pt x="1703" y="1656"/>
                  </a:lnTo>
                  <a:cubicBezTo>
                    <a:pt x="1667" y="1727"/>
                    <a:pt x="1679" y="1834"/>
                    <a:pt x="1727" y="1906"/>
                  </a:cubicBezTo>
                  <a:cubicBezTo>
                    <a:pt x="1763" y="1977"/>
                    <a:pt x="1858" y="2025"/>
                    <a:pt x="1941" y="2025"/>
                  </a:cubicBezTo>
                  <a:lnTo>
                    <a:pt x="2691" y="2025"/>
                  </a:lnTo>
                  <a:lnTo>
                    <a:pt x="1572" y="3394"/>
                  </a:lnTo>
                  <a:lnTo>
                    <a:pt x="1572" y="3394"/>
                  </a:lnTo>
                  <a:lnTo>
                    <a:pt x="1643" y="2715"/>
                  </a:lnTo>
                  <a:cubicBezTo>
                    <a:pt x="1643" y="2632"/>
                    <a:pt x="1620" y="2560"/>
                    <a:pt x="1572" y="2501"/>
                  </a:cubicBezTo>
                  <a:cubicBezTo>
                    <a:pt x="1512" y="2441"/>
                    <a:pt x="1441" y="2418"/>
                    <a:pt x="1370" y="2418"/>
                  </a:cubicBezTo>
                  <a:lnTo>
                    <a:pt x="679" y="2418"/>
                  </a:lnTo>
                  <a:lnTo>
                    <a:pt x="1524" y="536"/>
                  </a:lnTo>
                  <a:close/>
                  <a:moveTo>
                    <a:pt x="1346" y="1"/>
                  </a:moveTo>
                  <a:cubicBezTo>
                    <a:pt x="1227" y="1"/>
                    <a:pt x="1143" y="60"/>
                    <a:pt x="1096" y="167"/>
                  </a:cubicBezTo>
                  <a:lnTo>
                    <a:pt x="36" y="2596"/>
                  </a:lnTo>
                  <a:cubicBezTo>
                    <a:pt x="0" y="2668"/>
                    <a:pt x="12" y="2775"/>
                    <a:pt x="60" y="2846"/>
                  </a:cubicBezTo>
                  <a:cubicBezTo>
                    <a:pt x="96" y="2918"/>
                    <a:pt x="191" y="2965"/>
                    <a:pt x="274" y="2965"/>
                  </a:cubicBezTo>
                  <a:lnTo>
                    <a:pt x="1060" y="2965"/>
                  </a:lnTo>
                  <a:lnTo>
                    <a:pt x="917" y="4263"/>
                  </a:lnTo>
                  <a:cubicBezTo>
                    <a:pt x="905" y="4382"/>
                    <a:pt x="977" y="4501"/>
                    <a:pt x="1084" y="4537"/>
                  </a:cubicBezTo>
                  <a:cubicBezTo>
                    <a:pt x="1108" y="4561"/>
                    <a:pt x="1155" y="4561"/>
                    <a:pt x="1191" y="4561"/>
                  </a:cubicBezTo>
                  <a:cubicBezTo>
                    <a:pt x="1262" y="4561"/>
                    <a:pt x="1346" y="4525"/>
                    <a:pt x="1429" y="4454"/>
                  </a:cubicBezTo>
                  <a:lnTo>
                    <a:pt x="3489" y="1918"/>
                  </a:lnTo>
                  <a:cubicBezTo>
                    <a:pt x="3548" y="1846"/>
                    <a:pt x="3572" y="1727"/>
                    <a:pt x="3525" y="1644"/>
                  </a:cubicBezTo>
                  <a:cubicBezTo>
                    <a:pt x="3465" y="1548"/>
                    <a:pt x="3370" y="1489"/>
                    <a:pt x="3275" y="1489"/>
                  </a:cubicBezTo>
                  <a:lnTo>
                    <a:pt x="2358" y="1489"/>
                  </a:lnTo>
                  <a:lnTo>
                    <a:pt x="2858" y="370"/>
                  </a:lnTo>
                  <a:cubicBezTo>
                    <a:pt x="2894" y="298"/>
                    <a:pt x="2882" y="191"/>
                    <a:pt x="2834" y="120"/>
                  </a:cubicBezTo>
                  <a:cubicBezTo>
                    <a:pt x="2798" y="48"/>
                    <a:pt x="2703" y="1"/>
                    <a:pt x="26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93" name="Google Shape;8493;p50"/>
            <p:cNvSpPr/>
            <p:nvPr/>
          </p:nvSpPr>
          <p:spPr>
            <a:xfrm>
              <a:off x="2674425" y="4000625"/>
              <a:ext cx="184875" cy="348275"/>
            </a:xfrm>
            <a:custGeom>
              <a:avLst/>
              <a:gdLst/>
              <a:ahLst/>
              <a:cxnLst/>
              <a:rect l="l" t="t" r="r" b="b"/>
              <a:pathLst>
                <a:path w="7395" h="13931" extrusionOk="0">
                  <a:moveTo>
                    <a:pt x="5537" y="536"/>
                  </a:moveTo>
                  <a:cubicBezTo>
                    <a:pt x="5775" y="536"/>
                    <a:pt x="5954" y="739"/>
                    <a:pt x="5954" y="953"/>
                  </a:cubicBezTo>
                  <a:lnTo>
                    <a:pt x="5954" y="2941"/>
                  </a:lnTo>
                  <a:lnTo>
                    <a:pt x="1441" y="2941"/>
                  </a:lnTo>
                  <a:lnTo>
                    <a:pt x="1441" y="953"/>
                  </a:lnTo>
                  <a:cubicBezTo>
                    <a:pt x="1441" y="715"/>
                    <a:pt x="1644" y="536"/>
                    <a:pt x="1858" y="536"/>
                  </a:cubicBezTo>
                  <a:close/>
                  <a:moveTo>
                    <a:pt x="4954" y="10002"/>
                  </a:moveTo>
                  <a:lnTo>
                    <a:pt x="4954" y="10764"/>
                  </a:lnTo>
                  <a:cubicBezTo>
                    <a:pt x="4954" y="10942"/>
                    <a:pt x="4811" y="11073"/>
                    <a:pt x="4644" y="11073"/>
                  </a:cubicBezTo>
                  <a:lnTo>
                    <a:pt x="2751" y="11073"/>
                  </a:lnTo>
                  <a:cubicBezTo>
                    <a:pt x="2572" y="11073"/>
                    <a:pt x="2441" y="10930"/>
                    <a:pt x="2441" y="10764"/>
                  </a:cubicBezTo>
                  <a:lnTo>
                    <a:pt x="2441" y="10002"/>
                  </a:lnTo>
                  <a:close/>
                  <a:moveTo>
                    <a:pt x="4227" y="11609"/>
                  </a:moveTo>
                  <a:lnTo>
                    <a:pt x="4227" y="13371"/>
                  </a:lnTo>
                  <a:lnTo>
                    <a:pt x="3168" y="13371"/>
                  </a:lnTo>
                  <a:lnTo>
                    <a:pt x="3168" y="11609"/>
                  </a:lnTo>
                  <a:close/>
                  <a:moveTo>
                    <a:pt x="1858" y="0"/>
                  </a:moveTo>
                  <a:cubicBezTo>
                    <a:pt x="1322" y="0"/>
                    <a:pt x="894" y="441"/>
                    <a:pt x="894" y="977"/>
                  </a:cubicBezTo>
                  <a:lnTo>
                    <a:pt x="894" y="2953"/>
                  </a:lnTo>
                  <a:lnTo>
                    <a:pt x="263" y="2953"/>
                  </a:lnTo>
                  <a:cubicBezTo>
                    <a:pt x="120" y="2953"/>
                    <a:pt x="1" y="3072"/>
                    <a:pt x="1" y="3215"/>
                  </a:cubicBezTo>
                  <a:lnTo>
                    <a:pt x="1" y="8418"/>
                  </a:lnTo>
                  <a:cubicBezTo>
                    <a:pt x="1" y="9287"/>
                    <a:pt x="715" y="10025"/>
                    <a:pt x="1608" y="10025"/>
                  </a:cubicBezTo>
                  <a:lnTo>
                    <a:pt x="1906" y="10025"/>
                  </a:lnTo>
                  <a:lnTo>
                    <a:pt x="1906" y="10775"/>
                  </a:lnTo>
                  <a:cubicBezTo>
                    <a:pt x="1906" y="11216"/>
                    <a:pt x="2215" y="11573"/>
                    <a:pt x="2632" y="11633"/>
                  </a:cubicBezTo>
                  <a:lnTo>
                    <a:pt x="2632" y="13669"/>
                  </a:lnTo>
                  <a:cubicBezTo>
                    <a:pt x="2632" y="13812"/>
                    <a:pt x="2751" y="13931"/>
                    <a:pt x="2906" y="13931"/>
                  </a:cubicBezTo>
                  <a:lnTo>
                    <a:pt x="4501" y="13931"/>
                  </a:lnTo>
                  <a:cubicBezTo>
                    <a:pt x="4644" y="13931"/>
                    <a:pt x="4763" y="13812"/>
                    <a:pt x="4763" y="13669"/>
                  </a:cubicBezTo>
                  <a:lnTo>
                    <a:pt x="4763" y="11633"/>
                  </a:lnTo>
                  <a:cubicBezTo>
                    <a:pt x="5180" y="11573"/>
                    <a:pt x="5489" y="11216"/>
                    <a:pt x="5489" y="10775"/>
                  </a:cubicBezTo>
                  <a:lnTo>
                    <a:pt x="5489" y="10025"/>
                  </a:lnTo>
                  <a:lnTo>
                    <a:pt x="5787" y="10025"/>
                  </a:lnTo>
                  <a:cubicBezTo>
                    <a:pt x="6668" y="10025"/>
                    <a:pt x="7394" y="9311"/>
                    <a:pt x="7394" y="8418"/>
                  </a:cubicBezTo>
                  <a:lnTo>
                    <a:pt x="7394" y="6823"/>
                  </a:lnTo>
                  <a:cubicBezTo>
                    <a:pt x="7394" y="6668"/>
                    <a:pt x="7275" y="6549"/>
                    <a:pt x="7133" y="6549"/>
                  </a:cubicBezTo>
                  <a:cubicBezTo>
                    <a:pt x="6978" y="6549"/>
                    <a:pt x="6859" y="6668"/>
                    <a:pt x="6859" y="6823"/>
                  </a:cubicBezTo>
                  <a:lnTo>
                    <a:pt x="6859" y="8418"/>
                  </a:lnTo>
                  <a:cubicBezTo>
                    <a:pt x="6859" y="8990"/>
                    <a:pt x="6382" y="9466"/>
                    <a:pt x="5811" y="9466"/>
                  </a:cubicBezTo>
                  <a:lnTo>
                    <a:pt x="1608" y="9466"/>
                  </a:lnTo>
                  <a:cubicBezTo>
                    <a:pt x="1025" y="9466"/>
                    <a:pt x="548" y="8990"/>
                    <a:pt x="548" y="8418"/>
                  </a:cubicBezTo>
                  <a:lnTo>
                    <a:pt x="548" y="3501"/>
                  </a:lnTo>
                  <a:lnTo>
                    <a:pt x="6871" y="3501"/>
                  </a:lnTo>
                  <a:lnTo>
                    <a:pt x="6871" y="4370"/>
                  </a:lnTo>
                  <a:cubicBezTo>
                    <a:pt x="6859" y="4501"/>
                    <a:pt x="6978" y="4620"/>
                    <a:pt x="7133" y="4620"/>
                  </a:cubicBezTo>
                  <a:cubicBezTo>
                    <a:pt x="7275" y="4620"/>
                    <a:pt x="7394" y="4501"/>
                    <a:pt x="7394" y="4346"/>
                  </a:cubicBezTo>
                  <a:lnTo>
                    <a:pt x="7394" y="3215"/>
                  </a:lnTo>
                  <a:cubicBezTo>
                    <a:pt x="7394" y="3072"/>
                    <a:pt x="7275" y="2953"/>
                    <a:pt x="7133" y="2953"/>
                  </a:cubicBezTo>
                  <a:lnTo>
                    <a:pt x="6501" y="2953"/>
                  </a:lnTo>
                  <a:lnTo>
                    <a:pt x="6501" y="977"/>
                  </a:lnTo>
                  <a:cubicBezTo>
                    <a:pt x="6501" y="441"/>
                    <a:pt x="6073" y="0"/>
                    <a:pt x="5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50"/>
            <p:cNvSpPr/>
            <p:nvPr/>
          </p:nvSpPr>
          <p:spPr>
            <a:xfrm>
              <a:off x="2845275" y="4133025"/>
              <a:ext cx="14625" cy="13475"/>
            </a:xfrm>
            <a:custGeom>
              <a:avLst/>
              <a:gdLst/>
              <a:ahLst/>
              <a:cxnLst/>
              <a:rect l="l" t="t" r="r" b="b"/>
              <a:pathLst>
                <a:path w="585" h="539" extrusionOk="0">
                  <a:moveTo>
                    <a:pt x="298" y="0"/>
                  </a:moveTo>
                  <a:cubicBezTo>
                    <a:pt x="234" y="0"/>
                    <a:pt x="167" y="22"/>
                    <a:pt x="120" y="62"/>
                  </a:cubicBezTo>
                  <a:cubicBezTo>
                    <a:pt x="48" y="146"/>
                    <a:pt x="1" y="253"/>
                    <a:pt x="48" y="360"/>
                  </a:cubicBezTo>
                  <a:cubicBezTo>
                    <a:pt x="72" y="467"/>
                    <a:pt x="179" y="538"/>
                    <a:pt x="299" y="538"/>
                  </a:cubicBezTo>
                  <a:cubicBezTo>
                    <a:pt x="429" y="538"/>
                    <a:pt x="537" y="455"/>
                    <a:pt x="549" y="312"/>
                  </a:cubicBezTo>
                  <a:cubicBezTo>
                    <a:pt x="584" y="217"/>
                    <a:pt x="525" y="98"/>
                    <a:pt x="429" y="38"/>
                  </a:cubicBezTo>
                  <a:cubicBezTo>
                    <a:pt x="393" y="13"/>
                    <a:pt x="346"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69"/>
        <p:cNvGrpSpPr/>
        <p:nvPr/>
      </p:nvGrpSpPr>
      <p:grpSpPr>
        <a:xfrm>
          <a:off x="0" y="0"/>
          <a:ext cx="0" cy="0"/>
          <a:chOff x="0" y="0"/>
          <a:chExt cx="0" cy="0"/>
        </a:xfrm>
      </p:grpSpPr>
      <p:sp>
        <p:nvSpPr>
          <p:cNvPr id="8270" name="Google Shape;8270;p43"/>
          <p:cNvSpPr txBox="1">
            <a:spLocks noGrp="1"/>
          </p:cNvSpPr>
          <p:nvPr>
            <p:ph type="title"/>
          </p:nvPr>
        </p:nvSpPr>
        <p:spPr>
          <a:xfrm>
            <a:off x="4393200" y="1619525"/>
            <a:ext cx="4045200" cy="62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Introduction</a:t>
            </a:r>
            <a:endParaRPr/>
          </a:p>
        </p:txBody>
      </p:sp>
      <p:sp>
        <p:nvSpPr>
          <p:cNvPr id="8271" name="Google Shape;8271;p43"/>
          <p:cNvSpPr txBox="1">
            <a:spLocks noGrp="1"/>
          </p:cNvSpPr>
          <p:nvPr>
            <p:ph type="subTitle" idx="1"/>
          </p:nvPr>
        </p:nvSpPr>
        <p:spPr>
          <a:xfrm>
            <a:off x="4393200" y="2445775"/>
            <a:ext cx="4045200" cy="1777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8272" name="Google Shape;8272;p43"/>
          <p:cNvGrpSpPr/>
          <p:nvPr/>
        </p:nvGrpSpPr>
        <p:grpSpPr>
          <a:xfrm>
            <a:off x="853626" y="1146108"/>
            <a:ext cx="2851284" cy="2851284"/>
            <a:chOff x="853626" y="1146108"/>
            <a:chExt cx="2851284" cy="2851284"/>
          </a:xfrm>
        </p:grpSpPr>
        <p:sp>
          <p:nvSpPr>
            <p:cNvPr id="8273" name="Google Shape;8273;p43"/>
            <p:cNvSpPr/>
            <p:nvPr/>
          </p:nvSpPr>
          <p:spPr>
            <a:xfrm>
              <a:off x="953754" y="1246236"/>
              <a:ext cx="2651400" cy="2651400"/>
            </a:xfrm>
            <a:prstGeom prst="ellipse">
              <a:avLst/>
            </a:pr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74" name="Google Shape;8274;p43"/>
            <p:cNvPicPr preferRelativeResize="0"/>
            <p:nvPr/>
          </p:nvPicPr>
          <p:blipFill rotWithShape="1">
            <a:blip r:embed="rId3">
              <a:alphaModFix/>
            </a:blip>
            <a:srcRect/>
            <a:stretch/>
          </p:blipFill>
          <p:spPr>
            <a:xfrm>
              <a:off x="853626" y="1146108"/>
              <a:ext cx="2851284" cy="2851284"/>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78"/>
        <p:cNvGrpSpPr/>
        <p:nvPr/>
      </p:nvGrpSpPr>
      <p:grpSpPr>
        <a:xfrm>
          <a:off x="0" y="0"/>
          <a:ext cx="0" cy="0"/>
          <a:chOff x="0" y="0"/>
          <a:chExt cx="0" cy="0"/>
        </a:xfrm>
      </p:grpSpPr>
      <p:sp>
        <p:nvSpPr>
          <p:cNvPr id="8279" name="Google Shape;8279;p44"/>
          <p:cNvSpPr txBox="1">
            <a:spLocks noGrp="1"/>
          </p:cNvSpPr>
          <p:nvPr>
            <p:ph type="title"/>
          </p:nvPr>
        </p:nvSpPr>
        <p:spPr>
          <a:xfrm>
            <a:off x="2125950" y="1868363"/>
            <a:ext cx="4892100" cy="187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 Education</a:t>
            </a:r>
            <a:endParaRPr dirty="0"/>
          </a:p>
        </p:txBody>
      </p:sp>
      <p:sp>
        <p:nvSpPr>
          <p:cNvPr id="8280" name="Google Shape;8280;p44"/>
          <p:cNvSpPr txBox="1">
            <a:spLocks noGrp="1"/>
          </p:cNvSpPr>
          <p:nvPr>
            <p:ph type="subTitle" idx="1"/>
          </p:nvPr>
        </p:nvSpPr>
        <p:spPr>
          <a:xfrm>
            <a:off x="2125950" y="3821100"/>
            <a:ext cx="4892100" cy="49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281" name="Google Shape;8281;p44"/>
          <p:cNvSpPr txBox="1">
            <a:spLocks noGrp="1"/>
          </p:cNvSpPr>
          <p:nvPr>
            <p:ph type="title" idx="2"/>
          </p:nvPr>
        </p:nvSpPr>
        <p:spPr>
          <a:xfrm>
            <a:off x="4047200" y="539534"/>
            <a:ext cx="1110900" cy="111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grpSp>
        <p:nvGrpSpPr>
          <p:cNvPr id="8282" name="Google Shape;8282;p44"/>
          <p:cNvGrpSpPr/>
          <p:nvPr/>
        </p:nvGrpSpPr>
        <p:grpSpPr>
          <a:xfrm>
            <a:off x="262513" y="3025565"/>
            <a:ext cx="914818" cy="2236714"/>
            <a:chOff x="-37875" y="1422800"/>
            <a:chExt cx="1592650" cy="3894000"/>
          </a:xfrm>
        </p:grpSpPr>
        <p:sp>
          <p:nvSpPr>
            <p:cNvPr id="8283" name="Google Shape;8283;p44"/>
            <p:cNvSpPr/>
            <p:nvPr/>
          </p:nvSpPr>
          <p:spPr>
            <a:xfrm>
              <a:off x="310575" y="1547651"/>
              <a:ext cx="898407" cy="3644298"/>
            </a:xfrm>
            <a:custGeom>
              <a:avLst/>
              <a:gdLst/>
              <a:ahLst/>
              <a:cxnLst/>
              <a:rect l="l" t="t" r="r" b="b"/>
              <a:pathLst>
                <a:path w="12275" h="49794" extrusionOk="0">
                  <a:moveTo>
                    <a:pt x="6138" y="1"/>
                  </a:moveTo>
                  <a:lnTo>
                    <a:pt x="6064" y="2729"/>
                  </a:lnTo>
                  <a:cubicBezTo>
                    <a:pt x="4950" y="2769"/>
                    <a:pt x="4063" y="3676"/>
                    <a:pt x="4063" y="4797"/>
                  </a:cubicBezTo>
                  <a:cubicBezTo>
                    <a:pt x="4063" y="5877"/>
                    <a:pt x="4897" y="6764"/>
                    <a:pt x="5951" y="6858"/>
                  </a:cubicBezTo>
                  <a:lnTo>
                    <a:pt x="5877" y="9579"/>
                  </a:lnTo>
                  <a:lnTo>
                    <a:pt x="1749" y="9579"/>
                  </a:lnTo>
                  <a:lnTo>
                    <a:pt x="1749" y="17037"/>
                  </a:lnTo>
                  <a:lnTo>
                    <a:pt x="1" y="17037"/>
                  </a:lnTo>
                  <a:lnTo>
                    <a:pt x="1" y="49794"/>
                  </a:lnTo>
                  <a:lnTo>
                    <a:pt x="12274" y="49794"/>
                  </a:lnTo>
                  <a:lnTo>
                    <a:pt x="12274" y="17037"/>
                  </a:lnTo>
                  <a:lnTo>
                    <a:pt x="10526" y="17037"/>
                  </a:lnTo>
                  <a:lnTo>
                    <a:pt x="10526" y="9579"/>
                  </a:lnTo>
                  <a:lnTo>
                    <a:pt x="6398" y="9579"/>
                  </a:lnTo>
                  <a:lnTo>
                    <a:pt x="6324" y="6858"/>
                  </a:lnTo>
                  <a:cubicBezTo>
                    <a:pt x="7378" y="6764"/>
                    <a:pt x="8212" y="5877"/>
                    <a:pt x="8212" y="4797"/>
                  </a:cubicBezTo>
                  <a:cubicBezTo>
                    <a:pt x="8212" y="3676"/>
                    <a:pt x="7325" y="2762"/>
                    <a:pt x="6211" y="2729"/>
                  </a:cubicBezTo>
                  <a:lnTo>
                    <a:pt x="613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84" name="Google Shape;8284;p44"/>
            <p:cNvPicPr preferRelativeResize="0"/>
            <p:nvPr/>
          </p:nvPicPr>
          <p:blipFill>
            <a:blip r:embed="rId3">
              <a:alphaModFix/>
            </a:blip>
            <a:stretch>
              <a:fillRect/>
            </a:stretch>
          </p:blipFill>
          <p:spPr>
            <a:xfrm>
              <a:off x="-37875" y="1422800"/>
              <a:ext cx="1592650" cy="3894000"/>
            </a:xfrm>
            <a:prstGeom prst="rect">
              <a:avLst/>
            </a:prstGeom>
            <a:noFill/>
            <a:ln>
              <a:noFill/>
            </a:ln>
          </p:spPr>
        </p:pic>
      </p:grpSp>
      <p:grpSp>
        <p:nvGrpSpPr>
          <p:cNvPr id="8285" name="Google Shape;8285;p44"/>
          <p:cNvGrpSpPr/>
          <p:nvPr/>
        </p:nvGrpSpPr>
        <p:grpSpPr>
          <a:xfrm>
            <a:off x="7934820" y="2950329"/>
            <a:ext cx="1074066" cy="2316641"/>
            <a:chOff x="163874" y="3211938"/>
            <a:chExt cx="1112100" cy="2398675"/>
          </a:xfrm>
        </p:grpSpPr>
        <p:sp>
          <p:nvSpPr>
            <p:cNvPr id="8286" name="Google Shape;8286;p44"/>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87" name="Google Shape;8287;p44"/>
            <p:cNvPicPr preferRelativeResize="0"/>
            <p:nvPr/>
          </p:nvPicPr>
          <p:blipFill>
            <a:blip r:embed="rId4">
              <a:alphaModFix/>
            </a:blip>
            <a:stretch>
              <a:fillRect/>
            </a:stretch>
          </p:blipFill>
          <p:spPr>
            <a:xfrm>
              <a:off x="163874" y="3211938"/>
              <a:ext cx="1112100" cy="2398675"/>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B6CFF-4275-4CEF-A71C-37E803355492}"/>
              </a:ext>
            </a:extLst>
          </p:cNvPr>
          <p:cNvSpPr>
            <a:spLocks noGrp="1"/>
          </p:cNvSpPr>
          <p:nvPr>
            <p:ph type="title"/>
          </p:nvPr>
        </p:nvSpPr>
        <p:spPr/>
        <p:txBody>
          <a:bodyPr/>
          <a:lstStyle/>
          <a:p>
            <a:r>
              <a:rPr lang="en-US" dirty="0"/>
              <a:t>Economics</a:t>
            </a:r>
          </a:p>
        </p:txBody>
      </p:sp>
      <p:sp>
        <p:nvSpPr>
          <p:cNvPr id="3" name="Subtitle 2">
            <a:extLst>
              <a:ext uri="{FF2B5EF4-FFF2-40B4-BE49-F238E27FC236}">
                <a16:creationId xmlns:a16="http://schemas.microsoft.com/office/drawing/2014/main" id="{B7A8F548-F34B-43CC-8092-7166B5AEC615}"/>
              </a:ext>
            </a:extLst>
          </p:cNvPr>
          <p:cNvSpPr>
            <a:spLocks noGrp="1"/>
          </p:cNvSpPr>
          <p:nvPr>
            <p:ph type="subTitle" idx="1"/>
          </p:nvPr>
        </p:nvSpPr>
        <p:spPr/>
        <p:txBody>
          <a:bodyPr/>
          <a:lstStyle/>
          <a:p>
            <a:endParaRPr lang="en-US"/>
          </a:p>
        </p:txBody>
      </p:sp>
      <p:sp>
        <p:nvSpPr>
          <p:cNvPr id="4" name="Title 3">
            <a:extLst>
              <a:ext uri="{FF2B5EF4-FFF2-40B4-BE49-F238E27FC236}">
                <a16:creationId xmlns:a16="http://schemas.microsoft.com/office/drawing/2014/main" id="{98F8AB08-D208-4CD1-8DB5-E1F83CD5D0BB}"/>
              </a:ext>
            </a:extLst>
          </p:cNvPr>
          <p:cNvSpPr>
            <a:spLocks noGrp="1"/>
          </p:cNvSpPr>
          <p:nvPr>
            <p:ph type="title" idx="2"/>
          </p:nvPr>
        </p:nvSpPr>
        <p:spPr/>
        <p:txBody>
          <a:bodyPr/>
          <a:lstStyle/>
          <a:p>
            <a:r>
              <a:rPr lang="en-US" dirty="0"/>
              <a:t>02</a:t>
            </a:r>
          </a:p>
        </p:txBody>
      </p:sp>
    </p:spTree>
    <p:extLst>
      <p:ext uri="{BB962C8B-B14F-4D97-AF65-F5344CB8AC3E}">
        <p14:creationId xmlns:p14="http://schemas.microsoft.com/office/powerpoint/2010/main" val="2050407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96"/>
        <p:cNvGrpSpPr/>
        <p:nvPr/>
      </p:nvGrpSpPr>
      <p:grpSpPr>
        <a:xfrm>
          <a:off x="0" y="0"/>
          <a:ext cx="0" cy="0"/>
          <a:chOff x="0" y="0"/>
          <a:chExt cx="0" cy="0"/>
        </a:xfrm>
      </p:grpSpPr>
      <p:sp>
        <p:nvSpPr>
          <p:cNvPr id="8597" name="Google Shape;8597;p58"/>
          <p:cNvSpPr txBox="1">
            <a:spLocks noGrp="1"/>
          </p:cNvSpPr>
          <p:nvPr>
            <p:ph type="title"/>
          </p:nvPr>
        </p:nvSpPr>
        <p:spPr>
          <a:xfrm>
            <a:off x="426221" y="894000"/>
            <a:ext cx="2865619" cy="117146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NEXT.STEP.CAREER</a:t>
            </a:r>
            <a:endParaRPr dirty="0"/>
          </a:p>
        </p:txBody>
      </p:sp>
      <p:grpSp>
        <p:nvGrpSpPr>
          <p:cNvPr id="8607" name="Google Shape;8607;p58"/>
          <p:cNvGrpSpPr/>
          <p:nvPr/>
        </p:nvGrpSpPr>
        <p:grpSpPr>
          <a:xfrm>
            <a:off x="8039763" y="2807432"/>
            <a:ext cx="1006429" cy="2460709"/>
            <a:chOff x="-582798" y="1780547"/>
            <a:chExt cx="1441050" cy="3523352"/>
          </a:xfrm>
        </p:grpSpPr>
        <p:sp>
          <p:nvSpPr>
            <p:cNvPr id="8608" name="Google Shape;8608;p58"/>
            <p:cNvSpPr/>
            <p:nvPr/>
          </p:nvSpPr>
          <p:spPr>
            <a:xfrm>
              <a:off x="-280925" y="1904588"/>
              <a:ext cx="837311" cy="3275264"/>
            </a:xfrm>
            <a:custGeom>
              <a:avLst/>
              <a:gdLst/>
              <a:ahLst/>
              <a:cxnLst/>
              <a:rect l="l" t="t" r="r" b="b"/>
              <a:pathLst>
                <a:path w="13788" h="53936" extrusionOk="0">
                  <a:moveTo>
                    <a:pt x="13788" y="0"/>
                  </a:moveTo>
                  <a:lnTo>
                    <a:pt x="13028" y="9259"/>
                  </a:lnTo>
                  <a:lnTo>
                    <a:pt x="12467" y="9259"/>
                  </a:lnTo>
                  <a:lnTo>
                    <a:pt x="12467" y="2789"/>
                  </a:lnTo>
                  <a:lnTo>
                    <a:pt x="11940" y="9259"/>
                  </a:lnTo>
                  <a:lnTo>
                    <a:pt x="9199" y="9259"/>
                  </a:lnTo>
                  <a:cubicBezTo>
                    <a:pt x="9199" y="23299"/>
                    <a:pt x="6131" y="42563"/>
                    <a:pt x="1" y="53935"/>
                  </a:cubicBezTo>
                  <a:lnTo>
                    <a:pt x="13788" y="53935"/>
                  </a:lnTo>
                  <a:cubicBezTo>
                    <a:pt x="13788" y="53935"/>
                    <a:pt x="13695" y="27395"/>
                    <a:pt x="13775" y="11046"/>
                  </a:cubicBezTo>
                  <a:lnTo>
                    <a:pt x="13788" y="11046"/>
                  </a:lnTo>
                  <a:lnTo>
                    <a:pt x="13788"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09" name="Google Shape;8609;p58"/>
            <p:cNvPicPr preferRelativeResize="0"/>
            <p:nvPr/>
          </p:nvPicPr>
          <p:blipFill>
            <a:blip r:embed="rId3">
              <a:alphaModFix/>
            </a:blip>
            <a:stretch>
              <a:fillRect/>
            </a:stretch>
          </p:blipFill>
          <p:spPr>
            <a:xfrm>
              <a:off x="-582798" y="1780547"/>
              <a:ext cx="1441050" cy="3523352"/>
            </a:xfrm>
            <a:prstGeom prst="rect">
              <a:avLst/>
            </a:prstGeom>
            <a:noFill/>
            <a:ln>
              <a:noFill/>
            </a:ln>
          </p:spPr>
        </p:pic>
      </p:grpSp>
      <p:sp>
        <p:nvSpPr>
          <p:cNvPr id="8598" name="Google Shape;8598;p58"/>
          <p:cNvSpPr txBox="1">
            <a:spLocks noGrp="1"/>
          </p:cNvSpPr>
          <p:nvPr>
            <p:ph type="subTitle" idx="1"/>
          </p:nvPr>
        </p:nvSpPr>
        <p:spPr>
          <a:xfrm>
            <a:off x="368915" y="2065467"/>
            <a:ext cx="3465300" cy="212440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This website is a solution we came up with to solve unemployment. This website has easy access and you can find loads of jobs on there, but sadly unemployment is not our only problem  </a:t>
            </a:r>
            <a:endParaRPr dirty="0"/>
          </a:p>
        </p:txBody>
      </p:sp>
      <p:grpSp>
        <p:nvGrpSpPr>
          <p:cNvPr id="8600" name="Google Shape;8600;p58"/>
          <p:cNvGrpSpPr/>
          <p:nvPr/>
        </p:nvGrpSpPr>
        <p:grpSpPr>
          <a:xfrm>
            <a:off x="3890833" y="535143"/>
            <a:ext cx="5155359" cy="3893327"/>
            <a:chOff x="5105700" y="1432512"/>
            <a:chExt cx="3332700" cy="2458238"/>
          </a:xfrm>
        </p:grpSpPr>
        <p:grpSp>
          <p:nvGrpSpPr>
            <p:cNvPr id="8601" name="Google Shape;8601;p58"/>
            <p:cNvGrpSpPr/>
            <p:nvPr/>
          </p:nvGrpSpPr>
          <p:grpSpPr>
            <a:xfrm>
              <a:off x="5105700" y="1432512"/>
              <a:ext cx="3332700" cy="2458238"/>
              <a:chOff x="1026425" y="1263350"/>
              <a:chExt cx="3332700" cy="2458238"/>
            </a:xfrm>
          </p:grpSpPr>
          <p:sp>
            <p:nvSpPr>
              <p:cNvPr id="8602" name="Google Shape;8602;p58"/>
              <p:cNvSpPr/>
              <p:nvPr/>
            </p:nvSpPr>
            <p:spPr>
              <a:xfrm>
                <a:off x="1026425" y="1263350"/>
                <a:ext cx="3332700" cy="2157000"/>
              </a:xfrm>
              <a:prstGeom prst="rect">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03" name="Google Shape;8603;p58"/>
              <p:cNvSpPr/>
              <p:nvPr/>
            </p:nvSpPr>
            <p:spPr>
              <a:xfrm>
                <a:off x="2071575" y="3570987"/>
                <a:ext cx="1242300" cy="150600"/>
              </a:xfrm>
              <a:prstGeom prst="rect">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4" name="Google Shape;8604;p58"/>
              <p:cNvSpPr/>
              <p:nvPr/>
            </p:nvSpPr>
            <p:spPr>
              <a:xfrm>
                <a:off x="2512775" y="3420337"/>
                <a:ext cx="360000" cy="150600"/>
              </a:xfrm>
              <a:prstGeom prst="rect">
                <a:avLst/>
              </a:prstGeom>
              <a:no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605" name="Google Shape;8605;p58"/>
            <p:cNvPicPr preferRelativeResize="0"/>
            <p:nvPr/>
          </p:nvPicPr>
          <p:blipFill rotWithShape="1">
            <a:blip r:embed="rId4">
              <a:alphaModFix/>
            </a:blip>
            <a:srcRect/>
            <a:stretch/>
          </p:blipFill>
          <p:spPr>
            <a:xfrm rot="10800000">
              <a:off x="6693151" y="3348401"/>
              <a:ext cx="157799" cy="157799"/>
            </a:xfrm>
            <a:prstGeom prst="rect">
              <a:avLst/>
            </a:prstGeom>
            <a:ln w="76200" cap="sq" cmpd="thickThin">
              <a:solidFill>
                <a:srgbClr val="000000"/>
              </a:solidFill>
              <a:prstDash val="solid"/>
              <a:miter lim="800000"/>
            </a:ln>
            <a:effectLst>
              <a:innerShdw blurRad="76200">
                <a:srgbClr val="000000"/>
              </a:innerShdw>
            </a:effectLst>
          </p:spPr>
        </p:pic>
      </p:grpSp>
      <p:pic>
        <p:nvPicPr>
          <p:cNvPr id="8606" name="Google Shape;8606;p58"/>
          <p:cNvPicPr preferRelativeResize="0"/>
          <p:nvPr/>
        </p:nvPicPr>
        <p:blipFill>
          <a:blip r:embed="rId5">
            <a:alphaModFix amt="60000"/>
          </a:blip>
          <a:stretch>
            <a:fillRect/>
          </a:stretch>
        </p:blipFill>
        <p:spPr>
          <a:xfrm>
            <a:off x="5345459" y="380483"/>
            <a:ext cx="755300" cy="755300"/>
          </a:xfrm>
          <a:prstGeom prst="rect">
            <a:avLst/>
          </a:prstGeom>
          <a:noFill/>
          <a:ln>
            <a:noFill/>
          </a:ln>
        </p:spPr>
      </p:pic>
      <p:grpSp>
        <p:nvGrpSpPr>
          <p:cNvPr id="8610" name="Google Shape;8610;p58"/>
          <p:cNvGrpSpPr/>
          <p:nvPr/>
        </p:nvGrpSpPr>
        <p:grpSpPr>
          <a:xfrm>
            <a:off x="-253331" y="2894062"/>
            <a:ext cx="1006391" cy="2460359"/>
            <a:chOff x="24975" y="3137845"/>
            <a:chExt cx="901622" cy="2204425"/>
          </a:xfrm>
        </p:grpSpPr>
        <p:sp>
          <p:nvSpPr>
            <p:cNvPr id="8611" name="Google Shape;8611;p58"/>
            <p:cNvSpPr/>
            <p:nvPr/>
          </p:nvSpPr>
          <p:spPr>
            <a:xfrm>
              <a:off x="265944" y="3210609"/>
              <a:ext cx="441608" cy="2005310"/>
            </a:xfrm>
            <a:custGeom>
              <a:avLst/>
              <a:gdLst/>
              <a:ahLst/>
              <a:cxnLst/>
              <a:rect l="l" t="t" r="r" b="b"/>
              <a:pathLst>
                <a:path w="18343" h="83277" extrusionOk="0">
                  <a:moveTo>
                    <a:pt x="9161" y="1"/>
                  </a:moveTo>
                  <a:lnTo>
                    <a:pt x="9063" y="4080"/>
                  </a:lnTo>
                  <a:cubicBezTo>
                    <a:pt x="7409" y="4134"/>
                    <a:pt x="6071" y="5494"/>
                    <a:pt x="6071" y="7170"/>
                  </a:cubicBezTo>
                  <a:cubicBezTo>
                    <a:pt x="6071" y="8790"/>
                    <a:pt x="7311" y="10118"/>
                    <a:pt x="8900" y="10248"/>
                  </a:cubicBezTo>
                  <a:lnTo>
                    <a:pt x="8791" y="14328"/>
                  </a:lnTo>
                  <a:lnTo>
                    <a:pt x="2623" y="14328"/>
                  </a:lnTo>
                  <a:lnTo>
                    <a:pt x="2623" y="27110"/>
                  </a:lnTo>
                  <a:lnTo>
                    <a:pt x="1" y="27110"/>
                  </a:lnTo>
                  <a:lnTo>
                    <a:pt x="1" y="83276"/>
                  </a:lnTo>
                  <a:lnTo>
                    <a:pt x="18342" y="83276"/>
                  </a:lnTo>
                  <a:lnTo>
                    <a:pt x="18342" y="27110"/>
                  </a:lnTo>
                  <a:lnTo>
                    <a:pt x="15721" y="27110"/>
                  </a:lnTo>
                  <a:lnTo>
                    <a:pt x="15721" y="14328"/>
                  </a:lnTo>
                  <a:lnTo>
                    <a:pt x="9542" y="14328"/>
                  </a:lnTo>
                  <a:lnTo>
                    <a:pt x="9433" y="10248"/>
                  </a:lnTo>
                  <a:cubicBezTo>
                    <a:pt x="11010" y="10118"/>
                    <a:pt x="12261" y="8780"/>
                    <a:pt x="12261" y="7170"/>
                  </a:cubicBezTo>
                  <a:cubicBezTo>
                    <a:pt x="12261" y="5494"/>
                    <a:pt x="10934" y="4134"/>
                    <a:pt x="9270" y="4080"/>
                  </a:cubicBezTo>
                  <a:lnTo>
                    <a:pt x="9161"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12" name="Google Shape;8612;p58"/>
            <p:cNvPicPr preferRelativeResize="0"/>
            <p:nvPr/>
          </p:nvPicPr>
          <p:blipFill rotWithShape="1">
            <a:blip r:embed="rId6">
              <a:alphaModFix/>
            </a:blip>
            <a:srcRect t="2143" r="2143"/>
            <a:stretch/>
          </p:blipFill>
          <p:spPr>
            <a:xfrm>
              <a:off x="24975" y="3137845"/>
              <a:ext cx="901622" cy="2204425"/>
            </a:xfrm>
            <a:prstGeom prst="rect">
              <a:avLst/>
            </a:prstGeom>
            <a:noFill/>
            <a:ln>
              <a:noFill/>
            </a:ln>
          </p:spPr>
        </p:pic>
      </p:grpSp>
      <p:pic>
        <p:nvPicPr>
          <p:cNvPr id="5" name="Picture 4">
            <a:extLst>
              <a:ext uri="{FF2B5EF4-FFF2-40B4-BE49-F238E27FC236}">
                <a16:creationId xmlns:a16="http://schemas.microsoft.com/office/drawing/2014/main" id="{851245F2-FC40-4447-B93B-6E1681F8E8E0}"/>
              </a:ext>
            </a:extLst>
          </p:cNvPr>
          <p:cNvPicPr>
            <a:picLocks noChangeAspect="1"/>
          </p:cNvPicPr>
          <p:nvPr/>
        </p:nvPicPr>
        <p:blipFill rotWithShape="1">
          <a:blip r:embed="rId7"/>
          <a:srcRect l="-1350" t="17114" r="2591" b="20425"/>
          <a:stretch/>
        </p:blipFill>
        <p:spPr>
          <a:xfrm>
            <a:off x="3834215" y="535081"/>
            <a:ext cx="5211977" cy="3416191"/>
          </a:xfrm>
          <a:prstGeom prst="rect">
            <a:avLst/>
          </a:prstGeom>
        </p:spPr>
      </p:pic>
      <p:sp>
        <p:nvSpPr>
          <p:cNvPr id="6" name="TextBox 5">
            <a:hlinkClick r:id="rId8" action="ppaction://hlinkfile"/>
            <a:extLst>
              <a:ext uri="{FF2B5EF4-FFF2-40B4-BE49-F238E27FC236}">
                <a16:creationId xmlns:a16="http://schemas.microsoft.com/office/drawing/2014/main" id="{D8AD01CE-1F28-4DC9-84C6-19BE44FC6649}"/>
              </a:ext>
            </a:extLst>
          </p:cNvPr>
          <p:cNvSpPr txBox="1"/>
          <p:nvPr/>
        </p:nvSpPr>
        <p:spPr>
          <a:xfrm>
            <a:off x="4090734" y="759567"/>
            <a:ext cx="4744635" cy="2925423"/>
          </a:xfrm>
          <a:prstGeom prst="rect">
            <a:avLst/>
          </a:prstGeom>
          <a:no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2D3E-E9B5-46BC-BC5F-A2BE7DB09EAD}"/>
              </a:ext>
            </a:extLst>
          </p:cNvPr>
          <p:cNvSpPr>
            <a:spLocks noGrp="1"/>
          </p:cNvSpPr>
          <p:nvPr>
            <p:ph type="title"/>
          </p:nvPr>
        </p:nvSpPr>
        <p:spPr>
          <a:xfrm>
            <a:off x="0" y="647101"/>
            <a:ext cx="4153003" cy="772910"/>
          </a:xfrm>
        </p:spPr>
        <p:txBody>
          <a:bodyPr/>
          <a:lstStyle/>
          <a:p>
            <a:pPr algn="l"/>
            <a:r>
              <a:rPr lang="en-US" dirty="0"/>
              <a:t> what is Poverty:</a:t>
            </a:r>
          </a:p>
        </p:txBody>
      </p:sp>
      <p:sp>
        <p:nvSpPr>
          <p:cNvPr id="3" name="TextBox 2">
            <a:extLst>
              <a:ext uri="{FF2B5EF4-FFF2-40B4-BE49-F238E27FC236}">
                <a16:creationId xmlns:a16="http://schemas.microsoft.com/office/drawing/2014/main" id="{866D69BF-5907-4D86-94BF-CEDD8E1A5E37}"/>
              </a:ext>
            </a:extLst>
          </p:cNvPr>
          <p:cNvSpPr txBox="1"/>
          <p:nvPr/>
        </p:nvSpPr>
        <p:spPr>
          <a:xfrm>
            <a:off x="139299" y="1893345"/>
            <a:ext cx="3019679" cy="2862322"/>
          </a:xfrm>
          <a:prstGeom prst="rect">
            <a:avLst/>
          </a:prstGeom>
          <a:noFill/>
        </p:spPr>
        <p:txBody>
          <a:bodyPr wrap="square" rtlCol="0">
            <a:spAutoFit/>
          </a:bodyPr>
          <a:lstStyle/>
          <a:p>
            <a:r>
              <a:rPr lang="en-US" sz="2000" dirty="0">
                <a:solidFill>
                  <a:schemeClr val="tx1"/>
                </a:solidFill>
                <a:latin typeface="+mj-lt"/>
              </a:rPr>
              <a:t>Poverty is a state or condition in which one lacks the financial resources and essentials for a certain standard of living. Poverty can have diverse social, economic, and political causes and effects</a:t>
            </a:r>
          </a:p>
        </p:txBody>
      </p:sp>
      <p:sp>
        <p:nvSpPr>
          <p:cNvPr id="4" name="TextBox 3">
            <a:extLst>
              <a:ext uri="{FF2B5EF4-FFF2-40B4-BE49-F238E27FC236}">
                <a16:creationId xmlns:a16="http://schemas.microsoft.com/office/drawing/2014/main" id="{CCB8C1B4-4F7C-4E9E-B366-F996E034E8C5}"/>
              </a:ext>
            </a:extLst>
          </p:cNvPr>
          <p:cNvSpPr txBox="1"/>
          <p:nvPr/>
        </p:nvSpPr>
        <p:spPr>
          <a:xfrm>
            <a:off x="5432612" y="2474259"/>
            <a:ext cx="2826042" cy="1631216"/>
          </a:xfrm>
          <a:prstGeom prst="rect">
            <a:avLst/>
          </a:prstGeom>
          <a:noFill/>
        </p:spPr>
        <p:txBody>
          <a:bodyPr wrap="square" rtlCol="0">
            <a:spAutoFit/>
          </a:bodyPr>
          <a:lstStyle/>
          <a:p>
            <a:r>
              <a:rPr lang="en-US" sz="2000" dirty="0">
                <a:solidFill>
                  <a:schemeClr val="tx1"/>
                </a:solidFill>
              </a:rPr>
              <a:t>Causes of relative poverty include unemployment, poor health, and inequalities within the labor market</a:t>
            </a:r>
          </a:p>
        </p:txBody>
      </p:sp>
      <p:sp>
        <p:nvSpPr>
          <p:cNvPr id="8" name="TextBox 7">
            <a:extLst>
              <a:ext uri="{FF2B5EF4-FFF2-40B4-BE49-F238E27FC236}">
                <a16:creationId xmlns:a16="http://schemas.microsoft.com/office/drawing/2014/main" id="{32E3346D-C397-4E9A-BDEA-1A1C1E289F61}"/>
              </a:ext>
            </a:extLst>
          </p:cNvPr>
          <p:cNvSpPr txBox="1"/>
          <p:nvPr/>
        </p:nvSpPr>
        <p:spPr>
          <a:xfrm>
            <a:off x="4902268" y="542848"/>
            <a:ext cx="3861995" cy="1754326"/>
          </a:xfrm>
          <a:prstGeom prst="rect">
            <a:avLst/>
          </a:prstGeom>
          <a:noFill/>
        </p:spPr>
        <p:txBody>
          <a:bodyPr wrap="square" rtlCol="0">
            <a:spAutoFit/>
          </a:bodyPr>
          <a:lstStyle/>
          <a:p>
            <a:r>
              <a:rPr lang="en-US" sz="3600" b="1" dirty="0">
                <a:solidFill>
                  <a:srgbClr val="FF3EB1"/>
                </a:solidFill>
                <a:latin typeface="Lexend Deca Light" panose="020B0604020202020204" charset="0"/>
              </a:rPr>
              <a:t>What are the causes of poverty?:</a:t>
            </a:r>
          </a:p>
        </p:txBody>
      </p:sp>
    </p:spTree>
    <p:extLst>
      <p:ext uri="{BB962C8B-B14F-4D97-AF65-F5344CB8AC3E}">
        <p14:creationId xmlns:p14="http://schemas.microsoft.com/office/powerpoint/2010/main" val="2813499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D46959-42E5-4209-B4D3-E9FFC06695AE}"/>
              </a:ext>
            </a:extLst>
          </p:cNvPr>
          <p:cNvPicPr>
            <a:picLocks noChangeAspect="1"/>
          </p:cNvPicPr>
          <p:nvPr/>
        </p:nvPicPr>
        <p:blipFill>
          <a:blip r:embed="rId2"/>
          <a:stretch>
            <a:fillRect/>
          </a:stretch>
        </p:blipFill>
        <p:spPr>
          <a:xfrm>
            <a:off x="3189445" y="144965"/>
            <a:ext cx="5820740" cy="400328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4" name="TextBox 3">
            <a:extLst>
              <a:ext uri="{FF2B5EF4-FFF2-40B4-BE49-F238E27FC236}">
                <a16:creationId xmlns:a16="http://schemas.microsoft.com/office/drawing/2014/main" id="{EB71AE3F-AB2B-4D4A-93BD-D4F7BA8FA4B2}"/>
              </a:ext>
            </a:extLst>
          </p:cNvPr>
          <p:cNvSpPr txBox="1"/>
          <p:nvPr/>
        </p:nvSpPr>
        <p:spPr>
          <a:xfrm>
            <a:off x="133815" y="345688"/>
            <a:ext cx="2821258" cy="584775"/>
          </a:xfrm>
          <a:prstGeom prst="rect">
            <a:avLst/>
          </a:prstGeom>
          <a:noFill/>
        </p:spPr>
        <p:txBody>
          <a:bodyPr wrap="square" rtlCol="0">
            <a:spAutoFit/>
          </a:bodyPr>
          <a:lstStyle/>
          <a:p>
            <a:r>
              <a:rPr lang="en-US" sz="3200" b="1" dirty="0">
                <a:solidFill>
                  <a:schemeClr val="bg1"/>
                </a:solidFill>
                <a:latin typeface="Lexend Deca Light" panose="020B0604020202020204" charset="0"/>
              </a:rPr>
              <a:t>Our goal:</a:t>
            </a:r>
          </a:p>
        </p:txBody>
      </p:sp>
      <p:sp>
        <p:nvSpPr>
          <p:cNvPr id="7" name="TextBox 6">
            <a:extLst>
              <a:ext uri="{FF2B5EF4-FFF2-40B4-BE49-F238E27FC236}">
                <a16:creationId xmlns:a16="http://schemas.microsoft.com/office/drawing/2014/main" id="{4372EB3B-EDD0-414D-8EAF-1CF5F00240C8}"/>
              </a:ext>
            </a:extLst>
          </p:cNvPr>
          <p:cNvSpPr txBox="1"/>
          <p:nvPr/>
        </p:nvSpPr>
        <p:spPr>
          <a:xfrm>
            <a:off x="83635" y="1148576"/>
            <a:ext cx="2921618" cy="3477875"/>
          </a:xfrm>
          <a:prstGeom prst="rect">
            <a:avLst/>
          </a:prstGeom>
          <a:noFill/>
        </p:spPr>
        <p:txBody>
          <a:bodyPr wrap="square" rtlCol="0">
            <a:spAutoFit/>
          </a:bodyPr>
          <a:lstStyle/>
          <a:p>
            <a:r>
              <a:rPr lang="en-US" sz="2000" dirty="0">
                <a:solidFill>
                  <a:schemeClr val="tx1"/>
                </a:solidFill>
              </a:rPr>
              <a:t>Although the percentage of people living in extreme poverty to the total population was high and decreasing by time, however, there is a lot to do to reduce the absolute number of those people living an extreme poverty.</a:t>
            </a:r>
          </a:p>
        </p:txBody>
      </p:sp>
    </p:spTree>
    <p:extLst>
      <p:ext uri="{BB962C8B-B14F-4D97-AF65-F5344CB8AC3E}">
        <p14:creationId xmlns:p14="http://schemas.microsoft.com/office/powerpoint/2010/main" val="932468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84"/>
        <p:cNvGrpSpPr/>
        <p:nvPr/>
      </p:nvGrpSpPr>
      <p:grpSpPr>
        <a:xfrm>
          <a:off x="0" y="0"/>
          <a:ext cx="0" cy="0"/>
          <a:chOff x="0" y="0"/>
          <a:chExt cx="0" cy="0"/>
        </a:xfrm>
      </p:grpSpPr>
      <p:sp>
        <p:nvSpPr>
          <p:cNvPr id="8585" name="Google Shape;8585;p57"/>
          <p:cNvSpPr txBox="1">
            <a:spLocks noGrp="1"/>
          </p:cNvSpPr>
          <p:nvPr>
            <p:ph type="title"/>
          </p:nvPr>
        </p:nvSpPr>
        <p:spPr>
          <a:xfrm>
            <a:off x="624278" y="1821605"/>
            <a:ext cx="7731654" cy="167661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9900" dirty="0"/>
              <a:t>44,000,000</a:t>
            </a:r>
            <a:endParaRPr sz="9900" dirty="0"/>
          </a:p>
        </p:txBody>
      </p:sp>
      <p:sp>
        <p:nvSpPr>
          <p:cNvPr id="8586" name="Google Shape;8586;p57"/>
          <p:cNvSpPr txBox="1">
            <a:spLocks noGrp="1"/>
          </p:cNvSpPr>
          <p:nvPr>
            <p:ph type="subTitle" idx="1"/>
          </p:nvPr>
        </p:nvSpPr>
        <p:spPr>
          <a:xfrm>
            <a:off x="2555316" y="3390880"/>
            <a:ext cx="3653040" cy="10037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46.9%</a:t>
            </a:r>
            <a:endParaRPr sz="7200" dirty="0"/>
          </a:p>
          <a:p>
            <a:pPr marL="0" lvl="0" indent="0" algn="ctr" rtl="0">
              <a:spcBef>
                <a:spcPts val="0"/>
              </a:spcBef>
              <a:spcAft>
                <a:spcPts val="0"/>
              </a:spcAft>
              <a:buNone/>
            </a:pPr>
            <a:endParaRPr dirty="0"/>
          </a:p>
        </p:txBody>
      </p:sp>
      <p:grpSp>
        <p:nvGrpSpPr>
          <p:cNvPr id="8587" name="Google Shape;8587;p57"/>
          <p:cNvGrpSpPr/>
          <p:nvPr/>
        </p:nvGrpSpPr>
        <p:grpSpPr>
          <a:xfrm>
            <a:off x="8075090" y="2674326"/>
            <a:ext cx="726609" cy="2894010"/>
            <a:chOff x="8283875" y="2732850"/>
            <a:chExt cx="495775" cy="1974625"/>
          </a:xfrm>
        </p:grpSpPr>
        <p:sp>
          <p:nvSpPr>
            <p:cNvPr id="8588" name="Google Shape;8588;p57"/>
            <p:cNvSpPr/>
            <p:nvPr/>
          </p:nvSpPr>
          <p:spPr>
            <a:xfrm>
              <a:off x="8376745" y="2799215"/>
              <a:ext cx="310036" cy="1841896"/>
            </a:xfrm>
            <a:custGeom>
              <a:avLst/>
              <a:gdLst/>
              <a:ahLst/>
              <a:cxnLst/>
              <a:rect l="l" t="t" r="r" b="b"/>
              <a:pathLst>
                <a:path w="9072" h="53896" extrusionOk="0">
                  <a:moveTo>
                    <a:pt x="9072" y="0"/>
                  </a:moveTo>
                  <a:lnTo>
                    <a:pt x="0" y="6384"/>
                  </a:lnTo>
                  <a:lnTo>
                    <a:pt x="0" y="53895"/>
                  </a:lnTo>
                  <a:lnTo>
                    <a:pt x="9072" y="53895"/>
                  </a:lnTo>
                  <a:lnTo>
                    <a:pt x="9072"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89" name="Google Shape;8589;p57"/>
            <p:cNvPicPr preferRelativeResize="0"/>
            <p:nvPr/>
          </p:nvPicPr>
          <p:blipFill rotWithShape="1">
            <a:blip r:embed="rId3">
              <a:alphaModFix/>
            </a:blip>
            <a:srcRect l="19306" r="19306"/>
            <a:stretch/>
          </p:blipFill>
          <p:spPr>
            <a:xfrm>
              <a:off x="8283875" y="2732850"/>
              <a:ext cx="495775" cy="1974625"/>
            </a:xfrm>
            <a:prstGeom prst="rect">
              <a:avLst/>
            </a:prstGeom>
            <a:noFill/>
            <a:ln>
              <a:noFill/>
            </a:ln>
          </p:spPr>
        </p:pic>
      </p:grpSp>
      <p:grpSp>
        <p:nvGrpSpPr>
          <p:cNvPr id="8590" name="Google Shape;8590;p57"/>
          <p:cNvGrpSpPr/>
          <p:nvPr/>
        </p:nvGrpSpPr>
        <p:grpSpPr>
          <a:xfrm>
            <a:off x="-178750" y="2282043"/>
            <a:ext cx="1314321" cy="3221374"/>
            <a:chOff x="3522726" y="1146800"/>
            <a:chExt cx="2098548" cy="5143500"/>
          </a:xfrm>
        </p:grpSpPr>
        <p:sp>
          <p:nvSpPr>
            <p:cNvPr id="8591" name="Google Shape;8591;p57"/>
            <p:cNvSpPr/>
            <p:nvPr/>
          </p:nvSpPr>
          <p:spPr>
            <a:xfrm>
              <a:off x="3856213" y="1313375"/>
              <a:ext cx="1426033" cy="4828388"/>
            </a:xfrm>
            <a:custGeom>
              <a:avLst/>
              <a:gdLst/>
              <a:ahLst/>
              <a:cxnLst/>
              <a:rect l="l" t="t" r="r" b="b"/>
              <a:pathLst>
                <a:path w="15936" h="53956" extrusionOk="0">
                  <a:moveTo>
                    <a:pt x="8058" y="1"/>
                  </a:moveTo>
                  <a:lnTo>
                    <a:pt x="7871" y="5664"/>
                  </a:lnTo>
                  <a:cubicBezTo>
                    <a:pt x="6304" y="5744"/>
                    <a:pt x="5030" y="6931"/>
                    <a:pt x="4803" y="8452"/>
                  </a:cubicBezTo>
                  <a:cubicBezTo>
                    <a:pt x="4796" y="8519"/>
                    <a:pt x="4789" y="8599"/>
                    <a:pt x="4776" y="8672"/>
                  </a:cubicBezTo>
                  <a:lnTo>
                    <a:pt x="4776" y="8719"/>
                  </a:lnTo>
                  <a:cubicBezTo>
                    <a:pt x="4769" y="8799"/>
                    <a:pt x="4769" y="8872"/>
                    <a:pt x="4769" y="8946"/>
                  </a:cubicBezTo>
                  <a:cubicBezTo>
                    <a:pt x="4769" y="9019"/>
                    <a:pt x="4769" y="9099"/>
                    <a:pt x="4776" y="9172"/>
                  </a:cubicBezTo>
                  <a:lnTo>
                    <a:pt x="4776" y="9219"/>
                  </a:lnTo>
                  <a:cubicBezTo>
                    <a:pt x="4789" y="9299"/>
                    <a:pt x="4796" y="9366"/>
                    <a:pt x="4803" y="9439"/>
                  </a:cubicBezTo>
                  <a:cubicBezTo>
                    <a:pt x="5023" y="10900"/>
                    <a:pt x="6190" y="12040"/>
                    <a:pt x="7658" y="12214"/>
                  </a:cubicBezTo>
                  <a:lnTo>
                    <a:pt x="7598" y="14122"/>
                  </a:lnTo>
                  <a:cubicBezTo>
                    <a:pt x="2468" y="14222"/>
                    <a:pt x="107" y="16376"/>
                    <a:pt x="0" y="17483"/>
                  </a:cubicBezTo>
                  <a:lnTo>
                    <a:pt x="7" y="17483"/>
                  </a:lnTo>
                  <a:cubicBezTo>
                    <a:pt x="7" y="17510"/>
                    <a:pt x="0" y="17537"/>
                    <a:pt x="0" y="17557"/>
                  </a:cubicBezTo>
                  <a:lnTo>
                    <a:pt x="641" y="17557"/>
                  </a:lnTo>
                  <a:cubicBezTo>
                    <a:pt x="6704" y="19057"/>
                    <a:pt x="6223" y="42036"/>
                    <a:pt x="6223" y="53956"/>
                  </a:cubicBezTo>
                  <a:lnTo>
                    <a:pt x="9712" y="53956"/>
                  </a:lnTo>
                  <a:cubicBezTo>
                    <a:pt x="9712" y="42036"/>
                    <a:pt x="9225" y="19057"/>
                    <a:pt x="15295" y="17557"/>
                  </a:cubicBezTo>
                  <a:lnTo>
                    <a:pt x="15935" y="17557"/>
                  </a:lnTo>
                  <a:cubicBezTo>
                    <a:pt x="15935" y="17543"/>
                    <a:pt x="15929" y="17517"/>
                    <a:pt x="15929" y="17490"/>
                  </a:cubicBezTo>
                  <a:cubicBezTo>
                    <a:pt x="15829" y="16376"/>
                    <a:pt x="13514" y="14275"/>
                    <a:pt x="8511" y="14135"/>
                  </a:cubicBezTo>
                  <a:lnTo>
                    <a:pt x="8458" y="12214"/>
                  </a:lnTo>
                  <a:cubicBezTo>
                    <a:pt x="9925" y="12040"/>
                    <a:pt x="11099" y="10900"/>
                    <a:pt x="11306" y="9439"/>
                  </a:cubicBezTo>
                  <a:cubicBezTo>
                    <a:pt x="11313" y="9372"/>
                    <a:pt x="11326" y="9299"/>
                    <a:pt x="11333" y="9219"/>
                  </a:cubicBezTo>
                  <a:lnTo>
                    <a:pt x="11333" y="9172"/>
                  </a:lnTo>
                  <a:cubicBezTo>
                    <a:pt x="11339" y="9099"/>
                    <a:pt x="11339" y="9019"/>
                    <a:pt x="11339" y="8946"/>
                  </a:cubicBezTo>
                  <a:cubicBezTo>
                    <a:pt x="11339" y="8872"/>
                    <a:pt x="11339" y="8799"/>
                    <a:pt x="11333" y="8719"/>
                  </a:cubicBezTo>
                  <a:lnTo>
                    <a:pt x="11333" y="8672"/>
                  </a:lnTo>
                  <a:cubicBezTo>
                    <a:pt x="11326" y="8599"/>
                    <a:pt x="11313" y="8532"/>
                    <a:pt x="11306" y="8452"/>
                  </a:cubicBezTo>
                  <a:cubicBezTo>
                    <a:pt x="11079" y="6931"/>
                    <a:pt x="9805" y="5744"/>
                    <a:pt x="8238" y="5664"/>
                  </a:cubicBezTo>
                  <a:lnTo>
                    <a:pt x="805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92" name="Google Shape;8592;p57"/>
            <p:cNvPicPr preferRelativeResize="0"/>
            <p:nvPr/>
          </p:nvPicPr>
          <p:blipFill>
            <a:blip r:embed="rId4">
              <a:alphaModFix/>
            </a:blip>
            <a:stretch>
              <a:fillRect/>
            </a:stretch>
          </p:blipFill>
          <p:spPr>
            <a:xfrm>
              <a:off x="3522726" y="1146800"/>
              <a:ext cx="2098548" cy="5143500"/>
            </a:xfrm>
            <a:prstGeom prst="rect">
              <a:avLst/>
            </a:prstGeom>
            <a:noFill/>
            <a:ln>
              <a:noFill/>
            </a:ln>
          </p:spPr>
        </p:pic>
      </p:grpSp>
      <p:sp>
        <p:nvSpPr>
          <p:cNvPr id="2" name="TextBox 1">
            <a:extLst>
              <a:ext uri="{FF2B5EF4-FFF2-40B4-BE49-F238E27FC236}">
                <a16:creationId xmlns:a16="http://schemas.microsoft.com/office/drawing/2014/main" id="{339F7368-C1D0-407C-8BCC-EE7285206428}"/>
              </a:ext>
            </a:extLst>
          </p:cNvPr>
          <p:cNvSpPr txBox="1"/>
          <p:nvPr/>
        </p:nvSpPr>
        <p:spPr>
          <a:xfrm>
            <a:off x="62767" y="524011"/>
            <a:ext cx="4509233" cy="1200329"/>
          </a:xfrm>
          <a:prstGeom prst="rect">
            <a:avLst/>
          </a:prstGeom>
          <a:noFill/>
        </p:spPr>
        <p:txBody>
          <a:bodyPr wrap="square" rtlCol="0">
            <a:spAutoFit/>
          </a:bodyPr>
          <a:lstStyle/>
          <a:p>
            <a:r>
              <a:rPr lang="en-US" sz="3600" b="1" dirty="0">
                <a:solidFill>
                  <a:schemeClr val="bg1"/>
                </a:solidFill>
                <a:latin typeface="Lexend Deca Light" panose="020B0604020202020204" charset="0"/>
              </a:rPr>
              <a:t>Percentage of poverty in 2023:-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786B-812E-4385-AF7C-9074D2B2F9D7}"/>
              </a:ext>
            </a:extLst>
          </p:cNvPr>
          <p:cNvSpPr>
            <a:spLocks noGrp="1"/>
          </p:cNvSpPr>
          <p:nvPr>
            <p:ph type="title"/>
          </p:nvPr>
        </p:nvSpPr>
        <p:spPr>
          <a:xfrm>
            <a:off x="1925619" y="1799317"/>
            <a:ext cx="5092431" cy="1873500"/>
          </a:xfrm>
        </p:spPr>
        <p:txBody>
          <a:bodyPr/>
          <a:lstStyle/>
          <a:p>
            <a:r>
              <a:rPr lang="en-US" dirty="0"/>
              <a:t>Architecture</a:t>
            </a:r>
          </a:p>
        </p:txBody>
      </p:sp>
      <p:sp>
        <p:nvSpPr>
          <p:cNvPr id="3" name="Subtitle 2">
            <a:extLst>
              <a:ext uri="{FF2B5EF4-FFF2-40B4-BE49-F238E27FC236}">
                <a16:creationId xmlns:a16="http://schemas.microsoft.com/office/drawing/2014/main" id="{B12FFD8A-4E64-499F-8C1C-37DC8C422257}"/>
              </a:ext>
            </a:extLst>
          </p:cNvPr>
          <p:cNvSpPr>
            <a:spLocks noGrp="1"/>
          </p:cNvSpPr>
          <p:nvPr>
            <p:ph type="subTitle" idx="1"/>
          </p:nvPr>
        </p:nvSpPr>
        <p:spPr/>
        <p:txBody>
          <a:bodyPr/>
          <a:lstStyle/>
          <a:p>
            <a:endParaRPr lang="en-US"/>
          </a:p>
        </p:txBody>
      </p:sp>
      <p:sp>
        <p:nvSpPr>
          <p:cNvPr id="4" name="Title 3">
            <a:extLst>
              <a:ext uri="{FF2B5EF4-FFF2-40B4-BE49-F238E27FC236}">
                <a16:creationId xmlns:a16="http://schemas.microsoft.com/office/drawing/2014/main" id="{9ACC4BE6-5E76-4521-877B-C7AFED5598ED}"/>
              </a:ext>
            </a:extLst>
          </p:cNvPr>
          <p:cNvSpPr>
            <a:spLocks noGrp="1"/>
          </p:cNvSpPr>
          <p:nvPr>
            <p:ph type="title" idx="2"/>
          </p:nvPr>
        </p:nvSpPr>
        <p:spPr/>
        <p:txBody>
          <a:bodyPr/>
          <a:lstStyle/>
          <a:p>
            <a:r>
              <a:rPr lang="en-US" dirty="0"/>
              <a:t>03</a:t>
            </a:r>
          </a:p>
        </p:txBody>
      </p:sp>
    </p:spTree>
    <p:extLst>
      <p:ext uri="{BB962C8B-B14F-4D97-AF65-F5344CB8AC3E}">
        <p14:creationId xmlns:p14="http://schemas.microsoft.com/office/powerpoint/2010/main" val="1407526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F7485-5C68-40E5-AEFC-1399F6BC38D8}"/>
              </a:ext>
            </a:extLst>
          </p:cNvPr>
          <p:cNvSpPr>
            <a:spLocks noGrp="1"/>
          </p:cNvSpPr>
          <p:nvPr>
            <p:ph type="title"/>
          </p:nvPr>
        </p:nvSpPr>
        <p:spPr/>
        <p:txBody>
          <a:bodyPr/>
          <a:lstStyle/>
          <a:p>
            <a:r>
              <a:rPr lang="en-US" dirty="0"/>
              <a:t>Health</a:t>
            </a:r>
          </a:p>
        </p:txBody>
      </p:sp>
      <p:sp>
        <p:nvSpPr>
          <p:cNvPr id="4" name="Title 3">
            <a:extLst>
              <a:ext uri="{FF2B5EF4-FFF2-40B4-BE49-F238E27FC236}">
                <a16:creationId xmlns:a16="http://schemas.microsoft.com/office/drawing/2014/main" id="{637B629E-4E8B-4617-A97F-09B7B758F308}"/>
              </a:ext>
            </a:extLst>
          </p:cNvPr>
          <p:cNvSpPr>
            <a:spLocks noGrp="1"/>
          </p:cNvSpPr>
          <p:nvPr>
            <p:ph type="title" idx="2"/>
          </p:nvPr>
        </p:nvSpPr>
        <p:spPr/>
        <p:txBody>
          <a:bodyPr/>
          <a:lstStyle/>
          <a:p>
            <a:r>
              <a:rPr lang="en-US" dirty="0"/>
              <a:t>04</a:t>
            </a:r>
          </a:p>
        </p:txBody>
      </p:sp>
    </p:spTree>
    <p:extLst>
      <p:ext uri="{BB962C8B-B14F-4D97-AF65-F5344CB8AC3E}">
        <p14:creationId xmlns:p14="http://schemas.microsoft.com/office/powerpoint/2010/main" val="510481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313C-E9BB-484B-8654-057C461B611F}"/>
              </a:ext>
            </a:extLst>
          </p:cNvPr>
          <p:cNvSpPr>
            <a:spLocks noGrp="1"/>
          </p:cNvSpPr>
          <p:nvPr>
            <p:ph type="title"/>
          </p:nvPr>
        </p:nvSpPr>
        <p:spPr/>
        <p:txBody>
          <a:bodyPr/>
          <a:lstStyle/>
          <a:p>
            <a:r>
              <a:rPr lang="en-US" dirty="0"/>
              <a:t>Technology</a:t>
            </a:r>
          </a:p>
        </p:txBody>
      </p:sp>
      <p:sp>
        <p:nvSpPr>
          <p:cNvPr id="3" name="Subtitle 2">
            <a:extLst>
              <a:ext uri="{FF2B5EF4-FFF2-40B4-BE49-F238E27FC236}">
                <a16:creationId xmlns:a16="http://schemas.microsoft.com/office/drawing/2014/main" id="{827D5BA8-7441-41A3-BFAA-585CBD5536C2}"/>
              </a:ext>
            </a:extLst>
          </p:cNvPr>
          <p:cNvSpPr>
            <a:spLocks noGrp="1"/>
          </p:cNvSpPr>
          <p:nvPr>
            <p:ph type="subTitle" idx="1"/>
          </p:nvPr>
        </p:nvSpPr>
        <p:spPr/>
        <p:txBody>
          <a:bodyPr/>
          <a:lstStyle/>
          <a:p>
            <a:endParaRPr lang="en-US" dirty="0"/>
          </a:p>
        </p:txBody>
      </p:sp>
      <p:sp>
        <p:nvSpPr>
          <p:cNvPr id="4" name="Title 3">
            <a:extLst>
              <a:ext uri="{FF2B5EF4-FFF2-40B4-BE49-F238E27FC236}">
                <a16:creationId xmlns:a16="http://schemas.microsoft.com/office/drawing/2014/main" id="{B942F35E-5A2A-4E33-AAC9-839B87F53676}"/>
              </a:ext>
            </a:extLst>
          </p:cNvPr>
          <p:cNvSpPr>
            <a:spLocks noGrp="1"/>
          </p:cNvSpPr>
          <p:nvPr>
            <p:ph type="title" idx="2"/>
          </p:nvPr>
        </p:nvSpPr>
        <p:spPr/>
        <p:txBody>
          <a:bodyPr/>
          <a:lstStyle/>
          <a:p>
            <a:r>
              <a:rPr lang="en-US" dirty="0"/>
              <a:t>05</a:t>
            </a:r>
          </a:p>
        </p:txBody>
      </p:sp>
    </p:spTree>
    <p:extLst>
      <p:ext uri="{BB962C8B-B14F-4D97-AF65-F5344CB8AC3E}">
        <p14:creationId xmlns:p14="http://schemas.microsoft.com/office/powerpoint/2010/main" val="2181192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42"/>
        <p:cNvGrpSpPr/>
        <p:nvPr/>
      </p:nvGrpSpPr>
      <p:grpSpPr>
        <a:xfrm>
          <a:off x="0" y="0"/>
          <a:ext cx="0" cy="0"/>
          <a:chOff x="0" y="0"/>
          <a:chExt cx="0" cy="0"/>
        </a:xfrm>
      </p:grpSpPr>
      <p:cxnSp>
        <p:nvCxnSpPr>
          <p:cNvPr id="8343" name="Google Shape;8343;p48"/>
          <p:cNvCxnSpPr>
            <a:stCxn id="8344" idx="6"/>
          </p:cNvCxnSpPr>
          <p:nvPr/>
        </p:nvCxnSpPr>
        <p:spPr>
          <a:xfrm>
            <a:off x="4616373" y="3343911"/>
            <a:ext cx="2681700" cy="0"/>
          </a:xfrm>
          <a:prstGeom prst="straightConnector1">
            <a:avLst/>
          </a:prstGeom>
          <a:noFill/>
          <a:ln w="19050" cap="flat" cmpd="sng">
            <a:solidFill>
              <a:schemeClr val="dk2"/>
            </a:solidFill>
            <a:prstDash val="solid"/>
            <a:round/>
            <a:headEnd type="none" w="med" len="med"/>
            <a:tailEnd type="none" w="med" len="med"/>
          </a:ln>
        </p:spPr>
      </p:cxnSp>
      <p:grpSp>
        <p:nvGrpSpPr>
          <p:cNvPr id="8345" name="Google Shape;8345;p48"/>
          <p:cNvGrpSpPr/>
          <p:nvPr/>
        </p:nvGrpSpPr>
        <p:grpSpPr>
          <a:xfrm>
            <a:off x="3939036" y="2759025"/>
            <a:ext cx="677337" cy="923683"/>
            <a:chOff x="2182679" y="2004714"/>
            <a:chExt cx="792300" cy="1080458"/>
          </a:xfrm>
        </p:grpSpPr>
        <p:cxnSp>
          <p:nvCxnSpPr>
            <p:cNvPr id="8346" name="Google Shape;8346;p48"/>
            <p:cNvCxnSpPr/>
            <p:nvPr/>
          </p:nvCxnSpPr>
          <p:spPr>
            <a:xfrm rot="10800000">
              <a:off x="2578961" y="2004714"/>
              <a:ext cx="0" cy="389100"/>
            </a:xfrm>
            <a:prstGeom prst="straightConnector1">
              <a:avLst/>
            </a:prstGeom>
            <a:noFill/>
            <a:ln w="9525" cap="flat" cmpd="sng">
              <a:solidFill>
                <a:schemeClr val="accent1"/>
              </a:solidFill>
              <a:prstDash val="solid"/>
              <a:round/>
              <a:headEnd type="none" w="med" len="med"/>
              <a:tailEnd type="none" w="med" len="med"/>
            </a:ln>
          </p:spPr>
        </p:cxnSp>
        <p:sp>
          <p:nvSpPr>
            <p:cNvPr id="8344" name="Google Shape;8344;p48"/>
            <p:cNvSpPr/>
            <p:nvPr/>
          </p:nvSpPr>
          <p:spPr>
            <a:xfrm>
              <a:off x="2182679" y="2292572"/>
              <a:ext cx="792300" cy="792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7" name="Google Shape;8347;p48"/>
          <p:cNvGrpSpPr/>
          <p:nvPr/>
        </p:nvGrpSpPr>
        <p:grpSpPr>
          <a:xfrm>
            <a:off x="7141341" y="2759025"/>
            <a:ext cx="677337" cy="923683"/>
            <a:chOff x="5393704" y="2004714"/>
            <a:chExt cx="792300" cy="1080458"/>
          </a:xfrm>
        </p:grpSpPr>
        <p:cxnSp>
          <p:nvCxnSpPr>
            <p:cNvPr id="8348" name="Google Shape;8348;p48"/>
            <p:cNvCxnSpPr/>
            <p:nvPr/>
          </p:nvCxnSpPr>
          <p:spPr>
            <a:xfrm rot="10800000">
              <a:off x="5789986" y="2004714"/>
              <a:ext cx="0" cy="389100"/>
            </a:xfrm>
            <a:prstGeom prst="straightConnector1">
              <a:avLst/>
            </a:prstGeom>
            <a:noFill/>
            <a:ln w="9525" cap="flat" cmpd="sng">
              <a:solidFill>
                <a:schemeClr val="accent1"/>
              </a:solidFill>
              <a:prstDash val="solid"/>
              <a:round/>
              <a:headEnd type="none" w="med" len="med"/>
              <a:tailEnd type="none" w="med" len="med"/>
            </a:ln>
          </p:spPr>
        </p:cxnSp>
        <p:sp>
          <p:nvSpPr>
            <p:cNvPr id="8349" name="Google Shape;8349;p48"/>
            <p:cNvSpPr/>
            <p:nvPr/>
          </p:nvSpPr>
          <p:spPr>
            <a:xfrm>
              <a:off x="5393704" y="2292572"/>
              <a:ext cx="792300" cy="792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0" name="Google Shape;8350;p48"/>
          <p:cNvGrpSpPr/>
          <p:nvPr/>
        </p:nvGrpSpPr>
        <p:grpSpPr>
          <a:xfrm>
            <a:off x="5540127" y="3004869"/>
            <a:ext cx="677995" cy="890491"/>
            <a:chOff x="3775710" y="1729289"/>
            <a:chExt cx="136500" cy="179289"/>
          </a:xfrm>
        </p:grpSpPr>
        <p:cxnSp>
          <p:nvCxnSpPr>
            <p:cNvPr id="8351" name="Google Shape;8351;p48"/>
            <p:cNvCxnSpPr/>
            <p:nvPr/>
          </p:nvCxnSpPr>
          <p:spPr>
            <a:xfrm>
              <a:off x="3843851" y="1848278"/>
              <a:ext cx="0" cy="60300"/>
            </a:xfrm>
            <a:prstGeom prst="straightConnector1">
              <a:avLst/>
            </a:prstGeom>
            <a:noFill/>
            <a:ln w="9525" cap="flat" cmpd="sng">
              <a:solidFill>
                <a:schemeClr val="accent1"/>
              </a:solidFill>
              <a:prstDash val="solid"/>
              <a:round/>
              <a:headEnd type="none" w="med" len="med"/>
              <a:tailEnd type="none" w="med" len="med"/>
            </a:ln>
          </p:spPr>
        </p:cxnSp>
        <p:sp>
          <p:nvSpPr>
            <p:cNvPr id="8352" name="Google Shape;8352;p48"/>
            <p:cNvSpPr/>
            <p:nvPr/>
          </p:nvSpPr>
          <p:spPr>
            <a:xfrm>
              <a:off x="3775710" y="1729289"/>
              <a:ext cx="136500" cy="1365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53" name="Google Shape;8353;p48"/>
          <p:cNvSpPr txBox="1">
            <a:spLocks noGrp="1"/>
          </p:cNvSpPr>
          <p:nvPr>
            <p:ph type="title"/>
          </p:nvPr>
        </p:nvSpPr>
        <p:spPr>
          <a:xfrm>
            <a:off x="1123275" y="539525"/>
            <a:ext cx="6897300" cy="112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Current situation &amp; problems statement</a:t>
            </a:r>
            <a:endParaRPr/>
          </a:p>
        </p:txBody>
      </p:sp>
      <p:sp>
        <p:nvSpPr>
          <p:cNvPr id="8354" name="Google Shape;8354;p48"/>
          <p:cNvSpPr txBox="1">
            <a:spLocks noGrp="1"/>
          </p:cNvSpPr>
          <p:nvPr>
            <p:ph type="title"/>
          </p:nvPr>
        </p:nvSpPr>
        <p:spPr>
          <a:xfrm>
            <a:off x="872325" y="2146825"/>
            <a:ext cx="2355000" cy="5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accent1"/>
                </a:solidFill>
              </a:rPr>
              <a:t>Current situation</a:t>
            </a:r>
            <a:endParaRPr sz="1800">
              <a:solidFill>
                <a:schemeClr val="accent1"/>
              </a:solidFill>
            </a:endParaRPr>
          </a:p>
        </p:txBody>
      </p:sp>
      <p:sp>
        <p:nvSpPr>
          <p:cNvPr id="8355" name="Google Shape;8355;p48"/>
          <p:cNvSpPr txBox="1">
            <a:spLocks noGrp="1"/>
          </p:cNvSpPr>
          <p:nvPr>
            <p:ph type="title"/>
          </p:nvPr>
        </p:nvSpPr>
        <p:spPr>
          <a:xfrm>
            <a:off x="872325" y="2565350"/>
            <a:ext cx="2354100" cy="161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0">
                <a:solidFill>
                  <a:schemeClr val="dk1"/>
                </a:solidFill>
                <a:latin typeface="Lexend Deca Light"/>
                <a:ea typeface="Lexend Deca Light"/>
                <a:cs typeface="Lexend Deca Light"/>
                <a:sym typeface="Lexend Deca Light"/>
              </a:rPr>
              <a:t>A dystopia is an imagined universe in which oppressive societal control or an apocalypse has created a world in which the conditions of life are miserable.</a:t>
            </a:r>
            <a:endParaRPr sz="1400" b="0">
              <a:solidFill>
                <a:schemeClr val="dk1"/>
              </a:solidFill>
              <a:latin typeface="Lexend Deca Light"/>
              <a:ea typeface="Lexend Deca Light"/>
              <a:cs typeface="Lexend Deca Light"/>
              <a:sym typeface="Lexend Deca Light"/>
            </a:endParaRPr>
          </a:p>
        </p:txBody>
      </p:sp>
      <p:pic>
        <p:nvPicPr>
          <p:cNvPr id="8356" name="Google Shape;8356;p48"/>
          <p:cNvPicPr preferRelativeResize="0"/>
          <p:nvPr/>
        </p:nvPicPr>
        <p:blipFill>
          <a:blip r:embed="rId3">
            <a:alphaModFix/>
          </a:blip>
          <a:stretch>
            <a:fillRect/>
          </a:stretch>
        </p:blipFill>
        <p:spPr>
          <a:xfrm>
            <a:off x="3970429" y="3049351"/>
            <a:ext cx="589884" cy="589041"/>
          </a:xfrm>
          <a:prstGeom prst="rect">
            <a:avLst/>
          </a:prstGeom>
          <a:noFill/>
          <a:ln>
            <a:noFill/>
          </a:ln>
        </p:spPr>
      </p:pic>
      <p:pic>
        <p:nvPicPr>
          <p:cNvPr id="8357" name="Google Shape;8357;p48"/>
          <p:cNvPicPr preferRelativeResize="0"/>
          <p:nvPr/>
        </p:nvPicPr>
        <p:blipFill rotWithShape="1">
          <a:blip r:embed="rId4">
            <a:alphaModFix/>
          </a:blip>
          <a:srcRect t="69" b="69"/>
          <a:stretch/>
        </p:blipFill>
        <p:spPr>
          <a:xfrm>
            <a:off x="5584073" y="3049351"/>
            <a:ext cx="589883" cy="589041"/>
          </a:xfrm>
          <a:prstGeom prst="rect">
            <a:avLst/>
          </a:prstGeom>
          <a:noFill/>
          <a:ln>
            <a:noFill/>
          </a:ln>
        </p:spPr>
      </p:pic>
      <p:pic>
        <p:nvPicPr>
          <p:cNvPr id="8358" name="Google Shape;8358;p48"/>
          <p:cNvPicPr preferRelativeResize="0"/>
          <p:nvPr/>
        </p:nvPicPr>
        <p:blipFill rotWithShape="1">
          <a:blip r:embed="rId5">
            <a:alphaModFix/>
          </a:blip>
          <a:srcRect/>
          <a:stretch/>
        </p:blipFill>
        <p:spPr>
          <a:xfrm>
            <a:off x="7201402" y="3049351"/>
            <a:ext cx="589884" cy="589041"/>
          </a:xfrm>
          <a:prstGeom prst="rect">
            <a:avLst/>
          </a:prstGeom>
          <a:noFill/>
          <a:ln>
            <a:noFill/>
          </a:ln>
        </p:spPr>
      </p:pic>
      <p:grpSp>
        <p:nvGrpSpPr>
          <p:cNvPr id="8359" name="Google Shape;8359;p48"/>
          <p:cNvGrpSpPr/>
          <p:nvPr/>
        </p:nvGrpSpPr>
        <p:grpSpPr>
          <a:xfrm>
            <a:off x="4106950" y="3179588"/>
            <a:ext cx="341150" cy="328625"/>
            <a:chOff x="6753500" y="1948000"/>
            <a:chExt cx="341150" cy="328625"/>
          </a:xfrm>
        </p:grpSpPr>
        <p:sp>
          <p:nvSpPr>
            <p:cNvPr id="8360" name="Google Shape;8360;p48"/>
            <p:cNvSpPr/>
            <p:nvPr/>
          </p:nvSpPr>
          <p:spPr>
            <a:xfrm>
              <a:off x="6800850" y="1948000"/>
              <a:ext cx="26800" cy="25325"/>
            </a:xfrm>
            <a:custGeom>
              <a:avLst/>
              <a:gdLst/>
              <a:ahLst/>
              <a:cxnLst/>
              <a:rect l="l" t="t" r="r" b="b"/>
              <a:pathLst>
                <a:path w="1072" h="1013" extrusionOk="0">
                  <a:moveTo>
                    <a:pt x="286" y="0"/>
                  </a:moveTo>
                  <a:cubicBezTo>
                    <a:pt x="217" y="0"/>
                    <a:pt x="149" y="24"/>
                    <a:pt x="95" y="71"/>
                  </a:cubicBezTo>
                  <a:cubicBezTo>
                    <a:pt x="0" y="179"/>
                    <a:pt x="0" y="345"/>
                    <a:pt x="95" y="452"/>
                  </a:cubicBezTo>
                  <a:lnTo>
                    <a:pt x="595" y="941"/>
                  </a:lnTo>
                  <a:cubicBezTo>
                    <a:pt x="643" y="988"/>
                    <a:pt x="714" y="1012"/>
                    <a:pt x="786" y="1012"/>
                  </a:cubicBezTo>
                  <a:cubicBezTo>
                    <a:pt x="857" y="1012"/>
                    <a:pt x="929" y="988"/>
                    <a:pt x="964" y="941"/>
                  </a:cubicBezTo>
                  <a:cubicBezTo>
                    <a:pt x="1072" y="833"/>
                    <a:pt x="1072" y="667"/>
                    <a:pt x="964" y="572"/>
                  </a:cubicBezTo>
                  <a:lnTo>
                    <a:pt x="476" y="71"/>
                  </a:lnTo>
                  <a:cubicBezTo>
                    <a:pt x="423" y="24"/>
                    <a:pt x="354" y="0"/>
                    <a:pt x="2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48"/>
            <p:cNvSpPr/>
            <p:nvPr/>
          </p:nvSpPr>
          <p:spPr>
            <a:xfrm>
              <a:off x="7020200" y="2167725"/>
              <a:ext cx="26825" cy="25550"/>
            </a:xfrm>
            <a:custGeom>
              <a:avLst/>
              <a:gdLst/>
              <a:ahLst/>
              <a:cxnLst/>
              <a:rect l="l" t="t" r="r" b="b"/>
              <a:pathLst>
                <a:path w="1073" h="1022" extrusionOk="0">
                  <a:moveTo>
                    <a:pt x="293" y="1"/>
                  </a:moveTo>
                  <a:cubicBezTo>
                    <a:pt x="227" y="1"/>
                    <a:pt x="162" y="28"/>
                    <a:pt x="108" y="81"/>
                  </a:cubicBezTo>
                  <a:cubicBezTo>
                    <a:pt x="1" y="188"/>
                    <a:pt x="1" y="355"/>
                    <a:pt x="108" y="450"/>
                  </a:cubicBezTo>
                  <a:lnTo>
                    <a:pt x="596" y="950"/>
                  </a:lnTo>
                  <a:cubicBezTo>
                    <a:pt x="656" y="986"/>
                    <a:pt x="715" y="1022"/>
                    <a:pt x="787" y="1022"/>
                  </a:cubicBezTo>
                  <a:cubicBezTo>
                    <a:pt x="870" y="1022"/>
                    <a:pt x="930" y="986"/>
                    <a:pt x="965" y="950"/>
                  </a:cubicBezTo>
                  <a:cubicBezTo>
                    <a:pt x="1072" y="843"/>
                    <a:pt x="1072" y="676"/>
                    <a:pt x="965" y="569"/>
                  </a:cubicBezTo>
                  <a:lnTo>
                    <a:pt x="477" y="81"/>
                  </a:lnTo>
                  <a:cubicBezTo>
                    <a:pt x="424" y="28"/>
                    <a:pt x="358" y="1"/>
                    <a:pt x="2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48"/>
            <p:cNvSpPr/>
            <p:nvPr/>
          </p:nvSpPr>
          <p:spPr>
            <a:xfrm>
              <a:off x="7020200" y="1948000"/>
              <a:ext cx="26825" cy="25325"/>
            </a:xfrm>
            <a:custGeom>
              <a:avLst/>
              <a:gdLst/>
              <a:ahLst/>
              <a:cxnLst/>
              <a:rect l="l" t="t" r="r" b="b"/>
              <a:pathLst>
                <a:path w="1073" h="1013" extrusionOk="0">
                  <a:moveTo>
                    <a:pt x="785" y="0"/>
                  </a:moveTo>
                  <a:cubicBezTo>
                    <a:pt x="718" y="0"/>
                    <a:pt x="650" y="24"/>
                    <a:pt x="596" y="71"/>
                  </a:cubicBezTo>
                  <a:lnTo>
                    <a:pt x="108" y="572"/>
                  </a:lnTo>
                  <a:cubicBezTo>
                    <a:pt x="1" y="667"/>
                    <a:pt x="1" y="833"/>
                    <a:pt x="108" y="941"/>
                  </a:cubicBezTo>
                  <a:cubicBezTo>
                    <a:pt x="168" y="988"/>
                    <a:pt x="227" y="1012"/>
                    <a:pt x="299" y="1012"/>
                  </a:cubicBezTo>
                  <a:cubicBezTo>
                    <a:pt x="370" y="1012"/>
                    <a:pt x="430" y="988"/>
                    <a:pt x="477" y="941"/>
                  </a:cubicBezTo>
                  <a:lnTo>
                    <a:pt x="965" y="452"/>
                  </a:lnTo>
                  <a:cubicBezTo>
                    <a:pt x="1072" y="345"/>
                    <a:pt x="1072" y="179"/>
                    <a:pt x="965" y="71"/>
                  </a:cubicBezTo>
                  <a:cubicBezTo>
                    <a:pt x="918" y="24"/>
                    <a:pt x="852" y="0"/>
                    <a:pt x="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48"/>
            <p:cNvSpPr/>
            <p:nvPr/>
          </p:nvSpPr>
          <p:spPr>
            <a:xfrm>
              <a:off x="6801125" y="2167725"/>
              <a:ext cx="26825" cy="25550"/>
            </a:xfrm>
            <a:custGeom>
              <a:avLst/>
              <a:gdLst/>
              <a:ahLst/>
              <a:cxnLst/>
              <a:rect l="l" t="t" r="r" b="b"/>
              <a:pathLst>
                <a:path w="1073" h="1022" extrusionOk="0">
                  <a:moveTo>
                    <a:pt x="781" y="1"/>
                  </a:moveTo>
                  <a:cubicBezTo>
                    <a:pt x="715" y="1"/>
                    <a:pt x="650" y="28"/>
                    <a:pt x="596" y="81"/>
                  </a:cubicBezTo>
                  <a:lnTo>
                    <a:pt x="108" y="569"/>
                  </a:lnTo>
                  <a:cubicBezTo>
                    <a:pt x="1" y="676"/>
                    <a:pt x="1" y="843"/>
                    <a:pt x="108" y="950"/>
                  </a:cubicBezTo>
                  <a:cubicBezTo>
                    <a:pt x="168" y="986"/>
                    <a:pt x="227" y="1022"/>
                    <a:pt x="299" y="1022"/>
                  </a:cubicBezTo>
                  <a:cubicBezTo>
                    <a:pt x="358" y="1022"/>
                    <a:pt x="430" y="986"/>
                    <a:pt x="477" y="950"/>
                  </a:cubicBezTo>
                  <a:lnTo>
                    <a:pt x="965" y="450"/>
                  </a:lnTo>
                  <a:cubicBezTo>
                    <a:pt x="1072" y="355"/>
                    <a:pt x="1072" y="188"/>
                    <a:pt x="965" y="81"/>
                  </a:cubicBezTo>
                  <a:cubicBezTo>
                    <a:pt x="912" y="28"/>
                    <a:pt x="846" y="1"/>
                    <a:pt x="7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48"/>
            <p:cNvSpPr/>
            <p:nvPr/>
          </p:nvSpPr>
          <p:spPr>
            <a:xfrm>
              <a:off x="7063675" y="2063775"/>
              <a:ext cx="30975" cy="13425"/>
            </a:xfrm>
            <a:custGeom>
              <a:avLst/>
              <a:gdLst/>
              <a:ahLst/>
              <a:cxnLst/>
              <a:rect l="l" t="t" r="r" b="b"/>
              <a:pathLst>
                <a:path w="1239" h="537" extrusionOk="0">
                  <a:moveTo>
                    <a:pt x="274" y="1"/>
                  </a:moveTo>
                  <a:cubicBezTo>
                    <a:pt x="119" y="1"/>
                    <a:pt x="0" y="120"/>
                    <a:pt x="0" y="262"/>
                  </a:cubicBezTo>
                  <a:cubicBezTo>
                    <a:pt x="0" y="417"/>
                    <a:pt x="119" y="536"/>
                    <a:pt x="274" y="536"/>
                  </a:cubicBezTo>
                  <a:lnTo>
                    <a:pt x="977" y="536"/>
                  </a:lnTo>
                  <a:cubicBezTo>
                    <a:pt x="1119" y="536"/>
                    <a:pt x="1238" y="417"/>
                    <a:pt x="1238" y="262"/>
                  </a:cubicBezTo>
                  <a:cubicBezTo>
                    <a:pt x="1238" y="120"/>
                    <a:pt x="1119" y="1"/>
                    <a:pt x="9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48"/>
            <p:cNvSpPr/>
            <p:nvPr/>
          </p:nvSpPr>
          <p:spPr>
            <a:xfrm>
              <a:off x="6753500" y="2063775"/>
              <a:ext cx="31000" cy="13425"/>
            </a:xfrm>
            <a:custGeom>
              <a:avLst/>
              <a:gdLst/>
              <a:ahLst/>
              <a:cxnLst/>
              <a:rect l="l" t="t" r="r" b="b"/>
              <a:pathLst>
                <a:path w="1240" h="537" extrusionOk="0">
                  <a:moveTo>
                    <a:pt x="263" y="1"/>
                  </a:moveTo>
                  <a:cubicBezTo>
                    <a:pt x="120" y="1"/>
                    <a:pt x="1" y="120"/>
                    <a:pt x="1" y="262"/>
                  </a:cubicBezTo>
                  <a:cubicBezTo>
                    <a:pt x="1" y="417"/>
                    <a:pt x="120" y="536"/>
                    <a:pt x="263" y="536"/>
                  </a:cubicBezTo>
                  <a:lnTo>
                    <a:pt x="965" y="536"/>
                  </a:lnTo>
                  <a:cubicBezTo>
                    <a:pt x="1120" y="536"/>
                    <a:pt x="1239" y="417"/>
                    <a:pt x="1239" y="262"/>
                  </a:cubicBezTo>
                  <a:cubicBezTo>
                    <a:pt x="1239" y="120"/>
                    <a:pt x="1120" y="1"/>
                    <a:pt x="9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6" name="Google Shape;8366;p48"/>
            <p:cNvSpPr/>
            <p:nvPr/>
          </p:nvSpPr>
          <p:spPr>
            <a:xfrm>
              <a:off x="6834775" y="1973000"/>
              <a:ext cx="178325" cy="214025"/>
            </a:xfrm>
            <a:custGeom>
              <a:avLst/>
              <a:gdLst/>
              <a:ahLst/>
              <a:cxnLst/>
              <a:rect l="l" t="t" r="r" b="b"/>
              <a:pathLst>
                <a:path w="7133" h="8561" extrusionOk="0">
                  <a:moveTo>
                    <a:pt x="3584" y="655"/>
                  </a:moveTo>
                  <a:cubicBezTo>
                    <a:pt x="3941" y="1000"/>
                    <a:pt x="4715" y="1834"/>
                    <a:pt x="4715" y="2584"/>
                  </a:cubicBezTo>
                  <a:cubicBezTo>
                    <a:pt x="4715" y="3179"/>
                    <a:pt x="4215" y="3739"/>
                    <a:pt x="3846" y="4060"/>
                  </a:cubicBezTo>
                  <a:lnTo>
                    <a:pt x="3846" y="2477"/>
                  </a:lnTo>
                  <a:cubicBezTo>
                    <a:pt x="3846" y="2334"/>
                    <a:pt x="3727" y="2215"/>
                    <a:pt x="3584" y="2215"/>
                  </a:cubicBezTo>
                  <a:cubicBezTo>
                    <a:pt x="3429" y="2215"/>
                    <a:pt x="3310" y="2334"/>
                    <a:pt x="3310" y="2477"/>
                  </a:cubicBezTo>
                  <a:lnTo>
                    <a:pt x="3310" y="4060"/>
                  </a:lnTo>
                  <a:cubicBezTo>
                    <a:pt x="2941" y="3739"/>
                    <a:pt x="2453" y="3179"/>
                    <a:pt x="2453" y="2584"/>
                  </a:cubicBezTo>
                  <a:cubicBezTo>
                    <a:pt x="2453" y="1834"/>
                    <a:pt x="3227" y="988"/>
                    <a:pt x="3584" y="655"/>
                  </a:cubicBezTo>
                  <a:close/>
                  <a:moveTo>
                    <a:pt x="1411" y="3976"/>
                  </a:moveTo>
                  <a:cubicBezTo>
                    <a:pt x="1913" y="3976"/>
                    <a:pt x="2515" y="4071"/>
                    <a:pt x="2870" y="4417"/>
                  </a:cubicBezTo>
                  <a:cubicBezTo>
                    <a:pt x="3239" y="4786"/>
                    <a:pt x="3310" y="5417"/>
                    <a:pt x="3310" y="5894"/>
                  </a:cubicBezTo>
                  <a:lnTo>
                    <a:pt x="2751" y="5167"/>
                  </a:lnTo>
                  <a:cubicBezTo>
                    <a:pt x="2703" y="5108"/>
                    <a:pt x="2608" y="5060"/>
                    <a:pt x="2536" y="5060"/>
                  </a:cubicBezTo>
                  <a:lnTo>
                    <a:pt x="1822" y="5060"/>
                  </a:lnTo>
                  <a:cubicBezTo>
                    <a:pt x="1679" y="5060"/>
                    <a:pt x="1560" y="5179"/>
                    <a:pt x="1560" y="5322"/>
                  </a:cubicBezTo>
                  <a:cubicBezTo>
                    <a:pt x="1560" y="5477"/>
                    <a:pt x="1679" y="5596"/>
                    <a:pt x="1822" y="5596"/>
                  </a:cubicBezTo>
                  <a:lnTo>
                    <a:pt x="2417" y="5596"/>
                  </a:lnTo>
                  <a:lnTo>
                    <a:pt x="3072" y="6430"/>
                  </a:lnTo>
                  <a:cubicBezTo>
                    <a:pt x="2953" y="6442"/>
                    <a:pt x="2822" y="6450"/>
                    <a:pt x="2684" y="6450"/>
                  </a:cubicBezTo>
                  <a:cubicBezTo>
                    <a:pt x="2190" y="6450"/>
                    <a:pt x="1619" y="6348"/>
                    <a:pt x="1274" y="6013"/>
                  </a:cubicBezTo>
                  <a:cubicBezTo>
                    <a:pt x="739" y="5477"/>
                    <a:pt x="810" y="4429"/>
                    <a:pt x="869" y="4013"/>
                  </a:cubicBezTo>
                  <a:cubicBezTo>
                    <a:pt x="1018" y="3992"/>
                    <a:pt x="1206" y="3976"/>
                    <a:pt x="1411" y="3976"/>
                  </a:cubicBezTo>
                  <a:close/>
                  <a:moveTo>
                    <a:pt x="5724" y="3984"/>
                  </a:moveTo>
                  <a:cubicBezTo>
                    <a:pt x="5956" y="3984"/>
                    <a:pt x="6161" y="4005"/>
                    <a:pt x="6299" y="4024"/>
                  </a:cubicBezTo>
                  <a:cubicBezTo>
                    <a:pt x="6358" y="4525"/>
                    <a:pt x="6382" y="5501"/>
                    <a:pt x="5882" y="6013"/>
                  </a:cubicBezTo>
                  <a:cubicBezTo>
                    <a:pt x="5533" y="6371"/>
                    <a:pt x="4957" y="6460"/>
                    <a:pt x="4482" y="6460"/>
                  </a:cubicBezTo>
                  <a:cubicBezTo>
                    <a:pt x="4342" y="6460"/>
                    <a:pt x="4210" y="6452"/>
                    <a:pt x="4096" y="6441"/>
                  </a:cubicBezTo>
                  <a:lnTo>
                    <a:pt x="4751" y="5608"/>
                  </a:lnTo>
                  <a:lnTo>
                    <a:pt x="5346" y="5608"/>
                  </a:lnTo>
                  <a:cubicBezTo>
                    <a:pt x="5501" y="5608"/>
                    <a:pt x="5620" y="5489"/>
                    <a:pt x="5620" y="5346"/>
                  </a:cubicBezTo>
                  <a:cubicBezTo>
                    <a:pt x="5620" y="5191"/>
                    <a:pt x="5501" y="5072"/>
                    <a:pt x="5346" y="5072"/>
                  </a:cubicBezTo>
                  <a:lnTo>
                    <a:pt x="4632" y="5072"/>
                  </a:lnTo>
                  <a:cubicBezTo>
                    <a:pt x="4560" y="5072"/>
                    <a:pt x="4477" y="5120"/>
                    <a:pt x="4429" y="5179"/>
                  </a:cubicBezTo>
                  <a:lnTo>
                    <a:pt x="3858" y="5906"/>
                  </a:lnTo>
                  <a:cubicBezTo>
                    <a:pt x="3858" y="5394"/>
                    <a:pt x="3953" y="4786"/>
                    <a:pt x="4310" y="4429"/>
                  </a:cubicBezTo>
                  <a:cubicBezTo>
                    <a:pt x="4669" y="4070"/>
                    <a:pt x="5253" y="3984"/>
                    <a:pt x="5724" y="3984"/>
                  </a:cubicBezTo>
                  <a:close/>
                  <a:moveTo>
                    <a:pt x="3572" y="0"/>
                  </a:moveTo>
                  <a:cubicBezTo>
                    <a:pt x="3513" y="0"/>
                    <a:pt x="3453" y="24"/>
                    <a:pt x="3406" y="72"/>
                  </a:cubicBezTo>
                  <a:cubicBezTo>
                    <a:pt x="3346" y="119"/>
                    <a:pt x="1917" y="1334"/>
                    <a:pt x="1917" y="2572"/>
                  </a:cubicBezTo>
                  <a:cubicBezTo>
                    <a:pt x="1917" y="2905"/>
                    <a:pt x="2012" y="3215"/>
                    <a:pt x="2167" y="3501"/>
                  </a:cubicBezTo>
                  <a:cubicBezTo>
                    <a:pt x="1913" y="3450"/>
                    <a:pt x="1659" y="3432"/>
                    <a:pt x="1431" y="3432"/>
                  </a:cubicBezTo>
                  <a:cubicBezTo>
                    <a:pt x="968" y="3432"/>
                    <a:pt x="612" y="3505"/>
                    <a:pt x="572" y="3512"/>
                  </a:cubicBezTo>
                  <a:cubicBezTo>
                    <a:pt x="465" y="3524"/>
                    <a:pt x="393" y="3620"/>
                    <a:pt x="369" y="3715"/>
                  </a:cubicBezTo>
                  <a:cubicBezTo>
                    <a:pt x="346" y="3798"/>
                    <a:pt x="0" y="5489"/>
                    <a:pt x="881" y="6382"/>
                  </a:cubicBezTo>
                  <a:cubicBezTo>
                    <a:pt x="1370" y="6870"/>
                    <a:pt x="2108" y="6977"/>
                    <a:pt x="2679" y="6977"/>
                  </a:cubicBezTo>
                  <a:cubicBezTo>
                    <a:pt x="2917" y="6977"/>
                    <a:pt x="3144" y="6965"/>
                    <a:pt x="3298" y="6930"/>
                  </a:cubicBezTo>
                  <a:lnTo>
                    <a:pt x="3298" y="8287"/>
                  </a:lnTo>
                  <a:cubicBezTo>
                    <a:pt x="3298" y="8442"/>
                    <a:pt x="3417" y="8561"/>
                    <a:pt x="3560" y="8561"/>
                  </a:cubicBezTo>
                  <a:cubicBezTo>
                    <a:pt x="3715" y="8561"/>
                    <a:pt x="3834" y="8442"/>
                    <a:pt x="3834" y="8287"/>
                  </a:cubicBezTo>
                  <a:lnTo>
                    <a:pt x="3834" y="6930"/>
                  </a:lnTo>
                  <a:cubicBezTo>
                    <a:pt x="3977" y="6953"/>
                    <a:pt x="4203" y="6977"/>
                    <a:pt x="4441" y="6977"/>
                  </a:cubicBezTo>
                  <a:cubicBezTo>
                    <a:pt x="5025" y="6977"/>
                    <a:pt x="5751" y="6858"/>
                    <a:pt x="6239" y="6382"/>
                  </a:cubicBezTo>
                  <a:cubicBezTo>
                    <a:pt x="7132" y="5501"/>
                    <a:pt x="6799" y="3798"/>
                    <a:pt x="6775" y="3715"/>
                  </a:cubicBezTo>
                  <a:cubicBezTo>
                    <a:pt x="6763" y="3620"/>
                    <a:pt x="6680" y="3536"/>
                    <a:pt x="6573" y="3512"/>
                  </a:cubicBezTo>
                  <a:cubicBezTo>
                    <a:pt x="6541" y="3505"/>
                    <a:pt x="6182" y="3432"/>
                    <a:pt x="5716" y="3432"/>
                  </a:cubicBezTo>
                  <a:cubicBezTo>
                    <a:pt x="5487" y="3432"/>
                    <a:pt x="5232" y="3450"/>
                    <a:pt x="4977" y="3501"/>
                  </a:cubicBezTo>
                  <a:cubicBezTo>
                    <a:pt x="5132" y="3215"/>
                    <a:pt x="5227" y="2905"/>
                    <a:pt x="5227" y="2572"/>
                  </a:cubicBezTo>
                  <a:cubicBezTo>
                    <a:pt x="5227" y="1357"/>
                    <a:pt x="3798" y="131"/>
                    <a:pt x="3739" y="72"/>
                  </a:cubicBezTo>
                  <a:cubicBezTo>
                    <a:pt x="3691" y="24"/>
                    <a:pt x="3632" y="0"/>
                    <a:pt x="3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7" name="Google Shape;8367;p48"/>
            <p:cNvSpPr/>
            <p:nvPr/>
          </p:nvSpPr>
          <p:spPr>
            <a:xfrm>
              <a:off x="7035400" y="2063850"/>
              <a:ext cx="14600" cy="13350"/>
            </a:xfrm>
            <a:custGeom>
              <a:avLst/>
              <a:gdLst/>
              <a:ahLst/>
              <a:cxnLst/>
              <a:rect l="l" t="t" r="r" b="b"/>
              <a:pathLst>
                <a:path w="584" h="534" extrusionOk="0">
                  <a:moveTo>
                    <a:pt x="303" y="0"/>
                  </a:moveTo>
                  <a:cubicBezTo>
                    <a:pt x="246" y="0"/>
                    <a:pt x="189" y="18"/>
                    <a:pt x="143" y="57"/>
                  </a:cubicBezTo>
                  <a:cubicBezTo>
                    <a:pt x="48" y="129"/>
                    <a:pt x="0" y="248"/>
                    <a:pt x="48" y="355"/>
                  </a:cubicBezTo>
                  <a:cubicBezTo>
                    <a:pt x="95" y="462"/>
                    <a:pt x="203" y="533"/>
                    <a:pt x="298" y="533"/>
                  </a:cubicBezTo>
                  <a:cubicBezTo>
                    <a:pt x="441" y="533"/>
                    <a:pt x="536" y="438"/>
                    <a:pt x="560" y="319"/>
                  </a:cubicBezTo>
                  <a:cubicBezTo>
                    <a:pt x="584" y="224"/>
                    <a:pt x="524" y="93"/>
                    <a:pt x="441" y="33"/>
                  </a:cubicBezTo>
                  <a:cubicBezTo>
                    <a:pt x="398" y="12"/>
                    <a:pt x="350" y="0"/>
                    <a:pt x="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48"/>
            <p:cNvSpPr/>
            <p:nvPr/>
          </p:nvSpPr>
          <p:spPr>
            <a:xfrm>
              <a:off x="6798450" y="1949475"/>
              <a:ext cx="249475" cy="327150"/>
            </a:xfrm>
            <a:custGeom>
              <a:avLst/>
              <a:gdLst/>
              <a:ahLst/>
              <a:cxnLst/>
              <a:rect l="l" t="t" r="r" b="b"/>
              <a:pathLst>
                <a:path w="9979" h="13086" extrusionOk="0">
                  <a:moveTo>
                    <a:pt x="5787" y="10704"/>
                  </a:moveTo>
                  <a:lnTo>
                    <a:pt x="5787" y="11383"/>
                  </a:lnTo>
                  <a:lnTo>
                    <a:pt x="4275" y="11383"/>
                  </a:lnTo>
                  <a:lnTo>
                    <a:pt x="4275" y="10704"/>
                  </a:lnTo>
                  <a:close/>
                  <a:moveTo>
                    <a:pt x="5716" y="11919"/>
                  </a:moveTo>
                  <a:lnTo>
                    <a:pt x="5668" y="12062"/>
                  </a:lnTo>
                  <a:cubicBezTo>
                    <a:pt x="5597" y="12335"/>
                    <a:pt x="5335" y="12550"/>
                    <a:pt x="5037" y="12550"/>
                  </a:cubicBezTo>
                  <a:cubicBezTo>
                    <a:pt x="4739" y="12550"/>
                    <a:pt x="4478" y="12359"/>
                    <a:pt x="4394" y="12062"/>
                  </a:cubicBezTo>
                  <a:lnTo>
                    <a:pt x="4358" y="11919"/>
                  </a:lnTo>
                  <a:close/>
                  <a:moveTo>
                    <a:pt x="5037" y="1"/>
                  </a:moveTo>
                  <a:cubicBezTo>
                    <a:pt x="2263" y="1"/>
                    <a:pt x="1" y="2251"/>
                    <a:pt x="1" y="5013"/>
                  </a:cubicBezTo>
                  <a:cubicBezTo>
                    <a:pt x="1" y="6120"/>
                    <a:pt x="358" y="7132"/>
                    <a:pt x="1013" y="7942"/>
                  </a:cubicBezTo>
                  <a:cubicBezTo>
                    <a:pt x="1668" y="8752"/>
                    <a:pt x="2596" y="9347"/>
                    <a:pt x="3727" y="9692"/>
                  </a:cubicBezTo>
                  <a:lnTo>
                    <a:pt x="3727" y="10168"/>
                  </a:lnTo>
                  <a:lnTo>
                    <a:pt x="3454" y="10168"/>
                  </a:lnTo>
                  <a:cubicBezTo>
                    <a:pt x="3311" y="10168"/>
                    <a:pt x="3192" y="10288"/>
                    <a:pt x="3192" y="10430"/>
                  </a:cubicBezTo>
                  <a:cubicBezTo>
                    <a:pt x="3192" y="10585"/>
                    <a:pt x="3311" y="10704"/>
                    <a:pt x="3454" y="10704"/>
                  </a:cubicBezTo>
                  <a:lnTo>
                    <a:pt x="3727" y="10704"/>
                  </a:lnTo>
                  <a:lnTo>
                    <a:pt x="3727" y="11383"/>
                  </a:lnTo>
                  <a:lnTo>
                    <a:pt x="3454" y="11383"/>
                  </a:lnTo>
                  <a:cubicBezTo>
                    <a:pt x="3311" y="11383"/>
                    <a:pt x="3192" y="11502"/>
                    <a:pt x="3192" y="11657"/>
                  </a:cubicBezTo>
                  <a:cubicBezTo>
                    <a:pt x="3192" y="11800"/>
                    <a:pt x="3311" y="11919"/>
                    <a:pt x="3454" y="11919"/>
                  </a:cubicBezTo>
                  <a:lnTo>
                    <a:pt x="3787" y="11919"/>
                  </a:lnTo>
                  <a:lnTo>
                    <a:pt x="3858" y="12204"/>
                  </a:lnTo>
                  <a:cubicBezTo>
                    <a:pt x="4001" y="12728"/>
                    <a:pt x="4466" y="13086"/>
                    <a:pt x="5001" y="13086"/>
                  </a:cubicBezTo>
                  <a:cubicBezTo>
                    <a:pt x="5537" y="13086"/>
                    <a:pt x="6013" y="12728"/>
                    <a:pt x="6144" y="12204"/>
                  </a:cubicBezTo>
                  <a:lnTo>
                    <a:pt x="6228" y="11919"/>
                  </a:lnTo>
                  <a:lnTo>
                    <a:pt x="6549" y="11919"/>
                  </a:lnTo>
                  <a:cubicBezTo>
                    <a:pt x="6704" y="11919"/>
                    <a:pt x="6823" y="11800"/>
                    <a:pt x="6823" y="11657"/>
                  </a:cubicBezTo>
                  <a:cubicBezTo>
                    <a:pt x="6823" y="11502"/>
                    <a:pt x="6704" y="11383"/>
                    <a:pt x="6549" y="11383"/>
                  </a:cubicBezTo>
                  <a:lnTo>
                    <a:pt x="6287" y="11383"/>
                  </a:lnTo>
                  <a:lnTo>
                    <a:pt x="6287" y="10704"/>
                  </a:lnTo>
                  <a:lnTo>
                    <a:pt x="6549" y="10704"/>
                  </a:lnTo>
                  <a:cubicBezTo>
                    <a:pt x="6704" y="10704"/>
                    <a:pt x="6823" y="10585"/>
                    <a:pt x="6823" y="10430"/>
                  </a:cubicBezTo>
                  <a:cubicBezTo>
                    <a:pt x="6823" y="10288"/>
                    <a:pt x="6704" y="10168"/>
                    <a:pt x="6549" y="10168"/>
                  </a:cubicBezTo>
                  <a:lnTo>
                    <a:pt x="6287" y="10168"/>
                  </a:lnTo>
                  <a:lnTo>
                    <a:pt x="6287" y="9692"/>
                  </a:lnTo>
                  <a:cubicBezTo>
                    <a:pt x="8204" y="9109"/>
                    <a:pt x="9514" y="7799"/>
                    <a:pt x="9895" y="6085"/>
                  </a:cubicBezTo>
                  <a:cubicBezTo>
                    <a:pt x="9978" y="5954"/>
                    <a:pt x="9883" y="5811"/>
                    <a:pt x="9740" y="5775"/>
                  </a:cubicBezTo>
                  <a:cubicBezTo>
                    <a:pt x="9723" y="5772"/>
                    <a:pt x="9705" y="5771"/>
                    <a:pt x="9689" y="5771"/>
                  </a:cubicBezTo>
                  <a:cubicBezTo>
                    <a:pt x="9557" y="5771"/>
                    <a:pt x="9450" y="5852"/>
                    <a:pt x="9419" y="5989"/>
                  </a:cubicBezTo>
                  <a:cubicBezTo>
                    <a:pt x="9061" y="7561"/>
                    <a:pt x="7811" y="8752"/>
                    <a:pt x="5990" y="9240"/>
                  </a:cubicBezTo>
                  <a:cubicBezTo>
                    <a:pt x="5871" y="9276"/>
                    <a:pt x="5787" y="9371"/>
                    <a:pt x="5787" y="9490"/>
                  </a:cubicBezTo>
                  <a:lnTo>
                    <a:pt x="5787" y="10180"/>
                  </a:lnTo>
                  <a:lnTo>
                    <a:pt x="4275" y="10180"/>
                  </a:lnTo>
                  <a:lnTo>
                    <a:pt x="4275" y="9490"/>
                  </a:lnTo>
                  <a:cubicBezTo>
                    <a:pt x="4275" y="9371"/>
                    <a:pt x="4204" y="9276"/>
                    <a:pt x="4085" y="9240"/>
                  </a:cubicBezTo>
                  <a:cubicBezTo>
                    <a:pt x="1858" y="8633"/>
                    <a:pt x="537" y="7049"/>
                    <a:pt x="537" y="5025"/>
                  </a:cubicBezTo>
                  <a:cubicBezTo>
                    <a:pt x="537" y="2560"/>
                    <a:pt x="2549" y="536"/>
                    <a:pt x="5037" y="536"/>
                  </a:cubicBezTo>
                  <a:cubicBezTo>
                    <a:pt x="7025" y="536"/>
                    <a:pt x="8752" y="1810"/>
                    <a:pt x="9335" y="3703"/>
                  </a:cubicBezTo>
                  <a:cubicBezTo>
                    <a:pt x="9374" y="3811"/>
                    <a:pt x="9478" y="3894"/>
                    <a:pt x="9586" y="3894"/>
                  </a:cubicBezTo>
                  <a:cubicBezTo>
                    <a:pt x="9610" y="3894"/>
                    <a:pt x="9633" y="3891"/>
                    <a:pt x="9657" y="3882"/>
                  </a:cubicBezTo>
                  <a:cubicBezTo>
                    <a:pt x="9800" y="3834"/>
                    <a:pt x="9883" y="3691"/>
                    <a:pt x="9835" y="3561"/>
                  </a:cubicBezTo>
                  <a:cubicBezTo>
                    <a:pt x="9526" y="2548"/>
                    <a:pt x="8907" y="1656"/>
                    <a:pt x="8049" y="1013"/>
                  </a:cubicBezTo>
                  <a:cubicBezTo>
                    <a:pt x="7180" y="358"/>
                    <a:pt x="6132" y="1"/>
                    <a:pt x="5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9" name="Google Shape;8369;p48"/>
          <p:cNvGrpSpPr/>
          <p:nvPr/>
        </p:nvGrpSpPr>
        <p:grpSpPr>
          <a:xfrm>
            <a:off x="5714700" y="3179600"/>
            <a:ext cx="328325" cy="299475"/>
            <a:chOff x="2600325" y="3345175"/>
            <a:chExt cx="328325" cy="299475"/>
          </a:xfrm>
        </p:grpSpPr>
        <p:sp>
          <p:nvSpPr>
            <p:cNvPr id="8370" name="Google Shape;8370;p48"/>
            <p:cNvSpPr/>
            <p:nvPr/>
          </p:nvSpPr>
          <p:spPr>
            <a:xfrm>
              <a:off x="2689300" y="3345175"/>
              <a:ext cx="151250" cy="41025"/>
            </a:xfrm>
            <a:custGeom>
              <a:avLst/>
              <a:gdLst/>
              <a:ahLst/>
              <a:cxnLst/>
              <a:rect l="l" t="t" r="r" b="b"/>
              <a:pathLst>
                <a:path w="6050" h="1641" extrusionOk="0">
                  <a:moveTo>
                    <a:pt x="3025" y="1"/>
                  </a:moveTo>
                  <a:cubicBezTo>
                    <a:pt x="1918" y="1"/>
                    <a:pt x="882" y="429"/>
                    <a:pt x="108" y="1203"/>
                  </a:cubicBezTo>
                  <a:cubicBezTo>
                    <a:pt x="1" y="1299"/>
                    <a:pt x="1" y="1453"/>
                    <a:pt x="108" y="1561"/>
                  </a:cubicBezTo>
                  <a:cubicBezTo>
                    <a:pt x="156" y="1608"/>
                    <a:pt x="227" y="1632"/>
                    <a:pt x="287" y="1632"/>
                  </a:cubicBezTo>
                  <a:cubicBezTo>
                    <a:pt x="346" y="1632"/>
                    <a:pt x="406" y="1620"/>
                    <a:pt x="465" y="1561"/>
                  </a:cubicBezTo>
                  <a:cubicBezTo>
                    <a:pt x="1144" y="882"/>
                    <a:pt x="2061" y="501"/>
                    <a:pt x="3025" y="501"/>
                  </a:cubicBezTo>
                  <a:cubicBezTo>
                    <a:pt x="3990" y="501"/>
                    <a:pt x="4894" y="882"/>
                    <a:pt x="5585" y="1561"/>
                  </a:cubicBezTo>
                  <a:cubicBezTo>
                    <a:pt x="5627" y="1614"/>
                    <a:pt x="5689" y="1641"/>
                    <a:pt x="5755" y="1641"/>
                  </a:cubicBezTo>
                  <a:cubicBezTo>
                    <a:pt x="5820" y="1641"/>
                    <a:pt x="5889" y="1614"/>
                    <a:pt x="5942" y="1561"/>
                  </a:cubicBezTo>
                  <a:cubicBezTo>
                    <a:pt x="6049" y="1477"/>
                    <a:pt x="6049" y="1311"/>
                    <a:pt x="5942" y="1203"/>
                  </a:cubicBezTo>
                  <a:cubicBezTo>
                    <a:pt x="5168" y="429"/>
                    <a:pt x="4121" y="1"/>
                    <a:pt x="3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48"/>
            <p:cNvSpPr/>
            <p:nvPr/>
          </p:nvSpPr>
          <p:spPr>
            <a:xfrm>
              <a:off x="2716400" y="3377625"/>
              <a:ext cx="96750" cy="29800"/>
            </a:xfrm>
            <a:custGeom>
              <a:avLst/>
              <a:gdLst/>
              <a:ahLst/>
              <a:cxnLst/>
              <a:rect l="l" t="t" r="r" b="b"/>
              <a:pathLst>
                <a:path w="3870" h="1192" extrusionOk="0">
                  <a:moveTo>
                    <a:pt x="1941" y="1"/>
                  </a:moveTo>
                  <a:cubicBezTo>
                    <a:pt x="1239" y="1"/>
                    <a:pt x="596" y="263"/>
                    <a:pt x="108" y="751"/>
                  </a:cubicBezTo>
                  <a:cubicBezTo>
                    <a:pt x="0" y="846"/>
                    <a:pt x="0" y="1013"/>
                    <a:pt x="108" y="1108"/>
                  </a:cubicBezTo>
                  <a:cubicBezTo>
                    <a:pt x="155" y="1161"/>
                    <a:pt x="218" y="1188"/>
                    <a:pt x="282" y="1188"/>
                  </a:cubicBezTo>
                  <a:cubicBezTo>
                    <a:pt x="346" y="1188"/>
                    <a:pt x="411" y="1161"/>
                    <a:pt x="465" y="1108"/>
                  </a:cubicBezTo>
                  <a:cubicBezTo>
                    <a:pt x="870" y="715"/>
                    <a:pt x="1370" y="501"/>
                    <a:pt x="1941" y="501"/>
                  </a:cubicBezTo>
                  <a:cubicBezTo>
                    <a:pt x="2501" y="501"/>
                    <a:pt x="3025" y="727"/>
                    <a:pt x="3418" y="1108"/>
                  </a:cubicBezTo>
                  <a:cubicBezTo>
                    <a:pt x="3453" y="1156"/>
                    <a:pt x="3537" y="1191"/>
                    <a:pt x="3596" y="1191"/>
                  </a:cubicBezTo>
                  <a:cubicBezTo>
                    <a:pt x="3656" y="1191"/>
                    <a:pt x="3727" y="1156"/>
                    <a:pt x="3775" y="1108"/>
                  </a:cubicBezTo>
                  <a:cubicBezTo>
                    <a:pt x="3870" y="1025"/>
                    <a:pt x="3870" y="858"/>
                    <a:pt x="3775" y="751"/>
                  </a:cubicBezTo>
                  <a:cubicBezTo>
                    <a:pt x="3275" y="263"/>
                    <a:pt x="2644" y="1"/>
                    <a:pt x="19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2" name="Google Shape;8372;p48"/>
            <p:cNvSpPr/>
            <p:nvPr/>
          </p:nvSpPr>
          <p:spPr>
            <a:xfrm>
              <a:off x="2744075" y="3409775"/>
              <a:ext cx="41700" cy="18475"/>
            </a:xfrm>
            <a:custGeom>
              <a:avLst/>
              <a:gdLst/>
              <a:ahLst/>
              <a:cxnLst/>
              <a:rect l="l" t="t" r="r" b="b"/>
              <a:pathLst>
                <a:path w="1668" h="739" extrusionOk="0">
                  <a:moveTo>
                    <a:pt x="834" y="1"/>
                  </a:moveTo>
                  <a:cubicBezTo>
                    <a:pt x="560" y="1"/>
                    <a:pt x="298" y="108"/>
                    <a:pt x="108" y="298"/>
                  </a:cubicBezTo>
                  <a:cubicBezTo>
                    <a:pt x="1" y="393"/>
                    <a:pt x="1" y="548"/>
                    <a:pt x="108" y="655"/>
                  </a:cubicBezTo>
                  <a:cubicBezTo>
                    <a:pt x="150" y="709"/>
                    <a:pt x="212" y="736"/>
                    <a:pt x="276" y="736"/>
                  </a:cubicBezTo>
                  <a:cubicBezTo>
                    <a:pt x="340" y="736"/>
                    <a:pt x="406" y="709"/>
                    <a:pt x="453" y="655"/>
                  </a:cubicBezTo>
                  <a:cubicBezTo>
                    <a:pt x="560" y="572"/>
                    <a:pt x="703" y="512"/>
                    <a:pt x="834" y="512"/>
                  </a:cubicBezTo>
                  <a:cubicBezTo>
                    <a:pt x="965" y="512"/>
                    <a:pt x="1096" y="548"/>
                    <a:pt x="1203" y="655"/>
                  </a:cubicBezTo>
                  <a:cubicBezTo>
                    <a:pt x="1251" y="703"/>
                    <a:pt x="1322" y="739"/>
                    <a:pt x="1382" y="739"/>
                  </a:cubicBezTo>
                  <a:cubicBezTo>
                    <a:pt x="1453" y="739"/>
                    <a:pt x="1513" y="715"/>
                    <a:pt x="1560" y="655"/>
                  </a:cubicBezTo>
                  <a:cubicBezTo>
                    <a:pt x="1668" y="572"/>
                    <a:pt x="1668" y="405"/>
                    <a:pt x="1560" y="298"/>
                  </a:cubicBezTo>
                  <a:cubicBezTo>
                    <a:pt x="1370" y="108"/>
                    <a:pt x="1108" y="1"/>
                    <a:pt x="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3" name="Google Shape;8373;p48"/>
            <p:cNvSpPr/>
            <p:nvPr/>
          </p:nvSpPr>
          <p:spPr>
            <a:xfrm>
              <a:off x="2735750" y="3517825"/>
              <a:ext cx="58075" cy="58075"/>
            </a:xfrm>
            <a:custGeom>
              <a:avLst/>
              <a:gdLst/>
              <a:ahLst/>
              <a:cxnLst/>
              <a:rect l="l" t="t" r="r" b="b"/>
              <a:pathLst>
                <a:path w="2323" h="2323" extrusionOk="0">
                  <a:moveTo>
                    <a:pt x="1167" y="489"/>
                  </a:moveTo>
                  <a:cubicBezTo>
                    <a:pt x="1524" y="489"/>
                    <a:pt x="1822" y="786"/>
                    <a:pt x="1822" y="1143"/>
                  </a:cubicBezTo>
                  <a:cubicBezTo>
                    <a:pt x="1822" y="1501"/>
                    <a:pt x="1524" y="1798"/>
                    <a:pt x="1167" y="1798"/>
                  </a:cubicBezTo>
                  <a:cubicBezTo>
                    <a:pt x="810" y="1798"/>
                    <a:pt x="512" y="1501"/>
                    <a:pt x="512" y="1143"/>
                  </a:cubicBezTo>
                  <a:cubicBezTo>
                    <a:pt x="512" y="786"/>
                    <a:pt x="810" y="489"/>
                    <a:pt x="1167" y="489"/>
                  </a:cubicBezTo>
                  <a:close/>
                  <a:moveTo>
                    <a:pt x="1167" y="0"/>
                  </a:moveTo>
                  <a:cubicBezTo>
                    <a:pt x="524" y="0"/>
                    <a:pt x="0" y="524"/>
                    <a:pt x="0" y="1155"/>
                  </a:cubicBezTo>
                  <a:cubicBezTo>
                    <a:pt x="0" y="1798"/>
                    <a:pt x="524" y="2322"/>
                    <a:pt x="1167" y="2322"/>
                  </a:cubicBezTo>
                  <a:cubicBezTo>
                    <a:pt x="1810" y="2322"/>
                    <a:pt x="2322" y="1798"/>
                    <a:pt x="2322" y="1155"/>
                  </a:cubicBezTo>
                  <a:cubicBezTo>
                    <a:pt x="2322" y="524"/>
                    <a:pt x="1810" y="0"/>
                    <a:pt x="1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48"/>
            <p:cNvSpPr/>
            <p:nvPr/>
          </p:nvSpPr>
          <p:spPr>
            <a:xfrm>
              <a:off x="2697950" y="3479200"/>
              <a:ext cx="133375" cy="133900"/>
            </a:xfrm>
            <a:custGeom>
              <a:avLst/>
              <a:gdLst/>
              <a:ahLst/>
              <a:cxnLst/>
              <a:rect l="l" t="t" r="r" b="b"/>
              <a:pathLst>
                <a:path w="5335" h="5356" extrusionOk="0">
                  <a:moveTo>
                    <a:pt x="2669" y="596"/>
                  </a:moveTo>
                  <a:cubicBezTo>
                    <a:pt x="2748" y="596"/>
                    <a:pt x="2828" y="599"/>
                    <a:pt x="2905" y="605"/>
                  </a:cubicBezTo>
                  <a:lnTo>
                    <a:pt x="2929" y="736"/>
                  </a:lnTo>
                  <a:cubicBezTo>
                    <a:pt x="2941" y="831"/>
                    <a:pt x="3024" y="891"/>
                    <a:pt x="3108" y="914"/>
                  </a:cubicBezTo>
                  <a:cubicBezTo>
                    <a:pt x="3286" y="962"/>
                    <a:pt x="3453" y="1033"/>
                    <a:pt x="3620" y="1129"/>
                  </a:cubicBezTo>
                  <a:cubicBezTo>
                    <a:pt x="3655" y="1159"/>
                    <a:pt x="3703" y="1173"/>
                    <a:pt x="3751" y="1173"/>
                  </a:cubicBezTo>
                  <a:cubicBezTo>
                    <a:pt x="3798" y="1173"/>
                    <a:pt x="3846" y="1159"/>
                    <a:pt x="3882" y="1129"/>
                  </a:cubicBezTo>
                  <a:lnTo>
                    <a:pt x="3989" y="1045"/>
                  </a:lnTo>
                  <a:cubicBezTo>
                    <a:pt x="4120" y="1153"/>
                    <a:pt x="4227" y="1272"/>
                    <a:pt x="4334" y="1391"/>
                  </a:cubicBezTo>
                  <a:lnTo>
                    <a:pt x="4251" y="1498"/>
                  </a:lnTo>
                  <a:cubicBezTo>
                    <a:pt x="4215" y="1569"/>
                    <a:pt x="4215" y="1676"/>
                    <a:pt x="4251" y="1760"/>
                  </a:cubicBezTo>
                  <a:cubicBezTo>
                    <a:pt x="4346" y="1926"/>
                    <a:pt x="4417" y="2093"/>
                    <a:pt x="4465" y="2272"/>
                  </a:cubicBezTo>
                  <a:cubicBezTo>
                    <a:pt x="4477" y="2355"/>
                    <a:pt x="4548" y="2415"/>
                    <a:pt x="4644" y="2450"/>
                  </a:cubicBezTo>
                  <a:lnTo>
                    <a:pt x="4775" y="2486"/>
                  </a:lnTo>
                  <a:cubicBezTo>
                    <a:pt x="4787" y="2557"/>
                    <a:pt x="4787" y="2629"/>
                    <a:pt x="4787" y="2724"/>
                  </a:cubicBezTo>
                  <a:cubicBezTo>
                    <a:pt x="4787" y="2808"/>
                    <a:pt x="4787" y="2879"/>
                    <a:pt x="4775" y="2962"/>
                  </a:cubicBezTo>
                  <a:lnTo>
                    <a:pt x="4644" y="2986"/>
                  </a:lnTo>
                  <a:cubicBezTo>
                    <a:pt x="4548" y="2998"/>
                    <a:pt x="4489" y="3081"/>
                    <a:pt x="4465" y="3165"/>
                  </a:cubicBezTo>
                  <a:cubicBezTo>
                    <a:pt x="4417" y="3343"/>
                    <a:pt x="4346" y="3510"/>
                    <a:pt x="4251" y="3677"/>
                  </a:cubicBezTo>
                  <a:cubicBezTo>
                    <a:pt x="4191" y="3760"/>
                    <a:pt x="4191" y="3867"/>
                    <a:pt x="4251" y="3939"/>
                  </a:cubicBezTo>
                  <a:lnTo>
                    <a:pt x="4334" y="4046"/>
                  </a:lnTo>
                  <a:cubicBezTo>
                    <a:pt x="4227" y="4177"/>
                    <a:pt x="4108" y="4284"/>
                    <a:pt x="3989" y="4391"/>
                  </a:cubicBezTo>
                  <a:lnTo>
                    <a:pt x="3882" y="4308"/>
                  </a:lnTo>
                  <a:cubicBezTo>
                    <a:pt x="3846" y="4290"/>
                    <a:pt x="3801" y="4281"/>
                    <a:pt x="3755" y="4281"/>
                  </a:cubicBezTo>
                  <a:cubicBezTo>
                    <a:pt x="3709" y="4281"/>
                    <a:pt x="3661" y="4290"/>
                    <a:pt x="3620" y="4308"/>
                  </a:cubicBezTo>
                  <a:cubicBezTo>
                    <a:pt x="3453" y="4403"/>
                    <a:pt x="3286" y="4474"/>
                    <a:pt x="3108" y="4522"/>
                  </a:cubicBezTo>
                  <a:cubicBezTo>
                    <a:pt x="3024" y="4534"/>
                    <a:pt x="2965" y="4605"/>
                    <a:pt x="2929" y="4701"/>
                  </a:cubicBezTo>
                  <a:lnTo>
                    <a:pt x="2905" y="4832"/>
                  </a:lnTo>
                  <a:cubicBezTo>
                    <a:pt x="2828" y="4838"/>
                    <a:pt x="2748" y="4841"/>
                    <a:pt x="2669" y="4841"/>
                  </a:cubicBezTo>
                  <a:cubicBezTo>
                    <a:pt x="2590" y="4841"/>
                    <a:pt x="2512" y="4838"/>
                    <a:pt x="2441" y="4832"/>
                  </a:cubicBezTo>
                  <a:lnTo>
                    <a:pt x="2405" y="4701"/>
                  </a:lnTo>
                  <a:cubicBezTo>
                    <a:pt x="2393" y="4605"/>
                    <a:pt x="2322" y="4546"/>
                    <a:pt x="2227" y="4522"/>
                  </a:cubicBezTo>
                  <a:cubicBezTo>
                    <a:pt x="2048" y="4474"/>
                    <a:pt x="1893" y="4403"/>
                    <a:pt x="1727" y="4308"/>
                  </a:cubicBezTo>
                  <a:cubicBezTo>
                    <a:pt x="1691" y="4278"/>
                    <a:pt x="1643" y="4263"/>
                    <a:pt x="1594" y="4263"/>
                  </a:cubicBezTo>
                  <a:cubicBezTo>
                    <a:pt x="1545" y="4263"/>
                    <a:pt x="1494" y="4278"/>
                    <a:pt x="1453" y="4308"/>
                  </a:cubicBezTo>
                  <a:lnTo>
                    <a:pt x="1358" y="4391"/>
                  </a:lnTo>
                  <a:cubicBezTo>
                    <a:pt x="1215" y="4284"/>
                    <a:pt x="1119" y="4165"/>
                    <a:pt x="1012" y="4046"/>
                  </a:cubicBezTo>
                  <a:lnTo>
                    <a:pt x="1084" y="3939"/>
                  </a:lnTo>
                  <a:cubicBezTo>
                    <a:pt x="1131" y="3867"/>
                    <a:pt x="1131" y="3760"/>
                    <a:pt x="1084" y="3677"/>
                  </a:cubicBezTo>
                  <a:cubicBezTo>
                    <a:pt x="1000" y="3510"/>
                    <a:pt x="917" y="3343"/>
                    <a:pt x="881" y="3165"/>
                  </a:cubicBezTo>
                  <a:cubicBezTo>
                    <a:pt x="858" y="3081"/>
                    <a:pt x="786" y="3022"/>
                    <a:pt x="703" y="2986"/>
                  </a:cubicBezTo>
                  <a:lnTo>
                    <a:pt x="560" y="2962"/>
                  </a:lnTo>
                  <a:cubicBezTo>
                    <a:pt x="548" y="2879"/>
                    <a:pt x="548" y="2808"/>
                    <a:pt x="548" y="2724"/>
                  </a:cubicBezTo>
                  <a:cubicBezTo>
                    <a:pt x="548" y="2629"/>
                    <a:pt x="548" y="2557"/>
                    <a:pt x="560" y="2486"/>
                  </a:cubicBezTo>
                  <a:lnTo>
                    <a:pt x="703" y="2450"/>
                  </a:lnTo>
                  <a:cubicBezTo>
                    <a:pt x="786" y="2438"/>
                    <a:pt x="846" y="2355"/>
                    <a:pt x="881" y="2272"/>
                  </a:cubicBezTo>
                  <a:cubicBezTo>
                    <a:pt x="917" y="2093"/>
                    <a:pt x="1000" y="1926"/>
                    <a:pt x="1084" y="1760"/>
                  </a:cubicBezTo>
                  <a:cubicBezTo>
                    <a:pt x="1143" y="1676"/>
                    <a:pt x="1143" y="1569"/>
                    <a:pt x="1084" y="1498"/>
                  </a:cubicBezTo>
                  <a:lnTo>
                    <a:pt x="1012" y="1391"/>
                  </a:lnTo>
                  <a:cubicBezTo>
                    <a:pt x="1108" y="1260"/>
                    <a:pt x="1239" y="1153"/>
                    <a:pt x="1358" y="1045"/>
                  </a:cubicBezTo>
                  <a:lnTo>
                    <a:pt x="1453" y="1129"/>
                  </a:lnTo>
                  <a:cubicBezTo>
                    <a:pt x="1494" y="1147"/>
                    <a:pt x="1539" y="1156"/>
                    <a:pt x="1585" y="1156"/>
                  </a:cubicBezTo>
                  <a:cubicBezTo>
                    <a:pt x="1631" y="1156"/>
                    <a:pt x="1679" y="1147"/>
                    <a:pt x="1727" y="1129"/>
                  </a:cubicBezTo>
                  <a:cubicBezTo>
                    <a:pt x="1893" y="1033"/>
                    <a:pt x="2048" y="962"/>
                    <a:pt x="2227" y="914"/>
                  </a:cubicBezTo>
                  <a:cubicBezTo>
                    <a:pt x="2322" y="903"/>
                    <a:pt x="2382" y="831"/>
                    <a:pt x="2405" y="736"/>
                  </a:cubicBezTo>
                  <a:lnTo>
                    <a:pt x="2441" y="605"/>
                  </a:lnTo>
                  <a:cubicBezTo>
                    <a:pt x="2512" y="599"/>
                    <a:pt x="2590" y="596"/>
                    <a:pt x="2669" y="596"/>
                  </a:cubicBezTo>
                  <a:close/>
                  <a:moveTo>
                    <a:pt x="2673" y="1"/>
                  </a:moveTo>
                  <a:cubicBezTo>
                    <a:pt x="2509" y="1"/>
                    <a:pt x="2346" y="16"/>
                    <a:pt x="2191" y="45"/>
                  </a:cubicBezTo>
                  <a:cubicBezTo>
                    <a:pt x="2096" y="69"/>
                    <a:pt x="2024" y="141"/>
                    <a:pt x="1989" y="236"/>
                  </a:cubicBezTo>
                  <a:lnTo>
                    <a:pt x="1953" y="402"/>
                  </a:lnTo>
                  <a:cubicBezTo>
                    <a:pt x="1834" y="438"/>
                    <a:pt x="1715" y="486"/>
                    <a:pt x="1596" y="545"/>
                  </a:cubicBezTo>
                  <a:lnTo>
                    <a:pt x="1453" y="474"/>
                  </a:lnTo>
                  <a:cubicBezTo>
                    <a:pt x="1411" y="444"/>
                    <a:pt x="1364" y="429"/>
                    <a:pt x="1316" y="429"/>
                  </a:cubicBezTo>
                  <a:cubicBezTo>
                    <a:pt x="1268" y="429"/>
                    <a:pt x="1221" y="444"/>
                    <a:pt x="1179" y="474"/>
                  </a:cubicBezTo>
                  <a:cubicBezTo>
                    <a:pt x="905" y="653"/>
                    <a:pt x="667" y="891"/>
                    <a:pt x="477" y="1176"/>
                  </a:cubicBezTo>
                  <a:cubicBezTo>
                    <a:pt x="417" y="1260"/>
                    <a:pt x="417" y="1367"/>
                    <a:pt x="477" y="1450"/>
                  </a:cubicBezTo>
                  <a:lnTo>
                    <a:pt x="548" y="1593"/>
                  </a:lnTo>
                  <a:cubicBezTo>
                    <a:pt x="488" y="1712"/>
                    <a:pt x="441" y="1831"/>
                    <a:pt x="405" y="1950"/>
                  </a:cubicBezTo>
                  <a:lnTo>
                    <a:pt x="238" y="1986"/>
                  </a:lnTo>
                  <a:cubicBezTo>
                    <a:pt x="131" y="2010"/>
                    <a:pt x="60" y="2081"/>
                    <a:pt x="48" y="2188"/>
                  </a:cubicBezTo>
                  <a:cubicBezTo>
                    <a:pt x="12" y="2343"/>
                    <a:pt x="0" y="2510"/>
                    <a:pt x="0" y="2677"/>
                  </a:cubicBezTo>
                  <a:cubicBezTo>
                    <a:pt x="0" y="2843"/>
                    <a:pt x="12" y="2998"/>
                    <a:pt x="48" y="3165"/>
                  </a:cubicBezTo>
                  <a:cubicBezTo>
                    <a:pt x="72" y="3260"/>
                    <a:pt x="143" y="3331"/>
                    <a:pt x="238" y="3355"/>
                  </a:cubicBezTo>
                  <a:lnTo>
                    <a:pt x="405" y="3403"/>
                  </a:lnTo>
                  <a:cubicBezTo>
                    <a:pt x="441" y="3522"/>
                    <a:pt x="488" y="3641"/>
                    <a:pt x="548" y="3760"/>
                  </a:cubicBezTo>
                  <a:lnTo>
                    <a:pt x="477" y="3891"/>
                  </a:lnTo>
                  <a:cubicBezTo>
                    <a:pt x="417" y="3986"/>
                    <a:pt x="417" y="4093"/>
                    <a:pt x="477" y="4177"/>
                  </a:cubicBezTo>
                  <a:cubicBezTo>
                    <a:pt x="655" y="4451"/>
                    <a:pt x="893" y="4689"/>
                    <a:pt x="1179" y="4879"/>
                  </a:cubicBezTo>
                  <a:cubicBezTo>
                    <a:pt x="1221" y="4909"/>
                    <a:pt x="1268" y="4924"/>
                    <a:pt x="1316" y="4924"/>
                  </a:cubicBezTo>
                  <a:cubicBezTo>
                    <a:pt x="1364" y="4924"/>
                    <a:pt x="1411" y="4909"/>
                    <a:pt x="1453" y="4879"/>
                  </a:cubicBezTo>
                  <a:lnTo>
                    <a:pt x="1596" y="4808"/>
                  </a:lnTo>
                  <a:cubicBezTo>
                    <a:pt x="1715" y="4867"/>
                    <a:pt x="1834" y="4903"/>
                    <a:pt x="1953" y="4951"/>
                  </a:cubicBezTo>
                  <a:lnTo>
                    <a:pt x="1989" y="5117"/>
                  </a:lnTo>
                  <a:cubicBezTo>
                    <a:pt x="2012" y="5224"/>
                    <a:pt x="2084" y="5296"/>
                    <a:pt x="2191" y="5308"/>
                  </a:cubicBezTo>
                  <a:cubicBezTo>
                    <a:pt x="2346" y="5344"/>
                    <a:pt x="2512" y="5355"/>
                    <a:pt x="2679" y="5355"/>
                  </a:cubicBezTo>
                  <a:cubicBezTo>
                    <a:pt x="2846" y="5355"/>
                    <a:pt x="3001" y="5344"/>
                    <a:pt x="3155" y="5308"/>
                  </a:cubicBezTo>
                  <a:cubicBezTo>
                    <a:pt x="3239" y="5284"/>
                    <a:pt x="3322" y="5201"/>
                    <a:pt x="3346" y="5117"/>
                  </a:cubicBezTo>
                  <a:lnTo>
                    <a:pt x="3394" y="4951"/>
                  </a:lnTo>
                  <a:cubicBezTo>
                    <a:pt x="3513" y="4903"/>
                    <a:pt x="3632" y="4867"/>
                    <a:pt x="3751" y="4808"/>
                  </a:cubicBezTo>
                  <a:lnTo>
                    <a:pt x="3882" y="4879"/>
                  </a:lnTo>
                  <a:cubicBezTo>
                    <a:pt x="3929" y="4909"/>
                    <a:pt x="3977" y="4924"/>
                    <a:pt x="4025" y="4924"/>
                  </a:cubicBezTo>
                  <a:cubicBezTo>
                    <a:pt x="4072" y="4924"/>
                    <a:pt x="4120" y="4909"/>
                    <a:pt x="4167" y="4879"/>
                  </a:cubicBezTo>
                  <a:cubicBezTo>
                    <a:pt x="4429" y="4701"/>
                    <a:pt x="4668" y="4462"/>
                    <a:pt x="4870" y="4177"/>
                  </a:cubicBezTo>
                  <a:cubicBezTo>
                    <a:pt x="4929" y="4093"/>
                    <a:pt x="4929" y="3986"/>
                    <a:pt x="4870" y="3891"/>
                  </a:cubicBezTo>
                  <a:lnTo>
                    <a:pt x="4787" y="3760"/>
                  </a:lnTo>
                  <a:cubicBezTo>
                    <a:pt x="4846" y="3641"/>
                    <a:pt x="4894" y="3522"/>
                    <a:pt x="4941" y="3403"/>
                  </a:cubicBezTo>
                  <a:lnTo>
                    <a:pt x="5108" y="3355"/>
                  </a:lnTo>
                  <a:cubicBezTo>
                    <a:pt x="5203" y="3343"/>
                    <a:pt x="5275" y="3272"/>
                    <a:pt x="5299" y="3165"/>
                  </a:cubicBezTo>
                  <a:cubicBezTo>
                    <a:pt x="5322" y="2998"/>
                    <a:pt x="5334" y="2843"/>
                    <a:pt x="5334" y="2677"/>
                  </a:cubicBezTo>
                  <a:cubicBezTo>
                    <a:pt x="5334" y="2510"/>
                    <a:pt x="5322" y="2343"/>
                    <a:pt x="5299" y="2188"/>
                  </a:cubicBezTo>
                  <a:cubicBezTo>
                    <a:pt x="5263" y="2093"/>
                    <a:pt x="5191" y="2022"/>
                    <a:pt x="5108" y="1986"/>
                  </a:cubicBezTo>
                  <a:lnTo>
                    <a:pt x="4941" y="1950"/>
                  </a:lnTo>
                  <a:cubicBezTo>
                    <a:pt x="4894" y="1831"/>
                    <a:pt x="4846" y="1712"/>
                    <a:pt x="4787" y="1593"/>
                  </a:cubicBezTo>
                  <a:lnTo>
                    <a:pt x="4870" y="1450"/>
                  </a:lnTo>
                  <a:cubicBezTo>
                    <a:pt x="4929" y="1367"/>
                    <a:pt x="4929" y="1260"/>
                    <a:pt x="4870" y="1176"/>
                  </a:cubicBezTo>
                  <a:cubicBezTo>
                    <a:pt x="4679" y="903"/>
                    <a:pt x="4441" y="664"/>
                    <a:pt x="4167" y="474"/>
                  </a:cubicBezTo>
                  <a:cubicBezTo>
                    <a:pt x="4120" y="444"/>
                    <a:pt x="4072" y="429"/>
                    <a:pt x="4025" y="429"/>
                  </a:cubicBezTo>
                  <a:cubicBezTo>
                    <a:pt x="3977" y="429"/>
                    <a:pt x="3929" y="444"/>
                    <a:pt x="3882" y="474"/>
                  </a:cubicBezTo>
                  <a:lnTo>
                    <a:pt x="3751" y="545"/>
                  </a:lnTo>
                  <a:cubicBezTo>
                    <a:pt x="3632" y="486"/>
                    <a:pt x="3513" y="438"/>
                    <a:pt x="3394" y="402"/>
                  </a:cubicBezTo>
                  <a:lnTo>
                    <a:pt x="3346" y="236"/>
                  </a:lnTo>
                  <a:cubicBezTo>
                    <a:pt x="3334" y="129"/>
                    <a:pt x="3263" y="57"/>
                    <a:pt x="3155" y="45"/>
                  </a:cubicBezTo>
                  <a:cubicBezTo>
                    <a:pt x="3001" y="16"/>
                    <a:pt x="2837" y="1"/>
                    <a:pt x="26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48"/>
            <p:cNvSpPr/>
            <p:nvPr/>
          </p:nvSpPr>
          <p:spPr>
            <a:xfrm>
              <a:off x="2878625" y="3581025"/>
              <a:ext cx="13425" cy="12725"/>
            </a:xfrm>
            <a:custGeom>
              <a:avLst/>
              <a:gdLst/>
              <a:ahLst/>
              <a:cxnLst/>
              <a:rect l="l" t="t" r="r" b="b"/>
              <a:pathLst>
                <a:path w="537" h="509" extrusionOk="0">
                  <a:moveTo>
                    <a:pt x="268" y="1"/>
                  </a:moveTo>
                  <a:cubicBezTo>
                    <a:pt x="214" y="1"/>
                    <a:pt x="157" y="19"/>
                    <a:pt x="108" y="56"/>
                  </a:cubicBezTo>
                  <a:cubicBezTo>
                    <a:pt x="36" y="139"/>
                    <a:pt x="0" y="235"/>
                    <a:pt x="36" y="342"/>
                  </a:cubicBezTo>
                  <a:cubicBezTo>
                    <a:pt x="60" y="437"/>
                    <a:pt x="167" y="509"/>
                    <a:pt x="274" y="509"/>
                  </a:cubicBezTo>
                  <a:cubicBezTo>
                    <a:pt x="393" y="509"/>
                    <a:pt x="500" y="413"/>
                    <a:pt x="524" y="306"/>
                  </a:cubicBezTo>
                  <a:cubicBezTo>
                    <a:pt x="536" y="211"/>
                    <a:pt x="500" y="104"/>
                    <a:pt x="405" y="44"/>
                  </a:cubicBezTo>
                  <a:cubicBezTo>
                    <a:pt x="365" y="16"/>
                    <a:pt x="317" y="1"/>
                    <a:pt x="2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48"/>
            <p:cNvSpPr/>
            <p:nvPr/>
          </p:nvSpPr>
          <p:spPr>
            <a:xfrm>
              <a:off x="2600325" y="3448475"/>
              <a:ext cx="328325" cy="196175"/>
            </a:xfrm>
            <a:custGeom>
              <a:avLst/>
              <a:gdLst/>
              <a:ahLst/>
              <a:cxnLst/>
              <a:rect l="l" t="t" r="r" b="b"/>
              <a:pathLst>
                <a:path w="13133" h="7847" extrusionOk="0">
                  <a:moveTo>
                    <a:pt x="3750" y="1215"/>
                  </a:moveTo>
                  <a:cubicBezTo>
                    <a:pt x="3084" y="1905"/>
                    <a:pt x="2667" y="2858"/>
                    <a:pt x="2667" y="3917"/>
                  </a:cubicBezTo>
                  <a:cubicBezTo>
                    <a:pt x="2667" y="4977"/>
                    <a:pt x="3084" y="5918"/>
                    <a:pt x="3750" y="6632"/>
                  </a:cubicBezTo>
                  <a:cubicBezTo>
                    <a:pt x="3131" y="6311"/>
                    <a:pt x="2596" y="5930"/>
                    <a:pt x="2179" y="5572"/>
                  </a:cubicBezTo>
                  <a:cubicBezTo>
                    <a:pt x="1369" y="4906"/>
                    <a:pt x="822" y="4215"/>
                    <a:pt x="619" y="3917"/>
                  </a:cubicBezTo>
                  <a:cubicBezTo>
                    <a:pt x="822" y="3632"/>
                    <a:pt x="1369" y="2953"/>
                    <a:pt x="2179" y="2262"/>
                  </a:cubicBezTo>
                  <a:cubicBezTo>
                    <a:pt x="2596" y="1905"/>
                    <a:pt x="3131" y="1536"/>
                    <a:pt x="3750" y="1215"/>
                  </a:cubicBezTo>
                  <a:close/>
                  <a:moveTo>
                    <a:pt x="6584" y="536"/>
                  </a:moveTo>
                  <a:cubicBezTo>
                    <a:pt x="7489" y="536"/>
                    <a:pt x="8334" y="893"/>
                    <a:pt x="8977" y="1536"/>
                  </a:cubicBezTo>
                  <a:cubicBezTo>
                    <a:pt x="9620" y="2179"/>
                    <a:pt x="9977" y="3036"/>
                    <a:pt x="9977" y="3953"/>
                  </a:cubicBezTo>
                  <a:cubicBezTo>
                    <a:pt x="9977" y="4822"/>
                    <a:pt x="9620" y="5691"/>
                    <a:pt x="8977" y="6334"/>
                  </a:cubicBezTo>
                  <a:cubicBezTo>
                    <a:pt x="8334" y="6965"/>
                    <a:pt x="7489" y="7323"/>
                    <a:pt x="6584" y="7323"/>
                  </a:cubicBezTo>
                  <a:cubicBezTo>
                    <a:pt x="4703" y="7323"/>
                    <a:pt x="3191" y="5811"/>
                    <a:pt x="3191" y="3929"/>
                  </a:cubicBezTo>
                  <a:cubicBezTo>
                    <a:pt x="3191" y="2060"/>
                    <a:pt x="4703" y="536"/>
                    <a:pt x="6584" y="536"/>
                  </a:cubicBezTo>
                  <a:close/>
                  <a:moveTo>
                    <a:pt x="6572" y="0"/>
                  </a:moveTo>
                  <a:cubicBezTo>
                    <a:pt x="5644" y="0"/>
                    <a:pt x="4751" y="191"/>
                    <a:pt x="3858" y="596"/>
                  </a:cubicBezTo>
                  <a:cubicBezTo>
                    <a:pt x="3155" y="917"/>
                    <a:pt x="2477" y="1346"/>
                    <a:pt x="1822" y="1893"/>
                  </a:cubicBezTo>
                  <a:cubicBezTo>
                    <a:pt x="714" y="2822"/>
                    <a:pt x="95" y="3739"/>
                    <a:pt x="60" y="3786"/>
                  </a:cubicBezTo>
                  <a:cubicBezTo>
                    <a:pt x="0" y="3870"/>
                    <a:pt x="0" y="3977"/>
                    <a:pt x="60" y="4072"/>
                  </a:cubicBezTo>
                  <a:cubicBezTo>
                    <a:pt x="95" y="4108"/>
                    <a:pt x="702" y="5025"/>
                    <a:pt x="1822" y="5953"/>
                  </a:cubicBezTo>
                  <a:cubicBezTo>
                    <a:pt x="2477" y="6513"/>
                    <a:pt x="3155" y="6942"/>
                    <a:pt x="3858" y="7251"/>
                  </a:cubicBezTo>
                  <a:cubicBezTo>
                    <a:pt x="4739" y="7656"/>
                    <a:pt x="5644" y="7847"/>
                    <a:pt x="6572" y="7847"/>
                  </a:cubicBezTo>
                  <a:cubicBezTo>
                    <a:pt x="7953" y="7847"/>
                    <a:pt x="9323" y="7382"/>
                    <a:pt x="10620" y="6477"/>
                  </a:cubicBezTo>
                  <a:cubicBezTo>
                    <a:pt x="10739" y="6406"/>
                    <a:pt x="10763" y="6239"/>
                    <a:pt x="10680" y="6120"/>
                  </a:cubicBezTo>
                  <a:cubicBezTo>
                    <a:pt x="10630" y="6048"/>
                    <a:pt x="10554" y="6011"/>
                    <a:pt x="10475" y="6011"/>
                  </a:cubicBezTo>
                  <a:cubicBezTo>
                    <a:pt x="10423" y="6011"/>
                    <a:pt x="10370" y="6027"/>
                    <a:pt x="10323" y="6061"/>
                  </a:cubicBezTo>
                  <a:cubicBezTo>
                    <a:pt x="10001" y="6287"/>
                    <a:pt x="9692" y="6465"/>
                    <a:pt x="9382" y="6632"/>
                  </a:cubicBezTo>
                  <a:cubicBezTo>
                    <a:pt x="10085" y="5894"/>
                    <a:pt x="10466" y="4941"/>
                    <a:pt x="10466" y="3917"/>
                  </a:cubicBezTo>
                  <a:cubicBezTo>
                    <a:pt x="10466" y="2905"/>
                    <a:pt x="10085" y="1953"/>
                    <a:pt x="9382" y="1227"/>
                  </a:cubicBezTo>
                  <a:lnTo>
                    <a:pt x="9382" y="1227"/>
                  </a:lnTo>
                  <a:cubicBezTo>
                    <a:pt x="10001" y="1536"/>
                    <a:pt x="10537" y="1929"/>
                    <a:pt x="10954" y="2286"/>
                  </a:cubicBezTo>
                  <a:cubicBezTo>
                    <a:pt x="11763" y="2953"/>
                    <a:pt x="12311" y="3632"/>
                    <a:pt x="12525" y="3929"/>
                  </a:cubicBezTo>
                  <a:cubicBezTo>
                    <a:pt x="12418" y="4072"/>
                    <a:pt x="12240" y="4310"/>
                    <a:pt x="12002" y="4572"/>
                  </a:cubicBezTo>
                  <a:cubicBezTo>
                    <a:pt x="11906" y="4679"/>
                    <a:pt x="11906" y="4846"/>
                    <a:pt x="12013" y="4929"/>
                  </a:cubicBezTo>
                  <a:cubicBezTo>
                    <a:pt x="12065" y="4976"/>
                    <a:pt x="12131" y="5000"/>
                    <a:pt x="12195" y="5000"/>
                  </a:cubicBezTo>
                  <a:cubicBezTo>
                    <a:pt x="12263" y="5000"/>
                    <a:pt x="12328" y="4973"/>
                    <a:pt x="12371" y="4918"/>
                  </a:cubicBezTo>
                  <a:cubicBezTo>
                    <a:pt x="12799" y="4441"/>
                    <a:pt x="13025" y="4096"/>
                    <a:pt x="13037" y="4084"/>
                  </a:cubicBezTo>
                  <a:cubicBezTo>
                    <a:pt x="13133" y="3977"/>
                    <a:pt x="13133" y="3870"/>
                    <a:pt x="13073" y="3786"/>
                  </a:cubicBezTo>
                  <a:cubicBezTo>
                    <a:pt x="13037" y="3739"/>
                    <a:pt x="12430" y="2834"/>
                    <a:pt x="11311" y="1893"/>
                  </a:cubicBezTo>
                  <a:cubicBezTo>
                    <a:pt x="10656" y="1346"/>
                    <a:pt x="9977" y="917"/>
                    <a:pt x="9275" y="596"/>
                  </a:cubicBezTo>
                  <a:cubicBezTo>
                    <a:pt x="8394" y="191"/>
                    <a:pt x="7489" y="0"/>
                    <a:pt x="6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7" name="Google Shape;8377;p48"/>
          <p:cNvGrpSpPr/>
          <p:nvPr/>
        </p:nvGrpSpPr>
        <p:grpSpPr>
          <a:xfrm>
            <a:off x="7357638" y="3155338"/>
            <a:ext cx="245300" cy="348000"/>
            <a:chOff x="6100450" y="4009250"/>
            <a:chExt cx="245300" cy="348000"/>
          </a:xfrm>
        </p:grpSpPr>
        <p:sp>
          <p:nvSpPr>
            <p:cNvPr id="8378" name="Google Shape;8378;p48"/>
            <p:cNvSpPr/>
            <p:nvPr/>
          </p:nvSpPr>
          <p:spPr>
            <a:xfrm>
              <a:off x="6301675" y="4180950"/>
              <a:ext cx="14600" cy="13775"/>
            </a:xfrm>
            <a:custGeom>
              <a:avLst/>
              <a:gdLst/>
              <a:ahLst/>
              <a:cxnLst/>
              <a:rect l="l" t="t" r="r" b="b"/>
              <a:pathLst>
                <a:path w="584" h="551" extrusionOk="0">
                  <a:moveTo>
                    <a:pt x="303" y="0"/>
                  </a:moveTo>
                  <a:cubicBezTo>
                    <a:pt x="239" y="0"/>
                    <a:pt x="173" y="22"/>
                    <a:pt x="119" y="62"/>
                  </a:cubicBezTo>
                  <a:cubicBezTo>
                    <a:pt x="48" y="145"/>
                    <a:pt x="0" y="264"/>
                    <a:pt x="48" y="360"/>
                  </a:cubicBezTo>
                  <a:cubicBezTo>
                    <a:pt x="84" y="467"/>
                    <a:pt x="179" y="550"/>
                    <a:pt x="298" y="550"/>
                  </a:cubicBezTo>
                  <a:cubicBezTo>
                    <a:pt x="417" y="550"/>
                    <a:pt x="536" y="455"/>
                    <a:pt x="560" y="324"/>
                  </a:cubicBezTo>
                  <a:cubicBezTo>
                    <a:pt x="584" y="217"/>
                    <a:pt x="524" y="98"/>
                    <a:pt x="441" y="38"/>
                  </a:cubicBezTo>
                  <a:cubicBezTo>
                    <a:pt x="400" y="13"/>
                    <a:pt x="352" y="0"/>
                    <a:pt x="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48"/>
            <p:cNvSpPr/>
            <p:nvPr/>
          </p:nvSpPr>
          <p:spPr>
            <a:xfrm>
              <a:off x="6160275" y="4141700"/>
              <a:ext cx="125950" cy="82775"/>
            </a:xfrm>
            <a:custGeom>
              <a:avLst/>
              <a:gdLst/>
              <a:ahLst/>
              <a:cxnLst/>
              <a:rect l="l" t="t" r="r" b="b"/>
              <a:pathLst>
                <a:path w="5038" h="3311" extrusionOk="0">
                  <a:moveTo>
                    <a:pt x="3180" y="549"/>
                  </a:moveTo>
                  <a:cubicBezTo>
                    <a:pt x="3632" y="549"/>
                    <a:pt x="4013" y="930"/>
                    <a:pt x="4013" y="1382"/>
                  </a:cubicBezTo>
                  <a:cubicBezTo>
                    <a:pt x="4013" y="1489"/>
                    <a:pt x="3989" y="1596"/>
                    <a:pt x="3954" y="1704"/>
                  </a:cubicBezTo>
                  <a:cubicBezTo>
                    <a:pt x="3918" y="1775"/>
                    <a:pt x="3918" y="1858"/>
                    <a:pt x="3966" y="1942"/>
                  </a:cubicBezTo>
                  <a:cubicBezTo>
                    <a:pt x="4013" y="2013"/>
                    <a:pt x="4085" y="2061"/>
                    <a:pt x="4168" y="2073"/>
                  </a:cubicBezTo>
                  <a:cubicBezTo>
                    <a:pt x="4347" y="2085"/>
                    <a:pt x="4489" y="2227"/>
                    <a:pt x="4489" y="2418"/>
                  </a:cubicBezTo>
                  <a:cubicBezTo>
                    <a:pt x="4489" y="2608"/>
                    <a:pt x="4335" y="2751"/>
                    <a:pt x="4144" y="2751"/>
                  </a:cubicBezTo>
                  <a:lnTo>
                    <a:pt x="894" y="2751"/>
                  </a:lnTo>
                  <a:cubicBezTo>
                    <a:pt x="703" y="2751"/>
                    <a:pt x="560" y="2608"/>
                    <a:pt x="560" y="2418"/>
                  </a:cubicBezTo>
                  <a:cubicBezTo>
                    <a:pt x="560" y="2239"/>
                    <a:pt x="691" y="2085"/>
                    <a:pt x="870" y="2073"/>
                  </a:cubicBezTo>
                  <a:cubicBezTo>
                    <a:pt x="953" y="2073"/>
                    <a:pt x="1037" y="2013"/>
                    <a:pt x="1072" y="1942"/>
                  </a:cubicBezTo>
                  <a:cubicBezTo>
                    <a:pt x="1108" y="1858"/>
                    <a:pt x="1120" y="1763"/>
                    <a:pt x="1072" y="1680"/>
                  </a:cubicBezTo>
                  <a:cubicBezTo>
                    <a:pt x="1037" y="1608"/>
                    <a:pt x="1013" y="1525"/>
                    <a:pt x="1013" y="1430"/>
                  </a:cubicBezTo>
                  <a:cubicBezTo>
                    <a:pt x="1013" y="1120"/>
                    <a:pt x="1275" y="846"/>
                    <a:pt x="1596" y="846"/>
                  </a:cubicBezTo>
                  <a:cubicBezTo>
                    <a:pt x="1763" y="846"/>
                    <a:pt x="1906" y="906"/>
                    <a:pt x="2025" y="1013"/>
                  </a:cubicBezTo>
                  <a:cubicBezTo>
                    <a:pt x="2077" y="1075"/>
                    <a:pt x="2147" y="1110"/>
                    <a:pt x="2219" y="1110"/>
                  </a:cubicBezTo>
                  <a:cubicBezTo>
                    <a:pt x="2230" y="1110"/>
                    <a:pt x="2240" y="1110"/>
                    <a:pt x="2251" y="1108"/>
                  </a:cubicBezTo>
                  <a:cubicBezTo>
                    <a:pt x="2346" y="1084"/>
                    <a:pt x="2418" y="1049"/>
                    <a:pt x="2465" y="965"/>
                  </a:cubicBezTo>
                  <a:cubicBezTo>
                    <a:pt x="2561" y="775"/>
                    <a:pt x="2763" y="644"/>
                    <a:pt x="2965" y="584"/>
                  </a:cubicBezTo>
                  <a:cubicBezTo>
                    <a:pt x="3037" y="572"/>
                    <a:pt x="3096" y="549"/>
                    <a:pt x="3180" y="549"/>
                  </a:cubicBezTo>
                  <a:close/>
                  <a:moveTo>
                    <a:pt x="3192" y="1"/>
                  </a:moveTo>
                  <a:cubicBezTo>
                    <a:pt x="3073" y="1"/>
                    <a:pt x="2965" y="13"/>
                    <a:pt x="2846" y="49"/>
                  </a:cubicBezTo>
                  <a:cubicBezTo>
                    <a:pt x="2584" y="120"/>
                    <a:pt x="2358" y="251"/>
                    <a:pt x="2180" y="453"/>
                  </a:cubicBezTo>
                  <a:cubicBezTo>
                    <a:pt x="2013" y="358"/>
                    <a:pt x="1811" y="299"/>
                    <a:pt x="1608" y="299"/>
                  </a:cubicBezTo>
                  <a:cubicBezTo>
                    <a:pt x="989" y="299"/>
                    <a:pt x="477" y="811"/>
                    <a:pt x="477" y="1430"/>
                  </a:cubicBezTo>
                  <a:cubicBezTo>
                    <a:pt x="477" y="1489"/>
                    <a:pt x="477" y="1561"/>
                    <a:pt x="501" y="1620"/>
                  </a:cubicBezTo>
                  <a:cubicBezTo>
                    <a:pt x="203" y="1763"/>
                    <a:pt x="1" y="2073"/>
                    <a:pt x="1" y="2418"/>
                  </a:cubicBezTo>
                  <a:cubicBezTo>
                    <a:pt x="1" y="2906"/>
                    <a:pt x="406" y="3311"/>
                    <a:pt x="894" y="3311"/>
                  </a:cubicBezTo>
                  <a:lnTo>
                    <a:pt x="4144" y="3311"/>
                  </a:lnTo>
                  <a:cubicBezTo>
                    <a:pt x="4632" y="3311"/>
                    <a:pt x="5025" y="2918"/>
                    <a:pt x="5037" y="2394"/>
                  </a:cubicBezTo>
                  <a:cubicBezTo>
                    <a:pt x="5037" y="2061"/>
                    <a:pt x="4847" y="1763"/>
                    <a:pt x="4549" y="1608"/>
                  </a:cubicBezTo>
                  <a:cubicBezTo>
                    <a:pt x="4561" y="1537"/>
                    <a:pt x="4561" y="1442"/>
                    <a:pt x="4561" y="1370"/>
                  </a:cubicBezTo>
                  <a:cubicBezTo>
                    <a:pt x="4561" y="608"/>
                    <a:pt x="3942" y="1"/>
                    <a:pt x="31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0" name="Google Shape;8380;p48"/>
            <p:cNvSpPr/>
            <p:nvPr/>
          </p:nvSpPr>
          <p:spPr>
            <a:xfrm>
              <a:off x="6130525" y="4097050"/>
              <a:ext cx="185450" cy="172975"/>
            </a:xfrm>
            <a:custGeom>
              <a:avLst/>
              <a:gdLst/>
              <a:ahLst/>
              <a:cxnLst/>
              <a:rect l="l" t="t" r="r" b="b"/>
              <a:pathLst>
                <a:path w="7418" h="6919" extrusionOk="0">
                  <a:moveTo>
                    <a:pt x="274" y="1"/>
                  </a:moveTo>
                  <a:cubicBezTo>
                    <a:pt x="119" y="1"/>
                    <a:pt x="0" y="120"/>
                    <a:pt x="0" y="275"/>
                  </a:cubicBezTo>
                  <a:lnTo>
                    <a:pt x="0" y="6657"/>
                  </a:lnTo>
                  <a:cubicBezTo>
                    <a:pt x="0" y="6799"/>
                    <a:pt x="119" y="6918"/>
                    <a:pt x="274" y="6918"/>
                  </a:cubicBezTo>
                  <a:lnTo>
                    <a:pt x="7144" y="6918"/>
                  </a:lnTo>
                  <a:cubicBezTo>
                    <a:pt x="7299" y="6918"/>
                    <a:pt x="7418" y="6799"/>
                    <a:pt x="7418" y="6680"/>
                  </a:cubicBezTo>
                  <a:lnTo>
                    <a:pt x="7418" y="4894"/>
                  </a:lnTo>
                  <a:cubicBezTo>
                    <a:pt x="7418" y="4752"/>
                    <a:pt x="7299" y="4633"/>
                    <a:pt x="7144" y="4633"/>
                  </a:cubicBezTo>
                  <a:cubicBezTo>
                    <a:pt x="7001" y="4633"/>
                    <a:pt x="6882" y="4752"/>
                    <a:pt x="6882" y="4894"/>
                  </a:cubicBezTo>
                  <a:lnTo>
                    <a:pt x="6882" y="6407"/>
                  </a:lnTo>
                  <a:lnTo>
                    <a:pt x="536" y="6407"/>
                  </a:lnTo>
                  <a:lnTo>
                    <a:pt x="536" y="549"/>
                  </a:lnTo>
                  <a:lnTo>
                    <a:pt x="6882" y="549"/>
                  </a:lnTo>
                  <a:lnTo>
                    <a:pt x="6882" y="2430"/>
                  </a:lnTo>
                  <a:cubicBezTo>
                    <a:pt x="6882" y="2573"/>
                    <a:pt x="7001" y="2692"/>
                    <a:pt x="7144" y="2692"/>
                  </a:cubicBezTo>
                  <a:cubicBezTo>
                    <a:pt x="7299" y="2692"/>
                    <a:pt x="7418" y="2573"/>
                    <a:pt x="7418" y="2430"/>
                  </a:cubicBezTo>
                  <a:lnTo>
                    <a:pt x="7418" y="275"/>
                  </a:lnTo>
                  <a:cubicBezTo>
                    <a:pt x="7418" y="120"/>
                    <a:pt x="7299" y="1"/>
                    <a:pt x="71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1" name="Google Shape;8381;p48"/>
            <p:cNvSpPr/>
            <p:nvPr/>
          </p:nvSpPr>
          <p:spPr>
            <a:xfrm>
              <a:off x="6100450" y="4009250"/>
              <a:ext cx="245300" cy="348000"/>
            </a:xfrm>
            <a:custGeom>
              <a:avLst/>
              <a:gdLst/>
              <a:ahLst/>
              <a:cxnLst/>
              <a:rect l="l" t="t" r="r" b="b"/>
              <a:pathLst>
                <a:path w="9812" h="13920" extrusionOk="0">
                  <a:moveTo>
                    <a:pt x="6656" y="548"/>
                  </a:moveTo>
                  <a:lnTo>
                    <a:pt x="7275" y="2310"/>
                  </a:lnTo>
                  <a:lnTo>
                    <a:pt x="2537" y="2310"/>
                  </a:lnTo>
                  <a:lnTo>
                    <a:pt x="3156" y="548"/>
                  </a:lnTo>
                  <a:close/>
                  <a:moveTo>
                    <a:pt x="8883" y="2846"/>
                  </a:moveTo>
                  <a:cubicBezTo>
                    <a:pt x="9109" y="2846"/>
                    <a:pt x="9276" y="3025"/>
                    <a:pt x="9276" y="3227"/>
                  </a:cubicBezTo>
                  <a:lnTo>
                    <a:pt x="9276" y="10692"/>
                  </a:lnTo>
                  <a:cubicBezTo>
                    <a:pt x="9276" y="10907"/>
                    <a:pt x="9097" y="11073"/>
                    <a:pt x="8883" y="11073"/>
                  </a:cubicBezTo>
                  <a:lnTo>
                    <a:pt x="941" y="11073"/>
                  </a:lnTo>
                  <a:cubicBezTo>
                    <a:pt x="715" y="11073"/>
                    <a:pt x="548" y="10895"/>
                    <a:pt x="548" y="10692"/>
                  </a:cubicBezTo>
                  <a:lnTo>
                    <a:pt x="548" y="3227"/>
                  </a:lnTo>
                  <a:cubicBezTo>
                    <a:pt x="548" y="3013"/>
                    <a:pt x="727" y="2846"/>
                    <a:pt x="941" y="2846"/>
                  </a:cubicBezTo>
                  <a:close/>
                  <a:moveTo>
                    <a:pt x="7275" y="11621"/>
                  </a:moveTo>
                  <a:lnTo>
                    <a:pt x="6656" y="13383"/>
                  </a:lnTo>
                  <a:lnTo>
                    <a:pt x="3156" y="13383"/>
                  </a:lnTo>
                  <a:lnTo>
                    <a:pt x="2537" y="11621"/>
                  </a:lnTo>
                  <a:close/>
                  <a:moveTo>
                    <a:pt x="2965" y="1"/>
                  </a:moveTo>
                  <a:cubicBezTo>
                    <a:pt x="2846" y="1"/>
                    <a:pt x="2739" y="72"/>
                    <a:pt x="2715" y="179"/>
                  </a:cubicBezTo>
                  <a:lnTo>
                    <a:pt x="1953" y="2299"/>
                  </a:lnTo>
                  <a:lnTo>
                    <a:pt x="941" y="2299"/>
                  </a:lnTo>
                  <a:cubicBezTo>
                    <a:pt x="417" y="2299"/>
                    <a:pt x="1" y="2715"/>
                    <a:pt x="1" y="3227"/>
                  </a:cubicBezTo>
                  <a:lnTo>
                    <a:pt x="1" y="10692"/>
                  </a:lnTo>
                  <a:cubicBezTo>
                    <a:pt x="1" y="11204"/>
                    <a:pt x="417" y="11621"/>
                    <a:pt x="941" y="11621"/>
                  </a:cubicBezTo>
                  <a:lnTo>
                    <a:pt x="1953" y="11621"/>
                  </a:lnTo>
                  <a:lnTo>
                    <a:pt x="2715" y="13740"/>
                  </a:lnTo>
                  <a:cubicBezTo>
                    <a:pt x="2751" y="13848"/>
                    <a:pt x="2846" y="13919"/>
                    <a:pt x="2965" y="13919"/>
                  </a:cubicBezTo>
                  <a:lnTo>
                    <a:pt x="6847" y="13919"/>
                  </a:lnTo>
                  <a:cubicBezTo>
                    <a:pt x="6966" y="13919"/>
                    <a:pt x="7073" y="13848"/>
                    <a:pt x="7097" y="13740"/>
                  </a:cubicBezTo>
                  <a:lnTo>
                    <a:pt x="7859" y="11621"/>
                  </a:lnTo>
                  <a:lnTo>
                    <a:pt x="8871" y="11621"/>
                  </a:lnTo>
                  <a:cubicBezTo>
                    <a:pt x="9395" y="11621"/>
                    <a:pt x="9811" y="11204"/>
                    <a:pt x="9811" y="10692"/>
                  </a:cubicBezTo>
                  <a:lnTo>
                    <a:pt x="9811" y="3227"/>
                  </a:lnTo>
                  <a:cubicBezTo>
                    <a:pt x="9811" y="2727"/>
                    <a:pt x="9395" y="2299"/>
                    <a:pt x="8871" y="2299"/>
                  </a:cubicBezTo>
                  <a:lnTo>
                    <a:pt x="7859" y="2299"/>
                  </a:lnTo>
                  <a:lnTo>
                    <a:pt x="7097" y="179"/>
                  </a:lnTo>
                  <a:cubicBezTo>
                    <a:pt x="7061" y="72"/>
                    <a:pt x="6966"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82" name="Google Shape;8382;p48"/>
          <p:cNvSpPr/>
          <p:nvPr/>
        </p:nvSpPr>
        <p:spPr>
          <a:xfrm>
            <a:off x="8006350" y="2799200"/>
            <a:ext cx="14300" cy="13775"/>
          </a:xfrm>
          <a:custGeom>
            <a:avLst/>
            <a:gdLst/>
            <a:ahLst/>
            <a:cxnLst/>
            <a:rect l="l" t="t" r="r" b="b"/>
            <a:pathLst>
              <a:path w="572" h="551" extrusionOk="0">
                <a:moveTo>
                  <a:pt x="290" y="1"/>
                </a:moveTo>
                <a:cubicBezTo>
                  <a:pt x="225" y="1"/>
                  <a:pt x="156" y="25"/>
                  <a:pt x="107" y="74"/>
                </a:cubicBezTo>
                <a:cubicBezTo>
                  <a:pt x="36" y="145"/>
                  <a:pt x="0" y="264"/>
                  <a:pt x="36" y="372"/>
                </a:cubicBezTo>
                <a:cubicBezTo>
                  <a:pt x="72" y="479"/>
                  <a:pt x="179" y="550"/>
                  <a:pt x="286" y="550"/>
                </a:cubicBezTo>
                <a:cubicBezTo>
                  <a:pt x="405" y="550"/>
                  <a:pt x="524" y="455"/>
                  <a:pt x="536" y="324"/>
                </a:cubicBezTo>
                <a:cubicBezTo>
                  <a:pt x="572" y="217"/>
                  <a:pt x="512" y="98"/>
                  <a:pt x="417" y="38"/>
                </a:cubicBezTo>
                <a:cubicBezTo>
                  <a:pt x="382" y="13"/>
                  <a:pt x="337" y="1"/>
                  <a:pt x="2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48"/>
          <p:cNvSpPr txBox="1">
            <a:spLocks noGrp="1"/>
          </p:cNvSpPr>
          <p:nvPr>
            <p:ph type="title"/>
          </p:nvPr>
        </p:nvSpPr>
        <p:spPr>
          <a:xfrm>
            <a:off x="3319775" y="3767648"/>
            <a:ext cx="19155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0">
                <a:solidFill>
                  <a:schemeClr val="dk1"/>
                </a:solidFill>
                <a:latin typeface="Lexend Deca Light"/>
                <a:ea typeface="Lexend Deca Light"/>
                <a:cs typeface="Lexend Deca Light"/>
                <a:sym typeface="Lexend Deca Light"/>
              </a:rPr>
              <a:t>Propaganda is used to control the citizens of society</a:t>
            </a:r>
            <a:endParaRPr sz="1400" b="0">
              <a:solidFill>
                <a:schemeClr val="dk1"/>
              </a:solidFill>
              <a:latin typeface="Lexend Deca Light"/>
              <a:ea typeface="Lexend Deca Light"/>
              <a:cs typeface="Lexend Deca Light"/>
              <a:sym typeface="Lexend Deca Light"/>
            </a:endParaRPr>
          </a:p>
        </p:txBody>
      </p:sp>
      <p:cxnSp>
        <p:nvCxnSpPr>
          <p:cNvPr id="8384" name="Google Shape;8384;p48"/>
          <p:cNvCxnSpPr/>
          <p:nvPr/>
        </p:nvCxnSpPr>
        <p:spPr>
          <a:xfrm>
            <a:off x="3202200" y="2265800"/>
            <a:ext cx="0" cy="2344800"/>
          </a:xfrm>
          <a:prstGeom prst="straightConnector1">
            <a:avLst/>
          </a:prstGeom>
          <a:noFill/>
          <a:ln w="9525" cap="flat" cmpd="sng">
            <a:solidFill>
              <a:schemeClr val="dk2"/>
            </a:solidFill>
            <a:prstDash val="solid"/>
            <a:round/>
            <a:headEnd type="none" w="med" len="med"/>
            <a:tailEnd type="none" w="med" len="med"/>
          </a:ln>
        </p:spPr>
      </p:cxnSp>
      <p:sp>
        <p:nvSpPr>
          <p:cNvPr id="8385" name="Google Shape;8385;p48"/>
          <p:cNvSpPr txBox="1">
            <a:spLocks noGrp="1"/>
          </p:cNvSpPr>
          <p:nvPr>
            <p:ph type="title"/>
          </p:nvPr>
        </p:nvSpPr>
        <p:spPr>
          <a:xfrm>
            <a:off x="3982625" y="2236363"/>
            <a:ext cx="589800" cy="43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rPr>
              <a:t>1</a:t>
            </a:r>
            <a:endParaRPr sz="2400">
              <a:solidFill>
                <a:schemeClr val="lt1"/>
              </a:solidFill>
            </a:endParaRPr>
          </a:p>
        </p:txBody>
      </p:sp>
      <p:sp>
        <p:nvSpPr>
          <p:cNvPr id="8386" name="Google Shape;8386;p48"/>
          <p:cNvSpPr txBox="1">
            <a:spLocks noGrp="1"/>
          </p:cNvSpPr>
          <p:nvPr>
            <p:ph type="title"/>
          </p:nvPr>
        </p:nvSpPr>
        <p:spPr>
          <a:xfrm>
            <a:off x="4901389" y="2129275"/>
            <a:ext cx="1911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50" b="0">
                <a:solidFill>
                  <a:schemeClr val="dk1"/>
                </a:solidFill>
                <a:latin typeface="Lexend Deca Light"/>
                <a:ea typeface="Lexend Deca Light"/>
                <a:cs typeface="Lexend Deca Light"/>
                <a:sym typeface="Lexend Deca Light"/>
              </a:rPr>
              <a:t>The society is an illusion of a perfect utopian world</a:t>
            </a:r>
            <a:endParaRPr sz="1400" b="0">
              <a:solidFill>
                <a:schemeClr val="dk1"/>
              </a:solidFill>
              <a:latin typeface="Lexend Deca Light"/>
              <a:ea typeface="Lexend Deca Light"/>
              <a:cs typeface="Lexend Deca Light"/>
              <a:sym typeface="Lexend Deca Light"/>
            </a:endParaRPr>
          </a:p>
        </p:txBody>
      </p:sp>
      <p:sp>
        <p:nvSpPr>
          <p:cNvPr id="8387" name="Google Shape;8387;p48"/>
          <p:cNvSpPr txBox="1">
            <a:spLocks noGrp="1"/>
          </p:cNvSpPr>
          <p:nvPr>
            <p:ph type="title"/>
          </p:nvPr>
        </p:nvSpPr>
        <p:spPr>
          <a:xfrm>
            <a:off x="5584225" y="3972038"/>
            <a:ext cx="589800" cy="43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rPr>
              <a:t>2</a:t>
            </a:r>
            <a:endParaRPr sz="2400">
              <a:solidFill>
                <a:schemeClr val="lt1"/>
              </a:solidFill>
            </a:endParaRPr>
          </a:p>
        </p:txBody>
      </p:sp>
      <p:sp>
        <p:nvSpPr>
          <p:cNvPr id="8388" name="Google Shape;8388;p48"/>
          <p:cNvSpPr txBox="1">
            <a:spLocks noGrp="1"/>
          </p:cNvSpPr>
          <p:nvPr>
            <p:ph type="title"/>
          </p:nvPr>
        </p:nvSpPr>
        <p:spPr>
          <a:xfrm>
            <a:off x="6522975" y="3767698"/>
            <a:ext cx="19155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0">
                <a:solidFill>
                  <a:schemeClr val="dk1"/>
                </a:solidFill>
                <a:latin typeface="Lexend Deca Light"/>
                <a:ea typeface="Lexend Deca Light"/>
                <a:cs typeface="Lexend Deca Light"/>
                <a:sym typeface="Lexend Deca Light"/>
              </a:rPr>
              <a:t>The society is an illusion of a perfect utopian world</a:t>
            </a:r>
            <a:endParaRPr sz="1400" b="0">
              <a:solidFill>
                <a:schemeClr val="dk1"/>
              </a:solidFill>
              <a:latin typeface="Lexend Deca Light"/>
              <a:ea typeface="Lexend Deca Light"/>
              <a:cs typeface="Lexend Deca Light"/>
              <a:sym typeface="Lexend Deca Light"/>
            </a:endParaRPr>
          </a:p>
        </p:txBody>
      </p:sp>
      <p:sp>
        <p:nvSpPr>
          <p:cNvPr id="8389" name="Google Shape;8389;p48"/>
          <p:cNvSpPr txBox="1">
            <a:spLocks noGrp="1"/>
          </p:cNvSpPr>
          <p:nvPr>
            <p:ph type="title"/>
          </p:nvPr>
        </p:nvSpPr>
        <p:spPr>
          <a:xfrm>
            <a:off x="7185825" y="2236413"/>
            <a:ext cx="589800" cy="43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lt1"/>
                </a:solidFill>
              </a:rPr>
              <a:t>3</a:t>
            </a:r>
            <a:endParaRPr sz="2400">
              <a:solidFill>
                <a:schemeClr val="lt1"/>
              </a:solidFill>
            </a:endParaRPr>
          </a:p>
        </p:txBody>
      </p:sp>
      <p:sp>
        <p:nvSpPr>
          <p:cNvPr id="8390" name="Google Shape;8390;p48"/>
          <p:cNvSpPr/>
          <p:nvPr/>
        </p:nvSpPr>
        <p:spPr>
          <a:xfrm>
            <a:off x="7925075" y="4753000"/>
            <a:ext cx="1441050" cy="211000"/>
          </a:xfrm>
          <a:custGeom>
            <a:avLst/>
            <a:gdLst/>
            <a:ahLst/>
            <a:cxnLst/>
            <a:rect l="l" t="t" r="r" b="b"/>
            <a:pathLst>
              <a:path w="57642" h="8440" extrusionOk="0">
                <a:moveTo>
                  <a:pt x="3303" y="0"/>
                </a:moveTo>
                <a:cubicBezTo>
                  <a:pt x="100" y="0"/>
                  <a:pt x="0" y="2802"/>
                  <a:pt x="3503" y="2802"/>
                </a:cubicBezTo>
                <a:lnTo>
                  <a:pt x="21349" y="2802"/>
                </a:lnTo>
                <a:cubicBezTo>
                  <a:pt x="23751" y="2802"/>
                  <a:pt x="23751" y="4804"/>
                  <a:pt x="20782" y="4804"/>
                </a:cubicBezTo>
                <a:cubicBezTo>
                  <a:pt x="15912" y="4804"/>
                  <a:pt x="16579" y="8440"/>
                  <a:pt x="20482" y="8440"/>
                </a:cubicBezTo>
                <a:lnTo>
                  <a:pt x="52338" y="8440"/>
                </a:lnTo>
                <a:cubicBezTo>
                  <a:pt x="57642" y="8440"/>
                  <a:pt x="56507" y="3870"/>
                  <a:pt x="52671" y="3870"/>
                </a:cubicBezTo>
                <a:cubicBezTo>
                  <a:pt x="52671" y="3870"/>
                  <a:pt x="37260" y="3870"/>
                  <a:pt x="34492" y="3837"/>
                </a:cubicBezTo>
                <a:cubicBezTo>
                  <a:pt x="32290" y="3837"/>
                  <a:pt x="31790" y="2135"/>
                  <a:pt x="34492" y="2135"/>
                </a:cubicBezTo>
                <a:cubicBezTo>
                  <a:pt x="38094" y="2135"/>
                  <a:pt x="38261" y="0"/>
                  <a:pt x="34925" y="0"/>
                </a:cubicBezTo>
                <a:close/>
              </a:path>
            </a:pathLst>
          </a:custGeom>
          <a:solidFill>
            <a:srgbClr val="FF3EB1">
              <a:alpha val="22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1" name="Google Shape;8391;p48"/>
          <p:cNvSpPr/>
          <p:nvPr/>
        </p:nvSpPr>
        <p:spPr>
          <a:xfrm>
            <a:off x="1196988" y="4880300"/>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92" name="Google Shape;8392;p48"/>
          <p:cNvGrpSpPr/>
          <p:nvPr/>
        </p:nvGrpSpPr>
        <p:grpSpPr>
          <a:xfrm>
            <a:off x="-582798" y="1780547"/>
            <a:ext cx="1441050" cy="3523352"/>
            <a:chOff x="-582798" y="1780547"/>
            <a:chExt cx="1441050" cy="3523352"/>
          </a:xfrm>
        </p:grpSpPr>
        <p:sp>
          <p:nvSpPr>
            <p:cNvPr id="8393" name="Google Shape;8393;p48"/>
            <p:cNvSpPr/>
            <p:nvPr/>
          </p:nvSpPr>
          <p:spPr>
            <a:xfrm>
              <a:off x="-280925" y="1904588"/>
              <a:ext cx="837311" cy="3275264"/>
            </a:xfrm>
            <a:custGeom>
              <a:avLst/>
              <a:gdLst/>
              <a:ahLst/>
              <a:cxnLst/>
              <a:rect l="l" t="t" r="r" b="b"/>
              <a:pathLst>
                <a:path w="13788" h="53936" extrusionOk="0">
                  <a:moveTo>
                    <a:pt x="13788" y="0"/>
                  </a:moveTo>
                  <a:lnTo>
                    <a:pt x="13028" y="9259"/>
                  </a:lnTo>
                  <a:lnTo>
                    <a:pt x="12467" y="9259"/>
                  </a:lnTo>
                  <a:lnTo>
                    <a:pt x="12467" y="2789"/>
                  </a:lnTo>
                  <a:lnTo>
                    <a:pt x="11940" y="9259"/>
                  </a:lnTo>
                  <a:lnTo>
                    <a:pt x="9199" y="9259"/>
                  </a:lnTo>
                  <a:cubicBezTo>
                    <a:pt x="9199" y="23299"/>
                    <a:pt x="6131" y="42563"/>
                    <a:pt x="1" y="53935"/>
                  </a:cubicBezTo>
                  <a:lnTo>
                    <a:pt x="13788" y="53935"/>
                  </a:lnTo>
                  <a:cubicBezTo>
                    <a:pt x="13788" y="53935"/>
                    <a:pt x="13695" y="27395"/>
                    <a:pt x="13775" y="11046"/>
                  </a:cubicBezTo>
                  <a:lnTo>
                    <a:pt x="13788" y="11046"/>
                  </a:lnTo>
                  <a:lnTo>
                    <a:pt x="13788"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94" name="Google Shape;8394;p48"/>
            <p:cNvPicPr preferRelativeResize="0"/>
            <p:nvPr/>
          </p:nvPicPr>
          <p:blipFill>
            <a:blip r:embed="rId6">
              <a:alphaModFix/>
            </a:blip>
            <a:stretch>
              <a:fillRect/>
            </a:stretch>
          </p:blipFill>
          <p:spPr>
            <a:xfrm>
              <a:off x="-582798" y="1780547"/>
              <a:ext cx="1441050" cy="3523352"/>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98"/>
        <p:cNvGrpSpPr/>
        <p:nvPr/>
      </p:nvGrpSpPr>
      <p:grpSpPr>
        <a:xfrm>
          <a:off x="0" y="0"/>
          <a:ext cx="0" cy="0"/>
          <a:chOff x="0" y="0"/>
          <a:chExt cx="0" cy="0"/>
        </a:xfrm>
      </p:grpSpPr>
      <p:sp>
        <p:nvSpPr>
          <p:cNvPr id="8399" name="Google Shape;8399;p49"/>
          <p:cNvSpPr txBox="1">
            <a:spLocks noGrp="1"/>
          </p:cNvSpPr>
          <p:nvPr>
            <p:ph type="title"/>
          </p:nvPr>
        </p:nvSpPr>
        <p:spPr>
          <a:xfrm>
            <a:off x="713225" y="539525"/>
            <a:ext cx="7717500" cy="65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Hypothesis</a:t>
            </a:r>
            <a:endParaRPr/>
          </a:p>
        </p:txBody>
      </p:sp>
      <p:sp>
        <p:nvSpPr>
          <p:cNvPr id="8400" name="Google Shape;8400;p49"/>
          <p:cNvSpPr txBox="1">
            <a:spLocks noGrp="1"/>
          </p:cNvSpPr>
          <p:nvPr>
            <p:ph type="subTitle" idx="1"/>
          </p:nvPr>
        </p:nvSpPr>
        <p:spPr>
          <a:xfrm>
            <a:off x="946317" y="2289750"/>
            <a:ext cx="2234700" cy="53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Citizens are truly free to think independently</a:t>
            </a:r>
            <a:endParaRPr/>
          </a:p>
        </p:txBody>
      </p:sp>
      <p:sp>
        <p:nvSpPr>
          <p:cNvPr id="8401" name="Google Shape;8401;p49"/>
          <p:cNvSpPr txBox="1">
            <a:spLocks noGrp="1"/>
          </p:cNvSpPr>
          <p:nvPr>
            <p:ph type="subTitle" idx="2"/>
          </p:nvPr>
        </p:nvSpPr>
        <p:spPr>
          <a:xfrm>
            <a:off x="948117" y="1906900"/>
            <a:ext cx="2231100" cy="44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Hypothesis 1</a:t>
            </a:r>
            <a:endParaRPr>
              <a:solidFill>
                <a:schemeClr val="accent1"/>
              </a:solidFill>
            </a:endParaRPr>
          </a:p>
        </p:txBody>
      </p:sp>
      <p:sp>
        <p:nvSpPr>
          <p:cNvPr id="8402" name="Google Shape;8402;p49"/>
          <p:cNvSpPr txBox="1">
            <a:spLocks noGrp="1"/>
          </p:cNvSpPr>
          <p:nvPr>
            <p:ph type="subTitle" idx="3"/>
          </p:nvPr>
        </p:nvSpPr>
        <p:spPr>
          <a:xfrm>
            <a:off x="948117" y="4049775"/>
            <a:ext cx="2231100" cy="53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Citizens live in a harmonious state</a:t>
            </a:r>
            <a:endParaRPr/>
          </a:p>
        </p:txBody>
      </p:sp>
      <p:sp>
        <p:nvSpPr>
          <p:cNvPr id="8403" name="Google Shape;8403;p49"/>
          <p:cNvSpPr txBox="1">
            <a:spLocks noGrp="1"/>
          </p:cNvSpPr>
          <p:nvPr>
            <p:ph type="subTitle" idx="4"/>
          </p:nvPr>
        </p:nvSpPr>
        <p:spPr>
          <a:xfrm>
            <a:off x="948117" y="3677775"/>
            <a:ext cx="2231100" cy="44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Hypothesis 2</a:t>
            </a:r>
            <a:endParaRPr>
              <a:solidFill>
                <a:schemeClr val="accent1"/>
              </a:solidFill>
            </a:endParaRPr>
          </a:p>
        </p:txBody>
      </p:sp>
      <p:sp>
        <p:nvSpPr>
          <p:cNvPr id="8404" name="Google Shape;8404;p49"/>
          <p:cNvSpPr txBox="1">
            <a:spLocks noGrp="1"/>
          </p:cNvSpPr>
          <p:nvPr>
            <p:ph type="subTitle" idx="5"/>
          </p:nvPr>
        </p:nvSpPr>
        <p:spPr>
          <a:xfrm>
            <a:off x="5971025" y="2289750"/>
            <a:ext cx="2231100" cy="53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Citizens have no fear of the outside world</a:t>
            </a:r>
            <a:endParaRPr/>
          </a:p>
        </p:txBody>
      </p:sp>
      <p:sp>
        <p:nvSpPr>
          <p:cNvPr id="8405" name="Google Shape;8405;p49"/>
          <p:cNvSpPr txBox="1">
            <a:spLocks noGrp="1"/>
          </p:cNvSpPr>
          <p:nvPr>
            <p:ph type="subTitle" idx="6"/>
          </p:nvPr>
        </p:nvSpPr>
        <p:spPr>
          <a:xfrm>
            <a:off x="5971025" y="1906000"/>
            <a:ext cx="2231100" cy="44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Hypothesis 3</a:t>
            </a:r>
            <a:endParaRPr>
              <a:solidFill>
                <a:schemeClr val="accent1"/>
              </a:solidFill>
            </a:endParaRPr>
          </a:p>
        </p:txBody>
      </p:sp>
      <p:sp>
        <p:nvSpPr>
          <p:cNvPr id="8406" name="Google Shape;8406;p49"/>
          <p:cNvSpPr txBox="1">
            <a:spLocks noGrp="1"/>
          </p:cNvSpPr>
          <p:nvPr>
            <p:ph type="subTitle" idx="7"/>
          </p:nvPr>
        </p:nvSpPr>
        <p:spPr>
          <a:xfrm>
            <a:off x="5971025" y="4049775"/>
            <a:ext cx="2231100" cy="53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natural world is embraced and revered</a:t>
            </a:r>
            <a:endParaRPr/>
          </a:p>
        </p:txBody>
      </p:sp>
      <p:sp>
        <p:nvSpPr>
          <p:cNvPr id="8407" name="Google Shape;8407;p49"/>
          <p:cNvSpPr txBox="1">
            <a:spLocks noGrp="1"/>
          </p:cNvSpPr>
          <p:nvPr>
            <p:ph type="subTitle" idx="8"/>
          </p:nvPr>
        </p:nvSpPr>
        <p:spPr>
          <a:xfrm>
            <a:off x="5971025" y="3677775"/>
            <a:ext cx="2231100" cy="44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Hypothesis 4</a:t>
            </a:r>
            <a:endParaRPr>
              <a:solidFill>
                <a:schemeClr val="accent1"/>
              </a:solidFill>
            </a:endParaRPr>
          </a:p>
        </p:txBody>
      </p:sp>
      <p:pic>
        <p:nvPicPr>
          <p:cNvPr id="8408" name="Google Shape;8408;p49"/>
          <p:cNvPicPr preferRelativeResize="0"/>
          <p:nvPr/>
        </p:nvPicPr>
        <p:blipFill rotWithShape="1">
          <a:blip r:embed="rId3">
            <a:alphaModFix/>
          </a:blip>
          <a:srcRect l="69" r="69"/>
          <a:stretch/>
        </p:blipFill>
        <p:spPr>
          <a:xfrm>
            <a:off x="1762151" y="1261300"/>
            <a:ext cx="574499" cy="574500"/>
          </a:xfrm>
          <a:prstGeom prst="rect">
            <a:avLst/>
          </a:prstGeom>
          <a:noFill/>
          <a:ln>
            <a:noFill/>
          </a:ln>
        </p:spPr>
      </p:pic>
      <p:pic>
        <p:nvPicPr>
          <p:cNvPr id="8409" name="Google Shape;8409;p49"/>
          <p:cNvPicPr preferRelativeResize="0"/>
          <p:nvPr/>
        </p:nvPicPr>
        <p:blipFill rotWithShape="1">
          <a:blip r:embed="rId4">
            <a:alphaModFix/>
          </a:blip>
          <a:srcRect/>
          <a:stretch/>
        </p:blipFill>
        <p:spPr>
          <a:xfrm>
            <a:off x="1780475" y="3062175"/>
            <a:ext cx="574501" cy="574500"/>
          </a:xfrm>
          <a:prstGeom prst="rect">
            <a:avLst/>
          </a:prstGeom>
          <a:noFill/>
          <a:ln>
            <a:noFill/>
          </a:ln>
        </p:spPr>
      </p:pic>
      <p:pic>
        <p:nvPicPr>
          <p:cNvPr id="8410" name="Google Shape;8410;p49"/>
          <p:cNvPicPr preferRelativeResize="0"/>
          <p:nvPr/>
        </p:nvPicPr>
        <p:blipFill rotWithShape="1">
          <a:blip r:embed="rId5">
            <a:alphaModFix/>
          </a:blip>
          <a:srcRect/>
          <a:stretch/>
        </p:blipFill>
        <p:spPr>
          <a:xfrm rot="10800000">
            <a:off x="6794850" y="1260287"/>
            <a:ext cx="583450" cy="583450"/>
          </a:xfrm>
          <a:prstGeom prst="rect">
            <a:avLst/>
          </a:prstGeom>
          <a:noFill/>
          <a:ln>
            <a:noFill/>
          </a:ln>
        </p:spPr>
      </p:pic>
      <p:pic>
        <p:nvPicPr>
          <p:cNvPr id="8411" name="Google Shape;8411;p49"/>
          <p:cNvPicPr preferRelativeResize="0"/>
          <p:nvPr/>
        </p:nvPicPr>
        <p:blipFill rotWithShape="1">
          <a:blip r:embed="rId4">
            <a:alphaModFix/>
          </a:blip>
          <a:srcRect/>
          <a:stretch/>
        </p:blipFill>
        <p:spPr>
          <a:xfrm>
            <a:off x="6795275" y="3062175"/>
            <a:ext cx="574501" cy="574500"/>
          </a:xfrm>
          <a:prstGeom prst="rect">
            <a:avLst/>
          </a:prstGeom>
          <a:noFill/>
          <a:ln>
            <a:noFill/>
          </a:ln>
        </p:spPr>
      </p:pic>
      <p:pic>
        <p:nvPicPr>
          <p:cNvPr id="8412" name="Google Shape;8412;p49"/>
          <p:cNvPicPr preferRelativeResize="0"/>
          <p:nvPr/>
        </p:nvPicPr>
        <p:blipFill rotWithShape="1">
          <a:blip r:embed="rId4">
            <a:alphaModFix amt="52000"/>
          </a:blip>
          <a:srcRect/>
          <a:stretch/>
        </p:blipFill>
        <p:spPr>
          <a:xfrm>
            <a:off x="4718700" y="1586200"/>
            <a:ext cx="988150" cy="988150"/>
          </a:xfrm>
          <a:prstGeom prst="rect">
            <a:avLst/>
          </a:prstGeom>
          <a:noFill/>
          <a:ln>
            <a:noFill/>
          </a:ln>
          <a:effectLst>
            <a:outerShdw blurRad="57150" dist="19050" dir="5400000" algn="bl" rotWithShape="0">
              <a:srgbClr val="000000">
                <a:alpha val="16000"/>
              </a:srgbClr>
            </a:outerShdw>
          </a:effectLst>
        </p:spPr>
      </p:pic>
      <p:grpSp>
        <p:nvGrpSpPr>
          <p:cNvPr id="8413" name="Google Shape;8413;p49"/>
          <p:cNvGrpSpPr/>
          <p:nvPr/>
        </p:nvGrpSpPr>
        <p:grpSpPr>
          <a:xfrm>
            <a:off x="3525851" y="1299200"/>
            <a:ext cx="2098548" cy="5143500"/>
            <a:chOff x="3522726" y="1146800"/>
            <a:chExt cx="2098548" cy="5143500"/>
          </a:xfrm>
        </p:grpSpPr>
        <p:sp>
          <p:nvSpPr>
            <p:cNvPr id="8414" name="Google Shape;8414;p49"/>
            <p:cNvSpPr/>
            <p:nvPr/>
          </p:nvSpPr>
          <p:spPr>
            <a:xfrm>
              <a:off x="3856213" y="1313375"/>
              <a:ext cx="1426033" cy="4828388"/>
            </a:xfrm>
            <a:custGeom>
              <a:avLst/>
              <a:gdLst/>
              <a:ahLst/>
              <a:cxnLst/>
              <a:rect l="l" t="t" r="r" b="b"/>
              <a:pathLst>
                <a:path w="15936" h="53956" extrusionOk="0">
                  <a:moveTo>
                    <a:pt x="8058" y="1"/>
                  </a:moveTo>
                  <a:lnTo>
                    <a:pt x="7871" y="5664"/>
                  </a:lnTo>
                  <a:cubicBezTo>
                    <a:pt x="6304" y="5744"/>
                    <a:pt x="5030" y="6931"/>
                    <a:pt x="4803" y="8452"/>
                  </a:cubicBezTo>
                  <a:cubicBezTo>
                    <a:pt x="4796" y="8519"/>
                    <a:pt x="4789" y="8599"/>
                    <a:pt x="4776" y="8672"/>
                  </a:cubicBezTo>
                  <a:lnTo>
                    <a:pt x="4776" y="8719"/>
                  </a:lnTo>
                  <a:cubicBezTo>
                    <a:pt x="4769" y="8799"/>
                    <a:pt x="4769" y="8872"/>
                    <a:pt x="4769" y="8946"/>
                  </a:cubicBezTo>
                  <a:cubicBezTo>
                    <a:pt x="4769" y="9019"/>
                    <a:pt x="4769" y="9099"/>
                    <a:pt x="4776" y="9172"/>
                  </a:cubicBezTo>
                  <a:lnTo>
                    <a:pt x="4776" y="9219"/>
                  </a:lnTo>
                  <a:cubicBezTo>
                    <a:pt x="4789" y="9299"/>
                    <a:pt x="4796" y="9366"/>
                    <a:pt x="4803" y="9439"/>
                  </a:cubicBezTo>
                  <a:cubicBezTo>
                    <a:pt x="5023" y="10900"/>
                    <a:pt x="6190" y="12040"/>
                    <a:pt x="7658" y="12214"/>
                  </a:cubicBezTo>
                  <a:lnTo>
                    <a:pt x="7598" y="14122"/>
                  </a:lnTo>
                  <a:cubicBezTo>
                    <a:pt x="2468" y="14222"/>
                    <a:pt x="107" y="16376"/>
                    <a:pt x="0" y="17483"/>
                  </a:cubicBezTo>
                  <a:lnTo>
                    <a:pt x="7" y="17483"/>
                  </a:lnTo>
                  <a:cubicBezTo>
                    <a:pt x="7" y="17510"/>
                    <a:pt x="0" y="17537"/>
                    <a:pt x="0" y="17557"/>
                  </a:cubicBezTo>
                  <a:lnTo>
                    <a:pt x="641" y="17557"/>
                  </a:lnTo>
                  <a:cubicBezTo>
                    <a:pt x="6704" y="19057"/>
                    <a:pt x="6223" y="42036"/>
                    <a:pt x="6223" y="53956"/>
                  </a:cubicBezTo>
                  <a:lnTo>
                    <a:pt x="9712" y="53956"/>
                  </a:lnTo>
                  <a:cubicBezTo>
                    <a:pt x="9712" y="42036"/>
                    <a:pt x="9225" y="19057"/>
                    <a:pt x="15295" y="17557"/>
                  </a:cubicBezTo>
                  <a:lnTo>
                    <a:pt x="15935" y="17557"/>
                  </a:lnTo>
                  <a:cubicBezTo>
                    <a:pt x="15935" y="17543"/>
                    <a:pt x="15929" y="17517"/>
                    <a:pt x="15929" y="17490"/>
                  </a:cubicBezTo>
                  <a:cubicBezTo>
                    <a:pt x="15829" y="16376"/>
                    <a:pt x="13514" y="14275"/>
                    <a:pt x="8511" y="14135"/>
                  </a:cubicBezTo>
                  <a:lnTo>
                    <a:pt x="8458" y="12214"/>
                  </a:lnTo>
                  <a:cubicBezTo>
                    <a:pt x="9925" y="12040"/>
                    <a:pt x="11099" y="10900"/>
                    <a:pt x="11306" y="9439"/>
                  </a:cubicBezTo>
                  <a:cubicBezTo>
                    <a:pt x="11313" y="9372"/>
                    <a:pt x="11326" y="9299"/>
                    <a:pt x="11333" y="9219"/>
                  </a:cubicBezTo>
                  <a:lnTo>
                    <a:pt x="11333" y="9172"/>
                  </a:lnTo>
                  <a:cubicBezTo>
                    <a:pt x="11339" y="9099"/>
                    <a:pt x="11339" y="9019"/>
                    <a:pt x="11339" y="8946"/>
                  </a:cubicBezTo>
                  <a:cubicBezTo>
                    <a:pt x="11339" y="8872"/>
                    <a:pt x="11339" y="8799"/>
                    <a:pt x="11333" y="8719"/>
                  </a:cubicBezTo>
                  <a:lnTo>
                    <a:pt x="11333" y="8672"/>
                  </a:lnTo>
                  <a:cubicBezTo>
                    <a:pt x="11326" y="8599"/>
                    <a:pt x="11313" y="8532"/>
                    <a:pt x="11306" y="8452"/>
                  </a:cubicBezTo>
                  <a:cubicBezTo>
                    <a:pt x="11079" y="6931"/>
                    <a:pt x="9805" y="5744"/>
                    <a:pt x="8238" y="5664"/>
                  </a:cubicBezTo>
                  <a:lnTo>
                    <a:pt x="805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15" name="Google Shape;8415;p49"/>
            <p:cNvPicPr preferRelativeResize="0"/>
            <p:nvPr/>
          </p:nvPicPr>
          <p:blipFill>
            <a:blip r:embed="rId6">
              <a:alphaModFix/>
            </a:blip>
            <a:stretch>
              <a:fillRect/>
            </a:stretch>
          </p:blipFill>
          <p:spPr>
            <a:xfrm>
              <a:off x="3522726" y="1146800"/>
              <a:ext cx="2098548" cy="5143500"/>
            </a:xfrm>
            <a:prstGeom prst="rect">
              <a:avLst/>
            </a:prstGeom>
            <a:noFill/>
            <a:ln>
              <a:noFill/>
            </a:ln>
          </p:spPr>
        </p:pic>
      </p:grpSp>
      <p:grpSp>
        <p:nvGrpSpPr>
          <p:cNvPr id="8416" name="Google Shape;8416;p49"/>
          <p:cNvGrpSpPr/>
          <p:nvPr/>
        </p:nvGrpSpPr>
        <p:grpSpPr>
          <a:xfrm>
            <a:off x="6922681" y="3182009"/>
            <a:ext cx="319683" cy="297369"/>
            <a:chOff x="6754100" y="2632300"/>
            <a:chExt cx="340850" cy="317025"/>
          </a:xfrm>
        </p:grpSpPr>
        <p:sp>
          <p:nvSpPr>
            <p:cNvPr id="8417" name="Google Shape;8417;p49"/>
            <p:cNvSpPr/>
            <p:nvPr/>
          </p:nvSpPr>
          <p:spPr>
            <a:xfrm>
              <a:off x="6917225" y="2935650"/>
              <a:ext cx="14000" cy="13675"/>
            </a:xfrm>
            <a:custGeom>
              <a:avLst/>
              <a:gdLst/>
              <a:ahLst/>
              <a:cxnLst/>
              <a:rect l="l" t="t" r="r" b="b"/>
              <a:pathLst>
                <a:path w="560" h="547" extrusionOk="0">
                  <a:moveTo>
                    <a:pt x="294" y="1"/>
                  </a:moveTo>
                  <a:cubicBezTo>
                    <a:pt x="227" y="1"/>
                    <a:pt x="158" y="27"/>
                    <a:pt x="108" y="70"/>
                  </a:cubicBezTo>
                  <a:cubicBezTo>
                    <a:pt x="24" y="142"/>
                    <a:pt x="0" y="261"/>
                    <a:pt x="24" y="368"/>
                  </a:cubicBezTo>
                  <a:cubicBezTo>
                    <a:pt x="72" y="475"/>
                    <a:pt x="179" y="547"/>
                    <a:pt x="286" y="547"/>
                  </a:cubicBezTo>
                  <a:cubicBezTo>
                    <a:pt x="405" y="547"/>
                    <a:pt x="500" y="451"/>
                    <a:pt x="536" y="320"/>
                  </a:cubicBezTo>
                  <a:cubicBezTo>
                    <a:pt x="560" y="213"/>
                    <a:pt x="500" y="94"/>
                    <a:pt x="417" y="35"/>
                  </a:cubicBezTo>
                  <a:cubicBezTo>
                    <a:pt x="380" y="11"/>
                    <a:pt x="337" y="1"/>
                    <a:pt x="2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49"/>
            <p:cNvSpPr/>
            <p:nvPr/>
          </p:nvSpPr>
          <p:spPr>
            <a:xfrm>
              <a:off x="6787450" y="2727550"/>
              <a:ext cx="274150" cy="188150"/>
            </a:xfrm>
            <a:custGeom>
              <a:avLst/>
              <a:gdLst/>
              <a:ahLst/>
              <a:cxnLst/>
              <a:rect l="l" t="t" r="r" b="b"/>
              <a:pathLst>
                <a:path w="10966" h="7526" extrusionOk="0">
                  <a:moveTo>
                    <a:pt x="10430" y="548"/>
                  </a:moveTo>
                  <a:lnTo>
                    <a:pt x="10430" y="7013"/>
                  </a:lnTo>
                  <a:lnTo>
                    <a:pt x="512" y="7013"/>
                  </a:lnTo>
                  <a:lnTo>
                    <a:pt x="512" y="548"/>
                  </a:lnTo>
                  <a:close/>
                  <a:moveTo>
                    <a:pt x="262" y="0"/>
                  </a:moveTo>
                  <a:cubicBezTo>
                    <a:pt x="119" y="0"/>
                    <a:pt x="0" y="119"/>
                    <a:pt x="0" y="262"/>
                  </a:cubicBezTo>
                  <a:lnTo>
                    <a:pt x="0" y="7263"/>
                  </a:lnTo>
                  <a:cubicBezTo>
                    <a:pt x="0" y="7335"/>
                    <a:pt x="24" y="7406"/>
                    <a:pt x="72" y="7454"/>
                  </a:cubicBezTo>
                  <a:cubicBezTo>
                    <a:pt x="131" y="7501"/>
                    <a:pt x="191" y="7525"/>
                    <a:pt x="262" y="7525"/>
                  </a:cubicBezTo>
                  <a:lnTo>
                    <a:pt x="10692" y="7525"/>
                  </a:lnTo>
                  <a:cubicBezTo>
                    <a:pt x="10835" y="7525"/>
                    <a:pt x="10966" y="7406"/>
                    <a:pt x="10966" y="7263"/>
                  </a:cubicBezTo>
                  <a:lnTo>
                    <a:pt x="10966" y="262"/>
                  </a:lnTo>
                  <a:cubicBezTo>
                    <a:pt x="10966" y="119"/>
                    <a:pt x="10847" y="0"/>
                    <a:pt x="10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9" name="Google Shape;8419;p49"/>
            <p:cNvSpPr/>
            <p:nvPr/>
          </p:nvSpPr>
          <p:spPr>
            <a:xfrm>
              <a:off x="6875850" y="2773375"/>
              <a:ext cx="96750" cy="96475"/>
            </a:xfrm>
            <a:custGeom>
              <a:avLst/>
              <a:gdLst/>
              <a:ahLst/>
              <a:cxnLst/>
              <a:rect l="l" t="t" r="r" b="b"/>
              <a:pathLst>
                <a:path w="3870" h="3859" extrusionOk="0">
                  <a:moveTo>
                    <a:pt x="2322" y="549"/>
                  </a:moveTo>
                  <a:lnTo>
                    <a:pt x="2322" y="1287"/>
                  </a:lnTo>
                  <a:cubicBezTo>
                    <a:pt x="2322" y="1442"/>
                    <a:pt x="2441" y="1561"/>
                    <a:pt x="2596" y="1561"/>
                  </a:cubicBezTo>
                  <a:lnTo>
                    <a:pt x="3334" y="1561"/>
                  </a:lnTo>
                  <a:lnTo>
                    <a:pt x="3334" y="2335"/>
                  </a:lnTo>
                  <a:lnTo>
                    <a:pt x="2596" y="2335"/>
                  </a:lnTo>
                  <a:cubicBezTo>
                    <a:pt x="2441" y="2335"/>
                    <a:pt x="2322" y="2454"/>
                    <a:pt x="2322" y="2597"/>
                  </a:cubicBezTo>
                  <a:lnTo>
                    <a:pt x="2322" y="3347"/>
                  </a:lnTo>
                  <a:lnTo>
                    <a:pt x="1548" y="3347"/>
                  </a:lnTo>
                  <a:lnTo>
                    <a:pt x="1548" y="2597"/>
                  </a:lnTo>
                  <a:cubicBezTo>
                    <a:pt x="1548" y="2454"/>
                    <a:pt x="1429" y="2335"/>
                    <a:pt x="1286" y="2335"/>
                  </a:cubicBezTo>
                  <a:lnTo>
                    <a:pt x="536" y="2335"/>
                  </a:lnTo>
                  <a:lnTo>
                    <a:pt x="536" y="1561"/>
                  </a:lnTo>
                  <a:lnTo>
                    <a:pt x="1286" y="1561"/>
                  </a:lnTo>
                  <a:cubicBezTo>
                    <a:pt x="1429" y="1561"/>
                    <a:pt x="1548" y="1442"/>
                    <a:pt x="1548" y="1287"/>
                  </a:cubicBezTo>
                  <a:lnTo>
                    <a:pt x="1548" y="549"/>
                  </a:lnTo>
                  <a:close/>
                  <a:moveTo>
                    <a:pt x="1286" y="1"/>
                  </a:moveTo>
                  <a:cubicBezTo>
                    <a:pt x="1131" y="1"/>
                    <a:pt x="1012" y="120"/>
                    <a:pt x="1012" y="263"/>
                  </a:cubicBezTo>
                  <a:lnTo>
                    <a:pt x="1012" y="1013"/>
                  </a:lnTo>
                  <a:lnTo>
                    <a:pt x="274" y="1013"/>
                  </a:lnTo>
                  <a:cubicBezTo>
                    <a:pt x="119" y="1013"/>
                    <a:pt x="0" y="1132"/>
                    <a:pt x="0" y="1275"/>
                  </a:cubicBezTo>
                  <a:lnTo>
                    <a:pt x="0" y="2585"/>
                  </a:lnTo>
                  <a:cubicBezTo>
                    <a:pt x="0" y="2739"/>
                    <a:pt x="119" y="2858"/>
                    <a:pt x="274" y="2858"/>
                  </a:cubicBezTo>
                  <a:lnTo>
                    <a:pt x="1012" y="2858"/>
                  </a:lnTo>
                  <a:lnTo>
                    <a:pt x="1012" y="3597"/>
                  </a:lnTo>
                  <a:cubicBezTo>
                    <a:pt x="1012" y="3751"/>
                    <a:pt x="1131" y="3859"/>
                    <a:pt x="1286" y="3859"/>
                  </a:cubicBezTo>
                  <a:lnTo>
                    <a:pt x="2596" y="3859"/>
                  </a:lnTo>
                  <a:cubicBezTo>
                    <a:pt x="2739" y="3859"/>
                    <a:pt x="2858" y="3751"/>
                    <a:pt x="2858" y="3597"/>
                  </a:cubicBezTo>
                  <a:lnTo>
                    <a:pt x="2858" y="2858"/>
                  </a:lnTo>
                  <a:lnTo>
                    <a:pt x="3608" y="2858"/>
                  </a:lnTo>
                  <a:cubicBezTo>
                    <a:pt x="3751" y="2858"/>
                    <a:pt x="3870" y="2739"/>
                    <a:pt x="3870" y="2585"/>
                  </a:cubicBezTo>
                  <a:lnTo>
                    <a:pt x="3870" y="1275"/>
                  </a:lnTo>
                  <a:cubicBezTo>
                    <a:pt x="3870" y="1132"/>
                    <a:pt x="3751" y="1013"/>
                    <a:pt x="3608" y="1013"/>
                  </a:cubicBezTo>
                  <a:lnTo>
                    <a:pt x="2858" y="1013"/>
                  </a:lnTo>
                  <a:lnTo>
                    <a:pt x="2858" y="263"/>
                  </a:lnTo>
                  <a:cubicBezTo>
                    <a:pt x="2858" y="120"/>
                    <a:pt x="2739" y="1"/>
                    <a:pt x="2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49"/>
            <p:cNvSpPr/>
            <p:nvPr/>
          </p:nvSpPr>
          <p:spPr>
            <a:xfrm>
              <a:off x="6754100" y="2632300"/>
              <a:ext cx="340850" cy="317025"/>
            </a:xfrm>
            <a:custGeom>
              <a:avLst/>
              <a:gdLst/>
              <a:ahLst/>
              <a:cxnLst/>
              <a:rect l="l" t="t" r="r" b="b"/>
              <a:pathLst>
                <a:path w="13634" h="12681" extrusionOk="0">
                  <a:moveTo>
                    <a:pt x="4132" y="1572"/>
                  </a:moveTo>
                  <a:lnTo>
                    <a:pt x="4132" y="2489"/>
                  </a:lnTo>
                  <a:lnTo>
                    <a:pt x="1846" y="2489"/>
                  </a:lnTo>
                  <a:lnTo>
                    <a:pt x="1846" y="2275"/>
                  </a:lnTo>
                  <a:cubicBezTo>
                    <a:pt x="1846" y="1894"/>
                    <a:pt x="2168" y="1572"/>
                    <a:pt x="2549" y="1572"/>
                  </a:cubicBezTo>
                  <a:close/>
                  <a:moveTo>
                    <a:pt x="8395" y="536"/>
                  </a:moveTo>
                  <a:cubicBezTo>
                    <a:pt x="8692" y="536"/>
                    <a:pt x="8930" y="774"/>
                    <a:pt x="8930" y="1072"/>
                  </a:cubicBezTo>
                  <a:lnTo>
                    <a:pt x="8930" y="2489"/>
                  </a:lnTo>
                  <a:lnTo>
                    <a:pt x="4656" y="2489"/>
                  </a:lnTo>
                  <a:lnTo>
                    <a:pt x="4656" y="1072"/>
                  </a:lnTo>
                  <a:lnTo>
                    <a:pt x="4668" y="1072"/>
                  </a:lnTo>
                  <a:cubicBezTo>
                    <a:pt x="4668" y="774"/>
                    <a:pt x="4894" y="536"/>
                    <a:pt x="5192" y="536"/>
                  </a:cubicBezTo>
                  <a:close/>
                  <a:moveTo>
                    <a:pt x="11050" y="1572"/>
                  </a:moveTo>
                  <a:cubicBezTo>
                    <a:pt x="11431" y="1572"/>
                    <a:pt x="11752" y="1894"/>
                    <a:pt x="11752" y="2275"/>
                  </a:cubicBezTo>
                  <a:lnTo>
                    <a:pt x="11752" y="2489"/>
                  </a:lnTo>
                  <a:lnTo>
                    <a:pt x="9466" y="2489"/>
                  </a:lnTo>
                  <a:lnTo>
                    <a:pt x="9466" y="1572"/>
                  </a:lnTo>
                  <a:close/>
                  <a:moveTo>
                    <a:pt x="5216" y="0"/>
                  </a:moveTo>
                  <a:cubicBezTo>
                    <a:pt x="4632" y="0"/>
                    <a:pt x="4156" y="465"/>
                    <a:pt x="4144" y="1036"/>
                  </a:cubicBezTo>
                  <a:lnTo>
                    <a:pt x="2561" y="1036"/>
                  </a:lnTo>
                  <a:cubicBezTo>
                    <a:pt x="1882" y="1036"/>
                    <a:pt x="1334" y="1596"/>
                    <a:pt x="1334" y="2275"/>
                  </a:cubicBezTo>
                  <a:lnTo>
                    <a:pt x="1334" y="2489"/>
                  </a:lnTo>
                  <a:lnTo>
                    <a:pt x="1108" y="2489"/>
                  </a:lnTo>
                  <a:cubicBezTo>
                    <a:pt x="501" y="2489"/>
                    <a:pt x="1" y="2977"/>
                    <a:pt x="1" y="3584"/>
                  </a:cubicBezTo>
                  <a:lnTo>
                    <a:pt x="1" y="11573"/>
                  </a:lnTo>
                  <a:cubicBezTo>
                    <a:pt x="1" y="12192"/>
                    <a:pt x="501" y="12681"/>
                    <a:pt x="1108" y="12681"/>
                  </a:cubicBezTo>
                  <a:lnTo>
                    <a:pt x="5620" y="12681"/>
                  </a:lnTo>
                  <a:cubicBezTo>
                    <a:pt x="5763" y="12681"/>
                    <a:pt x="5882" y="12562"/>
                    <a:pt x="5882" y="12407"/>
                  </a:cubicBezTo>
                  <a:cubicBezTo>
                    <a:pt x="5882" y="12264"/>
                    <a:pt x="5763" y="12145"/>
                    <a:pt x="5620" y="12145"/>
                  </a:cubicBezTo>
                  <a:lnTo>
                    <a:pt x="1108" y="12145"/>
                  </a:lnTo>
                  <a:cubicBezTo>
                    <a:pt x="798" y="12145"/>
                    <a:pt x="537" y="11895"/>
                    <a:pt x="537" y="11573"/>
                  </a:cubicBezTo>
                  <a:lnTo>
                    <a:pt x="537" y="3584"/>
                  </a:lnTo>
                  <a:cubicBezTo>
                    <a:pt x="537" y="3275"/>
                    <a:pt x="798" y="3025"/>
                    <a:pt x="1108" y="3025"/>
                  </a:cubicBezTo>
                  <a:lnTo>
                    <a:pt x="12538" y="3025"/>
                  </a:lnTo>
                  <a:cubicBezTo>
                    <a:pt x="12848" y="3025"/>
                    <a:pt x="13098" y="3275"/>
                    <a:pt x="13098" y="3584"/>
                  </a:cubicBezTo>
                  <a:lnTo>
                    <a:pt x="13098" y="11573"/>
                  </a:lnTo>
                  <a:cubicBezTo>
                    <a:pt x="13098" y="11895"/>
                    <a:pt x="12848" y="12145"/>
                    <a:pt x="12538" y="12145"/>
                  </a:cubicBezTo>
                  <a:lnTo>
                    <a:pt x="8026" y="12145"/>
                  </a:lnTo>
                  <a:cubicBezTo>
                    <a:pt x="7883" y="12145"/>
                    <a:pt x="7764" y="12264"/>
                    <a:pt x="7764" y="12407"/>
                  </a:cubicBezTo>
                  <a:cubicBezTo>
                    <a:pt x="7764" y="12562"/>
                    <a:pt x="7883" y="12681"/>
                    <a:pt x="8026" y="12681"/>
                  </a:cubicBezTo>
                  <a:lnTo>
                    <a:pt x="12538" y="12681"/>
                  </a:lnTo>
                  <a:cubicBezTo>
                    <a:pt x="13145" y="12681"/>
                    <a:pt x="13633" y="12192"/>
                    <a:pt x="13633" y="11573"/>
                  </a:cubicBezTo>
                  <a:lnTo>
                    <a:pt x="13633" y="3584"/>
                  </a:lnTo>
                  <a:cubicBezTo>
                    <a:pt x="13621" y="2977"/>
                    <a:pt x="13133" y="2489"/>
                    <a:pt x="12526" y="2489"/>
                  </a:cubicBezTo>
                  <a:lnTo>
                    <a:pt x="12300" y="2489"/>
                  </a:lnTo>
                  <a:lnTo>
                    <a:pt x="12300" y="2275"/>
                  </a:lnTo>
                  <a:cubicBezTo>
                    <a:pt x="12300" y="1596"/>
                    <a:pt x="11752" y="1036"/>
                    <a:pt x="11062" y="1036"/>
                  </a:cubicBezTo>
                  <a:lnTo>
                    <a:pt x="9490" y="1036"/>
                  </a:lnTo>
                  <a:cubicBezTo>
                    <a:pt x="9466" y="465"/>
                    <a:pt x="8990" y="0"/>
                    <a:pt x="84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21" name="Google Shape;8421;p49"/>
          <p:cNvSpPr/>
          <p:nvPr/>
        </p:nvSpPr>
        <p:spPr>
          <a:xfrm>
            <a:off x="1956321" y="3199700"/>
            <a:ext cx="280195" cy="307558"/>
          </a:xfrm>
          <a:custGeom>
            <a:avLst/>
            <a:gdLst/>
            <a:ahLst/>
            <a:cxnLst/>
            <a:rect l="l" t="t" r="r" b="b"/>
            <a:pathLst>
              <a:path w="12431" h="13645" extrusionOk="0">
                <a:moveTo>
                  <a:pt x="11582" y="4583"/>
                </a:moveTo>
                <a:cubicBezTo>
                  <a:pt x="11752" y="4583"/>
                  <a:pt x="11895" y="4722"/>
                  <a:pt x="11895" y="4894"/>
                </a:cubicBezTo>
                <a:lnTo>
                  <a:pt x="11895" y="5346"/>
                </a:lnTo>
                <a:lnTo>
                  <a:pt x="4394" y="5346"/>
                </a:lnTo>
                <a:lnTo>
                  <a:pt x="4394" y="4894"/>
                </a:lnTo>
                <a:cubicBezTo>
                  <a:pt x="4394" y="4715"/>
                  <a:pt x="4537" y="4584"/>
                  <a:pt x="4704" y="4584"/>
                </a:cubicBezTo>
                <a:lnTo>
                  <a:pt x="11562" y="4584"/>
                </a:lnTo>
                <a:cubicBezTo>
                  <a:pt x="11569" y="4584"/>
                  <a:pt x="11576" y="4583"/>
                  <a:pt x="11582" y="4583"/>
                </a:cubicBezTo>
                <a:close/>
                <a:moveTo>
                  <a:pt x="11895" y="5858"/>
                </a:moveTo>
                <a:lnTo>
                  <a:pt x="11895" y="6668"/>
                </a:lnTo>
                <a:lnTo>
                  <a:pt x="4394" y="6668"/>
                </a:lnTo>
                <a:lnTo>
                  <a:pt x="4394" y="5858"/>
                </a:lnTo>
                <a:close/>
                <a:moveTo>
                  <a:pt x="11907" y="7203"/>
                </a:moveTo>
                <a:lnTo>
                  <a:pt x="11907" y="9406"/>
                </a:lnTo>
                <a:cubicBezTo>
                  <a:pt x="11895" y="9585"/>
                  <a:pt x="11740" y="9716"/>
                  <a:pt x="11585" y="9716"/>
                </a:cubicBezTo>
                <a:lnTo>
                  <a:pt x="4716" y="9716"/>
                </a:lnTo>
                <a:cubicBezTo>
                  <a:pt x="4537" y="9716"/>
                  <a:pt x="4406" y="9573"/>
                  <a:pt x="4406" y="9406"/>
                </a:cubicBezTo>
                <a:lnTo>
                  <a:pt x="4406" y="7203"/>
                </a:lnTo>
                <a:close/>
                <a:moveTo>
                  <a:pt x="7359" y="536"/>
                </a:moveTo>
                <a:cubicBezTo>
                  <a:pt x="7656" y="536"/>
                  <a:pt x="7895" y="774"/>
                  <a:pt x="7895" y="1072"/>
                </a:cubicBezTo>
                <a:lnTo>
                  <a:pt x="7895" y="4048"/>
                </a:lnTo>
                <a:lnTo>
                  <a:pt x="4727" y="4048"/>
                </a:lnTo>
                <a:cubicBezTo>
                  <a:pt x="4251" y="4048"/>
                  <a:pt x="3882" y="4429"/>
                  <a:pt x="3882" y="4894"/>
                </a:cubicBezTo>
                <a:lnTo>
                  <a:pt x="3882" y="9406"/>
                </a:lnTo>
                <a:cubicBezTo>
                  <a:pt x="3882" y="9882"/>
                  <a:pt x="4275" y="10251"/>
                  <a:pt x="4727" y="10251"/>
                </a:cubicBezTo>
                <a:lnTo>
                  <a:pt x="7895" y="10251"/>
                </a:lnTo>
                <a:lnTo>
                  <a:pt x="7871" y="11311"/>
                </a:lnTo>
                <a:lnTo>
                  <a:pt x="536" y="11311"/>
                </a:lnTo>
                <a:lnTo>
                  <a:pt x="536" y="2072"/>
                </a:lnTo>
                <a:lnTo>
                  <a:pt x="5668" y="2072"/>
                </a:lnTo>
                <a:cubicBezTo>
                  <a:pt x="5823" y="2072"/>
                  <a:pt x="5942" y="1953"/>
                  <a:pt x="5942" y="1798"/>
                </a:cubicBezTo>
                <a:cubicBezTo>
                  <a:pt x="5942" y="1655"/>
                  <a:pt x="5823" y="1536"/>
                  <a:pt x="5668" y="1536"/>
                </a:cubicBezTo>
                <a:lnTo>
                  <a:pt x="536" y="1536"/>
                </a:lnTo>
                <a:lnTo>
                  <a:pt x="536" y="1072"/>
                </a:lnTo>
                <a:cubicBezTo>
                  <a:pt x="536" y="774"/>
                  <a:pt x="775" y="536"/>
                  <a:pt x="1072" y="536"/>
                </a:cubicBezTo>
                <a:close/>
                <a:moveTo>
                  <a:pt x="7871" y="11847"/>
                </a:moveTo>
                <a:lnTo>
                  <a:pt x="7871" y="12573"/>
                </a:lnTo>
                <a:cubicBezTo>
                  <a:pt x="7871" y="12871"/>
                  <a:pt x="7633" y="13109"/>
                  <a:pt x="7335" y="13109"/>
                </a:cubicBezTo>
                <a:lnTo>
                  <a:pt x="1060" y="13109"/>
                </a:lnTo>
                <a:cubicBezTo>
                  <a:pt x="763" y="13109"/>
                  <a:pt x="525" y="12871"/>
                  <a:pt x="525" y="12573"/>
                </a:cubicBezTo>
                <a:lnTo>
                  <a:pt x="525" y="11847"/>
                </a:lnTo>
                <a:close/>
                <a:moveTo>
                  <a:pt x="1072" y="0"/>
                </a:moveTo>
                <a:cubicBezTo>
                  <a:pt x="489" y="0"/>
                  <a:pt x="1" y="476"/>
                  <a:pt x="1" y="1072"/>
                </a:cubicBezTo>
                <a:lnTo>
                  <a:pt x="1" y="12573"/>
                </a:lnTo>
                <a:cubicBezTo>
                  <a:pt x="1" y="13157"/>
                  <a:pt x="477" y="13645"/>
                  <a:pt x="1072" y="13645"/>
                </a:cubicBezTo>
                <a:lnTo>
                  <a:pt x="7359" y="13645"/>
                </a:lnTo>
                <a:cubicBezTo>
                  <a:pt x="7930" y="13645"/>
                  <a:pt x="8430" y="13168"/>
                  <a:pt x="8430" y="12573"/>
                </a:cubicBezTo>
                <a:lnTo>
                  <a:pt x="8430" y="10263"/>
                </a:lnTo>
                <a:lnTo>
                  <a:pt x="11585" y="10263"/>
                </a:lnTo>
                <a:cubicBezTo>
                  <a:pt x="12062" y="10263"/>
                  <a:pt x="12431" y="9882"/>
                  <a:pt x="12431" y="9418"/>
                </a:cubicBezTo>
                <a:lnTo>
                  <a:pt x="12431" y="4906"/>
                </a:lnTo>
                <a:cubicBezTo>
                  <a:pt x="12431" y="4417"/>
                  <a:pt x="12038" y="4048"/>
                  <a:pt x="11585" y="4048"/>
                </a:cubicBezTo>
                <a:lnTo>
                  <a:pt x="8430" y="4048"/>
                </a:lnTo>
                <a:lnTo>
                  <a:pt x="8430" y="1072"/>
                </a:lnTo>
                <a:cubicBezTo>
                  <a:pt x="8430" y="488"/>
                  <a:pt x="7954" y="0"/>
                  <a:pt x="73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2" name="Google Shape;8422;p49"/>
          <p:cNvGrpSpPr/>
          <p:nvPr/>
        </p:nvGrpSpPr>
        <p:grpSpPr>
          <a:xfrm>
            <a:off x="6913723" y="1386470"/>
            <a:ext cx="319696" cy="331071"/>
            <a:chOff x="5369400" y="2620250"/>
            <a:chExt cx="329550" cy="341275"/>
          </a:xfrm>
        </p:grpSpPr>
        <p:sp>
          <p:nvSpPr>
            <p:cNvPr id="8423" name="Google Shape;8423;p49"/>
            <p:cNvSpPr/>
            <p:nvPr/>
          </p:nvSpPr>
          <p:spPr>
            <a:xfrm>
              <a:off x="5463175" y="2947475"/>
              <a:ext cx="14300" cy="13750"/>
            </a:xfrm>
            <a:custGeom>
              <a:avLst/>
              <a:gdLst/>
              <a:ahLst/>
              <a:cxnLst/>
              <a:rect l="l" t="t" r="r" b="b"/>
              <a:pathLst>
                <a:path w="572" h="550" extrusionOk="0">
                  <a:moveTo>
                    <a:pt x="292" y="1"/>
                  </a:moveTo>
                  <a:cubicBezTo>
                    <a:pt x="229" y="1"/>
                    <a:pt x="168" y="25"/>
                    <a:pt x="119" y="74"/>
                  </a:cubicBezTo>
                  <a:cubicBezTo>
                    <a:pt x="24" y="145"/>
                    <a:pt x="0" y="264"/>
                    <a:pt x="48" y="371"/>
                  </a:cubicBezTo>
                  <a:cubicBezTo>
                    <a:pt x="84" y="466"/>
                    <a:pt x="191" y="550"/>
                    <a:pt x="298" y="550"/>
                  </a:cubicBezTo>
                  <a:cubicBezTo>
                    <a:pt x="429" y="550"/>
                    <a:pt x="536" y="455"/>
                    <a:pt x="560" y="324"/>
                  </a:cubicBezTo>
                  <a:cubicBezTo>
                    <a:pt x="572" y="216"/>
                    <a:pt x="536" y="97"/>
                    <a:pt x="429" y="38"/>
                  </a:cubicBezTo>
                  <a:cubicBezTo>
                    <a:pt x="384" y="13"/>
                    <a:pt x="338" y="1"/>
                    <a:pt x="2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49"/>
            <p:cNvSpPr/>
            <p:nvPr/>
          </p:nvSpPr>
          <p:spPr>
            <a:xfrm>
              <a:off x="5369400" y="2886500"/>
              <a:ext cx="329550" cy="75025"/>
            </a:xfrm>
            <a:custGeom>
              <a:avLst/>
              <a:gdLst/>
              <a:ahLst/>
              <a:cxnLst/>
              <a:rect l="l" t="t" r="r" b="b"/>
              <a:pathLst>
                <a:path w="13182" h="3001" extrusionOk="0">
                  <a:moveTo>
                    <a:pt x="11681" y="512"/>
                  </a:moveTo>
                  <a:cubicBezTo>
                    <a:pt x="11931" y="512"/>
                    <a:pt x="12193" y="619"/>
                    <a:pt x="12360" y="798"/>
                  </a:cubicBezTo>
                  <a:cubicBezTo>
                    <a:pt x="12550" y="977"/>
                    <a:pt x="12645" y="1227"/>
                    <a:pt x="12645" y="1489"/>
                  </a:cubicBezTo>
                  <a:cubicBezTo>
                    <a:pt x="12633" y="2013"/>
                    <a:pt x="12205" y="2453"/>
                    <a:pt x="11681" y="2453"/>
                  </a:cubicBezTo>
                  <a:lnTo>
                    <a:pt x="8002" y="2453"/>
                  </a:lnTo>
                  <a:lnTo>
                    <a:pt x="8002" y="512"/>
                  </a:lnTo>
                  <a:close/>
                  <a:moveTo>
                    <a:pt x="7466" y="524"/>
                  </a:moveTo>
                  <a:lnTo>
                    <a:pt x="7466" y="2465"/>
                  </a:lnTo>
                  <a:lnTo>
                    <a:pt x="5704" y="2465"/>
                  </a:lnTo>
                  <a:lnTo>
                    <a:pt x="5704" y="524"/>
                  </a:lnTo>
                  <a:close/>
                  <a:moveTo>
                    <a:pt x="429" y="0"/>
                  </a:moveTo>
                  <a:cubicBezTo>
                    <a:pt x="370" y="0"/>
                    <a:pt x="299" y="0"/>
                    <a:pt x="239" y="12"/>
                  </a:cubicBezTo>
                  <a:cubicBezTo>
                    <a:pt x="108" y="24"/>
                    <a:pt x="1" y="143"/>
                    <a:pt x="1" y="274"/>
                  </a:cubicBezTo>
                  <a:cubicBezTo>
                    <a:pt x="1" y="417"/>
                    <a:pt x="108" y="536"/>
                    <a:pt x="239" y="548"/>
                  </a:cubicBezTo>
                  <a:cubicBezTo>
                    <a:pt x="715" y="608"/>
                    <a:pt x="1084" y="1024"/>
                    <a:pt x="1084" y="1501"/>
                  </a:cubicBezTo>
                  <a:cubicBezTo>
                    <a:pt x="1084" y="1989"/>
                    <a:pt x="727" y="2394"/>
                    <a:pt x="239" y="2453"/>
                  </a:cubicBezTo>
                  <a:cubicBezTo>
                    <a:pt x="108" y="2465"/>
                    <a:pt x="1" y="2584"/>
                    <a:pt x="1" y="2715"/>
                  </a:cubicBezTo>
                  <a:cubicBezTo>
                    <a:pt x="1" y="2846"/>
                    <a:pt x="108" y="2965"/>
                    <a:pt x="239" y="2989"/>
                  </a:cubicBezTo>
                  <a:cubicBezTo>
                    <a:pt x="299" y="3001"/>
                    <a:pt x="370" y="3001"/>
                    <a:pt x="429" y="3001"/>
                  </a:cubicBezTo>
                  <a:lnTo>
                    <a:pt x="2858" y="3001"/>
                  </a:lnTo>
                  <a:cubicBezTo>
                    <a:pt x="3001" y="3001"/>
                    <a:pt x="3120" y="2882"/>
                    <a:pt x="3120" y="2727"/>
                  </a:cubicBezTo>
                  <a:cubicBezTo>
                    <a:pt x="3120" y="2584"/>
                    <a:pt x="3001" y="2465"/>
                    <a:pt x="2858" y="2465"/>
                  </a:cubicBezTo>
                  <a:lnTo>
                    <a:pt x="1263" y="2465"/>
                  </a:lnTo>
                  <a:cubicBezTo>
                    <a:pt x="1489" y="2203"/>
                    <a:pt x="1620" y="1870"/>
                    <a:pt x="1620" y="1501"/>
                  </a:cubicBezTo>
                  <a:cubicBezTo>
                    <a:pt x="1620" y="1120"/>
                    <a:pt x="1489" y="798"/>
                    <a:pt x="1263" y="524"/>
                  </a:cubicBezTo>
                  <a:lnTo>
                    <a:pt x="5180" y="524"/>
                  </a:lnTo>
                  <a:lnTo>
                    <a:pt x="5180" y="2727"/>
                  </a:lnTo>
                  <a:cubicBezTo>
                    <a:pt x="5180" y="2882"/>
                    <a:pt x="5299" y="3001"/>
                    <a:pt x="5442" y="3001"/>
                  </a:cubicBezTo>
                  <a:lnTo>
                    <a:pt x="11681" y="3001"/>
                  </a:lnTo>
                  <a:cubicBezTo>
                    <a:pt x="12514" y="3001"/>
                    <a:pt x="13181" y="2334"/>
                    <a:pt x="13181" y="1501"/>
                  </a:cubicBezTo>
                  <a:cubicBezTo>
                    <a:pt x="13169" y="1096"/>
                    <a:pt x="13026" y="715"/>
                    <a:pt x="12741" y="429"/>
                  </a:cubicBezTo>
                  <a:cubicBezTo>
                    <a:pt x="12455" y="143"/>
                    <a:pt x="12086" y="0"/>
                    <a:pt x="116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49"/>
            <p:cNvSpPr/>
            <p:nvPr/>
          </p:nvSpPr>
          <p:spPr>
            <a:xfrm>
              <a:off x="5390550" y="2620250"/>
              <a:ext cx="287250" cy="241275"/>
            </a:xfrm>
            <a:custGeom>
              <a:avLst/>
              <a:gdLst/>
              <a:ahLst/>
              <a:cxnLst/>
              <a:rect l="l" t="t" r="r" b="b"/>
              <a:pathLst>
                <a:path w="11490" h="9651" extrusionOk="0">
                  <a:moveTo>
                    <a:pt x="5751" y="554"/>
                  </a:moveTo>
                  <a:lnTo>
                    <a:pt x="9954" y="2411"/>
                  </a:lnTo>
                  <a:lnTo>
                    <a:pt x="5751" y="2411"/>
                  </a:lnTo>
                  <a:cubicBezTo>
                    <a:pt x="5596" y="2411"/>
                    <a:pt x="5477" y="2530"/>
                    <a:pt x="5477" y="2685"/>
                  </a:cubicBezTo>
                  <a:cubicBezTo>
                    <a:pt x="5477" y="2828"/>
                    <a:pt x="5596" y="2947"/>
                    <a:pt x="5751" y="2947"/>
                  </a:cubicBezTo>
                  <a:lnTo>
                    <a:pt x="9954" y="2947"/>
                  </a:lnTo>
                  <a:lnTo>
                    <a:pt x="5751" y="4816"/>
                  </a:lnTo>
                  <a:lnTo>
                    <a:pt x="941" y="2685"/>
                  </a:lnTo>
                  <a:lnTo>
                    <a:pt x="5751" y="554"/>
                  </a:lnTo>
                  <a:close/>
                  <a:moveTo>
                    <a:pt x="9275" y="3840"/>
                  </a:moveTo>
                  <a:lnTo>
                    <a:pt x="9275" y="7376"/>
                  </a:lnTo>
                  <a:lnTo>
                    <a:pt x="5727" y="9114"/>
                  </a:lnTo>
                  <a:lnTo>
                    <a:pt x="2191" y="7376"/>
                  </a:lnTo>
                  <a:lnTo>
                    <a:pt x="2191" y="3840"/>
                  </a:lnTo>
                  <a:lnTo>
                    <a:pt x="5632" y="5364"/>
                  </a:lnTo>
                  <a:cubicBezTo>
                    <a:pt x="5656" y="5376"/>
                    <a:pt x="5703" y="5388"/>
                    <a:pt x="5727" y="5388"/>
                  </a:cubicBezTo>
                  <a:cubicBezTo>
                    <a:pt x="5763" y="5388"/>
                    <a:pt x="5810" y="5376"/>
                    <a:pt x="5834" y="5364"/>
                  </a:cubicBezTo>
                  <a:lnTo>
                    <a:pt x="9275" y="3840"/>
                  </a:lnTo>
                  <a:close/>
                  <a:moveTo>
                    <a:pt x="5739" y="0"/>
                  </a:moveTo>
                  <a:cubicBezTo>
                    <a:pt x="5703" y="0"/>
                    <a:pt x="5668" y="6"/>
                    <a:pt x="5632" y="18"/>
                  </a:cubicBezTo>
                  <a:lnTo>
                    <a:pt x="167" y="2447"/>
                  </a:lnTo>
                  <a:cubicBezTo>
                    <a:pt x="72" y="2495"/>
                    <a:pt x="0" y="2578"/>
                    <a:pt x="0" y="2685"/>
                  </a:cubicBezTo>
                  <a:cubicBezTo>
                    <a:pt x="0" y="2792"/>
                    <a:pt x="60" y="2876"/>
                    <a:pt x="167" y="2923"/>
                  </a:cubicBezTo>
                  <a:lnTo>
                    <a:pt x="1667" y="3590"/>
                  </a:lnTo>
                  <a:lnTo>
                    <a:pt x="1667" y="7519"/>
                  </a:lnTo>
                  <a:cubicBezTo>
                    <a:pt x="1667" y="7626"/>
                    <a:pt x="1727" y="7710"/>
                    <a:pt x="1822" y="7757"/>
                  </a:cubicBezTo>
                  <a:lnTo>
                    <a:pt x="5632" y="9615"/>
                  </a:lnTo>
                  <a:cubicBezTo>
                    <a:pt x="5656" y="9638"/>
                    <a:pt x="5703" y="9650"/>
                    <a:pt x="5751" y="9650"/>
                  </a:cubicBezTo>
                  <a:cubicBezTo>
                    <a:pt x="5787" y="9650"/>
                    <a:pt x="5822" y="9638"/>
                    <a:pt x="5858" y="9615"/>
                  </a:cubicBezTo>
                  <a:lnTo>
                    <a:pt x="9668" y="7757"/>
                  </a:lnTo>
                  <a:cubicBezTo>
                    <a:pt x="9763" y="7710"/>
                    <a:pt x="9823" y="7626"/>
                    <a:pt x="9823" y="7519"/>
                  </a:cubicBezTo>
                  <a:lnTo>
                    <a:pt x="9823" y="3590"/>
                  </a:lnTo>
                  <a:lnTo>
                    <a:pt x="10954" y="3090"/>
                  </a:lnTo>
                  <a:lnTo>
                    <a:pt x="10954" y="7567"/>
                  </a:lnTo>
                  <a:cubicBezTo>
                    <a:pt x="10954" y="7710"/>
                    <a:pt x="11061" y="7829"/>
                    <a:pt x="11204" y="7829"/>
                  </a:cubicBezTo>
                  <a:cubicBezTo>
                    <a:pt x="11215" y="7830"/>
                    <a:pt x="11227" y="7831"/>
                    <a:pt x="11238" y="7831"/>
                  </a:cubicBezTo>
                  <a:cubicBezTo>
                    <a:pt x="11377" y="7831"/>
                    <a:pt x="11490" y="7699"/>
                    <a:pt x="11490" y="7567"/>
                  </a:cubicBezTo>
                  <a:lnTo>
                    <a:pt x="11490" y="7567"/>
                  </a:lnTo>
                  <a:cubicBezTo>
                    <a:pt x="11490" y="7567"/>
                    <a:pt x="11490" y="7567"/>
                    <a:pt x="11490" y="7567"/>
                  </a:cubicBezTo>
                  <a:cubicBezTo>
                    <a:pt x="11478" y="7567"/>
                    <a:pt x="11478" y="2685"/>
                    <a:pt x="11478" y="2685"/>
                  </a:cubicBezTo>
                  <a:cubicBezTo>
                    <a:pt x="11478" y="2578"/>
                    <a:pt x="11418" y="2495"/>
                    <a:pt x="11323" y="2447"/>
                  </a:cubicBezTo>
                  <a:lnTo>
                    <a:pt x="11311" y="2447"/>
                  </a:lnTo>
                  <a:lnTo>
                    <a:pt x="5846" y="18"/>
                  </a:lnTo>
                  <a:cubicBezTo>
                    <a:pt x="5810" y="6"/>
                    <a:pt x="5775" y="0"/>
                    <a:pt x="57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6" name="Google Shape;8426;p49"/>
          <p:cNvGrpSpPr/>
          <p:nvPr/>
        </p:nvGrpSpPr>
        <p:grpSpPr>
          <a:xfrm>
            <a:off x="1890823" y="1383090"/>
            <a:ext cx="345708" cy="330925"/>
            <a:chOff x="4005858" y="3623461"/>
            <a:chExt cx="317659" cy="304075"/>
          </a:xfrm>
        </p:grpSpPr>
        <p:sp>
          <p:nvSpPr>
            <p:cNvPr id="8427" name="Google Shape;8427;p49"/>
            <p:cNvSpPr/>
            <p:nvPr/>
          </p:nvSpPr>
          <p:spPr>
            <a:xfrm>
              <a:off x="4084120" y="3650987"/>
              <a:ext cx="13315" cy="12345"/>
            </a:xfrm>
            <a:custGeom>
              <a:avLst/>
              <a:gdLst/>
              <a:ahLst/>
              <a:cxnLst/>
              <a:rect l="l" t="t" r="r" b="b"/>
              <a:pathLst>
                <a:path w="549" h="509" extrusionOk="0">
                  <a:moveTo>
                    <a:pt x="268" y="1"/>
                  </a:moveTo>
                  <a:cubicBezTo>
                    <a:pt x="214" y="1"/>
                    <a:pt x="157" y="19"/>
                    <a:pt x="108" y="56"/>
                  </a:cubicBezTo>
                  <a:cubicBezTo>
                    <a:pt x="36" y="127"/>
                    <a:pt x="1" y="235"/>
                    <a:pt x="36" y="342"/>
                  </a:cubicBezTo>
                  <a:cubicBezTo>
                    <a:pt x="72" y="425"/>
                    <a:pt x="167" y="508"/>
                    <a:pt x="274" y="508"/>
                  </a:cubicBezTo>
                  <a:cubicBezTo>
                    <a:pt x="393" y="508"/>
                    <a:pt x="501" y="413"/>
                    <a:pt x="524" y="306"/>
                  </a:cubicBezTo>
                  <a:cubicBezTo>
                    <a:pt x="548" y="211"/>
                    <a:pt x="501" y="104"/>
                    <a:pt x="405" y="44"/>
                  </a:cubicBezTo>
                  <a:cubicBezTo>
                    <a:pt x="366" y="16"/>
                    <a:pt x="318" y="1"/>
                    <a:pt x="2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8" name="Google Shape;8428;p49"/>
            <p:cNvSpPr/>
            <p:nvPr/>
          </p:nvSpPr>
          <p:spPr>
            <a:xfrm>
              <a:off x="4014541" y="3768658"/>
              <a:ext cx="308977" cy="158878"/>
            </a:xfrm>
            <a:custGeom>
              <a:avLst/>
              <a:gdLst/>
              <a:ahLst/>
              <a:cxnLst/>
              <a:rect l="l" t="t" r="r" b="b"/>
              <a:pathLst>
                <a:path w="12740" h="6551" extrusionOk="0">
                  <a:moveTo>
                    <a:pt x="11525" y="764"/>
                  </a:moveTo>
                  <a:lnTo>
                    <a:pt x="12073" y="2431"/>
                  </a:lnTo>
                  <a:lnTo>
                    <a:pt x="11775" y="2383"/>
                  </a:lnTo>
                  <a:cubicBezTo>
                    <a:pt x="11752" y="2376"/>
                    <a:pt x="11729" y="2373"/>
                    <a:pt x="11706" y="2373"/>
                  </a:cubicBezTo>
                  <a:cubicBezTo>
                    <a:pt x="11613" y="2373"/>
                    <a:pt x="11528" y="2430"/>
                    <a:pt x="11490" y="2526"/>
                  </a:cubicBezTo>
                  <a:cubicBezTo>
                    <a:pt x="11073" y="3514"/>
                    <a:pt x="10406" y="4360"/>
                    <a:pt x="9525" y="4979"/>
                  </a:cubicBezTo>
                  <a:cubicBezTo>
                    <a:pt x="8561" y="5681"/>
                    <a:pt x="7394" y="6050"/>
                    <a:pt x="6191" y="6050"/>
                  </a:cubicBezTo>
                  <a:cubicBezTo>
                    <a:pt x="4655" y="6050"/>
                    <a:pt x="3203" y="5443"/>
                    <a:pt x="2119" y="4360"/>
                  </a:cubicBezTo>
                  <a:cubicBezTo>
                    <a:pt x="1357" y="3598"/>
                    <a:pt x="834" y="2657"/>
                    <a:pt x="584" y="1633"/>
                  </a:cubicBezTo>
                  <a:lnTo>
                    <a:pt x="1226" y="1633"/>
                  </a:lnTo>
                  <a:cubicBezTo>
                    <a:pt x="1524" y="2657"/>
                    <a:pt x="2131" y="3598"/>
                    <a:pt x="2965" y="4265"/>
                  </a:cubicBezTo>
                  <a:cubicBezTo>
                    <a:pt x="3870" y="4991"/>
                    <a:pt x="5013" y="5396"/>
                    <a:pt x="6179" y="5396"/>
                  </a:cubicBezTo>
                  <a:cubicBezTo>
                    <a:pt x="8132" y="5396"/>
                    <a:pt x="9942" y="4253"/>
                    <a:pt x="10787" y="2491"/>
                  </a:cubicBezTo>
                  <a:cubicBezTo>
                    <a:pt x="10823" y="2419"/>
                    <a:pt x="10823" y="2348"/>
                    <a:pt x="10787" y="2276"/>
                  </a:cubicBezTo>
                  <a:cubicBezTo>
                    <a:pt x="10763" y="2193"/>
                    <a:pt x="10692" y="2157"/>
                    <a:pt x="10609" y="2133"/>
                  </a:cubicBezTo>
                  <a:lnTo>
                    <a:pt x="10359" y="2074"/>
                  </a:lnTo>
                  <a:lnTo>
                    <a:pt x="11525" y="764"/>
                  </a:lnTo>
                  <a:close/>
                  <a:moveTo>
                    <a:pt x="11611" y="0"/>
                  </a:moveTo>
                  <a:cubicBezTo>
                    <a:pt x="11548" y="0"/>
                    <a:pt x="11486" y="33"/>
                    <a:pt x="11442" y="85"/>
                  </a:cubicBezTo>
                  <a:lnTo>
                    <a:pt x="9692" y="2062"/>
                  </a:lnTo>
                  <a:cubicBezTo>
                    <a:pt x="9632" y="2133"/>
                    <a:pt x="9620" y="2229"/>
                    <a:pt x="9644" y="2324"/>
                  </a:cubicBezTo>
                  <a:cubicBezTo>
                    <a:pt x="9680" y="2395"/>
                    <a:pt x="9751" y="2467"/>
                    <a:pt x="9835" y="2479"/>
                  </a:cubicBezTo>
                  <a:lnTo>
                    <a:pt x="10192" y="2562"/>
                  </a:lnTo>
                  <a:cubicBezTo>
                    <a:pt x="9382" y="3991"/>
                    <a:pt x="7846" y="4884"/>
                    <a:pt x="6191" y="4884"/>
                  </a:cubicBezTo>
                  <a:cubicBezTo>
                    <a:pt x="4036" y="4884"/>
                    <a:pt x="2191" y="3407"/>
                    <a:pt x="1703" y="1312"/>
                  </a:cubicBezTo>
                  <a:cubicBezTo>
                    <a:pt x="1667" y="1205"/>
                    <a:pt x="1560" y="1109"/>
                    <a:pt x="1441" y="1109"/>
                  </a:cubicBezTo>
                  <a:lnTo>
                    <a:pt x="262" y="1109"/>
                  </a:lnTo>
                  <a:cubicBezTo>
                    <a:pt x="191" y="1109"/>
                    <a:pt x="119" y="1145"/>
                    <a:pt x="72" y="1205"/>
                  </a:cubicBezTo>
                  <a:cubicBezTo>
                    <a:pt x="12" y="1264"/>
                    <a:pt x="0" y="1336"/>
                    <a:pt x="12" y="1407"/>
                  </a:cubicBezTo>
                  <a:cubicBezTo>
                    <a:pt x="250" y="2657"/>
                    <a:pt x="845" y="3788"/>
                    <a:pt x="1762" y="4705"/>
                  </a:cubicBezTo>
                  <a:cubicBezTo>
                    <a:pt x="2929" y="5896"/>
                    <a:pt x="4513" y="6551"/>
                    <a:pt x="6191" y="6551"/>
                  </a:cubicBezTo>
                  <a:cubicBezTo>
                    <a:pt x="7501" y="6551"/>
                    <a:pt x="8763" y="6146"/>
                    <a:pt x="9835" y="5372"/>
                  </a:cubicBezTo>
                  <a:cubicBezTo>
                    <a:pt x="10728" y="4741"/>
                    <a:pt x="11430" y="3884"/>
                    <a:pt x="11894" y="2895"/>
                  </a:cubicBezTo>
                  <a:lnTo>
                    <a:pt x="12430" y="3002"/>
                  </a:lnTo>
                  <a:cubicBezTo>
                    <a:pt x="12453" y="3012"/>
                    <a:pt x="12476" y="3017"/>
                    <a:pt x="12499" y="3017"/>
                  </a:cubicBezTo>
                  <a:cubicBezTo>
                    <a:pt x="12562" y="3017"/>
                    <a:pt x="12625" y="2983"/>
                    <a:pt x="12668" y="2931"/>
                  </a:cubicBezTo>
                  <a:cubicBezTo>
                    <a:pt x="12728" y="2860"/>
                    <a:pt x="12740" y="2764"/>
                    <a:pt x="12716" y="2681"/>
                  </a:cubicBezTo>
                  <a:lnTo>
                    <a:pt x="11871" y="181"/>
                  </a:lnTo>
                  <a:cubicBezTo>
                    <a:pt x="11847" y="97"/>
                    <a:pt x="11775" y="26"/>
                    <a:pt x="11680" y="14"/>
                  </a:cubicBezTo>
                  <a:cubicBezTo>
                    <a:pt x="11658" y="4"/>
                    <a:pt x="11635" y="0"/>
                    <a:pt x="11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9" name="Google Shape;8429;p49"/>
            <p:cNvSpPr/>
            <p:nvPr/>
          </p:nvSpPr>
          <p:spPr>
            <a:xfrm>
              <a:off x="4005858" y="3623461"/>
              <a:ext cx="308710" cy="158248"/>
            </a:xfrm>
            <a:custGeom>
              <a:avLst/>
              <a:gdLst/>
              <a:ahLst/>
              <a:cxnLst/>
              <a:rect l="l" t="t" r="r" b="b"/>
              <a:pathLst>
                <a:path w="12729" h="6525" extrusionOk="0">
                  <a:moveTo>
                    <a:pt x="6537" y="0"/>
                  </a:moveTo>
                  <a:cubicBezTo>
                    <a:pt x="5228" y="0"/>
                    <a:pt x="3978" y="405"/>
                    <a:pt x="2906" y="1167"/>
                  </a:cubicBezTo>
                  <a:cubicBezTo>
                    <a:pt x="2013" y="1786"/>
                    <a:pt x="1311" y="2655"/>
                    <a:pt x="846" y="3632"/>
                  </a:cubicBezTo>
                  <a:lnTo>
                    <a:pt x="310" y="3525"/>
                  </a:lnTo>
                  <a:cubicBezTo>
                    <a:pt x="290" y="3519"/>
                    <a:pt x="269" y="3516"/>
                    <a:pt x="248" y="3516"/>
                  </a:cubicBezTo>
                  <a:cubicBezTo>
                    <a:pt x="183" y="3516"/>
                    <a:pt x="117" y="3545"/>
                    <a:pt x="72" y="3608"/>
                  </a:cubicBezTo>
                  <a:cubicBezTo>
                    <a:pt x="13" y="3679"/>
                    <a:pt x="1" y="3763"/>
                    <a:pt x="37" y="3858"/>
                  </a:cubicBezTo>
                  <a:lnTo>
                    <a:pt x="870" y="6358"/>
                  </a:lnTo>
                  <a:cubicBezTo>
                    <a:pt x="894" y="6430"/>
                    <a:pt x="965" y="6501"/>
                    <a:pt x="1061" y="6525"/>
                  </a:cubicBezTo>
                  <a:lnTo>
                    <a:pt x="1108" y="6525"/>
                  </a:lnTo>
                  <a:cubicBezTo>
                    <a:pt x="1180" y="6525"/>
                    <a:pt x="1251" y="6477"/>
                    <a:pt x="1299" y="6477"/>
                  </a:cubicBezTo>
                  <a:lnTo>
                    <a:pt x="3049" y="4501"/>
                  </a:lnTo>
                  <a:cubicBezTo>
                    <a:pt x="3108" y="4418"/>
                    <a:pt x="3132" y="4334"/>
                    <a:pt x="3097" y="4239"/>
                  </a:cubicBezTo>
                  <a:cubicBezTo>
                    <a:pt x="3073" y="4167"/>
                    <a:pt x="2989" y="4096"/>
                    <a:pt x="2906" y="4084"/>
                  </a:cubicBezTo>
                  <a:lnTo>
                    <a:pt x="2549" y="4001"/>
                  </a:lnTo>
                  <a:cubicBezTo>
                    <a:pt x="3168" y="2905"/>
                    <a:pt x="4228" y="2120"/>
                    <a:pt x="5466" y="1822"/>
                  </a:cubicBezTo>
                  <a:cubicBezTo>
                    <a:pt x="5609" y="1774"/>
                    <a:pt x="5692" y="1643"/>
                    <a:pt x="5656" y="1500"/>
                  </a:cubicBezTo>
                  <a:cubicBezTo>
                    <a:pt x="5615" y="1376"/>
                    <a:pt x="5510" y="1305"/>
                    <a:pt x="5397" y="1305"/>
                  </a:cubicBezTo>
                  <a:cubicBezTo>
                    <a:pt x="5380" y="1305"/>
                    <a:pt x="5363" y="1307"/>
                    <a:pt x="5347" y="1310"/>
                  </a:cubicBezTo>
                  <a:cubicBezTo>
                    <a:pt x="4621" y="1489"/>
                    <a:pt x="3918" y="1834"/>
                    <a:pt x="3335" y="2310"/>
                  </a:cubicBezTo>
                  <a:cubicBezTo>
                    <a:pt x="2751" y="2786"/>
                    <a:pt x="2263" y="3382"/>
                    <a:pt x="1942" y="4060"/>
                  </a:cubicBezTo>
                  <a:cubicBezTo>
                    <a:pt x="1906" y="4144"/>
                    <a:pt x="1906" y="4215"/>
                    <a:pt x="1942" y="4287"/>
                  </a:cubicBezTo>
                  <a:cubicBezTo>
                    <a:pt x="1965" y="4358"/>
                    <a:pt x="2037" y="4406"/>
                    <a:pt x="2120" y="4418"/>
                  </a:cubicBezTo>
                  <a:lnTo>
                    <a:pt x="2370" y="4477"/>
                  </a:lnTo>
                  <a:lnTo>
                    <a:pt x="1203" y="5787"/>
                  </a:lnTo>
                  <a:lnTo>
                    <a:pt x="656" y="4120"/>
                  </a:lnTo>
                  <a:lnTo>
                    <a:pt x="953" y="4179"/>
                  </a:lnTo>
                  <a:cubicBezTo>
                    <a:pt x="977" y="4186"/>
                    <a:pt x="1000" y="4190"/>
                    <a:pt x="1022" y="4190"/>
                  </a:cubicBezTo>
                  <a:cubicBezTo>
                    <a:pt x="1116" y="4190"/>
                    <a:pt x="1201" y="4132"/>
                    <a:pt x="1239" y="4037"/>
                  </a:cubicBezTo>
                  <a:cubicBezTo>
                    <a:pt x="1656" y="3048"/>
                    <a:pt x="2323" y="2203"/>
                    <a:pt x="3204" y="1584"/>
                  </a:cubicBezTo>
                  <a:cubicBezTo>
                    <a:pt x="4168" y="881"/>
                    <a:pt x="5335" y="512"/>
                    <a:pt x="6537" y="512"/>
                  </a:cubicBezTo>
                  <a:cubicBezTo>
                    <a:pt x="8073" y="512"/>
                    <a:pt x="9526" y="1119"/>
                    <a:pt x="10609" y="2203"/>
                  </a:cubicBezTo>
                  <a:cubicBezTo>
                    <a:pt x="11371" y="2965"/>
                    <a:pt x="11895" y="3906"/>
                    <a:pt x="12145" y="4929"/>
                  </a:cubicBezTo>
                  <a:lnTo>
                    <a:pt x="11479" y="4929"/>
                  </a:lnTo>
                  <a:cubicBezTo>
                    <a:pt x="11252" y="4084"/>
                    <a:pt x="10812" y="3310"/>
                    <a:pt x="10181" y="2679"/>
                  </a:cubicBezTo>
                  <a:cubicBezTo>
                    <a:pt x="9514" y="2001"/>
                    <a:pt x="8681" y="1524"/>
                    <a:pt x="7752" y="1298"/>
                  </a:cubicBezTo>
                  <a:lnTo>
                    <a:pt x="7740" y="1298"/>
                  </a:lnTo>
                  <a:cubicBezTo>
                    <a:pt x="7719" y="1293"/>
                    <a:pt x="7699" y="1291"/>
                    <a:pt x="7679" y="1291"/>
                  </a:cubicBezTo>
                  <a:cubicBezTo>
                    <a:pt x="7558" y="1291"/>
                    <a:pt x="7451" y="1376"/>
                    <a:pt x="7430" y="1489"/>
                  </a:cubicBezTo>
                  <a:cubicBezTo>
                    <a:pt x="7395" y="1643"/>
                    <a:pt x="7490" y="1774"/>
                    <a:pt x="7621" y="1798"/>
                  </a:cubicBezTo>
                  <a:lnTo>
                    <a:pt x="7633" y="1798"/>
                  </a:lnTo>
                  <a:cubicBezTo>
                    <a:pt x="9300" y="2215"/>
                    <a:pt x="10645" y="3560"/>
                    <a:pt x="11026" y="5239"/>
                  </a:cubicBezTo>
                  <a:cubicBezTo>
                    <a:pt x="11062" y="5346"/>
                    <a:pt x="11169" y="5430"/>
                    <a:pt x="11288" y="5430"/>
                  </a:cubicBezTo>
                  <a:lnTo>
                    <a:pt x="12455" y="5430"/>
                  </a:lnTo>
                  <a:cubicBezTo>
                    <a:pt x="12538" y="5430"/>
                    <a:pt x="12610" y="5406"/>
                    <a:pt x="12657" y="5346"/>
                  </a:cubicBezTo>
                  <a:cubicBezTo>
                    <a:pt x="12717" y="5287"/>
                    <a:pt x="12729" y="5215"/>
                    <a:pt x="12717" y="5132"/>
                  </a:cubicBezTo>
                  <a:cubicBezTo>
                    <a:pt x="12479" y="3882"/>
                    <a:pt x="11883" y="2751"/>
                    <a:pt x="10967" y="1846"/>
                  </a:cubicBezTo>
                  <a:cubicBezTo>
                    <a:pt x="9800" y="655"/>
                    <a:pt x="8216"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0" name="Google Shape;8430;p49"/>
            <p:cNvSpPr/>
            <p:nvPr/>
          </p:nvSpPr>
          <p:spPr>
            <a:xfrm>
              <a:off x="4124257" y="3723064"/>
              <a:ext cx="81173" cy="103995"/>
            </a:xfrm>
            <a:custGeom>
              <a:avLst/>
              <a:gdLst/>
              <a:ahLst/>
              <a:cxnLst/>
              <a:rect l="l" t="t" r="r" b="b"/>
              <a:pathLst>
                <a:path w="3347" h="4288" extrusionOk="0">
                  <a:moveTo>
                    <a:pt x="2072" y="501"/>
                  </a:moveTo>
                  <a:lnTo>
                    <a:pt x="1608" y="1549"/>
                  </a:lnTo>
                  <a:cubicBezTo>
                    <a:pt x="1560" y="1620"/>
                    <a:pt x="1584" y="1715"/>
                    <a:pt x="1620" y="1787"/>
                  </a:cubicBezTo>
                  <a:cubicBezTo>
                    <a:pt x="1667" y="1858"/>
                    <a:pt x="1739" y="1906"/>
                    <a:pt x="1834" y="1906"/>
                  </a:cubicBezTo>
                  <a:lnTo>
                    <a:pt x="2537" y="1906"/>
                  </a:lnTo>
                  <a:lnTo>
                    <a:pt x="1477" y="3204"/>
                  </a:lnTo>
                  <a:lnTo>
                    <a:pt x="1548" y="2561"/>
                  </a:lnTo>
                  <a:cubicBezTo>
                    <a:pt x="1560" y="2489"/>
                    <a:pt x="1536" y="2430"/>
                    <a:pt x="1489" y="2370"/>
                  </a:cubicBezTo>
                  <a:cubicBezTo>
                    <a:pt x="1441" y="2311"/>
                    <a:pt x="1370" y="2275"/>
                    <a:pt x="1298" y="2275"/>
                  </a:cubicBezTo>
                  <a:lnTo>
                    <a:pt x="655" y="2275"/>
                  </a:lnTo>
                  <a:lnTo>
                    <a:pt x="1441" y="501"/>
                  </a:lnTo>
                  <a:close/>
                  <a:moveTo>
                    <a:pt x="1263" y="1"/>
                  </a:moveTo>
                  <a:cubicBezTo>
                    <a:pt x="1155" y="1"/>
                    <a:pt x="1072" y="60"/>
                    <a:pt x="1024" y="156"/>
                  </a:cubicBezTo>
                  <a:lnTo>
                    <a:pt x="48" y="2430"/>
                  </a:lnTo>
                  <a:cubicBezTo>
                    <a:pt x="0" y="2501"/>
                    <a:pt x="12" y="2596"/>
                    <a:pt x="60" y="2668"/>
                  </a:cubicBezTo>
                  <a:cubicBezTo>
                    <a:pt x="108" y="2739"/>
                    <a:pt x="179" y="2787"/>
                    <a:pt x="262" y="2787"/>
                  </a:cubicBezTo>
                  <a:lnTo>
                    <a:pt x="1013" y="2787"/>
                  </a:lnTo>
                  <a:lnTo>
                    <a:pt x="882" y="4001"/>
                  </a:lnTo>
                  <a:cubicBezTo>
                    <a:pt x="858" y="4120"/>
                    <a:pt x="917" y="4228"/>
                    <a:pt x="1024" y="4275"/>
                  </a:cubicBezTo>
                  <a:cubicBezTo>
                    <a:pt x="1072" y="4287"/>
                    <a:pt x="1096" y="4287"/>
                    <a:pt x="1132" y="4287"/>
                  </a:cubicBezTo>
                  <a:cubicBezTo>
                    <a:pt x="1203" y="4287"/>
                    <a:pt x="1286" y="4263"/>
                    <a:pt x="1346" y="4204"/>
                  </a:cubicBezTo>
                  <a:lnTo>
                    <a:pt x="3275" y="1823"/>
                  </a:lnTo>
                  <a:cubicBezTo>
                    <a:pt x="3334" y="1739"/>
                    <a:pt x="3346" y="1644"/>
                    <a:pt x="3310" y="1549"/>
                  </a:cubicBezTo>
                  <a:cubicBezTo>
                    <a:pt x="3263" y="1465"/>
                    <a:pt x="3168" y="1406"/>
                    <a:pt x="3072" y="1406"/>
                  </a:cubicBezTo>
                  <a:lnTo>
                    <a:pt x="2215" y="1406"/>
                  </a:lnTo>
                  <a:lnTo>
                    <a:pt x="2679" y="358"/>
                  </a:lnTo>
                  <a:cubicBezTo>
                    <a:pt x="2727" y="287"/>
                    <a:pt x="2703" y="191"/>
                    <a:pt x="2667" y="120"/>
                  </a:cubicBezTo>
                  <a:cubicBezTo>
                    <a:pt x="2620" y="49"/>
                    <a:pt x="2548" y="1"/>
                    <a:pt x="2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49"/>
            <p:cNvSpPr/>
            <p:nvPr/>
          </p:nvSpPr>
          <p:spPr>
            <a:xfrm>
              <a:off x="4078348" y="3688723"/>
              <a:ext cx="172702" cy="172702"/>
            </a:xfrm>
            <a:custGeom>
              <a:avLst/>
              <a:gdLst/>
              <a:ahLst/>
              <a:cxnLst/>
              <a:rect l="l" t="t" r="r" b="b"/>
              <a:pathLst>
                <a:path w="7121" h="7121" extrusionOk="0">
                  <a:moveTo>
                    <a:pt x="3560" y="524"/>
                  </a:moveTo>
                  <a:cubicBezTo>
                    <a:pt x="5239" y="524"/>
                    <a:pt x="6596" y="1893"/>
                    <a:pt x="6596" y="3560"/>
                  </a:cubicBezTo>
                  <a:cubicBezTo>
                    <a:pt x="6596" y="5227"/>
                    <a:pt x="5239" y="6596"/>
                    <a:pt x="3560" y="6596"/>
                  </a:cubicBezTo>
                  <a:cubicBezTo>
                    <a:pt x="1893" y="6596"/>
                    <a:pt x="524" y="5239"/>
                    <a:pt x="524" y="3560"/>
                  </a:cubicBezTo>
                  <a:cubicBezTo>
                    <a:pt x="524" y="1893"/>
                    <a:pt x="1882" y="524"/>
                    <a:pt x="3560" y="524"/>
                  </a:cubicBezTo>
                  <a:close/>
                  <a:moveTo>
                    <a:pt x="3560" y="0"/>
                  </a:moveTo>
                  <a:cubicBezTo>
                    <a:pt x="1596" y="0"/>
                    <a:pt x="0" y="1596"/>
                    <a:pt x="0" y="3560"/>
                  </a:cubicBezTo>
                  <a:cubicBezTo>
                    <a:pt x="0" y="5525"/>
                    <a:pt x="1596" y="7120"/>
                    <a:pt x="3560" y="7120"/>
                  </a:cubicBezTo>
                  <a:cubicBezTo>
                    <a:pt x="5525" y="7120"/>
                    <a:pt x="7120" y="5525"/>
                    <a:pt x="7120" y="3560"/>
                  </a:cubicBezTo>
                  <a:cubicBezTo>
                    <a:pt x="7120" y="1596"/>
                    <a:pt x="5525" y="0"/>
                    <a:pt x="35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98"/>
        <p:cNvGrpSpPr/>
        <p:nvPr/>
      </p:nvGrpSpPr>
      <p:grpSpPr>
        <a:xfrm>
          <a:off x="0" y="0"/>
          <a:ext cx="0" cy="0"/>
          <a:chOff x="0" y="0"/>
          <a:chExt cx="0" cy="0"/>
        </a:xfrm>
      </p:grpSpPr>
      <p:sp>
        <p:nvSpPr>
          <p:cNvPr id="8499" name="Google Shape;8499;p51"/>
          <p:cNvSpPr txBox="1">
            <a:spLocks noGrp="1"/>
          </p:cNvSpPr>
          <p:nvPr>
            <p:ph type="title"/>
          </p:nvPr>
        </p:nvSpPr>
        <p:spPr>
          <a:xfrm>
            <a:off x="1126200" y="1344300"/>
            <a:ext cx="6891600" cy="24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grpSp>
        <p:nvGrpSpPr>
          <p:cNvPr id="8500" name="Google Shape;8500;p51"/>
          <p:cNvGrpSpPr/>
          <p:nvPr/>
        </p:nvGrpSpPr>
        <p:grpSpPr>
          <a:xfrm>
            <a:off x="225435" y="2839485"/>
            <a:ext cx="988969" cy="2454892"/>
            <a:chOff x="7939775" y="3650050"/>
            <a:chExt cx="656425" cy="1629425"/>
          </a:xfrm>
        </p:grpSpPr>
        <p:sp>
          <p:nvSpPr>
            <p:cNvPr id="8501" name="Google Shape;8501;p51"/>
            <p:cNvSpPr/>
            <p:nvPr/>
          </p:nvSpPr>
          <p:spPr>
            <a:xfrm>
              <a:off x="8054664" y="3718205"/>
              <a:ext cx="426646" cy="1493115"/>
            </a:xfrm>
            <a:custGeom>
              <a:avLst/>
              <a:gdLst/>
              <a:ahLst/>
              <a:cxnLst/>
              <a:rect l="l" t="t" r="r" b="b"/>
              <a:pathLst>
                <a:path w="23314" h="81591" extrusionOk="0">
                  <a:moveTo>
                    <a:pt x="15829" y="0"/>
                  </a:moveTo>
                  <a:lnTo>
                    <a:pt x="15829" y="16046"/>
                  </a:lnTo>
                  <a:lnTo>
                    <a:pt x="11967" y="16046"/>
                  </a:lnTo>
                  <a:lnTo>
                    <a:pt x="11967" y="6539"/>
                  </a:lnTo>
                  <a:lnTo>
                    <a:pt x="6658" y="3101"/>
                  </a:lnTo>
                  <a:lnTo>
                    <a:pt x="6658" y="12533"/>
                  </a:lnTo>
                  <a:lnTo>
                    <a:pt x="4363" y="12533"/>
                  </a:lnTo>
                  <a:lnTo>
                    <a:pt x="4363" y="3101"/>
                  </a:lnTo>
                  <a:lnTo>
                    <a:pt x="1" y="3101"/>
                  </a:lnTo>
                  <a:lnTo>
                    <a:pt x="1" y="81590"/>
                  </a:lnTo>
                  <a:lnTo>
                    <a:pt x="23314" y="81590"/>
                  </a:lnTo>
                  <a:lnTo>
                    <a:pt x="23314" y="4852"/>
                  </a:lnTo>
                  <a:lnTo>
                    <a:pt x="15829"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8502" name="Google Shape;8502;p51"/>
            <p:cNvPicPr preferRelativeResize="0"/>
            <p:nvPr/>
          </p:nvPicPr>
          <p:blipFill rotWithShape="1">
            <a:blip r:embed="rId3">
              <a:alphaModFix/>
            </a:blip>
            <a:srcRect l="748" r="748"/>
            <a:stretch/>
          </p:blipFill>
          <p:spPr>
            <a:xfrm>
              <a:off x="7939775" y="3650050"/>
              <a:ext cx="656425" cy="1629425"/>
            </a:xfrm>
            <a:prstGeom prst="rect">
              <a:avLst/>
            </a:prstGeom>
            <a:noFill/>
            <a:ln>
              <a:noFill/>
            </a:ln>
          </p:spPr>
        </p:pic>
      </p:grpSp>
      <p:grpSp>
        <p:nvGrpSpPr>
          <p:cNvPr id="8503" name="Google Shape;8503;p51"/>
          <p:cNvGrpSpPr/>
          <p:nvPr/>
        </p:nvGrpSpPr>
        <p:grpSpPr>
          <a:xfrm flipH="1">
            <a:off x="7781773" y="2341449"/>
            <a:ext cx="1207744" cy="2952922"/>
            <a:chOff x="-582798" y="1780547"/>
            <a:chExt cx="1441050" cy="3523352"/>
          </a:xfrm>
        </p:grpSpPr>
        <p:sp>
          <p:nvSpPr>
            <p:cNvPr id="8504" name="Google Shape;8504;p51"/>
            <p:cNvSpPr/>
            <p:nvPr/>
          </p:nvSpPr>
          <p:spPr>
            <a:xfrm>
              <a:off x="-280925" y="1904588"/>
              <a:ext cx="837311" cy="3275264"/>
            </a:xfrm>
            <a:custGeom>
              <a:avLst/>
              <a:gdLst/>
              <a:ahLst/>
              <a:cxnLst/>
              <a:rect l="l" t="t" r="r" b="b"/>
              <a:pathLst>
                <a:path w="13788" h="53936" extrusionOk="0">
                  <a:moveTo>
                    <a:pt x="13788" y="0"/>
                  </a:moveTo>
                  <a:lnTo>
                    <a:pt x="13028" y="9259"/>
                  </a:lnTo>
                  <a:lnTo>
                    <a:pt x="12467" y="9259"/>
                  </a:lnTo>
                  <a:lnTo>
                    <a:pt x="12467" y="2789"/>
                  </a:lnTo>
                  <a:lnTo>
                    <a:pt x="11940" y="9259"/>
                  </a:lnTo>
                  <a:lnTo>
                    <a:pt x="9199" y="9259"/>
                  </a:lnTo>
                  <a:cubicBezTo>
                    <a:pt x="9199" y="23299"/>
                    <a:pt x="6131" y="42563"/>
                    <a:pt x="1" y="53935"/>
                  </a:cubicBezTo>
                  <a:lnTo>
                    <a:pt x="13788" y="53935"/>
                  </a:lnTo>
                  <a:cubicBezTo>
                    <a:pt x="13788" y="53935"/>
                    <a:pt x="13695" y="27395"/>
                    <a:pt x="13775" y="11046"/>
                  </a:cubicBezTo>
                  <a:lnTo>
                    <a:pt x="13788" y="11046"/>
                  </a:lnTo>
                  <a:lnTo>
                    <a:pt x="13788"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05" name="Google Shape;8505;p51"/>
            <p:cNvPicPr preferRelativeResize="0"/>
            <p:nvPr/>
          </p:nvPicPr>
          <p:blipFill>
            <a:blip r:embed="rId4">
              <a:alphaModFix/>
            </a:blip>
            <a:stretch>
              <a:fillRect/>
            </a:stretch>
          </p:blipFill>
          <p:spPr>
            <a:xfrm>
              <a:off x="-582798" y="1780547"/>
              <a:ext cx="1441050" cy="3523352"/>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22"/>
        <p:cNvGrpSpPr/>
        <p:nvPr/>
      </p:nvGrpSpPr>
      <p:grpSpPr>
        <a:xfrm>
          <a:off x="0" y="0"/>
          <a:ext cx="0" cy="0"/>
          <a:chOff x="0" y="0"/>
          <a:chExt cx="0" cy="0"/>
        </a:xfrm>
      </p:grpSpPr>
      <p:sp>
        <p:nvSpPr>
          <p:cNvPr id="8523" name="Google Shape;8523;p53"/>
          <p:cNvSpPr txBox="1">
            <a:spLocks noGrp="1"/>
          </p:cNvSpPr>
          <p:nvPr>
            <p:ph type="title"/>
          </p:nvPr>
        </p:nvSpPr>
        <p:spPr>
          <a:xfrm>
            <a:off x="713225" y="539525"/>
            <a:ext cx="7717500" cy="60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Theoretical framework</a:t>
            </a:r>
            <a:endParaRPr/>
          </a:p>
        </p:txBody>
      </p:sp>
      <p:sp>
        <p:nvSpPr>
          <p:cNvPr id="8524" name="Google Shape;8524;p53"/>
          <p:cNvSpPr txBox="1"/>
          <p:nvPr/>
        </p:nvSpPr>
        <p:spPr>
          <a:xfrm>
            <a:off x="2828400" y="1229625"/>
            <a:ext cx="34872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accent1"/>
                </a:solidFill>
                <a:latin typeface="Lexend Deca"/>
                <a:ea typeface="Lexend Deca"/>
                <a:cs typeface="Lexend Deca"/>
                <a:sym typeface="Lexend Deca"/>
              </a:rPr>
              <a:t>Theoretical framework</a:t>
            </a:r>
            <a:endParaRPr sz="2000" b="1">
              <a:solidFill>
                <a:schemeClr val="accent1"/>
              </a:solidFill>
              <a:latin typeface="Lexend Deca"/>
              <a:ea typeface="Lexend Deca"/>
              <a:cs typeface="Lexend Deca"/>
              <a:sym typeface="Lexend Deca"/>
            </a:endParaRPr>
          </a:p>
        </p:txBody>
      </p:sp>
      <p:sp>
        <p:nvSpPr>
          <p:cNvPr id="8525" name="Google Shape;8525;p53"/>
          <p:cNvSpPr txBox="1"/>
          <p:nvPr/>
        </p:nvSpPr>
        <p:spPr>
          <a:xfrm>
            <a:off x="713225" y="1929075"/>
            <a:ext cx="2615100" cy="422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Lexend Deca"/>
                <a:ea typeface="Lexend Deca"/>
                <a:cs typeface="Lexend Deca"/>
                <a:sym typeface="Lexend Deca"/>
              </a:rPr>
              <a:t>Key terms</a:t>
            </a:r>
            <a:endParaRPr sz="1800" b="1">
              <a:solidFill>
                <a:schemeClr val="dk1"/>
              </a:solidFill>
              <a:latin typeface="Lexend Deca"/>
              <a:ea typeface="Lexend Deca"/>
              <a:cs typeface="Lexend Deca"/>
              <a:sym typeface="Lexend Deca"/>
            </a:endParaRPr>
          </a:p>
        </p:txBody>
      </p:sp>
      <p:sp>
        <p:nvSpPr>
          <p:cNvPr id="8526" name="Google Shape;8526;p53"/>
          <p:cNvSpPr txBox="1"/>
          <p:nvPr/>
        </p:nvSpPr>
        <p:spPr>
          <a:xfrm>
            <a:off x="4516600" y="1929075"/>
            <a:ext cx="2624400" cy="422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Lexend Deca"/>
                <a:ea typeface="Lexend Deca"/>
                <a:cs typeface="Lexend Deca"/>
                <a:sym typeface="Lexend Deca"/>
              </a:rPr>
              <a:t>Relevant theories</a:t>
            </a:r>
            <a:endParaRPr sz="1800" b="1">
              <a:solidFill>
                <a:schemeClr val="dk1"/>
              </a:solidFill>
              <a:latin typeface="Lexend Deca"/>
              <a:ea typeface="Lexend Deca"/>
              <a:cs typeface="Lexend Deca"/>
              <a:sym typeface="Lexend Deca"/>
            </a:endParaRPr>
          </a:p>
        </p:txBody>
      </p:sp>
      <p:sp>
        <p:nvSpPr>
          <p:cNvPr id="8527" name="Google Shape;8527;p53"/>
          <p:cNvSpPr txBox="1"/>
          <p:nvPr/>
        </p:nvSpPr>
        <p:spPr>
          <a:xfrm>
            <a:off x="713225" y="2351775"/>
            <a:ext cx="2615100" cy="696300"/>
          </a:xfrm>
          <a:prstGeom prst="rect">
            <a:avLst/>
          </a:prstGeom>
          <a:noFill/>
          <a:ln>
            <a:noFill/>
          </a:ln>
        </p:spPr>
        <p:txBody>
          <a:bodyPr spcFirstLastPara="1" wrap="square" lIns="91425" tIns="91425" rIns="91425" bIns="91425" anchor="t" anchorCtr="0">
            <a:noAutofit/>
          </a:bodyPr>
          <a:lstStyle/>
          <a:p>
            <a:pPr marL="285750" lvl="0" indent="-317500" algn="l" rtl="0">
              <a:spcBef>
                <a:spcPts val="0"/>
              </a:spcBef>
              <a:spcAft>
                <a:spcPts val="0"/>
              </a:spcAft>
              <a:buClr>
                <a:schemeClr val="dk1"/>
              </a:buClr>
              <a:buSzPts val="1400"/>
              <a:buFont typeface="Lexend Deca Light"/>
              <a:buChar char="●"/>
            </a:pPr>
            <a:r>
              <a:rPr lang="en">
                <a:solidFill>
                  <a:schemeClr val="dk1"/>
                </a:solidFill>
                <a:latin typeface="Lexend Deca Light"/>
                <a:ea typeface="Lexend Deca Light"/>
                <a:cs typeface="Lexend Deca Light"/>
                <a:sym typeface="Lexend Deca Light"/>
              </a:rPr>
              <a:t>Mercury is small</a:t>
            </a:r>
            <a:endParaRPr>
              <a:solidFill>
                <a:schemeClr val="dk1"/>
              </a:solidFill>
              <a:latin typeface="Lexend Deca Light"/>
              <a:ea typeface="Lexend Deca Light"/>
              <a:cs typeface="Lexend Deca Light"/>
              <a:sym typeface="Lexend Deca Light"/>
            </a:endParaRPr>
          </a:p>
          <a:p>
            <a:pPr marL="285750" lvl="0" indent="-317500" algn="l" rtl="0">
              <a:spcBef>
                <a:spcPts val="0"/>
              </a:spcBef>
              <a:spcAft>
                <a:spcPts val="0"/>
              </a:spcAft>
              <a:buClr>
                <a:schemeClr val="dk1"/>
              </a:buClr>
              <a:buSzPts val="1400"/>
              <a:buFont typeface="Lexend Deca Light"/>
              <a:buChar char="●"/>
            </a:pPr>
            <a:r>
              <a:rPr lang="en">
                <a:solidFill>
                  <a:schemeClr val="dk1"/>
                </a:solidFill>
                <a:latin typeface="Lexend Deca Light"/>
                <a:ea typeface="Lexend Deca Light"/>
                <a:cs typeface="Lexend Deca Light"/>
                <a:sym typeface="Lexend Deca Light"/>
              </a:rPr>
              <a:t>Earth harbors life</a:t>
            </a:r>
            <a:endParaRPr>
              <a:solidFill>
                <a:schemeClr val="dk1"/>
              </a:solidFill>
              <a:latin typeface="Lexend Deca Light"/>
              <a:ea typeface="Lexend Deca Light"/>
              <a:cs typeface="Lexend Deca Light"/>
              <a:sym typeface="Lexend Deca Light"/>
            </a:endParaRPr>
          </a:p>
          <a:p>
            <a:pPr marL="285750" lvl="0" indent="-317500" algn="l" rtl="0">
              <a:spcBef>
                <a:spcPts val="0"/>
              </a:spcBef>
              <a:spcAft>
                <a:spcPts val="0"/>
              </a:spcAft>
              <a:buClr>
                <a:schemeClr val="dk1"/>
              </a:buClr>
              <a:buSzPts val="1400"/>
              <a:buFont typeface="Lexend Deca Light"/>
              <a:buChar char="●"/>
            </a:pPr>
            <a:r>
              <a:rPr lang="en">
                <a:solidFill>
                  <a:schemeClr val="dk1"/>
                </a:solidFill>
                <a:latin typeface="Lexend Deca Light"/>
                <a:ea typeface="Lexend Deca Light"/>
                <a:cs typeface="Lexend Deca Light"/>
                <a:sym typeface="Lexend Deca Light"/>
              </a:rPr>
              <a:t>Jupiter is quite big</a:t>
            </a:r>
            <a:endParaRPr>
              <a:solidFill>
                <a:schemeClr val="dk1"/>
              </a:solidFill>
              <a:latin typeface="Lexend Deca Light"/>
              <a:ea typeface="Lexend Deca Light"/>
              <a:cs typeface="Lexend Deca Light"/>
              <a:sym typeface="Lexend Deca Light"/>
            </a:endParaRPr>
          </a:p>
          <a:p>
            <a:pPr marL="457200" lvl="0" indent="0" algn="l" rtl="0">
              <a:spcBef>
                <a:spcPts val="0"/>
              </a:spcBef>
              <a:spcAft>
                <a:spcPts val="0"/>
              </a:spcAft>
              <a:buNone/>
            </a:pPr>
            <a:endParaRPr>
              <a:solidFill>
                <a:schemeClr val="dk1"/>
              </a:solidFill>
              <a:latin typeface="Lexend Deca Light"/>
              <a:ea typeface="Lexend Deca Light"/>
              <a:cs typeface="Lexend Deca Light"/>
              <a:sym typeface="Lexend Deca Light"/>
            </a:endParaRPr>
          </a:p>
        </p:txBody>
      </p:sp>
      <p:cxnSp>
        <p:nvCxnSpPr>
          <p:cNvPr id="8528" name="Google Shape;8528;p53"/>
          <p:cNvCxnSpPr>
            <a:stCxn id="8524" idx="2"/>
            <a:endCxn id="8525" idx="0"/>
          </p:cNvCxnSpPr>
          <p:nvPr/>
        </p:nvCxnSpPr>
        <p:spPr>
          <a:xfrm rot="5400000">
            <a:off x="3157950" y="515175"/>
            <a:ext cx="276900" cy="2551200"/>
          </a:xfrm>
          <a:prstGeom prst="bentConnector3">
            <a:avLst>
              <a:gd name="adj1" fmla="val 49973"/>
            </a:avLst>
          </a:prstGeom>
          <a:noFill/>
          <a:ln w="9525" cap="flat" cmpd="sng">
            <a:solidFill>
              <a:schemeClr val="dk2"/>
            </a:solidFill>
            <a:prstDash val="solid"/>
            <a:round/>
            <a:headEnd type="none" w="med" len="med"/>
            <a:tailEnd type="none" w="med" len="med"/>
          </a:ln>
        </p:spPr>
      </p:cxnSp>
      <p:sp>
        <p:nvSpPr>
          <p:cNvPr id="8529" name="Google Shape;8529;p53"/>
          <p:cNvSpPr txBox="1"/>
          <p:nvPr/>
        </p:nvSpPr>
        <p:spPr>
          <a:xfrm>
            <a:off x="4516600" y="3645900"/>
            <a:ext cx="2624400" cy="420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Lexend Deca"/>
                <a:ea typeface="Lexend Deca"/>
                <a:cs typeface="Lexend Deca"/>
                <a:sym typeface="Lexend Deca"/>
              </a:rPr>
              <a:t>Our framework</a:t>
            </a:r>
            <a:endParaRPr sz="1800" b="1">
              <a:solidFill>
                <a:schemeClr val="dk1"/>
              </a:solidFill>
              <a:latin typeface="Lexend Deca"/>
              <a:ea typeface="Lexend Deca"/>
              <a:cs typeface="Lexend Deca"/>
              <a:sym typeface="Lexend Deca"/>
            </a:endParaRPr>
          </a:p>
        </p:txBody>
      </p:sp>
      <p:sp>
        <p:nvSpPr>
          <p:cNvPr id="8530" name="Google Shape;8530;p53"/>
          <p:cNvSpPr txBox="1"/>
          <p:nvPr/>
        </p:nvSpPr>
        <p:spPr>
          <a:xfrm>
            <a:off x="4040050" y="4035425"/>
            <a:ext cx="3577500" cy="55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Venus has a beautiful name and is the second planet from the Sun</a:t>
            </a:r>
            <a:endParaRPr>
              <a:solidFill>
                <a:schemeClr val="dk1"/>
              </a:solidFill>
              <a:latin typeface="Lexend Deca Light"/>
              <a:ea typeface="Lexend Deca Light"/>
              <a:cs typeface="Lexend Deca Light"/>
              <a:sym typeface="Lexend Deca Light"/>
            </a:endParaRPr>
          </a:p>
        </p:txBody>
      </p:sp>
      <p:sp>
        <p:nvSpPr>
          <p:cNvPr id="8531" name="Google Shape;8531;p53"/>
          <p:cNvSpPr txBox="1"/>
          <p:nvPr/>
        </p:nvSpPr>
        <p:spPr>
          <a:xfrm>
            <a:off x="3128375" y="2531480"/>
            <a:ext cx="2615100" cy="297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Theory 1</a:t>
            </a:r>
            <a:endParaRPr sz="1800">
              <a:solidFill>
                <a:schemeClr val="dk1"/>
              </a:solidFill>
              <a:latin typeface="Lexend Deca Light"/>
              <a:ea typeface="Lexend Deca Light"/>
              <a:cs typeface="Lexend Deca Light"/>
              <a:sym typeface="Lexend Deca Light"/>
            </a:endParaRPr>
          </a:p>
        </p:txBody>
      </p:sp>
      <p:sp>
        <p:nvSpPr>
          <p:cNvPr id="8532" name="Google Shape;8532;p53"/>
          <p:cNvSpPr txBox="1"/>
          <p:nvPr/>
        </p:nvSpPr>
        <p:spPr>
          <a:xfrm>
            <a:off x="3128375" y="2864875"/>
            <a:ext cx="2615100" cy="50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Saturn is a gas giant and has rings. </a:t>
            </a:r>
            <a:endParaRPr>
              <a:solidFill>
                <a:schemeClr val="dk1"/>
              </a:solidFill>
              <a:latin typeface="Lexend Deca Light"/>
              <a:ea typeface="Lexend Deca Light"/>
              <a:cs typeface="Lexend Deca Light"/>
              <a:sym typeface="Lexend Deca Light"/>
            </a:endParaRPr>
          </a:p>
        </p:txBody>
      </p:sp>
      <p:sp>
        <p:nvSpPr>
          <p:cNvPr id="8533" name="Google Shape;8533;p53"/>
          <p:cNvSpPr txBox="1"/>
          <p:nvPr/>
        </p:nvSpPr>
        <p:spPr>
          <a:xfrm>
            <a:off x="5814371" y="2531473"/>
            <a:ext cx="2615100" cy="297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Lexend Deca Light"/>
                <a:ea typeface="Lexend Deca Light"/>
                <a:cs typeface="Lexend Deca Light"/>
                <a:sym typeface="Lexend Deca Light"/>
              </a:rPr>
              <a:t>Theory 2</a:t>
            </a:r>
            <a:endParaRPr sz="1800">
              <a:solidFill>
                <a:schemeClr val="dk1"/>
              </a:solidFill>
              <a:latin typeface="Lexend Deca Light"/>
              <a:ea typeface="Lexend Deca Light"/>
              <a:cs typeface="Lexend Deca Light"/>
              <a:sym typeface="Lexend Deca Light"/>
            </a:endParaRPr>
          </a:p>
        </p:txBody>
      </p:sp>
      <p:sp>
        <p:nvSpPr>
          <p:cNvPr id="8534" name="Google Shape;8534;p53"/>
          <p:cNvSpPr txBox="1"/>
          <p:nvPr/>
        </p:nvSpPr>
        <p:spPr>
          <a:xfrm>
            <a:off x="5813171" y="2864875"/>
            <a:ext cx="2617500" cy="50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Neptune is the fourth-largest planet by diameter</a:t>
            </a:r>
            <a:endParaRPr>
              <a:solidFill>
                <a:schemeClr val="dk1"/>
              </a:solidFill>
              <a:latin typeface="Lexend Deca Light"/>
              <a:ea typeface="Lexend Deca Light"/>
              <a:cs typeface="Lexend Deca Light"/>
              <a:sym typeface="Lexend Deca Light"/>
            </a:endParaRPr>
          </a:p>
        </p:txBody>
      </p:sp>
      <p:cxnSp>
        <p:nvCxnSpPr>
          <p:cNvPr id="8535" name="Google Shape;8535;p53"/>
          <p:cNvCxnSpPr>
            <a:stCxn id="8526" idx="2"/>
            <a:endCxn id="8531" idx="0"/>
          </p:cNvCxnSpPr>
          <p:nvPr/>
        </p:nvCxnSpPr>
        <p:spPr>
          <a:xfrm rot="5400000">
            <a:off x="5042500" y="1745175"/>
            <a:ext cx="179700" cy="1392900"/>
          </a:xfrm>
          <a:prstGeom prst="bentConnector3">
            <a:avLst>
              <a:gd name="adj1" fmla="val 50001"/>
            </a:avLst>
          </a:prstGeom>
          <a:noFill/>
          <a:ln w="9525" cap="flat" cmpd="sng">
            <a:solidFill>
              <a:schemeClr val="dk2"/>
            </a:solidFill>
            <a:prstDash val="solid"/>
            <a:round/>
            <a:headEnd type="none" w="med" len="med"/>
            <a:tailEnd type="none" w="med" len="med"/>
          </a:ln>
        </p:spPr>
      </p:cxnSp>
      <p:cxnSp>
        <p:nvCxnSpPr>
          <p:cNvPr id="8536" name="Google Shape;8536;p53"/>
          <p:cNvCxnSpPr>
            <a:stCxn id="8526" idx="2"/>
            <a:endCxn id="8533" idx="0"/>
          </p:cNvCxnSpPr>
          <p:nvPr/>
        </p:nvCxnSpPr>
        <p:spPr>
          <a:xfrm rot="-5400000" flipH="1">
            <a:off x="6385450" y="1795125"/>
            <a:ext cx="179700" cy="1293000"/>
          </a:xfrm>
          <a:prstGeom prst="bentConnector3">
            <a:avLst>
              <a:gd name="adj1" fmla="val 49999"/>
            </a:avLst>
          </a:prstGeom>
          <a:noFill/>
          <a:ln w="9525" cap="flat" cmpd="sng">
            <a:solidFill>
              <a:schemeClr val="dk2"/>
            </a:solidFill>
            <a:prstDash val="solid"/>
            <a:round/>
            <a:headEnd type="none" w="med" len="med"/>
            <a:tailEnd type="none" w="med" len="med"/>
          </a:ln>
        </p:spPr>
      </p:cxnSp>
      <p:cxnSp>
        <p:nvCxnSpPr>
          <p:cNvPr id="8537" name="Google Shape;8537;p53"/>
          <p:cNvCxnSpPr>
            <a:stCxn id="8532" idx="2"/>
            <a:endCxn id="8529" idx="0"/>
          </p:cNvCxnSpPr>
          <p:nvPr/>
        </p:nvCxnSpPr>
        <p:spPr>
          <a:xfrm rot="-5400000" flipH="1">
            <a:off x="4995575" y="2812525"/>
            <a:ext cx="273600" cy="1392900"/>
          </a:xfrm>
          <a:prstGeom prst="bentConnector3">
            <a:avLst>
              <a:gd name="adj1" fmla="val 50023"/>
            </a:avLst>
          </a:prstGeom>
          <a:noFill/>
          <a:ln w="9525" cap="flat" cmpd="sng">
            <a:solidFill>
              <a:schemeClr val="dk2"/>
            </a:solidFill>
            <a:prstDash val="solid"/>
            <a:round/>
            <a:headEnd type="none" w="med" len="med"/>
            <a:tailEnd type="none" w="med" len="med"/>
          </a:ln>
        </p:spPr>
      </p:cxnSp>
      <p:cxnSp>
        <p:nvCxnSpPr>
          <p:cNvPr id="8538" name="Google Shape;8538;p53"/>
          <p:cNvCxnSpPr>
            <a:stCxn id="8534" idx="2"/>
            <a:endCxn id="8529" idx="0"/>
          </p:cNvCxnSpPr>
          <p:nvPr/>
        </p:nvCxnSpPr>
        <p:spPr>
          <a:xfrm rot="5400000">
            <a:off x="6338621" y="2862475"/>
            <a:ext cx="273600" cy="1293000"/>
          </a:xfrm>
          <a:prstGeom prst="bentConnector3">
            <a:avLst>
              <a:gd name="adj1" fmla="val 50023"/>
            </a:avLst>
          </a:prstGeom>
          <a:noFill/>
          <a:ln w="9525" cap="flat" cmpd="sng">
            <a:solidFill>
              <a:schemeClr val="dk2"/>
            </a:solidFill>
            <a:prstDash val="solid"/>
            <a:round/>
            <a:headEnd type="none" w="med" len="med"/>
            <a:tailEnd type="none" w="med" len="med"/>
          </a:ln>
        </p:spPr>
      </p:cxnSp>
      <p:cxnSp>
        <p:nvCxnSpPr>
          <p:cNvPr id="8539" name="Google Shape;8539;p53"/>
          <p:cNvCxnSpPr>
            <a:stCxn id="8524" idx="2"/>
            <a:endCxn id="8526" idx="0"/>
          </p:cNvCxnSpPr>
          <p:nvPr/>
        </p:nvCxnSpPr>
        <p:spPr>
          <a:xfrm rot="-5400000" flipH="1">
            <a:off x="5061900" y="1162425"/>
            <a:ext cx="276900" cy="1256700"/>
          </a:xfrm>
          <a:prstGeom prst="bentConnector3">
            <a:avLst>
              <a:gd name="adj1" fmla="val 49973"/>
            </a:avLst>
          </a:prstGeom>
          <a:noFill/>
          <a:ln w="9525" cap="flat" cmpd="sng">
            <a:solidFill>
              <a:schemeClr val="dk2"/>
            </a:solidFill>
            <a:prstDash val="solid"/>
            <a:round/>
            <a:headEnd type="none" w="med" len="med"/>
            <a:tailEnd type="none" w="med" len="med"/>
          </a:ln>
        </p:spPr>
      </p:cxnSp>
      <p:grpSp>
        <p:nvGrpSpPr>
          <p:cNvPr id="8540" name="Google Shape;8540;p53"/>
          <p:cNvGrpSpPr/>
          <p:nvPr/>
        </p:nvGrpSpPr>
        <p:grpSpPr>
          <a:xfrm>
            <a:off x="1028249" y="3342213"/>
            <a:ext cx="1112100" cy="2398675"/>
            <a:chOff x="163874" y="3211938"/>
            <a:chExt cx="1112100" cy="2398675"/>
          </a:xfrm>
        </p:grpSpPr>
        <p:sp>
          <p:nvSpPr>
            <p:cNvPr id="8541" name="Google Shape;8541;p53"/>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42" name="Google Shape;8542;p53"/>
            <p:cNvPicPr preferRelativeResize="0"/>
            <p:nvPr/>
          </p:nvPicPr>
          <p:blipFill>
            <a:blip r:embed="rId3">
              <a:alphaModFix/>
            </a:blip>
            <a:stretch>
              <a:fillRect/>
            </a:stretch>
          </p:blipFill>
          <p:spPr>
            <a:xfrm>
              <a:off x="163874" y="3211938"/>
              <a:ext cx="1112100" cy="2398675"/>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46"/>
        <p:cNvGrpSpPr/>
        <p:nvPr/>
      </p:nvGrpSpPr>
      <p:grpSpPr>
        <a:xfrm>
          <a:off x="0" y="0"/>
          <a:ext cx="0" cy="0"/>
          <a:chOff x="0" y="0"/>
          <a:chExt cx="0" cy="0"/>
        </a:xfrm>
      </p:grpSpPr>
      <p:sp>
        <p:nvSpPr>
          <p:cNvPr id="8547" name="Google Shape;8547;p54"/>
          <p:cNvSpPr txBox="1">
            <a:spLocks noGrp="1"/>
          </p:cNvSpPr>
          <p:nvPr>
            <p:ph type="title"/>
          </p:nvPr>
        </p:nvSpPr>
        <p:spPr>
          <a:xfrm>
            <a:off x="713225" y="539525"/>
            <a:ext cx="7717500" cy="59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Schedule</a:t>
            </a:r>
            <a:endParaRPr/>
          </a:p>
        </p:txBody>
      </p:sp>
      <p:graphicFrame>
        <p:nvGraphicFramePr>
          <p:cNvPr id="8548" name="Google Shape;8548;p54"/>
          <p:cNvGraphicFramePr/>
          <p:nvPr/>
        </p:nvGraphicFramePr>
        <p:xfrm>
          <a:off x="1527863" y="1479338"/>
          <a:ext cx="6884175" cy="2956365"/>
        </p:xfrm>
        <a:graphic>
          <a:graphicData uri="http://schemas.openxmlformats.org/drawingml/2006/table">
            <a:tbl>
              <a:tblPr>
                <a:noFill/>
                <a:tableStyleId>{29A570EE-5121-40FB-8022-872D27ADB7F8}</a:tableStyleId>
              </a:tblPr>
              <a:tblGrid>
                <a:gridCol w="1303600">
                  <a:extLst>
                    <a:ext uri="{9D8B030D-6E8A-4147-A177-3AD203B41FA5}">
                      <a16:colId xmlns:a16="http://schemas.microsoft.com/office/drawing/2014/main" val="20000"/>
                    </a:ext>
                  </a:extLst>
                </a:gridCol>
                <a:gridCol w="930100">
                  <a:extLst>
                    <a:ext uri="{9D8B030D-6E8A-4147-A177-3AD203B41FA5}">
                      <a16:colId xmlns:a16="http://schemas.microsoft.com/office/drawing/2014/main" val="20001"/>
                    </a:ext>
                  </a:extLst>
                </a:gridCol>
                <a:gridCol w="930100">
                  <a:extLst>
                    <a:ext uri="{9D8B030D-6E8A-4147-A177-3AD203B41FA5}">
                      <a16:colId xmlns:a16="http://schemas.microsoft.com/office/drawing/2014/main" val="20002"/>
                    </a:ext>
                  </a:extLst>
                </a:gridCol>
                <a:gridCol w="930100">
                  <a:extLst>
                    <a:ext uri="{9D8B030D-6E8A-4147-A177-3AD203B41FA5}">
                      <a16:colId xmlns:a16="http://schemas.microsoft.com/office/drawing/2014/main" val="20003"/>
                    </a:ext>
                  </a:extLst>
                </a:gridCol>
                <a:gridCol w="930100">
                  <a:extLst>
                    <a:ext uri="{9D8B030D-6E8A-4147-A177-3AD203B41FA5}">
                      <a16:colId xmlns:a16="http://schemas.microsoft.com/office/drawing/2014/main" val="20004"/>
                    </a:ext>
                  </a:extLst>
                </a:gridCol>
                <a:gridCol w="930100">
                  <a:extLst>
                    <a:ext uri="{9D8B030D-6E8A-4147-A177-3AD203B41FA5}">
                      <a16:colId xmlns:a16="http://schemas.microsoft.com/office/drawing/2014/main" val="20005"/>
                    </a:ext>
                  </a:extLst>
                </a:gridCol>
                <a:gridCol w="930075">
                  <a:extLst>
                    <a:ext uri="{9D8B030D-6E8A-4147-A177-3AD203B41FA5}">
                      <a16:colId xmlns:a16="http://schemas.microsoft.com/office/drawing/2014/main" val="20006"/>
                    </a:ext>
                  </a:extLst>
                </a:gridCol>
              </a:tblGrid>
              <a:tr h="457175">
                <a:tc>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Jan</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Feb</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Mar</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Apr</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May</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Jun</a:t>
                      </a:r>
                      <a:endParaRPr sz="18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457175">
                <a:tc>
                  <a:txBody>
                    <a:bodyPr/>
                    <a:lstStyle/>
                    <a:p>
                      <a:pPr marL="0" lvl="0" indent="0" algn="l" rtl="0">
                        <a:spcBef>
                          <a:spcPts val="0"/>
                        </a:spcBef>
                        <a:spcAft>
                          <a:spcPts val="0"/>
                        </a:spcAft>
                        <a:buNone/>
                      </a:pPr>
                      <a:r>
                        <a:rPr lang="en" sz="1800" b="1">
                          <a:solidFill>
                            <a:schemeClr val="accent1"/>
                          </a:solidFill>
                          <a:latin typeface="Lexend Deca"/>
                          <a:ea typeface="Lexend Deca"/>
                          <a:cs typeface="Lexend Deca"/>
                          <a:sym typeface="Lexend Deca"/>
                        </a:rPr>
                        <a:t>Phase 1</a:t>
                      </a:r>
                      <a:endParaRPr sz="1800" b="1">
                        <a:solidFill>
                          <a:schemeClr val="accent1"/>
                        </a:solidFill>
                        <a:latin typeface="Lexend Deca"/>
                        <a:ea typeface="Lexend Deca"/>
                        <a:cs typeface="Lexend Deca"/>
                        <a:sym typeface="Lexend Deca"/>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Task 1</a:t>
                      </a:r>
                      <a:endParaRPr>
                        <a:solidFill>
                          <a:schemeClr val="dk1"/>
                        </a:solidFill>
                        <a:latin typeface="Lexend Deca Light"/>
                        <a:ea typeface="Lexend Deca Light"/>
                        <a:cs typeface="Lexend Deca Light"/>
                        <a:sym typeface="Lexend Deca Light"/>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Task 2</a:t>
                      </a:r>
                      <a:endParaRPr>
                        <a:solidFill>
                          <a:schemeClr val="dk1"/>
                        </a:solidFill>
                        <a:latin typeface="Lexend Deca Light"/>
                        <a:ea typeface="Lexend Deca Light"/>
                        <a:cs typeface="Lexend Deca Light"/>
                        <a:sym typeface="Lexend Deca Light"/>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57175">
                <a:tc>
                  <a:txBody>
                    <a:bodyPr/>
                    <a:lstStyle/>
                    <a:p>
                      <a:pPr marL="0" lvl="0" indent="0" algn="l" rtl="0">
                        <a:spcBef>
                          <a:spcPts val="0"/>
                        </a:spcBef>
                        <a:spcAft>
                          <a:spcPts val="0"/>
                        </a:spcAft>
                        <a:buNone/>
                      </a:pPr>
                      <a:r>
                        <a:rPr lang="en" sz="1800" b="1">
                          <a:solidFill>
                            <a:schemeClr val="accent1"/>
                          </a:solidFill>
                          <a:latin typeface="Lexend Deca"/>
                          <a:ea typeface="Lexend Deca"/>
                          <a:cs typeface="Lexend Deca"/>
                          <a:sym typeface="Lexend Deca"/>
                        </a:rPr>
                        <a:t>Phase 2</a:t>
                      </a:r>
                      <a:endParaRPr sz="1800" b="1">
                        <a:solidFill>
                          <a:schemeClr val="accent1"/>
                        </a:solidFill>
                        <a:latin typeface="Lexend Deca"/>
                        <a:ea typeface="Lexend Deca"/>
                        <a:cs typeface="Lexend Deca"/>
                        <a:sym typeface="Lexend Deca"/>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Clr>
                          <a:srgbClr val="000000"/>
                        </a:buClr>
                        <a:buSzPts val="1100"/>
                        <a:buFont typeface="Arial"/>
                        <a:buNone/>
                      </a:pPr>
                      <a:r>
                        <a:rPr lang="en">
                          <a:solidFill>
                            <a:schemeClr val="dk1"/>
                          </a:solidFill>
                          <a:latin typeface="Lexend Deca Light"/>
                          <a:ea typeface="Lexend Deca Light"/>
                          <a:cs typeface="Lexend Deca Light"/>
                          <a:sym typeface="Lexend Deca Light"/>
                        </a:rPr>
                        <a:t>Task 1</a:t>
                      </a:r>
                      <a:endParaRPr>
                        <a:solidFill>
                          <a:schemeClr val="dk1"/>
                        </a:solidFill>
                        <a:latin typeface="Lexend Deca Light"/>
                        <a:ea typeface="Lexend Deca Light"/>
                        <a:cs typeface="Lexend Deca Light"/>
                        <a:sym typeface="Lexend Deca Light"/>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Clr>
                          <a:srgbClr val="000000"/>
                        </a:buClr>
                        <a:buSzPts val="1100"/>
                        <a:buFont typeface="Arial"/>
                        <a:buNone/>
                      </a:pPr>
                      <a:r>
                        <a:rPr lang="en">
                          <a:solidFill>
                            <a:schemeClr val="dk1"/>
                          </a:solidFill>
                          <a:latin typeface="Lexend Deca Light"/>
                          <a:ea typeface="Lexend Deca Light"/>
                          <a:cs typeface="Lexend Deca Light"/>
                          <a:sym typeface="Lexend Deca Light"/>
                        </a:rPr>
                        <a:t>Task 2</a:t>
                      </a:r>
                      <a:endParaRPr>
                        <a:solidFill>
                          <a:schemeClr val="dk1"/>
                        </a:solidFill>
                        <a:latin typeface="Lexend Deca Light"/>
                        <a:ea typeface="Lexend Deca Light"/>
                        <a:cs typeface="Lexend Deca Light"/>
                        <a:sym typeface="Lexend Deca Light"/>
                      </a:endParaRPr>
                    </a:p>
                  </a:txBody>
                  <a:tcPr marL="228600"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gridSpan="6">
                  <a:txBody>
                    <a:bodyPr/>
                    <a:lstStyle/>
                    <a:p>
                      <a:pPr marL="0" lvl="0" indent="0" algn="ctr" rtl="0">
                        <a:spcBef>
                          <a:spcPts val="0"/>
                        </a:spcBef>
                        <a:spcAft>
                          <a:spcPts val="0"/>
                        </a:spcAft>
                        <a:buNone/>
                      </a:pPr>
                      <a:endParaRPr>
                        <a:solidFill>
                          <a:schemeClr val="dk1"/>
                        </a:solidFill>
                      </a:endParaRPr>
                    </a:p>
                  </a:txBody>
                  <a:tcPr marL="91425" marR="91425" marT="91425" marB="9142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8549" name="Google Shape;8549;p54"/>
          <p:cNvSpPr/>
          <p:nvPr/>
        </p:nvSpPr>
        <p:spPr>
          <a:xfrm>
            <a:off x="3000675" y="2083225"/>
            <a:ext cx="3068700" cy="163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0" name="Google Shape;8550;p54"/>
          <p:cNvSpPr/>
          <p:nvPr/>
        </p:nvSpPr>
        <p:spPr>
          <a:xfrm>
            <a:off x="7356025" y="4153575"/>
            <a:ext cx="887100" cy="163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54"/>
          <p:cNvSpPr/>
          <p:nvPr/>
        </p:nvSpPr>
        <p:spPr>
          <a:xfrm>
            <a:off x="5793025" y="3757375"/>
            <a:ext cx="2450100" cy="163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54"/>
          <p:cNvSpPr/>
          <p:nvPr/>
        </p:nvSpPr>
        <p:spPr>
          <a:xfrm>
            <a:off x="5360125" y="3332800"/>
            <a:ext cx="2883000" cy="163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54"/>
          <p:cNvSpPr/>
          <p:nvPr/>
        </p:nvSpPr>
        <p:spPr>
          <a:xfrm>
            <a:off x="4293075" y="2906150"/>
            <a:ext cx="2450100" cy="163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54"/>
          <p:cNvSpPr/>
          <p:nvPr/>
        </p:nvSpPr>
        <p:spPr>
          <a:xfrm>
            <a:off x="3000675" y="2509950"/>
            <a:ext cx="1772700" cy="163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55" name="Google Shape;8555;p54"/>
          <p:cNvGrpSpPr/>
          <p:nvPr/>
        </p:nvGrpSpPr>
        <p:grpSpPr>
          <a:xfrm>
            <a:off x="-37875" y="1422800"/>
            <a:ext cx="1592650" cy="3894000"/>
            <a:chOff x="-37875" y="1422800"/>
            <a:chExt cx="1592650" cy="3894000"/>
          </a:xfrm>
        </p:grpSpPr>
        <p:sp>
          <p:nvSpPr>
            <p:cNvPr id="8556" name="Google Shape;8556;p54"/>
            <p:cNvSpPr/>
            <p:nvPr/>
          </p:nvSpPr>
          <p:spPr>
            <a:xfrm>
              <a:off x="310575" y="1547651"/>
              <a:ext cx="898407" cy="3644298"/>
            </a:xfrm>
            <a:custGeom>
              <a:avLst/>
              <a:gdLst/>
              <a:ahLst/>
              <a:cxnLst/>
              <a:rect l="l" t="t" r="r" b="b"/>
              <a:pathLst>
                <a:path w="12275" h="49794" extrusionOk="0">
                  <a:moveTo>
                    <a:pt x="6138" y="1"/>
                  </a:moveTo>
                  <a:lnTo>
                    <a:pt x="6064" y="2729"/>
                  </a:lnTo>
                  <a:cubicBezTo>
                    <a:pt x="4950" y="2769"/>
                    <a:pt x="4063" y="3676"/>
                    <a:pt x="4063" y="4797"/>
                  </a:cubicBezTo>
                  <a:cubicBezTo>
                    <a:pt x="4063" y="5877"/>
                    <a:pt x="4897" y="6764"/>
                    <a:pt x="5951" y="6858"/>
                  </a:cubicBezTo>
                  <a:lnTo>
                    <a:pt x="5877" y="9579"/>
                  </a:lnTo>
                  <a:lnTo>
                    <a:pt x="1749" y="9579"/>
                  </a:lnTo>
                  <a:lnTo>
                    <a:pt x="1749" y="17037"/>
                  </a:lnTo>
                  <a:lnTo>
                    <a:pt x="1" y="17037"/>
                  </a:lnTo>
                  <a:lnTo>
                    <a:pt x="1" y="49794"/>
                  </a:lnTo>
                  <a:lnTo>
                    <a:pt x="12274" y="49794"/>
                  </a:lnTo>
                  <a:lnTo>
                    <a:pt x="12274" y="17037"/>
                  </a:lnTo>
                  <a:lnTo>
                    <a:pt x="10526" y="17037"/>
                  </a:lnTo>
                  <a:lnTo>
                    <a:pt x="10526" y="9579"/>
                  </a:lnTo>
                  <a:lnTo>
                    <a:pt x="6398" y="9579"/>
                  </a:lnTo>
                  <a:lnTo>
                    <a:pt x="6324" y="6858"/>
                  </a:lnTo>
                  <a:cubicBezTo>
                    <a:pt x="7378" y="6764"/>
                    <a:pt x="8212" y="5877"/>
                    <a:pt x="8212" y="4797"/>
                  </a:cubicBezTo>
                  <a:cubicBezTo>
                    <a:pt x="8212" y="3676"/>
                    <a:pt x="7325" y="2762"/>
                    <a:pt x="6211" y="2729"/>
                  </a:cubicBezTo>
                  <a:lnTo>
                    <a:pt x="613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57" name="Google Shape;8557;p54"/>
            <p:cNvPicPr preferRelativeResize="0"/>
            <p:nvPr/>
          </p:nvPicPr>
          <p:blipFill>
            <a:blip r:embed="rId3">
              <a:alphaModFix/>
            </a:blip>
            <a:stretch>
              <a:fillRect/>
            </a:stretch>
          </p:blipFill>
          <p:spPr>
            <a:xfrm>
              <a:off x="-37875" y="1422800"/>
              <a:ext cx="1592650" cy="38940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61"/>
        <p:cNvGrpSpPr/>
        <p:nvPr/>
      </p:nvGrpSpPr>
      <p:grpSpPr>
        <a:xfrm>
          <a:off x="0" y="0"/>
          <a:ext cx="0" cy="0"/>
          <a:chOff x="0" y="0"/>
          <a:chExt cx="0" cy="0"/>
        </a:xfrm>
      </p:grpSpPr>
      <p:sp>
        <p:nvSpPr>
          <p:cNvPr id="8562" name="Google Shape;8562;p55"/>
          <p:cNvSpPr txBox="1">
            <a:spLocks noGrp="1"/>
          </p:cNvSpPr>
          <p:nvPr>
            <p:ph type="title"/>
          </p:nvPr>
        </p:nvSpPr>
        <p:spPr>
          <a:xfrm>
            <a:off x="719925" y="539525"/>
            <a:ext cx="2552400" cy="20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picture is worth a thousand words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566"/>
        <p:cNvGrpSpPr/>
        <p:nvPr/>
      </p:nvGrpSpPr>
      <p:grpSpPr>
        <a:xfrm>
          <a:off x="0" y="0"/>
          <a:ext cx="0" cy="0"/>
          <a:chOff x="0" y="0"/>
          <a:chExt cx="0" cy="0"/>
        </a:xfrm>
      </p:grpSpPr>
      <p:grpSp>
        <p:nvGrpSpPr>
          <p:cNvPr id="8567" name="Google Shape;8567;p56"/>
          <p:cNvGrpSpPr/>
          <p:nvPr/>
        </p:nvGrpSpPr>
        <p:grpSpPr>
          <a:xfrm rot="8100000">
            <a:off x="3807714" y="2991189"/>
            <a:ext cx="774357" cy="1893289"/>
            <a:chOff x="-37875" y="1422800"/>
            <a:chExt cx="1592650" cy="3894000"/>
          </a:xfrm>
        </p:grpSpPr>
        <p:sp>
          <p:nvSpPr>
            <p:cNvPr id="8568" name="Google Shape;8568;p56"/>
            <p:cNvSpPr/>
            <p:nvPr/>
          </p:nvSpPr>
          <p:spPr>
            <a:xfrm>
              <a:off x="310575" y="1547651"/>
              <a:ext cx="898407" cy="3644298"/>
            </a:xfrm>
            <a:custGeom>
              <a:avLst/>
              <a:gdLst/>
              <a:ahLst/>
              <a:cxnLst/>
              <a:rect l="l" t="t" r="r" b="b"/>
              <a:pathLst>
                <a:path w="12275" h="49794" extrusionOk="0">
                  <a:moveTo>
                    <a:pt x="6138" y="1"/>
                  </a:moveTo>
                  <a:lnTo>
                    <a:pt x="6064" y="2729"/>
                  </a:lnTo>
                  <a:cubicBezTo>
                    <a:pt x="4950" y="2769"/>
                    <a:pt x="4063" y="3676"/>
                    <a:pt x="4063" y="4797"/>
                  </a:cubicBezTo>
                  <a:cubicBezTo>
                    <a:pt x="4063" y="5877"/>
                    <a:pt x="4897" y="6764"/>
                    <a:pt x="5951" y="6858"/>
                  </a:cubicBezTo>
                  <a:lnTo>
                    <a:pt x="5877" y="9579"/>
                  </a:lnTo>
                  <a:lnTo>
                    <a:pt x="1749" y="9579"/>
                  </a:lnTo>
                  <a:lnTo>
                    <a:pt x="1749" y="17037"/>
                  </a:lnTo>
                  <a:lnTo>
                    <a:pt x="1" y="17037"/>
                  </a:lnTo>
                  <a:lnTo>
                    <a:pt x="1" y="49794"/>
                  </a:lnTo>
                  <a:lnTo>
                    <a:pt x="12274" y="49794"/>
                  </a:lnTo>
                  <a:lnTo>
                    <a:pt x="12274" y="17037"/>
                  </a:lnTo>
                  <a:lnTo>
                    <a:pt x="10526" y="17037"/>
                  </a:lnTo>
                  <a:lnTo>
                    <a:pt x="10526" y="9579"/>
                  </a:lnTo>
                  <a:lnTo>
                    <a:pt x="6398" y="9579"/>
                  </a:lnTo>
                  <a:lnTo>
                    <a:pt x="6324" y="6858"/>
                  </a:lnTo>
                  <a:cubicBezTo>
                    <a:pt x="7378" y="6764"/>
                    <a:pt x="8212" y="5877"/>
                    <a:pt x="8212" y="4797"/>
                  </a:cubicBezTo>
                  <a:cubicBezTo>
                    <a:pt x="8212" y="3676"/>
                    <a:pt x="7325" y="2762"/>
                    <a:pt x="6211" y="2729"/>
                  </a:cubicBezTo>
                  <a:lnTo>
                    <a:pt x="613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69" name="Google Shape;8569;p56"/>
            <p:cNvPicPr preferRelativeResize="0"/>
            <p:nvPr/>
          </p:nvPicPr>
          <p:blipFill>
            <a:blip r:embed="rId3">
              <a:alphaModFix/>
            </a:blip>
            <a:stretch>
              <a:fillRect/>
            </a:stretch>
          </p:blipFill>
          <p:spPr>
            <a:xfrm>
              <a:off x="-37875" y="1422800"/>
              <a:ext cx="1592650" cy="3894000"/>
            </a:xfrm>
            <a:prstGeom prst="rect">
              <a:avLst/>
            </a:prstGeom>
            <a:noFill/>
            <a:ln>
              <a:noFill/>
            </a:ln>
          </p:spPr>
        </p:pic>
      </p:grpSp>
      <p:grpSp>
        <p:nvGrpSpPr>
          <p:cNvPr id="8570" name="Google Shape;8570;p56"/>
          <p:cNvGrpSpPr/>
          <p:nvPr/>
        </p:nvGrpSpPr>
        <p:grpSpPr>
          <a:xfrm rot="-2515483">
            <a:off x="601631" y="111403"/>
            <a:ext cx="799583" cy="1553972"/>
            <a:chOff x="82575" y="840590"/>
            <a:chExt cx="2214025" cy="4302910"/>
          </a:xfrm>
        </p:grpSpPr>
        <p:sp>
          <p:nvSpPr>
            <p:cNvPr id="8571" name="Google Shape;8571;p56"/>
            <p:cNvSpPr/>
            <p:nvPr/>
          </p:nvSpPr>
          <p:spPr>
            <a:xfrm>
              <a:off x="328428" y="840590"/>
              <a:ext cx="1722291" cy="4302847"/>
            </a:xfrm>
            <a:custGeom>
              <a:avLst/>
              <a:gdLst/>
              <a:ahLst/>
              <a:cxnLst/>
              <a:rect l="l" t="t" r="r" b="b"/>
              <a:pathLst>
                <a:path w="32876" h="82135" extrusionOk="0">
                  <a:moveTo>
                    <a:pt x="15894" y="1"/>
                  </a:moveTo>
                  <a:lnTo>
                    <a:pt x="15546" y="10390"/>
                  </a:lnTo>
                  <a:cubicBezTo>
                    <a:pt x="12663" y="10553"/>
                    <a:pt x="10313" y="12751"/>
                    <a:pt x="9922" y="15557"/>
                  </a:cubicBezTo>
                  <a:cubicBezTo>
                    <a:pt x="9911" y="15633"/>
                    <a:pt x="9911" y="15699"/>
                    <a:pt x="9889" y="15764"/>
                  </a:cubicBezTo>
                  <a:cubicBezTo>
                    <a:pt x="9889" y="15808"/>
                    <a:pt x="9889" y="15829"/>
                    <a:pt x="9878" y="15873"/>
                  </a:cubicBezTo>
                  <a:cubicBezTo>
                    <a:pt x="9878" y="15927"/>
                    <a:pt x="9867" y="15992"/>
                    <a:pt x="9867" y="16047"/>
                  </a:cubicBezTo>
                  <a:lnTo>
                    <a:pt x="9867" y="16145"/>
                  </a:lnTo>
                  <a:cubicBezTo>
                    <a:pt x="9867" y="16243"/>
                    <a:pt x="9857" y="16319"/>
                    <a:pt x="9857" y="16417"/>
                  </a:cubicBezTo>
                  <a:cubicBezTo>
                    <a:pt x="9857" y="16515"/>
                    <a:pt x="9857" y="16591"/>
                    <a:pt x="9867" y="16689"/>
                  </a:cubicBezTo>
                  <a:lnTo>
                    <a:pt x="9867" y="16787"/>
                  </a:lnTo>
                  <a:cubicBezTo>
                    <a:pt x="9867" y="16841"/>
                    <a:pt x="9878" y="16906"/>
                    <a:pt x="9878" y="16961"/>
                  </a:cubicBezTo>
                  <a:cubicBezTo>
                    <a:pt x="9878" y="17004"/>
                    <a:pt x="9878" y="17026"/>
                    <a:pt x="9889" y="17069"/>
                  </a:cubicBezTo>
                  <a:cubicBezTo>
                    <a:pt x="9911" y="17135"/>
                    <a:pt x="9911" y="17211"/>
                    <a:pt x="9922" y="17276"/>
                  </a:cubicBezTo>
                  <a:cubicBezTo>
                    <a:pt x="10303" y="19963"/>
                    <a:pt x="12467" y="22084"/>
                    <a:pt x="15176" y="22400"/>
                  </a:cubicBezTo>
                  <a:lnTo>
                    <a:pt x="15067" y="25914"/>
                  </a:lnTo>
                  <a:cubicBezTo>
                    <a:pt x="5549" y="26131"/>
                    <a:pt x="1273" y="30156"/>
                    <a:pt x="1273" y="32082"/>
                  </a:cubicBezTo>
                  <a:cubicBezTo>
                    <a:pt x="8062" y="32082"/>
                    <a:pt x="11238" y="40165"/>
                    <a:pt x="12739" y="51283"/>
                  </a:cubicBezTo>
                  <a:cubicBezTo>
                    <a:pt x="5440" y="54470"/>
                    <a:pt x="1" y="66828"/>
                    <a:pt x="1" y="81591"/>
                  </a:cubicBezTo>
                  <a:lnTo>
                    <a:pt x="1" y="82134"/>
                  </a:lnTo>
                  <a:lnTo>
                    <a:pt x="32876" y="82134"/>
                  </a:lnTo>
                  <a:lnTo>
                    <a:pt x="32876" y="81591"/>
                  </a:lnTo>
                  <a:cubicBezTo>
                    <a:pt x="32865" y="66132"/>
                    <a:pt x="26903" y="53317"/>
                    <a:pt x="19114" y="50880"/>
                  </a:cubicBezTo>
                  <a:cubicBezTo>
                    <a:pt x="20626" y="39958"/>
                    <a:pt x="23803" y="32060"/>
                    <a:pt x="30526" y="32060"/>
                  </a:cubicBezTo>
                  <a:cubicBezTo>
                    <a:pt x="30526" y="30080"/>
                    <a:pt x="26251" y="26099"/>
                    <a:pt x="16732" y="25881"/>
                  </a:cubicBezTo>
                  <a:lnTo>
                    <a:pt x="16623" y="22378"/>
                  </a:lnTo>
                  <a:cubicBezTo>
                    <a:pt x="19321" y="22052"/>
                    <a:pt x="21486" y="19952"/>
                    <a:pt x="21867" y="17276"/>
                  </a:cubicBezTo>
                  <a:cubicBezTo>
                    <a:pt x="21878" y="17189"/>
                    <a:pt x="21888" y="17113"/>
                    <a:pt x="21888" y="17048"/>
                  </a:cubicBezTo>
                  <a:cubicBezTo>
                    <a:pt x="21888" y="17015"/>
                    <a:pt x="21888" y="16972"/>
                    <a:pt x="21899" y="16950"/>
                  </a:cubicBezTo>
                  <a:cubicBezTo>
                    <a:pt x="21899" y="16895"/>
                    <a:pt x="21910" y="16830"/>
                    <a:pt x="21910" y="16776"/>
                  </a:cubicBezTo>
                  <a:lnTo>
                    <a:pt x="21910" y="16678"/>
                  </a:lnTo>
                  <a:cubicBezTo>
                    <a:pt x="21910" y="16580"/>
                    <a:pt x="21932" y="16504"/>
                    <a:pt x="21932" y="16406"/>
                  </a:cubicBezTo>
                  <a:cubicBezTo>
                    <a:pt x="21932" y="16308"/>
                    <a:pt x="21932" y="16232"/>
                    <a:pt x="21910" y="16134"/>
                  </a:cubicBezTo>
                  <a:lnTo>
                    <a:pt x="21910" y="16036"/>
                  </a:lnTo>
                  <a:cubicBezTo>
                    <a:pt x="21910" y="15971"/>
                    <a:pt x="21899" y="15916"/>
                    <a:pt x="21899" y="15862"/>
                  </a:cubicBezTo>
                  <a:cubicBezTo>
                    <a:pt x="21899" y="15829"/>
                    <a:pt x="21899" y="15797"/>
                    <a:pt x="21888" y="15764"/>
                  </a:cubicBezTo>
                  <a:cubicBezTo>
                    <a:pt x="21878" y="15688"/>
                    <a:pt x="21878" y="15601"/>
                    <a:pt x="21867" y="15536"/>
                  </a:cubicBezTo>
                  <a:cubicBezTo>
                    <a:pt x="21453" y="12729"/>
                    <a:pt x="19114" y="10553"/>
                    <a:pt x="16231" y="10390"/>
                  </a:cubicBezTo>
                  <a:lnTo>
                    <a:pt x="15894"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572" name="Google Shape;8572;p56"/>
            <p:cNvPicPr preferRelativeResize="0"/>
            <p:nvPr/>
          </p:nvPicPr>
          <p:blipFill rotWithShape="1">
            <a:blip r:embed="rId4">
              <a:alphaModFix/>
            </a:blip>
            <a:srcRect t="5011" b="5011"/>
            <a:stretch/>
          </p:blipFill>
          <p:spPr>
            <a:xfrm>
              <a:off x="82575" y="862100"/>
              <a:ext cx="2214025" cy="4281400"/>
            </a:xfrm>
            <a:prstGeom prst="rect">
              <a:avLst/>
            </a:prstGeom>
            <a:noFill/>
            <a:ln>
              <a:noFill/>
            </a:ln>
          </p:spPr>
        </p:pic>
      </p:grpSp>
      <p:sp>
        <p:nvSpPr>
          <p:cNvPr id="8573" name="Google Shape;8573;p56"/>
          <p:cNvSpPr txBox="1">
            <a:spLocks noGrp="1"/>
          </p:cNvSpPr>
          <p:nvPr>
            <p:ph type="title"/>
          </p:nvPr>
        </p:nvSpPr>
        <p:spPr>
          <a:xfrm>
            <a:off x="5064925" y="1036875"/>
            <a:ext cx="3374100" cy="195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A picture always reinforces the concept</a:t>
            </a:r>
            <a:endParaRPr/>
          </a:p>
        </p:txBody>
      </p:sp>
      <p:grpSp>
        <p:nvGrpSpPr>
          <p:cNvPr id="8574" name="Google Shape;8574;p56"/>
          <p:cNvGrpSpPr/>
          <p:nvPr/>
        </p:nvGrpSpPr>
        <p:grpSpPr>
          <a:xfrm>
            <a:off x="719927" y="701778"/>
            <a:ext cx="3734700" cy="3734705"/>
            <a:chOff x="719927" y="701778"/>
            <a:chExt cx="3734700" cy="3734705"/>
          </a:xfrm>
        </p:grpSpPr>
        <p:sp>
          <p:nvSpPr>
            <p:cNvPr id="8575" name="Google Shape;8575;p56"/>
            <p:cNvSpPr/>
            <p:nvPr/>
          </p:nvSpPr>
          <p:spPr>
            <a:xfrm>
              <a:off x="720145" y="702251"/>
              <a:ext cx="3734232" cy="3734232"/>
            </a:xfrm>
            <a:prstGeom prst="ellipse">
              <a:avLst/>
            </a:pr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8576" name="Google Shape;8576;p56"/>
            <p:cNvPicPr preferRelativeResize="0"/>
            <p:nvPr/>
          </p:nvPicPr>
          <p:blipFill rotWithShape="1">
            <a:blip r:embed="rId5">
              <a:alphaModFix/>
            </a:blip>
            <a:srcRect l="16666" r="16666"/>
            <a:stretch/>
          </p:blipFill>
          <p:spPr>
            <a:xfrm>
              <a:off x="719927" y="701778"/>
              <a:ext cx="3734700" cy="3734700"/>
            </a:xfrm>
            <a:prstGeom prst="ellipse">
              <a:avLst/>
            </a:prstGeom>
            <a:noFill/>
            <a:ln>
              <a:noFill/>
            </a:ln>
          </p:spPr>
        </p:pic>
      </p:grpSp>
      <p:sp>
        <p:nvSpPr>
          <p:cNvPr id="8577" name="Google Shape;8577;p56"/>
          <p:cNvSpPr txBox="1">
            <a:spLocks noGrp="1"/>
          </p:cNvSpPr>
          <p:nvPr>
            <p:ph type="subTitle" idx="1"/>
          </p:nvPr>
        </p:nvSpPr>
        <p:spPr>
          <a:xfrm>
            <a:off x="5064325" y="2994675"/>
            <a:ext cx="3375300" cy="12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Images reveal large amounts of data, so remember: use an image instead of a long text. Your audience will appreciate it</a:t>
            </a:r>
            <a:endParaRPr/>
          </a:p>
        </p:txBody>
      </p:sp>
      <p:pic>
        <p:nvPicPr>
          <p:cNvPr id="8578" name="Google Shape;8578;p56"/>
          <p:cNvPicPr preferRelativeResize="0"/>
          <p:nvPr/>
        </p:nvPicPr>
        <p:blipFill rotWithShape="1">
          <a:blip r:embed="rId6">
            <a:alphaModFix amt="44000"/>
          </a:blip>
          <a:srcRect l="69" r="69"/>
          <a:stretch/>
        </p:blipFill>
        <p:spPr>
          <a:xfrm>
            <a:off x="514500" y="3402148"/>
            <a:ext cx="1164899" cy="1164900"/>
          </a:xfrm>
          <a:prstGeom prst="rect">
            <a:avLst/>
          </a:prstGeom>
          <a:noFill/>
          <a:ln>
            <a:noFill/>
          </a:ln>
        </p:spPr>
      </p:pic>
      <p:pic>
        <p:nvPicPr>
          <p:cNvPr id="8579" name="Google Shape;8579;p56"/>
          <p:cNvPicPr preferRelativeResize="0"/>
          <p:nvPr/>
        </p:nvPicPr>
        <p:blipFill rotWithShape="1">
          <a:blip r:embed="rId7">
            <a:alphaModFix amt="50000"/>
          </a:blip>
          <a:srcRect l="69" r="69"/>
          <a:stretch/>
        </p:blipFill>
        <p:spPr>
          <a:xfrm>
            <a:off x="4022386" y="1374125"/>
            <a:ext cx="665326" cy="665325"/>
          </a:xfrm>
          <a:prstGeom prst="rect">
            <a:avLst/>
          </a:prstGeom>
          <a:noFill/>
          <a:ln>
            <a:noFill/>
          </a:ln>
        </p:spPr>
      </p:pic>
      <p:sp>
        <p:nvSpPr>
          <p:cNvPr id="8580" name="Google Shape;8580;p56"/>
          <p:cNvSpPr/>
          <p:nvPr/>
        </p:nvSpPr>
        <p:spPr>
          <a:xfrm>
            <a:off x="215025" y="1322013"/>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16"/>
        <p:cNvGrpSpPr/>
        <p:nvPr/>
      </p:nvGrpSpPr>
      <p:grpSpPr>
        <a:xfrm>
          <a:off x="0" y="0"/>
          <a:ext cx="0" cy="0"/>
          <a:chOff x="0" y="0"/>
          <a:chExt cx="0" cy="0"/>
        </a:xfrm>
      </p:grpSpPr>
      <p:sp>
        <p:nvSpPr>
          <p:cNvPr id="8617" name="Google Shape;8617;p59"/>
          <p:cNvSpPr txBox="1">
            <a:spLocks noGrp="1"/>
          </p:cNvSpPr>
          <p:nvPr>
            <p:ph type="title"/>
          </p:nvPr>
        </p:nvSpPr>
        <p:spPr>
          <a:xfrm>
            <a:off x="1209300" y="539525"/>
            <a:ext cx="6725400" cy="61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Map</a:t>
            </a:r>
            <a:endParaRPr/>
          </a:p>
        </p:txBody>
      </p:sp>
      <p:sp>
        <p:nvSpPr>
          <p:cNvPr id="8618" name="Google Shape;8618;p59"/>
          <p:cNvSpPr txBox="1"/>
          <p:nvPr/>
        </p:nvSpPr>
        <p:spPr>
          <a:xfrm>
            <a:off x="7363597" y="4142447"/>
            <a:ext cx="539400" cy="28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155</a:t>
            </a:r>
            <a:endParaRPr>
              <a:solidFill>
                <a:schemeClr val="dk1"/>
              </a:solidFill>
              <a:latin typeface="Lexend Deca Light"/>
              <a:ea typeface="Lexend Deca Light"/>
              <a:cs typeface="Lexend Deca Light"/>
              <a:sym typeface="Lexend Deca Light"/>
            </a:endParaRPr>
          </a:p>
        </p:txBody>
      </p:sp>
      <p:sp>
        <p:nvSpPr>
          <p:cNvPr id="8619" name="Google Shape;8619;p59"/>
          <p:cNvSpPr txBox="1"/>
          <p:nvPr/>
        </p:nvSpPr>
        <p:spPr>
          <a:xfrm>
            <a:off x="6827034" y="4142435"/>
            <a:ext cx="539400" cy="28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303</a:t>
            </a:r>
            <a:endParaRPr>
              <a:solidFill>
                <a:schemeClr val="dk1"/>
              </a:solidFill>
              <a:latin typeface="Lexend Deca Light"/>
              <a:ea typeface="Lexend Deca Light"/>
              <a:cs typeface="Lexend Deca Light"/>
              <a:sym typeface="Lexend Deca Light"/>
            </a:endParaRPr>
          </a:p>
        </p:txBody>
      </p:sp>
      <p:sp>
        <p:nvSpPr>
          <p:cNvPr id="8620" name="Google Shape;8620;p59"/>
          <p:cNvSpPr txBox="1"/>
          <p:nvPr/>
        </p:nvSpPr>
        <p:spPr>
          <a:xfrm>
            <a:off x="6290422" y="4142445"/>
            <a:ext cx="539400" cy="28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506</a:t>
            </a:r>
            <a:endParaRPr>
              <a:solidFill>
                <a:schemeClr val="dk1"/>
              </a:solidFill>
              <a:latin typeface="Lexend Deca Light"/>
              <a:ea typeface="Lexend Deca Light"/>
              <a:cs typeface="Lexend Deca Light"/>
              <a:sym typeface="Lexend Deca Light"/>
            </a:endParaRPr>
          </a:p>
        </p:txBody>
      </p:sp>
      <p:sp>
        <p:nvSpPr>
          <p:cNvPr id="8621" name="Google Shape;8621;p59"/>
          <p:cNvSpPr txBox="1"/>
          <p:nvPr/>
        </p:nvSpPr>
        <p:spPr>
          <a:xfrm>
            <a:off x="6283925" y="2451475"/>
            <a:ext cx="2146800" cy="723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b="1">
                <a:solidFill>
                  <a:schemeClr val="accent1"/>
                </a:solidFill>
                <a:latin typeface="Lexend Deca"/>
                <a:ea typeface="Lexend Deca"/>
                <a:cs typeface="Lexend Deca"/>
                <a:sym typeface="Lexend Deca"/>
              </a:rPr>
              <a:t>Cinematography about utopia</a:t>
            </a:r>
            <a:endParaRPr sz="1800" b="1">
              <a:solidFill>
                <a:schemeClr val="accent1"/>
              </a:solidFill>
              <a:latin typeface="Lexend Deca"/>
              <a:ea typeface="Lexend Deca"/>
              <a:cs typeface="Lexend Deca"/>
              <a:sym typeface="Lexend Deca"/>
            </a:endParaRPr>
          </a:p>
        </p:txBody>
      </p:sp>
      <p:grpSp>
        <p:nvGrpSpPr>
          <p:cNvPr id="8622" name="Google Shape;8622;p59"/>
          <p:cNvGrpSpPr/>
          <p:nvPr/>
        </p:nvGrpSpPr>
        <p:grpSpPr>
          <a:xfrm>
            <a:off x="706037" y="1590302"/>
            <a:ext cx="5519196" cy="2720882"/>
            <a:chOff x="1130250" y="1520643"/>
            <a:chExt cx="6005001" cy="2960377"/>
          </a:xfrm>
        </p:grpSpPr>
        <p:sp>
          <p:nvSpPr>
            <p:cNvPr id="8623" name="Google Shape;8623;p59"/>
            <p:cNvSpPr/>
            <p:nvPr/>
          </p:nvSpPr>
          <p:spPr>
            <a:xfrm>
              <a:off x="4145805" y="3720898"/>
              <a:ext cx="212114" cy="210040"/>
            </a:xfrm>
            <a:custGeom>
              <a:avLst/>
              <a:gdLst/>
              <a:ahLst/>
              <a:cxnLst/>
              <a:rect l="l" t="t" r="r" b="b"/>
              <a:pathLst>
                <a:path w="6954" h="6886" extrusionOk="0">
                  <a:moveTo>
                    <a:pt x="372" y="0"/>
                  </a:moveTo>
                  <a:cubicBezTo>
                    <a:pt x="233" y="0"/>
                    <a:pt x="186" y="140"/>
                    <a:pt x="186" y="140"/>
                  </a:cubicBezTo>
                  <a:lnTo>
                    <a:pt x="24" y="163"/>
                  </a:lnTo>
                  <a:cubicBezTo>
                    <a:pt x="1" y="348"/>
                    <a:pt x="140" y="649"/>
                    <a:pt x="325" y="881"/>
                  </a:cubicBezTo>
                  <a:cubicBezTo>
                    <a:pt x="511" y="1136"/>
                    <a:pt x="742" y="1600"/>
                    <a:pt x="858" y="1994"/>
                  </a:cubicBezTo>
                  <a:cubicBezTo>
                    <a:pt x="974" y="2388"/>
                    <a:pt x="1322" y="2851"/>
                    <a:pt x="1415" y="3152"/>
                  </a:cubicBezTo>
                  <a:cubicBezTo>
                    <a:pt x="1507" y="3430"/>
                    <a:pt x="1345" y="3871"/>
                    <a:pt x="1438" y="4056"/>
                  </a:cubicBezTo>
                  <a:cubicBezTo>
                    <a:pt x="1530" y="4265"/>
                    <a:pt x="1577" y="4589"/>
                    <a:pt x="1623" y="4914"/>
                  </a:cubicBezTo>
                  <a:cubicBezTo>
                    <a:pt x="1669" y="5261"/>
                    <a:pt x="1693" y="5957"/>
                    <a:pt x="1994" y="6235"/>
                  </a:cubicBezTo>
                  <a:cubicBezTo>
                    <a:pt x="2110" y="6350"/>
                    <a:pt x="2226" y="6513"/>
                    <a:pt x="2342" y="6675"/>
                  </a:cubicBezTo>
                  <a:cubicBezTo>
                    <a:pt x="2404" y="6685"/>
                    <a:pt x="2457" y="6696"/>
                    <a:pt x="2496" y="6696"/>
                  </a:cubicBezTo>
                  <a:cubicBezTo>
                    <a:pt x="2545" y="6696"/>
                    <a:pt x="2573" y="6680"/>
                    <a:pt x="2573" y="6629"/>
                  </a:cubicBezTo>
                  <a:cubicBezTo>
                    <a:pt x="2573" y="6543"/>
                    <a:pt x="2674" y="6407"/>
                    <a:pt x="2774" y="6407"/>
                  </a:cubicBezTo>
                  <a:cubicBezTo>
                    <a:pt x="2809" y="6407"/>
                    <a:pt x="2844" y="6424"/>
                    <a:pt x="2875" y="6466"/>
                  </a:cubicBezTo>
                  <a:cubicBezTo>
                    <a:pt x="2990" y="6629"/>
                    <a:pt x="2944" y="6860"/>
                    <a:pt x="3176" y="6860"/>
                  </a:cubicBezTo>
                  <a:cubicBezTo>
                    <a:pt x="3315" y="6860"/>
                    <a:pt x="3512" y="6885"/>
                    <a:pt x="3663" y="6885"/>
                  </a:cubicBezTo>
                  <a:cubicBezTo>
                    <a:pt x="3764" y="6885"/>
                    <a:pt x="3843" y="6874"/>
                    <a:pt x="3871" y="6837"/>
                  </a:cubicBezTo>
                  <a:cubicBezTo>
                    <a:pt x="3941" y="6744"/>
                    <a:pt x="4219" y="6652"/>
                    <a:pt x="4219" y="6490"/>
                  </a:cubicBezTo>
                  <a:lnTo>
                    <a:pt x="4219" y="2874"/>
                  </a:lnTo>
                  <a:cubicBezTo>
                    <a:pt x="4219" y="2758"/>
                    <a:pt x="4775" y="2874"/>
                    <a:pt x="4775" y="2666"/>
                  </a:cubicBezTo>
                  <a:lnTo>
                    <a:pt x="4775" y="788"/>
                  </a:lnTo>
                  <a:cubicBezTo>
                    <a:pt x="4775" y="788"/>
                    <a:pt x="5169" y="765"/>
                    <a:pt x="5285" y="719"/>
                  </a:cubicBezTo>
                  <a:cubicBezTo>
                    <a:pt x="5384" y="699"/>
                    <a:pt x="5706" y="543"/>
                    <a:pt x="5853" y="543"/>
                  </a:cubicBezTo>
                  <a:cubicBezTo>
                    <a:pt x="5878" y="543"/>
                    <a:pt x="5897" y="547"/>
                    <a:pt x="5911" y="557"/>
                  </a:cubicBezTo>
                  <a:cubicBezTo>
                    <a:pt x="5991" y="597"/>
                    <a:pt x="6107" y="778"/>
                    <a:pt x="6166" y="778"/>
                  </a:cubicBezTo>
                  <a:cubicBezTo>
                    <a:pt x="6175" y="778"/>
                    <a:pt x="6183" y="774"/>
                    <a:pt x="6189" y="765"/>
                  </a:cubicBezTo>
                  <a:cubicBezTo>
                    <a:pt x="6258" y="673"/>
                    <a:pt x="6420" y="510"/>
                    <a:pt x="6583" y="510"/>
                  </a:cubicBezTo>
                  <a:cubicBezTo>
                    <a:pt x="6675" y="510"/>
                    <a:pt x="6814" y="487"/>
                    <a:pt x="6953" y="441"/>
                  </a:cubicBezTo>
                  <a:cubicBezTo>
                    <a:pt x="6930" y="394"/>
                    <a:pt x="6907" y="348"/>
                    <a:pt x="6907" y="325"/>
                  </a:cubicBezTo>
                  <a:cubicBezTo>
                    <a:pt x="6907" y="285"/>
                    <a:pt x="6826" y="270"/>
                    <a:pt x="6707" y="270"/>
                  </a:cubicBezTo>
                  <a:cubicBezTo>
                    <a:pt x="6413" y="270"/>
                    <a:pt x="5887" y="361"/>
                    <a:pt x="5771" y="394"/>
                  </a:cubicBezTo>
                  <a:cubicBezTo>
                    <a:pt x="5640" y="444"/>
                    <a:pt x="5347" y="493"/>
                    <a:pt x="5129" y="493"/>
                  </a:cubicBezTo>
                  <a:cubicBezTo>
                    <a:pt x="5039" y="493"/>
                    <a:pt x="4962" y="484"/>
                    <a:pt x="4914" y="464"/>
                  </a:cubicBezTo>
                  <a:cubicBezTo>
                    <a:pt x="4860" y="433"/>
                    <a:pt x="4708" y="423"/>
                    <a:pt x="4529" y="423"/>
                  </a:cubicBezTo>
                  <a:cubicBezTo>
                    <a:pt x="4172" y="423"/>
                    <a:pt x="3709" y="464"/>
                    <a:pt x="3709" y="464"/>
                  </a:cubicBezTo>
                  <a:lnTo>
                    <a:pt x="3523" y="279"/>
                  </a:lnTo>
                  <a:lnTo>
                    <a:pt x="1646" y="279"/>
                  </a:lnTo>
                  <a:cubicBezTo>
                    <a:pt x="1438" y="279"/>
                    <a:pt x="1299" y="232"/>
                    <a:pt x="1136" y="140"/>
                  </a:cubicBezTo>
                  <a:cubicBezTo>
                    <a:pt x="1045" y="74"/>
                    <a:pt x="954" y="46"/>
                    <a:pt x="858" y="46"/>
                  </a:cubicBezTo>
                  <a:cubicBezTo>
                    <a:pt x="784" y="46"/>
                    <a:pt x="708" y="63"/>
                    <a:pt x="627" y="93"/>
                  </a:cubicBezTo>
                  <a:cubicBezTo>
                    <a:pt x="590" y="112"/>
                    <a:pt x="563" y="119"/>
                    <a:pt x="542" y="119"/>
                  </a:cubicBezTo>
                  <a:cubicBezTo>
                    <a:pt x="461" y="119"/>
                    <a:pt x="483" y="0"/>
                    <a:pt x="3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59"/>
            <p:cNvSpPr/>
            <p:nvPr/>
          </p:nvSpPr>
          <p:spPr>
            <a:xfrm>
              <a:off x="4357883" y="3697564"/>
              <a:ext cx="133631" cy="115971"/>
            </a:xfrm>
            <a:custGeom>
              <a:avLst/>
              <a:gdLst/>
              <a:ahLst/>
              <a:cxnLst/>
              <a:rect l="l" t="t" r="r" b="b"/>
              <a:pathLst>
                <a:path w="4381" h="3802" extrusionOk="0">
                  <a:moveTo>
                    <a:pt x="2805" y="1"/>
                  </a:moveTo>
                  <a:lnTo>
                    <a:pt x="2341" y="24"/>
                  </a:lnTo>
                  <a:cubicBezTo>
                    <a:pt x="2040" y="93"/>
                    <a:pt x="2040" y="186"/>
                    <a:pt x="2040" y="279"/>
                  </a:cubicBezTo>
                  <a:cubicBezTo>
                    <a:pt x="2040" y="372"/>
                    <a:pt x="1739" y="603"/>
                    <a:pt x="1530" y="673"/>
                  </a:cubicBezTo>
                  <a:cubicBezTo>
                    <a:pt x="1321" y="742"/>
                    <a:pt x="1090" y="1229"/>
                    <a:pt x="974" y="1299"/>
                  </a:cubicBezTo>
                  <a:cubicBezTo>
                    <a:pt x="956" y="1304"/>
                    <a:pt x="934" y="1307"/>
                    <a:pt x="909" y="1307"/>
                  </a:cubicBezTo>
                  <a:cubicBezTo>
                    <a:pt x="730" y="1307"/>
                    <a:pt x="380" y="1183"/>
                    <a:pt x="279" y="1183"/>
                  </a:cubicBezTo>
                  <a:cubicBezTo>
                    <a:pt x="260" y="1176"/>
                    <a:pt x="240" y="1174"/>
                    <a:pt x="218" y="1174"/>
                  </a:cubicBezTo>
                  <a:cubicBezTo>
                    <a:pt x="158" y="1174"/>
                    <a:pt x="85" y="1195"/>
                    <a:pt x="0" y="1229"/>
                  </a:cubicBezTo>
                  <a:cubicBezTo>
                    <a:pt x="70" y="1368"/>
                    <a:pt x="232" y="1530"/>
                    <a:pt x="302" y="1530"/>
                  </a:cubicBezTo>
                  <a:cubicBezTo>
                    <a:pt x="394" y="1530"/>
                    <a:pt x="418" y="2110"/>
                    <a:pt x="603" y="2179"/>
                  </a:cubicBezTo>
                  <a:cubicBezTo>
                    <a:pt x="788" y="2272"/>
                    <a:pt x="1159" y="2457"/>
                    <a:pt x="1159" y="2573"/>
                  </a:cubicBezTo>
                  <a:cubicBezTo>
                    <a:pt x="1159" y="2666"/>
                    <a:pt x="1368" y="2805"/>
                    <a:pt x="1368" y="2967"/>
                  </a:cubicBezTo>
                  <a:cubicBezTo>
                    <a:pt x="1368" y="3153"/>
                    <a:pt x="1600" y="3361"/>
                    <a:pt x="1762" y="3361"/>
                  </a:cubicBezTo>
                  <a:cubicBezTo>
                    <a:pt x="1784" y="3360"/>
                    <a:pt x="1806" y="3359"/>
                    <a:pt x="1826" y="3359"/>
                  </a:cubicBezTo>
                  <a:cubicBezTo>
                    <a:pt x="2112" y="3359"/>
                    <a:pt x="2133" y="3506"/>
                    <a:pt x="2133" y="3593"/>
                  </a:cubicBezTo>
                  <a:cubicBezTo>
                    <a:pt x="2133" y="3639"/>
                    <a:pt x="2248" y="3639"/>
                    <a:pt x="2373" y="3639"/>
                  </a:cubicBezTo>
                  <a:cubicBezTo>
                    <a:pt x="2498" y="3639"/>
                    <a:pt x="2631" y="3639"/>
                    <a:pt x="2666" y="3686"/>
                  </a:cubicBezTo>
                  <a:cubicBezTo>
                    <a:pt x="2712" y="3778"/>
                    <a:pt x="3175" y="3755"/>
                    <a:pt x="3291" y="3801"/>
                  </a:cubicBezTo>
                  <a:cubicBezTo>
                    <a:pt x="3477" y="3616"/>
                    <a:pt x="3755" y="3384"/>
                    <a:pt x="3848" y="3245"/>
                  </a:cubicBezTo>
                  <a:cubicBezTo>
                    <a:pt x="3987" y="3060"/>
                    <a:pt x="3871" y="2782"/>
                    <a:pt x="3987" y="2712"/>
                  </a:cubicBezTo>
                  <a:cubicBezTo>
                    <a:pt x="4102" y="2643"/>
                    <a:pt x="4381" y="2341"/>
                    <a:pt x="4265" y="2318"/>
                  </a:cubicBezTo>
                  <a:cubicBezTo>
                    <a:pt x="4172" y="2295"/>
                    <a:pt x="4241" y="2040"/>
                    <a:pt x="4102" y="1901"/>
                  </a:cubicBezTo>
                  <a:cubicBezTo>
                    <a:pt x="3963" y="1762"/>
                    <a:pt x="4265" y="1669"/>
                    <a:pt x="4241" y="1414"/>
                  </a:cubicBezTo>
                  <a:cubicBezTo>
                    <a:pt x="4218" y="1136"/>
                    <a:pt x="4288" y="603"/>
                    <a:pt x="4218" y="557"/>
                  </a:cubicBezTo>
                  <a:cubicBezTo>
                    <a:pt x="4149" y="511"/>
                    <a:pt x="3824" y="487"/>
                    <a:pt x="3593" y="348"/>
                  </a:cubicBezTo>
                  <a:cubicBezTo>
                    <a:pt x="3384" y="209"/>
                    <a:pt x="2897" y="186"/>
                    <a:pt x="2897" y="186"/>
                  </a:cubicBezTo>
                  <a:lnTo>
                    <a:pt x="28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59"/>
            <p:cNvSpPr/>
            <p:nvPr/>
          </p:nvSpPr>
          <p:spPr>
            <a:xfrm>
              <a:off x="4274461" y="3735020"/>
              <a:ext cx="148486" cy="159315"/>
            </a:xfrm>
            <a:custGeom>
              <a:avLst/>
              <a:gdLst/>
              <a:ahLst/>
              <a:cxnLst/>
              <a:rect l="l" t="t" r="r" b="b"/>
              <a:pathLst>
                <a:path w="4868" h="5223" extrusionOk="0">
                  <a:moveTo>
                    <a:pt x="2735" y="1"/>
                  </a:moveTo>
                  <a:cubicBezTo>
                    <a:pt x="2596" y="24"/>
                    <a:pt x="2457" y="71"/>
                    <a:pt x="2365" y="71"/>
                  </a:cubicBezTo>
                  <a:cubicBezTo>
                    <a:pt x="2202" y="71"/>
                    <a:pt x="2040" y="233"/>
                    <a:pt x="1971" y="302"/>
                  </a:cubicBezTo>
                  <a:cubicBezTo>
                    <a:pt x="1961" y="312"/>
                    <a:pt x="1950" y="316"/>
                    <a:pt x="1939" y="316"/>
                  </a:cubicBezTo>
                  <a:cubicBezTo>
                    <a:pt x="1869" y="316"/>
                    <a:pt x="1769" y="154"/>
                    <a:pt x="1669" y="94"/>
                  </a:cubicBezTo>
                  <a:cubicBezTo>
                    <a:pt x="1656" y="84"/>
                    <a:pt x="1637" y="80"/>
                    <a:pt x="1614" y="80"/>
                  </a:cubicBezTo>
                  <a:cubicBezTo>
                    <a:pt x="1471" y="80"/>
                    <a:pt x="1166" y="239"/>
                    <a:pt x="1067" y="279"/>
                  </a:cubicBezTo>
                  <a:cubicBezTo>
                    <a:pt x="951" y="302"/>
                    <a:pt x="557" y="325"/>
                    <a:pt x="557" y="325"/>
                  </a:cubicBezTo>
                  <a:lnTo>
                    <a:pt x="557" y="2203"/>
                  </a:lnTo>
                  <a:cubicBezTo>
                    <a:pt x="557" y="2411"/>
                    <a:pt x="1" y="2295"/>
                    <a:pt x="1" y="2411"/>
                  </a:cubicBezTo>
                  <a:lnTo>
                    <a:pt x="1" y="4033"/>
                  </a:lnTo>
                  <a:cubicBezTo>
                    <a:pt x="117" y="4057"/>
                    <a:pt x="233" y="4126"/>
                    <a:pt x="256" y="4196"/>
                  </a:cubicBezTo>
                  <a:cubicBezTo>
                    <a:pt x="325" y="4358"/>
                    <a:pt x="464" y="4706"/>
                    <a:pt x="441" y="4798"/>
                  </a:cubicBezTo>
                  <a:cubicBezTo>
                    <a:pt x="395" y="4914"/>
                    <a:pt x="325" y="4845"/>
                    <a:pt x="325" y="4937"/>
                  </a:cubicBezTo>
                  <a:cubicBezTo>
                    <a:pt x="325" y="5030"/>
                    <a:pt x="256" y="5192"/>
                    <a:pt x="418" y="5192"/>
                  </a:cubicBezTo>
                  <a:cubicBezTo>
                    <a:pt x="511" y="5192"/>
                    <a:pt x="641" y="5222"/>
                    <a:pt x="758" y="5222"/>
                  </a:cubicBezTo>
                  <a:cubicBezTo>
                    <a:pt x="845" y="5222"/>
                    <a:pt x="924" y="5205"/>
                    <a:pt x="974" y="5146"/>
                  </a:cubicBezTo>
                  <a:cubicBezTo>
                    <a:pt x="1067" y="5030"/>
                    <a:pt x="1438" y="4729"/>
                    <a:pt x="1461" y="4590"/>
                  </a:cubicBezTo>
                  <a:cubicBezTo>
                    <a:pt x="1480" y="4477"/>
                    <a:pt x="1528" y="4244"/>
                    <a:pt x="1693" y="4244"/>
                  </a:cubicBezTo>
                  <a:cubicBezTo>
                    <a:pt x="1732" y="4244"/>
                    <a:pt x="1778" y="4257"/>
                    <a:pt x="1832" y="4288"/>
                  </a:cubicBezTo>
                  <a:cubicBezTo>
                    <a:pt x="2110" y="4474"/>
                    <a:pt x="2133" y="4497"/>
                    <a:pt x="2480" y="4497"/>
                  </a:cubicBezTo>
                  <a:cubicBezTo>
                    <a:pt x="2828" y="4497"/>
                    <a:pt x="2944" y="4497"/>
                    <a:pt x="2990" y="4265"/>
                  </a:cubicBezTo>
                  <a:cubicBezTo>
                    <a:pt x="3060" y="4033"/>
                    <a:pt x="2990" y="3848"/>
                    <a:pt x="3199" y="3848"/>
                  </a:cubicBezTo>
                  <a:cubicBezTo>
                    <a:pt x="3431" y="3848"/>
                    <a:pt x="3686" y="3663"/>
                    <a:pt x="3686" y="3524"/>
                  </a:cubicBezTo>
                  <a:cubicBezTo>
                    <a:pt x="3686" y="3385"/>
                    <a:pt x="3778" y="3153"/>
                    <a:pt x="3894" y="3153"/>
                  </a:cubicBezTo>
                  <a:cubicBezTo>
                    <a:pt x="4033" y="3153"/>
                    <a:pt x="4311" y="2991"/>
                    <a:pt x="4335" y="2828"/>
                  </a:cubicBezTo>
                  <a:cubicBezTo>
                    <a:pt x="4381" y="2666"/>
                    <a:pt x="4589" y="2736"/>
                    <a:pt x="4682" y="2620"/>
                  </a:cubicBezTo>
                  <a:cubicBezTo>
                    <a:pt x="4728" y="2573"/>
                    <a:pt x="4798" y="2481"/>
                    <a:pt x="4868" y="2365"/>
                  </a:cubicBezTo>
                  <a:cubicBezTo>
                    <a:pt x="4868" y="2278"/>
                    <a:pt x="4847" y="2131"/>
                    <a:pt x="4561" y="2131"/>
                  </a:cubicBezTo>
                  <a:cubicBezTo>
                    <a:pt x="4541" y="2131"/>
                    <a:pt x="4519" y="2132"/>
                    <a:pt x="4497" y="2133"/>
                  </a:cubicBezTo>
                  <a:cubicBezTo>
                    <a:pt x="4335" y="2133"/>
                    <a:pt x="4103" y="1925"/>
                    <a:pt x="4103" y="1739"/>
                  </a:cubicBezTo>
                  <a:cubicBezTo>
                    <a:pt x="4103" y="1577"/>
                    <a:pt x="3894" y="1438"/>
                    <a:pt x="3894" y="1345"/>
                  </a:cubicBezTo>
                  <a:cubicBezTo>
                    <a:pt x="3894" y="1229"/>
                    <a:pt x="3523" y="1044"/>
                    <a:pt x="3338" y="951"/>
                  </a:cubicBezTo>
                  <a:cubicBezTo>
                    <a:pt x="3153" y="882"/>
                    <a:pt x="3129" y="302"/>
                    <a:pt x="3037" y="302"/>
                  </a:cubicBezTo>
                  <a:cubicBezTo>
                    <a:pt x="2967" y="302"/>
                    <a:pt x="2805" y="140"/>
                    <a:pt x="2735"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59"/>
            <p:cNvSpPr/>
            <p:nvPr/>
          </p:nvSpPr>
          <p:spPr>
            <a:xfrm>
              <a:off x="4449785" y="3873590"/>
              <a:ext cx="22633" cy="27605"/>
            </a:xfrm>
            <a:custGeom>
              <a:avLst/>
              <a:gdLst/>
              <a:ahLst/>
              <a:cxnLst/>
              <a:rect l="l" t="t" r="r" b="b"/>
              <a:pathLst>
                <a:path w="742" h="905" extrusionOk="0">
                  <a:moveTo>
                    <a:pt x="371" y="0"/>
                  </a:moveTo>
                  <a:cubicBezTo>
                    <a:pt x="232" y="0"/>
                    <a:pt x="0" y="325"/>
                    <a:pt x="0" y="394"/>
                  </a:cubicBezTo>
                  <a:cubicBezTo>
                    <a:pt x="0" y="464"/>
                    <a:pt x="162" y="881"/>
                    <a:pt x="348" y="904"/>
                  </a:cubicBezTo>
                  <a:cubicBezTo>
                    <a:pt x="510" y="904"/>
                    <a:pt x="626" y="904"/>
                    <a:pt x="649" y="788"/>
                  </a:cubicBezTo>
                  <a:cubicBezTo>
                    <a:pt x="649" y="719"/>
                    <a:pt x="695" y="672"/>
                    <a:pt x="742" y="626"/>
                  </a:cubicBezTo>
                  <a:cubicBezTo>
                    <a:pt x="719" y="533"/>
                    <a:pt x="695" y="302"/>
                    <a:pt x="672" y="163"/>
                  </a:cubicBezTo>
                  <a:cubicBezTo>
                    <a:pt x="580" y="93"/>
                    <a:pt x="464" y="0"/>
                    <a:pt x="3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59"/>
            <p:cNvSpPr/>
            <p:nvPr/>
          </p:nvSpPr>
          <p:spPr>
            <a:xfrm>
              <a:off x="4388995" y="3923888"/>
              <a:ext cx="38189" cy="37396"/>
            </a:xfrm>
            <a:custGeom>
              <a:avLst/>
              <a:gdLst/>
              <a:ahLst/>
              <a:cxnLst/>
              <a:rect l="l" t="t" r="r" b="b"/>
              <a:pathLst>
                <a:path w="1252" h="1226" extrusionOk="0">
                  <a:moveTo>
                    <a:pt x="794" y="0"/>
                  </a:moveTo>
                  <a:cubicBezTo>
                    <a:pt x="647" y="0"/>
                    <a:pt x="379" y="166"/>
                    <a:pt x="325" y="275"/>
                  </a:cubicBezTo>
                  <a:cubicBezTo>
                    <a:pt x="278" y="391"/>
                    <a:pt x="0" y="738"/>
                    <a:pt x="0" y="738"/>
                  </a:cubicBezTo>
                  <a:lnTo>
                    <a:pt x="325" y="1202"/>
                  </a:lnTo>
                  <a:lnTo>
                    <a:pt x="556" y="1225"/>
                  </a:lnTo>
                  <a:cubicBezTo>
                    <a:pt x="556" y="1225"/>
                    <a:pt x="626" y="1063"/>
                    <a:pt x="695" y="947"/>
                  </a:cubicBezTo>
                  <a:cubicBezTo>
                    <a:pt x="719" y="899"/>
                    <a:pt x="768" y="887"/>
                    <a:pt x="822" y="887"/>
                  </a:cubicBezTo>
                  <a:cubicBezTo>
                    <a:pt x="876" y="887"/>
                    <a:pt x="936" y="899"/>
                    <a:pt x="979" y="899"/>
                  </a:cubicBezTo>
                  <a:cubicBezTo>
                    <a:pt x="1017" y="899"/>
                    <a:pt x="1043" y="890"/>
                    <a:pt x="1043" y="854"/>
                  </a:cubicBezTo>
                  <a:cubicBezTo>
                    <a:pt x="1043" y="715"/>
                    <a:pt x="1252" y="599"/>
                    <a:pt x="1252" y="460"/>
                  </a:cubicBezTo>
                  <a:cubicBezTo>
                    <a:pt x="1252" y="321"/>
                    <a:pt x="950" y="159"/>
                    <a:pt x="881" y="43"/>
                  </a:cubicBezTo>
                  <a:cubicBezTo>
                    <a:pt x="866" y="13"/>
                    <a:pt x="834" y="0"/>
                    <a:pt x="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59"/>
            <p:cNvSpPr/>
            <p:nvPr/>
          </p:nvSpPr>
          <p:spPr>
            <a:xfrm>
              <a:off x="4217209" y="3807127"/>
              <a:ext cx="267232" cy="234473"/>
            </a:xfrm>
            <a:custGeom>
              <a:avLst/>
              <a:gdLst/>
              <a:ahLst/>
              <a:cxnLst/>
              <a:rect l="l" t="t" r="r" b="b"/>
              <a:pathLst>
                <a:path w="8761" h="7687" extrusionOk="0">
                  <a:moveTo>
                    <a:pt x="6424" y="3828"/>
                  </a:moveTo>
                  <a:cubicBezTo>
                    <a:pt x="6466" y="3828"/>
                    <a:pt x="6498" y="3841"/>
                    <a:pt x="6513" y="3871"/>
                  </a:cubicBezTo>
                  <a:cubicBezTo>
                    <a:pt x="6582" y="3987"/>
                    <a:pt x="6884" y="4149"/>
                    <a:pt x="6884" y="4288"/>
                  </a:cubicBezTo>
                  <a:cubicBezTo>
                    <a:pt x="6884" y="4427"/>
                    <a:pt x="6675" y="4543"/>
                    <a:pt x="6675" y="4682"/>
                  </a:cubicBezTo>
                  <a:cubicBezTo>
                    <a:pt x="6675" y="4718"/>
                    <a:pt x="6649" y="4727"/>
                    <a:pt x="6611" y="4727"/>
                  </a:cubicBezTo>
                  <a:cubicBezTo>
                    <a:pt x="6568" y="4727"/>
                    <a:pt x="6508" y="4715"/>
                    <a:pt x="6454" y="4715"/>
                  </a:cubicBezTo>
                  <a:cubicBezTo>
                    <a:pt x="6400" y="4715"/>
                    <a:pt x="6351" y="4727"/>
                    <a:pt x="6327" y="4775"/>
                  </a:cubicBezTo>
                  <a:cubicBezTo>
                    <a:pt x="6258" y="4891"/>
                    <a:pt x="6188" y="5053"/>
                    <a:pt x="6188" y="5053"/>
                  </a:cubicBezTo>
                  <a:lnTo>
                    <a:pt x="5957" y="5030"/>
                  </a:lnTo>
                  <a:lnTo>
                    <a:pt x="5632" y="4566"/>
                  </a:lnTo>
                  <a:cubicBezTo>
                    <a:pt x="5632" y="4566"/>
                    <a:pt x="5910" y="4219"/>
                    <a:pt x="5957" y="4080"/>
                  </a:cubicBezTo>
                  <a:cubicBezTo>
                    <a:pt x="6011" y="3989"/>
                    <a:pt x="6277" y="3828"/>
                    <a:pt x="6424" y="3828"/>
                  </a:cubicBezTo>
                  <a:close/>
                  <a:moveTo>
                    <a:pt x="6745" y="1"/>
                  </a:moveTo>
                  <a:cubicBezTo>
                    <a:pt x="6675" y="94"/>
                    <a:pt x="6605" y="209"/>
                    <a:pt x="6559" y="256"/>
                  </a:cubicBezTo>
                  <a:cubicBezTo>
                    <a:pt x="6466" y="348"/>
                    <a:pt x="6258" y="302"/>
                    <a:pt x="6212" y="464"/>
                  </a:cubicBezTo>
                  <a:cubicBezTo>
                    <a:pt x="6188" y="627"/>
                    <a:pt x="5910" y="789"/>
                    <a:pt x="5771" y="789"/>
                  </a:cubicBezTo>
                  <a:cubicBezTo>
                    <a:pt x="5655" y="789"/>
                    <a:pt x="5563" y="997"/>
                    <a:pt x="5563" y="1160"/>
                  </a:cubicBezTo>
                  <a:cubicBezTo>
                    <a:pt x="5563" y="1299"/>
                    <a:pt x="5308" y="1484"/>
                    <a:pt x="5076" y="1484"/>
                  </a:cubicBezTo>
                  <a:cubicBezTo>
                    <a:pt x="4867" y="1484"/>
                    <a:pt x="4937" y="1669"/>
                    <a:pt x="4867" y="1901"/>
                  </a:cubicBezTo>
                  <a:cubicBezTo>
                    <a:pt x="4821" y="2110"/>
                    <a:pt x="4705" y="2133"/>
                    <a:pt x="4357" y="2133"/>
                  </a:cubicBezTo>
                  <a:cubicBezTo>
                    <a:pt x="4010" y="2133"/>
                    <a:pt x="3987" y="2110"/>
                    <a:pt x="3709" y="1924"/>
                  </a:cubicBezTo>
                  <a:cubicBezTo>
                    <a:pt x="3650" y="1885"/>
                    <a:pt x="3600" y="1869"/>
                    <a:pt x="3559" y="1869"/>
                  </a:cubicBezTo>
                  <a:cubicBezTo>
                    <a:pt x="3403" y="1869"/>
                    <a:pt x="3356" y="2098"/>
                    <a:pt x="3338" y="2226"/>
                  </a:cubicBezTo>
                  <a:cubicBezTo>
                    <a:pt x="3315" y="2365"/>
                    <a:pt x="2967" y="2643"/>
                    <a:pt x="2851" y="2782"/>
                  </a:cubicBezTo>
                  <a:cubicBezTo>
                    <a:pt x="2808" y="2834"/>
                    <a:pt x="2741" y="2850"/>
                    <a:pt x="2667" y="2850"/>
                  </a:cubicBezTo>
                  <a:cubicBezTo>
                    <a:pt x="2543" y="2850"/>
                    <a:pt x="2396" y="2805"/>
                    <a:pt x="2295" y="2805"/>
                  </a:cubicBezTo>
                  <a:cubicBezTo>
                    <a:pt x="2133" y="2805"/>
                    <a:pt x="2202" y="2666"/>
                    <a:pt x="2202" y="2573"/>
                  </a:cubicBezTo>
                  <a:cubicBezTo>
                    <a:pt x="2202" y="2481"/>
                    <a:pt x="2272" y="2550"/>
                    <a:pt x="2318" y="2434"/>
                  </a:cubicBezTo>
                  <a:cubicBezTo>
                    <a:pt x="2341" y="2342"/>
                    <a:pt x="2202" y="1994"/>
                    <a:pt x="2133" y="1832"/>
                  </a:cubicBezTo>
                  <a:cubicBezTo>
                    <a:pt x="2110" y="1762"/>
                    <a:pt x="1994" y="1693"/>
                    <a:pt x="1878" y="1646"/>
                  </a:cubicBezTo>
                  <a:lnTo>
                    <a:pt x="1878" y="3663"/>
                  </a:lnTo>
                  <a:cubicBezTo>
                    <a:pt x="1878" y="3825"/>
                    <a:pt x="1576" y="3917"/>
                    <a:pt x="1507" y="4010"/>
                  </a:cubicBezTo>
                  <a:cubicBezTo>
                    <a:pt x="1488" y="4047"/>
                    <a:pt x="1411" y="4058"/>
                    <a:pt x="1309" y="4058"/>
                  </a:cubicBezTo>
                  <a:cubicBezTo>
                    <a:pt x="1157" y="4058"/>
                    <a:pt x="951" y="4033"/>
                    <a:pt x="812" y="4033"/>
                  </a:cubicBezTo>
                  <a:cubicBezTo>
                    <a:pt x="603" y="4033"/>
                    <a:pt x="649" y="3802"/>
                    <a:pt x="534" y="3639"/>
                  </a:cubicBezTo>
                  <a:cubicBezTo>
                    <a:pt x="503" y="3597"/>
                    <a:pt x="468" y="3580"/>
                    <a:pt x="433" y="3580"/>
                  </a:cubicBezTo>
                  <a:cubicBezTo>
                    <a:pt x="333" y="3580"/>
                    <a:pt x="232" y="3716"/>
                    <a:pt x="232" y="3802"/>
                  </a:cubicBezTo>
                  <a:cubicBezTo>
                    <a:pt x="232" y="3853"/>
                    <a:pt x="197" y="3869"/>
                    <a:pt x="146" y="3869"/>
                  </a:cubicBezTo>
                  <a:cubicBezTo>
                    <a:pt x="104" y="3869"/>
                    <a:pt x="52" y="3858"/>
                    <a:pt x="1" y="3848"/>
                  </a:cubicBezTo>
                  <a:lnTo>
                    <a:pt x="1" y="3848"/>
                  </a:lnTo>
                  <a:cubicBezTo>
                    <a:pt x="163" y="4149"/>
                    <a:pt x="325" y="4474"/>
                    <a:pt x="395" y="4729"/>
                  </a:cubicBezTo>
                  <a:cubicBezTo>
                    <a:pt x="534" y="5169"/>
                    <a:pt x="835" y="5563"/>
                    <a:pt x="928" y="5818"/>
                  </a:cubicBezTo>
                  <a:cubicBezTo>
                    <a:pt x="997" y="6073"/>
                    <a:pt x="1090" y="6304"/>
                    <a:pt x="928" y="6328"/>
                  </a:cubicBezTo>
                  <a:cubicBezTo>
                    <a:pt x="765" y="6351"/>
                    <a:pt x="765" y="6490"/>
                    <a:pt x="928" y="6768"/>
                  </a:cubicBezTo>
                  <a:cubicBezTo>
                    <a:pt x="1113" y="7046"/>
                    <a:pt x="951" y="7208"/>
                    <a:pt x="1113" y="7232"/>
                  </a:cubicBezTo>
                  <a:cubicBezTo>
                    <a:pt x="1275" y="7278"/>
                    <a:pt x="1229" y="7371"/>
                    <a:pt x="1345" y="7371"/>
                  </a:cubicBezTo>
                  <a:cubicBezTo>
                    <a:pt x="1461" y="7371"/>
                    <a:pt x="1553" y="7510"/>
                    <a:pt x="1623" y="7602"/>
                  </a:cubicBezTo>
                  <a:cubicBezTo>
                    <a:pt x="1667" y="7658"/>
                    <a:pt x="1732" y="7687"/>
                    <a:pt x="1799" y="7687"/>
                  </a:cubicBezTo>
                  <a:cubicBezTo>
                    <a:pt x="1871" y="7687"/>
                    <a:pt x="1945" y="7652"/>
                    <a:pt x="1994" y="7579"/>
                  </a:cubicBezTo>
                  <a:cubicBezTo>
                    <a:pt x="2086" y="7463"/>
                    <a:pt x="2341" y="7417"/>
                    <a:pt x="2643" y="7417"/>
                  </a:cubicBezTo>
                  <a:cubicBezTo>
                    <a:pt x="2921" y="7417"/>
                    <a:pt x="2851" y="7301"/>
                    <a:pt x="3129" y="7208"/>
                  </a:cubicBezTo>
                  <a:cubicBezTo>
                    <a:pt x="3278" y="7171"/>
                    <a:pt x="3440" y="7147"/>
                    <a:pt x="3594" y="7147"/>
                  </a:cubicBezTo>
                  <a:cubicBezTo>
                    <a:pt x="3728" y="7147"/>
                    <a:pt x="3856" y="7165"/>
                    <a:pt x="3964" y="7208"/>
                  </a:cubicBezTo>
                  <a:cubicBezTo>
                    <a:pt x="4038" y="7229"/>
                    <a:pt x="4105" y="7237"/>
                    <a:pt x="4165" y="7237"/>
                  </a:cubicBezTo>
                  <a:cubicBezTo>
                    <a:pt x="4309" y="7237"/>
                    <a:pt x="4415" y="7188"/>
                    <a:pt x="4497" y="7139"/>
                  </a:cubicBezTo>
                  <a:cubicBezTo>
                    <a:pt x="4517" y="7127"/>
                    <a:pt x="4539" y="7122"/>
                    <a:pt x="4564" y="7122"/>
                  </a:cubicBezTo>
                  <a:cubicBezTo>
                    <a:pt x="4629" y="7122"/>
                    <a:pt x="4704" y="7155"/>
                    <a:pt x="4761" y="7155"/>
                  </a:cubicBezTo>
                  <a:cubicBezTo>
                    <a:pt x="4804" y="7155"/>
                    <a:pt x="4836" y="7136"/>
                    <a:pt x="4844" y="7069"/>
                  </a:cubicBezTo>
                  <a:cubicBezTo>
                    <a:pt x="4863" y="6921"/>
                    <a:pt x="5015" y="6906"/>
                    <a:pt x="5182" y="6906"/>
                  </a:cubicBezTo>
                  <a:cubicBezTo>
                    <a:pt x="5223" y="6906"/>
                    <a:pt x="5266" y="6907"/>
                    <a:pt x="5308" y="6907"/>
                  </a:cubicBezTo>
                  <a:cubicBezTo>
                    <a:pt x="5516" y="6907"/>
                    <a:pt x="6026" y="6583"/>
                    <a:pt x="6420" y="6212"/>
                  </a:cubicBezTo>
                  <a:cubicBezTo>
                    <a:pt x="6837" y="5818"/>
                    <a:pt x="7486" y="4984"/>
                    <a:pt x="7718" y="4613"/>
                  </a:cubicBezTo>
                  <a:cubicBezTo>
                    <a:pt x="7950" y="4242"/>
                    <a:pt x="8320" y="3917"/>
                    <a:pt x="8506" y="3732"/>
                  </a:cubicBezTo>
                  <a:cubicBezTo>
                    <a:pt x="8645" y="3616"/>
                    <a:pt x="8714" y="3176"/>
                    <a:pt x="8761" y="2851"/>
                  </a:cubicBezTo>
                  <a:cubicBezTo>
                    <a:pt x="8724" y="2847"/>
                    <a:pt x="8686" y="2845"/>
                    <a:pt x="8649" y="2845"/>
                  </a:cubicBezTo>
                  <a:cubicBezTo>
                    <a:pt x="8500" y="2845"/>
                    <a:pt x="8367" y="2875"/>
                    <a:pt x="8367" y="2875"/>
                  </a:cubicBezTo>
                  <a:cubicBezTo>
                    <a:pt x="8367" y="2875"/>
                    <a:pt x="8367" y="2851"/>
                    <a:pt x="8344" y="2805"/>
                  </a:cubicBezTo>
                  <a:cubicBezTo>
                    <a:pt x="8320" y="2851"/>
                    <a:pt x="8274" y="2898"/>
                    <a:pt x="8251" y="2967"/>
                  </a:cubicBezTo>
                  <a:cubicBezTo>
                    <a:pt x="8251" y="3083"/>
                    <a:pt x="8135" y="3083"/>
                    <a:pt x="7950" y="3083"/>
                  </a:cubicBezTo>
                  <a:cubicBezTo>
                    <a:pt x="7787" y="3060"/>
                    <a:pt x="7625" y="2643"/>
                    <a:pt x="7625" y="2573"/>
                  </a:cubicBezTo>
                  <a:cubicBezTo>
                    <a:pt x="7625" y="2504"/>
                    <a:pt x="7857" y="2179"/>
                    <a:pt x="7996" y="2179"/>
                  </a:cubicBezTo>
                  <a:cubicBezTo>
                    <a:pt x="8066" y="2179"/>
                    <a:pt x="8205" y="2272"/>
                    <a:pt x="8297" y="2342"/>
                  </a:cubicBezTo>
                  <a:cubicBezTo>
                    <a:pt x="8297" y="2295"/>
                    <a:pt x="8297" y="2249"/>
                    <a:pt x="8297" y="2249"/>
                  </a:cubicBezTo>
                  <a:cubicBezTo>
                    <a:pt x="8320" y="2156"/>
                    <a:pt x="8390" y="1322"/>
                    <a:pt x="8251" y="1252"/>
                  </a:cubicBezTo>
                  <a:cubicBezTo>
                    <a:pt x="8112" y="1160"/>
                    <a:pt x="7950" y="302"/>
                    <a:pt x="7903" y="233"/>
                  </a:cubicBezTo>
                  <a:cubicBezTo>
                    <a:pt x="7857" y="140"/>
                    <a:pt x="7324" y="186"/>
                    <a:pt x="7254" y="94"/>
                  </a:cubicBezTo>
                  <a:cubicBezTo>
                    <a:pt x="7231" y="47"/>
                    <a:pt x="7104" y="47"/>
                    <a:pt x="6982" y="47"/>
                  </a:cubicBezTo>
                  <a:cubicBezTo>
                    <a:pt x="6860" y="47"/>
                    <a:pt x="6745" y="47"/>
                    <a:pt x="6745"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59"/>
            <p:cNvSpPr/>
            <p:nvPr/>
          </p:nvSpPr>
          <p:spPr>
            <a:xfrm>
              <a:off x="4146537" y="3531145"/>
              <a:ext cx="194423" cy="205129"/>
            </a:xfrm>
            <a:custGeom>
              <a:avLst/>
              <a:gdLst/>
              <a:ahLst/>
              <a:cxnLst/>
              <a:rect l="l" t="t" r="r" b="b"/>
              <a:pathLst>
                <a:path w="6374" h="6725" extrusionOk="0">
                  <a:moveTo>
                    <a:pt x="1247" y="0"/>
                  </a:moveTo>
                  <a:cubicBezTo>
                    <a:pt x="986" y="0"/>
                    <a:pt x="773" y="3"/>
                    <a:pt x="718" y="11"/>
                  </a:cubicBezTo>
                  <a:cubicBezTo>
                    <a:pt x="649" y="11"/>
                    <a:pt x="533" y="103"/>
                    <a:pt x="417" y="173"/>
                  </a:cubicBezTo>
                  <a:cubicBezTo>
                    <a:pt x="510" y="544"/>
                    <a:pt x="811" y="1169"/>
                    <a:pt x="881" y="1332"/>
                  </a:cubicBezTo>
                  <a:cubicBezTo>
                    <a:pt x="950" y="1471"/>
                    <a:pt x="788" y="1610"/>
                    <a:pt x="788" y="1888"/>
                  </a:cubicBezTo>
                  <a:cubicBezTo>
                    <a:pt x="788" y="2189"/>
                    <a:pt x="1112" y="2699"/>
                    <a:pt x="1136" y="3046"/>
                  </a:cubicBezTo>
                  <a:cubicBezTo>
                    <a:pt x="1159" y="3394"/>
                    <a:pt x="950" y="3603"/>
                    <a:pt x="742" y="3834"/>
                  </a:cubicBezTo>
                  <a:cubicBezTo>
                    <a:pt x="556" y="4066"/>
                    <a:pt x="348" y="4576"/>
                    <a:pt x="348" y="4877"/>
                  </a:cubicBezTo>
                  <a:cubicBezTo>
                    <a:pt x="348" y="5202"/>
                    <a:pt x="70" y="5503"/>
                    <a:pt x="70" y="5642"/>
                  </a:cubicBezTo>
                  <a:cubicBezTo>
                    <a:pt x="70" y="5804"/>
                    <a:pt x="23" y="6221"/>
                    <a:pt x="0" y="6384"/>
                  </a:cubicBezTo>
                  <a:lnTo>
                    <a:pt x="0" y="6407"/>
                  </a:lnTo>
                  <a:lnTo>
                    <a:pt x="162" y="6361"/>
                  </a:lnTo>
                  <a:cubicBezTo>
                    <a:pt x="162" y="6361"/>
                    <a:pt x="209" y="6221"/>
                    <a:pt x="348" y="6221"/>
                  </a:cubicBezTo>
                  <a:cubicBezTo>
                    <a:pt x="465" y="6221"/>
                    <a:pt x="434" y="6353"/>
                    <a:pt x="532" y="6353"/>
                  </a:cubicBezTo>
                  <a:cubicBezTo>
                    <a:pt x="550" y="6353"/>
                    <a:pt x="573" y="6348"/>
                    <a:pt x="603" y="6337"/>
                  </a:cubicBezTo>
                  <a:cubicBezTo>
                    <a:pt x="690" y="6294"/>
                    <a:pt x="773" y="6270"/>
                    <a:pt x="852" y="6270"/>
                  </a:cubicBezTo>
                  <a:cubicBezTo>
                    <a:pt x="941" y="6270"/>
                    <a:pt x="1027" y="6299"/>
                    <a:pt x="1112" y="6361"/>
                  </a:cubicBezTo>
                  <a:cubicBezTo>
                    <a:pt x="1275" y="6476"/>
                    <a:pt x="1414" y="6500"/>
                    <a:pt x="1599" y="6500"/>
                  </a:cubicBezTo>
                  <a:lnTo>
                    <a:pt x="3499" y="6500"/>
                  </a:lnTo>
                  <a:lnTo>
                    <a:pt x="3685" y="6685"/>
                  </a:lnTo>
                  <a:cubicBezTo>
                    <a:pt x="3685" y="6685"/>
                    <a:pt x="4148" y="6654"/>
                    <a:pt x="4505" y="6654"/>
                  </a:cubicBezTo>
                  <a:cubicBezTo>
                    <a:pt x="4684" y="6654"/>
                    <a:pt x="4836" y="6662"/>
                    <a:pt x="4890" y="6685"/>
                  </a:cubicBezTo>
                  <a:cubicBezTo>
                    <a:pt x="4940" y="6714"/>
                    <a:pt x="5024" y="6725"/>
                    <a:pt x="5120" y="6725"/>
                  </a:cubicBezTo>
                  <a:cubicBezTo>
                    <a:pt x="5335" y="6725"/>
                    <a:pt x="5612" y="6671"/>
                    <a:pt x="5724" y="6639"/>
                  </a:cubicBezTo>
                  <a:cubicBezTo>
                    <a:pt x="5771" y="6615"/>
                    <a:pt x="5817" y="6615"/>
                    <a:pt x="5887" y="6592"/>
                  </a:cubicBezTo>
                  <a:lnTo>
                    <a:pt x="5261" y="5735"/>
                  </a:lnTo>
                  <a:lnTo>
                    <a:pt x="5307" y="3927"/>
                  </a:lnTo>
                  <a:lnTo>
                    <a:pt x="6118" y="3950"/>
                  </a:lnTo>
                  <a:lnTo>
                    <a:pt x="6257" y="3811"/>
                  </a:lnTo>
                  <a:lnTo>
                    <a:pt x="6373" y="2722"/>
                  </a:lnTo>
                  <a:cubicBezTo>
                    <a:pt x="6358" y="2722"/>
                    <a:pt x="6322" y="2712"/>
                    <a:pt x="6286" y="2712"/>
                  </a:cubicBezTo>
                  <a:cubicBezTo>
                    <a:pt x="6268" y="2712"/>
                    <a:pt x="6250" y="2714"/>
                    <a:pt x="6234" y="2722"/>
                  </a:cubicBezTo>
                  <a:cubicBezTo>
                    <a:pt x="6137" y="2764"/>
                    <a:pt x="6039" y="2772"/>
                    <a:pt x="5942" y="2772"/>
                  </a:cubicBezTo>
                  <a:cubicBezTo>
                    <a:pt x="5877" y="2772"/>
                    <a:pt x="5812" y="2768"/>
                    <a:pt x="5747" y="2768"/>
                  </a:cubicBezTo>
                  <a:cubicBezTo>
                    <a:pt x="5595" y="2768"/>
                    <a:pt x="5565" y="2933"/>
                    <a:pt x="5485" y="2933"/>
                  </a:cubicBezTo>
                  <a:cubicBezTo>
                    <a:pt x="5480" y="2933"/>
                    <a:pt x="5475" y="2932"/>
                    <a:pt x="5469" y="2931"/>
                  </a:cubicBezTo>
                  <a:cubicBezTo>
                    <a:pt x="5377" y="2907"/>
                    <a:pt x="5446" y="2606"/>
                    <a:pt x="5469" y="2490"/>
                  </a:cubicBezTo>
                  <a:cubicBezTo>
                    <a:pt x="5493" y="2351"/>
                    <a:pt x="5307" y="2143"/>
                    <a:pt x="5191" y="2050"/>
                  </a:cubicBezTo>
                  <a:cubicBezTo>
                    <a:pt x="5075" y="1957"/>
                    <a:pt x="5330" y="1332"/>
                    <a:pt x="5261" y="1262"/>
                  </a:cubicBezTo>
                  <a:cubicBezTo>
                    <a:pt x="5191" y="1192"/>
                    <a:pt x="5168" y="1007"/>
                    <a:pt x="5168" y="845"/>
                  </a:cubicBezTo>
                  <a:cubicBezTo>
                    <a:pt x="5168" y="752"/>
                    <a:pt x="5139" y="729"/>
                    <a:pt x="5081" y="729"/>
                  </a:cubicBezTo>
                  <a:cubicBezTo>
                    <a:pt x="5023" y="729"/>
                    <a:pt x="4936" y="752"/>
                    <a:pt x="4820" y="752"/>
                  </a:cubicBezTo>
                  <a:cubicBezTo>
                    <a:pt x="4566" y="752"/>
                    <a:pt x="4542" y="636"/>
                    <a:pt x="4542" y="636"/>
                  </a:cubicBezTo>
                  <a:cubicBezTo>
                    <a:pt x="4542" y="636"/>
                    <a:pt x="4419" y="605"/>
                    <a:pt x="4288" y="605"/>
                  </a:cubicBezTo>
                  <a:cubicBezTo>
                    <a:pt x="4223" y="605"/>
                    <a:pt x="4156" y="613"/>
                    <a:pt x="4102" y="636"/>
                  </a:cubicBezTo>
                  <a:cubicBezTo>
                    <a:pt x="3967" y="704"/>
                    <a:pt x="3985" y="1124"/>
                    <a:pt x="3900" y="1124"/>
                  </a:cubicBezTo>
                  <a:cubicBezTo>
                    <a:pt x="3898" y="1124"/>
                    <a:pt x="3896" y="1124"/>
                    <a:pt x="3893" y="1123"/>
                  </a:cubicBezTo>
                  <a:cubicBezTo>
                    <a:pt x="3877" y="1119"/>
                    <a:pt x="3854" y="1117"/>
                    <a:pt x="3826" y="1117"/>
                  </a:cubicBezTo>
                  <a:cubicBezTo>
                    <a:pt x="3696" y="1117"/>
                    <a:pt x="3458" y="1158"/>
                    <a:pt x="3268" y="1216"/>
                  </a:cubicBezTo>
                  <a:cubicBezTo>
                    <a:pt x="3219" y="1229"/>
                    <a:pt x="3177" y="1235"/>
                    <a:pt x="3139" y="1235"/>
                  </a:cubicBezTo>
                  <a:cubicBezTo>
                    <a:pt x="2977" y="1235"/>
                    <a:pt x="2898" y="1117"/>
                    <a:pt x="2804" y="891"/>
                  </a:cubicBezTo>
                  <a:cubicBezTo>
                    <a:pt x="2688" y="590"/>
                    <a:pt x="2526" y="683"/>
                    <a:pt x="2572" y="474"/>
                  </a:cubicBezTo>
                  <a:cubicBezTo>
                    <a:pt x="2642" y="265"/>
                    <a:pt x="2480" y="11"/>
                    <a:pt x="2480" y="11"/>
                  </a:cubicBezTo>
                  <a:cubicBezTo>
                    <a:pt x="2480" y="11"/>
                    <a:pt x="1769" y="0"/>
                    <a:pt x="1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59"/>
            <p:cNvSpPr/>
            <p:nvPr/>
          </p:nvSpPr>
          <p:spPr>
            <a:xfrm>
              <a:off x="4306976" y="3569639"/>
              <a:ext cx="191617" cy="167367"/>
            </a:xfrm>
            <a:custGeom>
              <a:avLst/>
              <a:gdLst/>
              <a:ahLst/>
              <a:cxnLst/>
              <a:rect l="l" t="t" r="r" b="b"/>
              <a:pathLst>
                <a:path w="6282" h="5487" extrusionOk="0">
                  <a:moveTo>
                    <a:pt x="4450" y="0"/>
                  </a:moveTo>
                  <a:cubicBezTo>
                    <a:pt x="4368" y="83"/>
                    <a:pt x="4155" y="95"/>
                    <a:pt x="3972" y="95"/>
                  </a:cubicBezTo>
                  <a:cubicBezTo>
                    <a:pt x="3899" y="95"/>
                    <a:pt x="3831" y="93"/>
                    <a:pt x="3778" y="93"/>
                  </a:cubicBezTo>
                  <a:cubicBezTo>
                    <a:pt x="3593" y="93"/>
                    <a:pt x="3755" y="371"/>
                    <a:pt x="3639" y="464"/>
                  </a:cubicBezTo>
                  <a:cubicBezTo>
                    <a:pt x="3523" y="556"/>
                    <a:pt x="3477" y="718"/>
                    <a:pt x="3570" y="765"/>
                  </a:cubicBezTo>
                  <a:cubicBezTo>
                    <a:pt x="3662" y="811"/>
                    <a:pt x="3547" y="1205"/>
                    <a:pt x="3547" y="1367"/>
                  </a:cubicBezTo>
                  <a:cubicBezTo>
                    <a:pt x="3547" y="1506"/>
                    <a:pt x="3361" y="1831"/>
                    <a:pt x="3431" y="1877"/>
                  </a:cubicBezTo>
                  <a:cubicBezTo>
                    <a:pt x="3500" y="1924"/>
                    <a:pt x="3616" y="2248"/>
                    <a:pt x="3778" y="2318"/>
                  </a:cubicBezTo>
                  <a:cubicBezTo>
                    <a:pt x="3799" y="2323"/>
                    <a:pt x="3819" y="2325"/>
                    <a:pt x="3838" y="2325"/>
                  </a:cubicBezTo>
                  <a:cubicBezTo>
                    <a:pt x="3989" y="2325"/>
                    <a:pt x="4087" y="2178"/>
                    <a:pt x="4149" y="2178"/>
                  </a:cubicBezTo>
                  <a:cubicBezTo>
                    <a:pt x="4219" y="2178"/>
                    <a:pt x="4219" y="2410"/>
                    <a:pt x="4219" y="2572"/>
                  </a:cubicBezTo>
                  <a:cubicBezTo>
                    <a:pt x="4219" y="2735"/>
                    <a:pt x="4126" y="2804"/>
                    <a:pt x="4126" y="2804"/>
                  </a:cubicBezTo>
                  <a:cubicBezTo>
                    <a:pt x="4126" y="2804"/>
                    <a:pt x="4002" y="2856"/>
                    <a:pt x="3886" y="2856"/>
                  </a:cubicBezTo>
                  <a:cubicBezTo>
                    <a:pt x="3827" y="2856"/>
                    <a:pt x="3771" y="2843"/>
                    <a:pt x="3732" y="2804"/>
                  </a:cubicBezTo>
                  <a:cubicBezTo>
                    <a:pt x="3616" y="2711"/>
                    <a:pt x="3523" y="2457"/>
                    <a:pt x="3523" y="2341"/>
                  </a:cubicBezTo>
                  <a:cubicBezTo>
                    <a:pt x="3523" y="2248"/>
                    <a:pt x="3222" y="2248"/>
                    <a:pt x="3106" y="2248"/>
                  </a:cubicBezTo>
                  <a:cubicBezTo>
                    <a:pt x="2990" y="2248"/>
                    <a:pt x="2875" y="2039"/>
                    <a:pt x="2828" y="1947"/>
                  </a:cubicBezTo>
                  <a:cubicBezTo>
                    <a:pt x="2810" y="1922"/>
                    <a:pt x="2786" y="1912"/>
                    <a:pt x="2762" y="1912"/>
                  </a:cubicBezTo>
                  <a:cubicBezTo>
                    <a:pt x="2695" y="1912"/>
                    <a:pt x="2620" y="1988"/>
                    <a:pt x="2620" y="2039"/>
                  </a:cubicBezTo>
                  <a:cubicBezTo>
                    <a:pt x="2620" y="2109"/>
                    <a:pt x="2504" y="2109"/>
                    <a:pt x="2388" y="2109"/>
                  </a:cubicBezTo>
                  <a:cubicBezTo>
                    <a:pt x="2264" y="2109"/>
                    <a:pt x="2067" y="1962"/>
                    <a:pt x="1960" y="1962"/>
                  </a:cubicBezTo>
                  <a:cubicBezTo>
                    <a:pt x="1947" y="1962"/>
                    <a:pt x="1935" y="1965"/>
                    <a:pt x="1924" y="1970"/>
                  </a:cubicBezTo>
                  <a:cubicBezTo>
                    <a:pt x="1916" y="1974"/>
                    <a:pt x="1908" y="1976"/>
                    <a:pt x="1899" y="1976"/>
                  </a:cubicBezTo>
                  <a:cubicBezTo>
                    <a:pt x="1812" y="1976"/>
                    <a:pt x="1718" y="1776"/>
                    <a:pt x="1739" y="1692"/>
                  </a:cubicBezTo>
                  <a:cubicBezTo>
                    <a:pt x="1747" y="1658"/>
                    <a:pt x="1720" y="1646"/>
                    <a:pt x="1677" y="1646"/>
                  </a:cubicBezTo>
                  <a:cubicBezTo>
                    <a:pt x="1600" y="1646"/>
                    <a:pt x="1474" y="1685"/>
                    <a:pt x="1414" y="1715"/>
                  </a:cubicBezTo>
                  <a:cubicBezTo>
                    <a:pt x="1403" y="1721"/>
                    <a:pt x="1392" y="1723"/>
                    <a:pt x="1382" y="1723"/>
                  </a:cubicBezTo>
                  <a:cubicBezTo>
                    <a:pt x="1311" y="1723"/>
                    <a:pt x="1275" y="1599"/>
                    <a:pt x="1275" y="1599"/>
                  </a:cubicBezTo>
                  <a:cubicBezTo>
                    <a:pt x="1275" y="1599"/>
                    <a:pt x="1206" y="1506"/>
                    <a:pt x="1113" y="1460"/>
                  </a:cubicBezTo>
                  <a:lnTo>
                    <a:pt x="997" y="2549"/>
                  </a:lnTo>
                  <a:lnTo>
                    <a:pt x="858" y="2688"/>
                  </a:lnTo>
                  <a:lnTo>
                    <a:pt x="47" y="2665"/>
                  </a:lnTo>
                  <a:lnTo>
                    <a:pt x="1" y="4473"/>
                  </a:lnTo>
                  <a:lnTo>
                    <a:pt x="627" y="5330"/>
                  </a:lnTo>
                  <a:cubicBezTo>
                    <a:pt x="840" y="5285"/>
                    <a:pt x="1203" y="5229"/>
                    <a:pt x="1427" y="5229"/>
                  </a:cubicBezTo>
                  <a:cubicBezTo>
                    <a:pt x="1544" y="5229"/>
                    <a:pt x="1623" y="5244"/>
                    <a:pt x="1623" y="5284"/>
                  </a:cubicBezTo>
                  <a:cubicBezTo>
                    <a:pt x="1623" y="5307"/>
                    <a:pt x="1646" y="5353"/>
                    <a:pt x="1669" y="5400"/>
                  </a:cubicBezTo>
                  <a:cubicBezTo>
                    <a:pt x="1785" y="5377"/>
                    <a:pt x="1878" y="5353"/>
                    <a:pt x="1948" y="5353"/>
                  </a:cubicBezTo>
                  <a:cubicBezTo>
                    <a:pt x="2043" y="5373"/>
                    <a:pt x="2360" y="5487"/>
                    <a:pt x="2546" y="5487"/>
                  </a:cubicBezTo>
                  <a:cubicBezTo>
                    <a:pt x="2585" y="5487"/>
                    <a:pt x="2619" y="5481"/>
                    <a:pt x="2643" y="5469"/>
                  </a:cubicBezTo>
                  <a:cubicBezTo>
                    <a:pt x="2759" y="5400"/>
                    <a:pt x="2990" y="4913"/>
                    <a:pt x="3199" y="4867"/>
                  </a:cubicBezTo>
                  <a:cubicBezTo>
                    <a:pt x="3408" y="4797"/>
                    <a:pt x="3709" y="4566"/>
                    <a:pt x="3709" y="4473"/>
                  </a:cubicBezTo>
                  <a:cubicBezTo>
                    <a:pt x="3709" y="4380"/>
                    <a:pt x="3709" y="4264"/>
                    <a:pt x="4010" y="4195"/>
                  </a:cubicBezTo>
                  <a:lnTo>
                    <a:pt x="4474" y="4172"/>
                  </a:lnTo>
                  <a:lnTo>
                    <a:pt x="4520" y="4172"/>
                  </a:lnTo>
                  <a:lnTo>
                    <a:pt x="4404" y="3778"/>
                  </a:lnTo>
                  <a:cubicBezTo>
                    <a:pt x="4404" y="3778"/>
                    <a:pt x="5818" y="3245"/>
                    <a:pt x="5910" y="3221"/>
                  </a:cubicBezTo>
                  <a:cubicBezTo>
                    <a:pt x="5841" y="3105"/>
                    <a:pt x="5771" y="3013"/>
                    <a:pt x="5818" y="2990"/>
                  </a:cubicBezTo>
                  <a:cubicBezTo>
                    <a:pt x="5864" y="2966"/>
                    <a:pt x="5887" y="2572"/>
                    <a:pt x="5887" y="2457"/>
                  </a:cubicBezTo>
                  <a:cubicBezTo>
                    <a:pt x="5887" y="2341"/>
                    <a:pt x="6235" y="2433"/>
                    <a:pt x="6119" y="2318"/>
                  </a:cubicBezTo>
                  <a:cubicBezTo>
                    <a:pt x="6003" y="2202"/>
                    <a:pt x="6026" y="1553"/>
                    <a:pt x="6096" y="1414"/>
                  </a:cubicBezTo>
                  <a:cubicBezTo>
                    <a:pt x="6114" y="1360"/>
                    <a:pt x="6146" y="1348"/>
                    <a:pt x="6178" y="1348"/>
                  </a:cubicBezTo>
                  <a:cubicBezTo>
                    <a:pt x="6204" y="1348"/>
                    <a:pt x="6231" y="1356"/>
                    <a:pt x="6251" y="1356"/>
                  </a:cubicBezTo>
                  <a:cubicBezTo>
                    <a:pt x="6269" y="1356"/>
                    <a:pt x="6281" y="1349"/>
                    <a:pt x="6281" y="1321"/>
                  </a:cubicBezTo>
                  <a:cubicBezTo>
                    <a:pt x="6281" y="1205"/>
                    <a:pt x="6119" y="834"/>
                    <a:pt x="6026" y="718"/>
                  </a:cubicBezTo>
                  <a:cubicBezTo>
                    <a:pt x="5980" y="649"/>
                    <a:pt x="5470" y="440"/>
                    <a:pt x="5331" y="417"/>
                  </a:cubicBezTo>
                  <a:cubicBezTo>
                    <a:pt x="5192" y="394"/>
                    <a:pt x="4983" y="232"/>
                    <a:pt x="4844" y="232"/>
                  </a:cubicBezTo>
                  <a:cubicBezTo>
                    <a:pt x="4775" y="232"/>
                    <a:pt x="4589" y="116"/>
                    <a:pt x="44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59"/>
            <p:cNvSpPr/>
            <p:nvPr/>
          </p:nvSpPr>
          <p:spPr>
            <a:xfrm>
              <a:off x="4420808" y="3450163"/>
              <a:ext cx="32546" cy="27086"/>
            </a:xfrm>
            <a:custGeom>
              <a:avLst/>
              <a:gdLst/>
              <a:ahLst/>
              <a:cxnLst/>
              <a:rect l="l" t="t" r="r" b="b"/>
              <a:pathLst>
                <a:path w="1067" h="888" extrusionOk="0">
                  <a:moveTo>
                    <a:pt x="881" y="0"/>
                  </a:moveTo>
                  <a:cubicBezTo>
                    <a:pt x="742" y="24"/>
                    <a:pt x="626" y="70"/>
                    <a:pt x="579" y="93"/>
                  </a:cubicBezTo>
                  <a:cubicBezTo>
                    <a:pt x="512" y="127"/>
                    <a:pt x="469" y="149"/>
                    <a:pt x="396" y="149"/>
                  </a:cubicBezTo>
                  <a:cubicBezTo>
                    <a:pt x="369" y="149"/>
                    <a:pt x="339" y="146"/>
                    <a:pt x="301" y="139"/>
                  </a:cubicBezTo>
                  <a:cubicBezTo>
                    <a:pt x="278" y="163"/>
                    <a:pt x="255" y="186"/>
                    <a:pt x="232" y="186"/>
                  </a:cubicBezTo>
                  <a:cubicBezTo>
                    <a:pt x="93" y="232"/>
                    <a:pt x="116" y="533"/>
                    <a:pt x="116" y="533"/>
                  </a:cubicBezTo>
                  <a:cubicBezTo>
                    <a:pt x="116" y="533"/>
                    <a:pt x="0" y="557"/>
                    <a:pt x="0" y="696"/>
                  </a:cubicBezTo>
                  <a:cubicBezTo>
                    <a:pt x="0" y="788"/>
                    <a:pt x="70" y="835"/>
                    <a:pt x="116" y="858"/>
                  </a:cubicBezTo>
                  <a:cubicBezTo>
                    <a:pt x="185" y="858"/>
                    <a:pt x="232" y="858"/>
                    <a:pt x="278" y="881"/>
                  </a:cubicBezTo>
                  <a:cubicBezTo>
                    <a:pt x="311" y="886"/>
                    <a:pt x="340" y="888"/>
                    <a:pt x="365" y="888"/>
                  </a:cubicBezTo>
                  <a:cubicBezTo>
                    <a:pt x="598" y="888"/>
                    <a:pt x="579" y="719"/>
                    <a:pt x="579" y="719"/>
                  </a:cubicBezTo>
                  <a:lnTo>
                    <a:pt x="579" y="719"/>
                  </a:lnTo>
                  <a:cubicBezTo>
                    <a:pt x="579" y="719"/>
                    <a:pt x="607" y="720"/>
                    <a:pt x="649" y="720"/>
                  </a:cubicBezTo>
                  <a:cubicBezTo>
                    <a:pt x="773" y="720"/>
                    <a:pt x="1026" y="707"/>
                    <a:pt x="1043" y="603"/>
                  </a:cubicBezTo>
                  <a:cubicBezTo>
                    <a:pt x="1066" y="464"/>
                    <a:pt x="950" y="232"/>
                    <a:pt x="950" y="232"/>
                  </a:cubicBezTo>
                  <a:lnTo>
                    <a:pt x="8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59"/>
            <p:cNvSpPr/>
            <p:nvPr/>
          </p:nvSpPr>
          <p:spPr>
            <a:xfrm>
              <a:off x="4621540" y="3228628"/>
              <a:ext cx="172248" cy="230050"/>
            </a:xfrm>
            <a:custGeom>
              <a:avLst/>
              <a:gdLst/>
              <a:ahLst/>
              <a:cxnLst/>
              <a:rect l="l" t="t" r="r" b="b"/>
              <a:pathLst>
                <a:path w="5647" h="7542" extrusionOk="0">
                  <a:moveTo>
                    <a:pt x="5451" y="0"/>
                  </a:moveTo>
                  <a:cubicBezTo>
                    <a:pt x="5387" y="0"/>
                    <a:pt x="5321" y="43"/>
                    <a:pt x="5285" y="125"/>
                  </a:cubicBezTo>
                  <a:cubicBezTo>
                    <a:pt x="5192" y="311"/>
                    <a:pt x="4497" y="450"/>
                    <a:pt x="4056" y="450"/>
                  </a:cubicBezTo>
                  <a:cubicBezTo>
                    <a:pt x="3616" y="450"/>
                    <a:pt x="3338" y="496"/>
                    <a:pt x="3176" y="658"/>
                  </a:cubicBezTo>
                  <a:cubicBezTo>
                    <a:pt x="3124" y="703"/>
                    <a:pt x="3048" y="714"/>
                    <a:pt x="2964" y="714"/>
                  </a:cubicBezTo>
                  <a:cubicBezTo>
                    <a:pt x="2880" y="714"/>
                    <a:pt x="2787" y="703"/>
                    <a:pt x="2704" y="703"/>
                  </a:cubicBezTo>
                  <a:cubicBezTo>
                    <a:pt x="2612" y="703"/>
                    <a:pt x="2530" y="717"/>
                    <a:pt x="2481" y="774"/>
                  </a:cubicBezTo>
                  <a:cubicBezTo>
                    <a:pt x="2407" y="872"/>
                    <a:pt x="2210" y="958"/>
                    <a:pt x="2013" y="958"/>
                  </a:cubicBezTo>
                  <a:cubicBezTo>
                    <a:pt x="1839" y="958"/>
                    <a:pt x="1664" y="890"/>
                    <a:pt x="1577" y="705"/>
                  </a:cubicBezTo>
                  <a:cubicBezTo>
                    <a:pt x="1484" y="543"/>
                    <a:pt x="1391" y="450"/>
                    <a:pt x="1299" y="404"/>
                  </a:cubicBezTo>
                  <a:cubicBezTo>
                    <a:pt x="1136" y="566"/>
                    <a:pt x="951" y="798"/>
                    <a:pt x="974" y="867"/>
                  </a:cubicBezTo>
                  <a:cubicBezTo>
                    <a:pt x="1020" y="983"/>
                    <a:pt x="1229" y="1307"/>
                    <a:pt x="1322" y="1354"/>
                  </a:cubicBezTo>
                  <a:cubicBezTo>
                    <a:pt x="1414" y="1400"/>
                    <a:pt x="1577" y="1655"/>
                    <a:pt x="1693" y="1678"/>
                  </a:cubicBezTo>
                  <a:cubicBezTo>
                    <a:pt x="1785" y="1701"/>
                    <a:pt x="2388" y="1910"/>
                    <a:pt x="2782" y="2072"/>
                  </a:cubicBezTo>
                  <a:cubicBezTo>
                    <a:pt x="3176" y="2234"/>
                    <a:pt x="3408" y="2258"/>
                    <a:pt x="3523" y="2258"/>
                  </a:cubicBezTo>
                  <a:cubicBezTo>
                    <a:pt x="3662" y="2258"/>
                    <a:pt x="3848" y="2281"/>
                    <a:pt x="3732" y="2373"/>
                  </a:cubicBezTo>
                  <a:cubicBezTo>
                    <a:pt x="3616" y="2443"/>
                    <a:pt x="2434" y="3648"/>
                    <a:pt x="2272" y="3833"/>
                  </a:cubicBezTo>
                  <a:cubicBezTo>
                    <a:pt x="2185" y="3921"/>
                    <a:pt x="2117" y="3941"/>
                    <a:pt x="2020" y="3941"/>
                  </a:cubicBezTo>
                  <a:cubicBezTo>
                    <a:pt x="1936" y="3941"/>
                    <a:pt x="1830" y="3926"/>
                    <a:pt x="1669" y="3926"/>
                  </a:cubicBezTo>
                  <a:cubicBezTo>
                    <a:pt x="1322" y="3926"/>
                    <a:pt x="1044" y="4320"/>
                    <a:pt x="951" y="4320"/>
                  </a:cubicBezTo>
                  <a:cubicBezTo>
                    <a:pt x="942" y="4316"/>
                    <a:pt x="928" y="4314"/>
                    <a:pt x="910" y="4314"/>
                  </a:cubicBezTo>
                  <a:cubicBezTo>
                    <a:pt x="829" y="4314"/>
                    <a:pt x="662" y="4352"/>
                    <a:pt x="511" y="4390"/>
                  </a:cubicBezTo>
                  <a:lnTo>
                    <a:pt x="256" y="4760"/>
                  </a:lnTo>
                  <a:lnTo>
                    <a:pt x="1" y="5154"/>
                  </a:lnTo>
                  <a:lnTo>
                    <a:pt x="24" y="7101"/>
                  </a:lnTo>
                  <a:lnTo>
                    <a:pt x="302" y="7542"/>
                  </a:lnTo>
                  <a:cubicBezTo>
                    <a:pt x="511" y="7263"/>
                    <a:pt x="1090" y="6707"/>
                    <a:pt x="1507" y="6267"/>
                  </a:cubicBezTo>
                  <a:cubicBezTo>
                    <a:pt x="1971" y="5780"/>
                    <a:pt x="2202" y="5664"/>
                    <a:pt x="2457" y="5525"/>
                  </a:cubicBezTo>
                  <a:cubicBezTo>
                    <a:pt x="2735" y="5409"/>
                    <a:pt x="3384" y="4760"/>
                    <a:pt x="3825" y="4204"/>
                  </a:cubicBezTo>
                  <a:cubicBezTo>
                    <a:pt x="4103" y="3833"/>
                    <a:pt x="4404" y="3440"/>
                    <a:pt x="4450" y="3185"/>
                  </a:cubicBezTo>
                  <a:cubicBezTo>
                    <a:pt x="4497" y="2930"/>
                    <a:pt x="4752" y="2582"/>
                    <a:pt x="4937" y="2350"/>
                  </a:cubicBezTo>
                  <a:cubicBezTo>
                    <a:pt x="5146" y="2095"/>
                    <a:pt x="5470" y="1446"/>
                    <a:pt x="5447" y="1261"/>
                  </a:cubicBezTo>
                  <a:cubicBezTo>
                    <a:pt x="5447" y="1052"/>
                    <a:pt x="5609" y="658"/>
                    <a:pt x="5632" y="311"/>
                  </a:cubicBezTo>
                  <a:cubicBezTo>
                    <a:pt x="5646" y="101"/>
                    <a:pt x="5550" y="0"/>
                    <a:pt x="54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59"/>
            <p:cNvSpPr/>
            <p:nvPr/>
          </p:nvSpPr>
          <p:spPr>
            <a:xfrm>
              <a:off x="3731591" y="2803279"/>
              <a:ext cx="200767" cy="158460"/>
            </a:xfrm>
            <a:custGeom>
              <a:avLst/>
              <a:gdLst/>
              <a:ahLst/>
              <a:cxnLst/>
              <a:rect l="l" t="t" r="r" b="b"/>
              <a:pathLst>
                <a:path w="6582" h="5195" extrusionOk="0">
                  <a:moveTo>
                    <a:pt x="4093" y="1"/>
                  </a:moveTo>
                  <a:cubicBezTo>
                    <a:pt x="4056" y="1"/>
                    <a:pt x="4020" y="9"/>
                    <a:pt x="3986" y="26"/>
                  </a:cubicBezTo>
                  <a:cubicBezTo>
                    <a:pt x="3824" y="96"/>
                    <a:pt x="3546" y="907"/>
                    <a:pt x="3384" y="1139"/>
                  </a:cubicBezTo>
                  <a:cubicBezTo>
                    <a:pt x="3222" y="1370"/>
                    <a:pt x="2781" y="1533"/>
                    <a:pt x="2549" y="1533"/>
                  </a:cubicBezTo>
                  <a:cubicBezTo>
                    <a:pt x="2341" y="1533"/>
                    <a:pt x="2318" y="1880"/>
                    <a:pt x="2132" y="2019"/>
                  </a:cubicBezTo>
                  <a:cubicBezTo>
                    <a:pt x="1970" y="2135"/>
                    <a:pt x="2040" y="2367"/>
                    <a:pt x="1831" y="2529"/>
                  </a:cubicBezTo>
                  <a:cubicBezTo>
                    <a:pt x="1622" y="2691"/>
                    <a:pt x="1738" y="3178"/>
                    <a:pt x="1831" y="3364"/>
                  </a:cubicBezTo>
                  <a:cubicBezTo>
                    <a:pt x="1947" y="3526"/>
                    <a:pt x="1460" y="4105"/>
                    <a:pt x="1182" y="4244"/>
                  </a:cubicBezTo>
                  <a:cubicBezTo>
                    <a:pt x="904" y="4406"/>
                    <a:pt x="835" y="4731"/>
                    <a:pt x="394" y="4800"/>
                  </a:cubicBezTo>
                  <a:cubicBezTo>
                    <a:pt x="209" y="4824"/>
                    <a:pt x="93" y="4893"/>
                    <a:pt x="0" y="4986"/>
                  </a:cubicBezTo>
                  <a:lnTo>
                    <a:pt x="2016" y="4986"/>
                  </a:lnTo>
                  <a:cubicBezTo>
                    <a:pt x="2457" y="4986"/>
                    <a:pt x="2341" y="5078"/>
                    <a:pt x="2410" y="5194"/>
                  </a:cubicBezTo>
                  <a:cubicBezTo>
                    <a:pt x="2410" y="4847"/>
                    <a:pt x="2387" y="4499"/>
                    <a:pt x="2410" y="4453"/>
                  </a:cubicBezTo>
                  <a:cubicBezTo>
                    <a:pt x="2410" y="4383"/>
                    <a:pt x="3152" y="3943"/>
                    <a:pt x="3268" y="3873"/>
                  </a:cubicBezTo>
                  <a:cubicBezTo>
                    <a:pt x="3307" y="3854"/>
                    <a:pt x="3354" y="3849"/>
                    <a:pt x="3400" y="3849"/>
                  </a:cubicBezTo>
                  <a:cubicBezTo>
                    <a:pt x="3446" y="3849"/>
                    <a:pt x="3493" y="3854"/>
                    <a:pt x="3532" y="3854"/>
                  </a:cubicBezTo>
                  <a:cubicBezTo>
                    <a:pt x="3594" y="3854"/>
                    <a:pt x="3639" y="3842"/>
                    <a:pt x="3639" y="3781"/>
                  </a:cubicBezTo>
                  <a:cubicBezTo>
                    <a:pt x="3639" y="3642"/>
                    <a:pt x="3940" y="3711"/>
                    <a:pt x="4125" y="3665"/>
                  </a:cubicBezTo>
                  <a:cubicBezTo>
                    <a:pt x="4288" y="3642"/>
                    <a:pt x="4403" y="3503"/>
                    <a:pt x="4403" y="3340"/>
                  </a:cubicBezTo>
                  <a:cubicBezTo>
                    <a:pt x="4403" y="3178"/>
                    <a:pt x="4658" y="3224"/>
                    <a:pt x="4797" y="3201"/>
                  </a:cubicBezTo>
                  <a:cubicBezTo>
                    <a:pt x="4960" y="3178"/>
                    <a:pt x="4960" y="3039"/>
                    <a:pt x="5052" y="3039"/>
                  </a:cubicBezTo>
                  <a:cubicBezTo>
                    <a:pt x="5168" y="3039"/>
                    <a:pt x="5099" y="2877"/>
                    <a:pt x="5122" y="2715"/>
                  </a:cubicBezTo>
                  <a:cubicBezTo>
                    <a:pt x="5140" y="2566"/>
                    <a:pt x="5144" y="2551"/>
                    <a:pt x="5228" y="2551"/>
                  </a:cubicBezTo>
                  <a:cubicBezTo>
                    <a:pt x="5249" y="2551"/>
                    <a:pt x="5275" y="2552"/>
                    <a:pt x="5307" y="2552"/>
                  </a:cubicBezTo>
                  <a:cubicBezTo>
                    <a:pt x="5470" y="2552"/>
                    <a:pt x="5632" y="2483"/>
                    <a:pt x="5632" y="2367"/>
                  </a:cubicBezTo>
                  <a:cubicBezTo>
                    <a:pt x="5632" y="2314"/>
                    <a:pt x="5775" y="2300"/>
                    <a:pt x="5941" y="2300"/>
                  </a:cubicBezTo>
                  <a:cubicBezTo>
                    <a:pt x="6139" y="2300"/>
                    <a:pt x="6369" y="2321"/>
                    <a:pt x="6420" y="2321"/>
                  </a:cubicBezTo>
                  <a:cubicBezTo>
                    <a:pt x="6536" y="2321"/>
                    <a:pt x="6582" y="2205"/>
                    <a:pt x="6559" y="2112"/>
                  </a:cubicBezTo>
                  <a:cubicBezTo>
                    <a:pt x="6536" y="2019"/>
                    <a:pt x="6443" y="1764"/>
                    <a:pt x="6350" y="1741"/>
                  </a:cubicBezTo>
                  <a:cubicBezTo>
                    <a:pt x="6234" y="1718"/>
                    <a:pt x="6304" y="1463"/>
                    <a:pt x="6304" y="1255"/>
                  </a:cubicBezTo>
                  <a:cubicBezTo>
                    <a:pt x="6304" y="1023"/>
                    <a:pt x="6281" y="837"/>
                    <a:pt x="6142" y="675"/>
                  </a:cubicBezTo>
                  <a:cubicBezTo>
                    <a:pt x="6118" y="629"/>
                    <a:pt x="6095" y="583"/>
                    <a:pt x="6049" y="513"/>
                  </a:cubicBezTo>
                  <a:cubicBezTo>
                    <a:pt x="5864" y="513"/>
                    <a:pt x="5632" y="374"/>
                    <a:pt x="5423" y="351"/>
                  </a:cubicBezTo>
                  <a:cubicBezTo>
                    <a:pt x="5272" y="351"/>
                    <a:pt x="5072" y="392"/>
                    <a:pt x="4887" y="392"/>
                  </a:cubicBezTo>
                  <a:cubicBezTo>
                    <a:pt x="4734" y="392"/>
                    <a:pt x="4591" y="363"/>
                    <a:pt x="4496" y="258"/>
                  </a:cubicBezTo>
                  <a:cubicBezTo>
                    <a:pt x="4339" y="83"/>
                    <a:pt x="4208" y="1"/>
                    <a:pt x="409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59"/>
            <p:cNvSpPr/>
            <p:nvPr/>
          </p:nvSpPr>
          <p:spPr>
            <a:xfrm>
              <a:off x="4072997" y="2775430"/>
              <a:ext cx="71437" cy="133296"/>
            </a:xfrm>
            <a:custGeom>
              <a:avLst/>
              <a:gdLst/>
              <a:ahLst/>
              <a:cxnLst/>
              <a:rect l="l" t="t" r="r" b="b"/>
              <a:pathLst>
                <a:path w="2342" h="4370" extrusionOk="0">
                  <a:moveTo>
                    <a:pt x="1353" y="0"/>
                  </a:moveTo>
                  <a:cubicBezTo>
                    <a:pt x="1201" y="0"/>
                    <a:pt x="1038" y="41"/>
                    <a:pt x="951" y="128"/>
                  </a:cubicBezTo>
                  <a:cubicBezTo>
                    <a:pt x="881" y="198"/>
                    <a:pt x="766" y="198"/>
                    <a:pt x="650" y="198"/>
                  </a:cubicBezTo>
                  <a:cubicBezTo>
                    <a:pt x="603" y="522"/>
                    <a:pt x="557" y="916"/>
                    <a:pt x="650" y="1055"/>
                  </a:cubicBezTo>
                  <a:cubicBezTo>
                    <a:pt x="789" y="1241"/>
                    <a:pt x="627" y="1565"/>
                    <a:pt x="488" y="1635"/>
                  </a:cubicBezTo>
                  <a:cubicBezTo>
                    <a:pt x="348" y="1704"/>
                    <a:pt x="256" y="2005"/>
                    <a:pt x="140" y="2005"/>
                  </a:cubicBezTo>
                  <a:cubicBezTo>
                    <a:pt x="1" y="2005"/>
                    <a:pt x="140" y="2469"/>
                    <a:pt x="348" y="2585"/>
                  </a:cubicBezTo>
                  <a:cubicBezTo>
                    <a:pt x="580" y="2677"/>
                    <a:pt x="580" y="2840"/>
                    <a:pt x="580" y="2932"/>
                  </a:cubicBezTo>
                  <a:cubicBezTo>
                    <a:pt x="580" y="3025"/>
                    <a:pt x="905" y="3118"/>
                    <a:pt x="997" y="3257"/>
                  </a:cubicBezTo>
                  <a:cubicBezTo>
                    <a:pt x="1090" y="3396"/>
                    <a:pt x="1252" y="3998"/>
                    <a:pt x="1252" y="4230"/>
                  </a:cubicBezTo>
                  <a:cubicBezTo>
                    <a:pt x="1252" y="4277"/>
                    <a:pt x="1275" y="4323"/>
                    <a:pt x="1299" y="4369"/>
                  </a:cubicBezTo>
                  <a:cubicBezTo>
                    <a:pt x="1391" y="4323"/>
                    <a:pt x="1484" y="4253"/>
                    <a:pt x="1530" y="4184"/>
                  </a:cubicBezTo>
                  <a:cubicBezTo>
                    <a:pt x="1600" y="4045"/>
                    <a:pt x="1669" y="3813"/>
                    <a:pt x="1623" y="3744"/>
                  </a:cubicBezTo>
                  <a:cubicBezTo>
                    <a:pt x="1600" y="3674"/>
                    <a:pt x="1600" y="3558"/>
                    <a:pt x="1669" y="3489"/>
                  </a:cubicBezTo>
                  <a:cubicBezTo>
                    <a:pt x="1739" y="3419"/>
                    <a:pt x="2040" y="3118"/>
                    <a:pt x="2087" y="3095"/>
                  </a:cubicBezTo>
                  <a:cubicBezTo>
                    <a:pt x="2156" y="3071"/>
                    <a:pt x="2342" y="3095"/>
                    <a:pt x="2342" y="2932"/>
                  </a:cubicBezTo>
                  <a:cubicBezTo>
                    <a:pt x="2318" y="2863"/>
                    <a:pt x="2342" y="2747"/>
                    <a:pt x="2342" y="2631"/>
                  </a:cubicBezTo>
                  <a:cubicBezTo>
                    <a:pt x="2226" y="2562"/>
                    <a:pt x="2133" y="2469"/>
                    <a:pt x="2133" y="2399"/>
                  </a:cubicBezTo>
                  <a:cubicBezTo>
                    <a:pt x="2133" y="2324"/>
                    <a:pt x="2042" y="2189"/>
                    <a:pt x="1958" y="2189"/>
                  </a:cubicBezTo>
                  <a:cubicBezTo>
                    <a:pt x="1938" y="2189"/>
                    <a:pt x="1919" y="2196"/>
                    <a:pt x="1901" y="2214"/>
                  </a:cubicBezTo>
                  <a:cubicBezTo>
                    <a:pt x="1881" y="2248"/>
                    <a:pt x="1839" y="2264"/>
                    <a:pt x="1790" y="2264"/>
                  </a:cubicBezTo>
                  <a:cubicBezTo>
                    <a:pt x="1675" y="2264"/>
                    <a:pt x="1517" y="2175"/>
                    <a:pt x="1484" y="2029"/>
                  </a:cubicBezTo>
                  <a:cubicBezTo>
                    <a:pt x="1438" y="1843"/>
                    <a:pt x="1693" y="1843"/>
                    <a:pt x="1901" y="1658"/>
                  </a:cubicBezTo>
                  <a:cubicBezTo>
                    <a:pt x="2133" y="1472"/>
                    <a:pt x="2179" y="1125"/>
                    <a:pt x="1924" y="916"/>
                  </a:cubicBezTo>
                  <a:cubicBezTo>
                    <a:pt x="1693" y="731"/>
                    <a:pt x="1855" y="615"/>
                    <a:pt x="2017" y="453"/>
                  </a:cubicBezTo>
                  <a:cubicBezTo>
                    <a:pt x="2161" y="309"/>
                    <a:pt x="2096" y="221"/>
                    <a:pt x="2016" y="221"/>
                  </a:cubicBezTo>
                  <a:cubicBezTo>
                    <a:pt x="1993" y="221"/>
                    <a:pt x="1968" y="228"/>
                    <a:pt x="1948" y="244"/>
                  </a:cubicBezTo>
                  <a:cubicBezTo>
                    <a:pt x="1907" y="285"/>
                    <a:pt x="1857" y="312"/>
                    <a:pt x="1812" y="312"/>
                  </a:cubicBezTo>
                  <a:cubicBezTo>
                    <a:pt x="1755" y="312"/>
                    <a:pt x="1706" y="268"/>
                    <a:pt x="1693" y="151"/>
                  </a:cubicBezTo>
                  <a:cubicBezTo>
                    <a:pt x="1680" y="53"/>
                    <a:pt x="1524" y="0"/>
                    <a:pt x="1353"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59"/>
            <p:cNvSpPr/>
            <p:nvPr/>
          </p:nvSpPr>
          <p:spPr>
            <a:xfrm>
              <a:off x="3804399" y="2778236"/>
              <a:ext cx="347820" cy="333362"/>
            </a:xfrm>
            <a:custGeom>
              <a:avLst/>
              <a:gdLst/>
              <a:ahLst/>
              <a:cxnLst/>
              <a:rect l="l" t="t" r="r" b="b"/>
              <a:pathLst>
                <a:path w="11403" h="10929" extrusionOk="0">
                  <a:moveTo>
                    <a:pt x="8870" y="0"/>
                  </a:moveTo>
                  <a:cubicBezTo>
                    <a:pt x="8746" y="0"/>
                    <a:pt x="8538" y="59"/>
                    <a:pt x="8390" y="59"/>
                  </a:cubicBezTo>
                  <a:cubicBezTo>
                    <a:pt x="8260" y="78"/>
                    <a:pt x="7951" y="260"/>
                    <a:pt x="7762" y="260"/>
                  </a:cubicBezTo>
                  <a:cubicBezTo>
                    <a:pt x="7715" y="260"/>
                    <a:pt x="7676" y="249"/>
                    <a:pt x="7648" y="222"/>
                  </a:cubicBezTo>
                  <a:cubicBezTo>
                    <a:pt x="7611" y="190"/>
                    <a:pt x="7505" y="177"/>
                    <a:pt x="7359" y="177"/>
                  </a:cubicBezTo>
                  <a:cubicBezTo>
                    <a:pt x="6864" y="177"/>
                    <a:pt x="5907" y="320"/>
                    <a:pt x="5585" y="337"/>
                  </a:cubicBezTo>
                  <a:cubicBezTo>
                    <a:pt x="5168" y="361"/>
                    <a:pt x="4983" y="801"/>
                    <a:pt x="4751" y="801"/>
                  </a:cubicBezTo>
                  <a:cubicBezTo>
                    <a:pt x="4496" y="801"/>
                    <a:pt x="4102" y="1010"/>
                    <a:pt x="3894" y="1241"/>
                  </a:cubicBezTo>
                  <a:cubicBezTo>
                    <a:pt x="3824" y="1311"/>
                    <a:pt x="3755" y="1334"/>
                    <a:pt x="3685" y="1334"/>
                  </a:cubicBezTo>
                  <a:cubicBezTo>
                    <a:pt x="3708" y="1404"/>
                    <a:pt x="3731" y="1450"/>
                    <a:pt x="3778" y="1496"/>
                  </a:cubicBezTo>
                  <a:cubicBezTo>
                    <a:pt x="3871" y="1658"/>
                    <a:pt x="3917" y="1844"/>
                    <a:pt x="3917" y="2076"/>
                  </a:cubicBezTo>
                  <a:cubicBezTo>
                    <a:pt x="3917" y="2284"/>
                    <a:pt x="3847" y="2539"/>
                    <a:pt x="3963" y="2562"/>
                  </a:cubicBezTo>
                  <a:cubicBezTo>
                    <a:pt x="4056" y="2585"/>
                    <a:pt x="4149" y="2840"/>
                    <a:pt x="4172" y="2933"/>
                  </a:cubicBezTo>
                  <a:cubicBezTo>
                    <a:pt x="4195" y="3026"/>
                    <a:pt x="4149" y="3165"/>
                    <a:pt x="4033" y="3165"/>
                  </a:cubicBezTo>
                  <a:cubicBezTo>
                    <a:pt x="3976" y="3165"/>
                    <a:pt x="3690" y="3130"/>
                    <a:pt x="3479" y="3130"/>
                  </a:cubicBezTo>
                  <a:cubicBezTo>
                    <a:pt x="3348" y="3130"/>
                    <a:pt x="3245" y="3143"/>
                    <a:pt x="3245" y="3188"/>
                  </a:cubicBezTo>
                  <a:cubicBezTo>
                    <a:pt x="3245" y="3304"/>
                    <a:pt x="3083" y="3397"/>
                    <a:pt x="2920" y="3397"/>
                  </a:cubicBezTo>
                  <a:cubicBezTo>
                    <a:pt x="2866" y="3397"/>
                    <a:pt x="2830" y="3391"/>
                    <a:pt x="2805" y="3391"/>
                  </a:cubicBezTo>
                  <a:cubicBezTo>
                    <a:pt x="2756" y="3391"/>
                    <a:pt x="2750" y="3412"/>
                    <a:pt x="2735" y="3536"/>
                  </a:cubicBezTo>
                  <a:cubicBezTo>
                    <a:pt x="2735" y="3698"/>
                    <a:pt x="2781" y="3860"/>
                    <a:pt x="2665" y="3860"/>
                  </a:cubicBezTo>
                  <a:cubicBezTo>
                    <a:pt x="2573" y="3860"/>
                    <a:pt x="2573" y="3999"/>
                    <a:pt x="2410" y="4022"/>
                  </a:cubicBezTo>
                  <a:cubicBezTo>
                    <a:pt x="2271" y="4045"/>
                    <a:pt x="2016" y="3999"/>
                    <a:pt x="2016" y="4161"/>
                  </a:cubicBezTo>
                  <a:cubicBezTo>
                    <a:pt x="2016" y="4324"/>
                    <a:pt x="1901" y="4463"/>
                    <a:pt x="1715" y="4486"/>
                  </a:cubicBezTo>
                  <a:cubicBezTo>
                    <a:pt x="1553" y="4532"/>
                    <a:pt x="1252" y="4463"/>
                    <a:pt x="1252" y="4602"/>
                  </a:cubicBezTo>
                  <a:cubicBezTo>
                    <a:pt x="1252" y="4663"/>
                    <a:pt x="1207" y="4675"/>
                    <a:pt x="1145" y="4675"/>
                  </a:cubicBezTo>
                  <a:cubicBezTo>
                    <a:pt x="1106" y="4675"/>
                    <a:pt x="1059" y="4670"/>
                    <a:pt x="1013" y="4670"/>
                  </a:cubicBezTo>
                  <a:cubicBezTo>
                    <a:pt x="967" y="4670"/>
                    <a:pt x="920" y="4675"/>
                    <a:pt x="881" y="4694"/>
                  </a:cubicBezTo>
                  <a:cubicBezTo>
                    <a:pt x="765" y="4787"/>
                    <a:pt x="23" y="5204"/>
                    <a:pt x="23" y="5274"/>
                  </a:cubicBezTo>
                  <a:cubicBezTo>
                    <a:pt x="0" y="5320"/>
                    <a:pt x="23" y="5668"/>
                    <a:pt x="23" y="6015"/>
                  </a:cubicBezTo>
                  <a:cubicBezTo>
                    <a:pt x="47" y="6062"/>
                    <a:pt x="70" y="6085"/>
                    <a:pt x="139" y="6108"/>
                  </a:cubicBezTo>
                  <a:cubicBezTo>
                    <a:pt x="394" y="6270"/>
                    <a:pt x="5284" y="9492"/>
                    <a:pt x="5446" y="9654"/>
                  </a:cubicBezTo>
                  <a:cubicBezTo>
                    <a:pt x="5585" y="9816"/>
                    <a:pt x="5771" y="10141"/>
                    <a:pt x="5771" y="10141"/>
                  </a:cubicBezTo>
                  <a:cubicBezTo>
                    <a:pt x="5771" y="10141"/>
                    <a:pt x="6119" y="10187"/>
                    <a:pt x="6397" y="10349"/>
                  </a:cubicBezTo>
                  <a:cubicBezTo>
                    <a:pt x="6675" y="10488"/>
                    <a:pt x="6675" y="10929"/>
                    <a:pt x="6675" y="10929"/>
                  </a:cubicBezTo>
                  <a:cubicBezTo>
                    <a:pt x="6675" y="10929"/>
                    <a:pt x="6999" y="10836"/>
                    <a:pt x="7208" y="10813"/>
                  </a:cubicBezTo>
                  <a:cubicBezTo>
                    <a:pt x="7393" y="10766"/>
                    <a:pt x="8042" y="10535"/>
                    <a:pt x="8042" y="10535"/>
                  </a:cubicBezTo>
                  <a:lnTo>
                    <a:pt x="9062" y="9723"/>
                  </a:lnTo>
                  <a:lnTo>
                    <a:pt x="11402" y="8263"/>
                  </a:lnTo>
                  <a:cubicBezTo>
                    <a:pt x="11333" y="8008"/>
                    <a:pt x="11240" y="7800"/>
                    <a:pt x="11124" y="7800"/>
                  </a:cubicBezTo>
                  <a:cubicBezTo>
                    <a:pt x="10985" y="7800"/>
                    <a:pt x="10893" y="7684"/>
                    <a:pt x="10730" y="7684"/>
                  </a:cubicBezTo>
                  <a:cubicBezTo>
                    <a:pt x="10568" y="7684"/>
                    <a:pt x="10360" y="7591"/>
                    <a:pt x="10336" y="7452"/>
                  </a:cubicBezTo>
                  <a:cubicBezTo>
                    <a:pt x="10313" y="7313"/>
                    <a:pt x="10406" y="7220"/>
                    <a:pt x="10290" y="7035"/>
                  </a:cubicBezTo>
                  <a:cubicBezTo>
                    <a:pt x="10151" y="6850"/>
                    <a:pt x="10035" y="6780"/>
                    <a:pt x="10035" y="6687"/>
                  </a:cubicBezTo>
                  <a:cubicBezTo>
                    <a:pt x="10035" y="6618"/>
                    <a:pt x="10244" y="6456"/>
                    <a:pt x="10267" y="6433"/>
                  </a:cubicBezTo>
                  <a:cubicBezTo>
                    <a:pt x="10313" y="6386"/>
                    <a:pt x="10197" y="6270"/>
                    <a:pt x="10197" y="6178"/>
                  </a:cubicBezTo>
                  <a:cubicBezTo>
                    <a:pt x="10197" y="6085"/>
                    <a:pt x="10105" y="5923"/>
                    <a:pt x="10197" y="5830"/>
                  </a:cubicBezTo>
                  <a:cubicBezTo>
                    <a:pt x="10267" y="5737"/>
                    <a:pt x="10336" y="5645"/>
                    <a:pt x="10244" y="5459"/>
                  </a:cubicBezTo>
                  <a:cubicBezTo>
                    <a:pt x="10151" y="5297"/>
                    <a:pt x="10360" y="5135"/>
                    <a:pt x="10244" y="4880"/>
                  </a:cubicBezTo>
                  <a:cubicBezTo>
                    <a:pt x="10151" y="4648"/>
                    <a:pt x="9989" y="4463"/>
                    <a:pt x="10012" y="4393"/>
                  </a:cubicBezTo>
                  <a:cubicBezTo>
                    <a:pt x="10012" y="4347"/>
                    <a:pt x="10058" y="4324"/>
                    <a:pt x="10128" y="4277"/>
                  </a:cubicBezTo>
                  <a:cubicBezTo>
                    <a:pt x="10105" y="4231"/>
                    <a:pt x="10081" y="4185"/>
                    <a:pt x="10081" y="4138"/>
                  </a:cubicBezTo>
                  <a:cubicBezTo>
                    <a:pt x="10081" y="3906"/>
                    <a:pt x="9919" y="3281"/>
                    <a:pt x="9827" y="3165"/>
                  </a:cubicBezTo>
                  <a:cubicBezTo>
                    <a:pt x="9734" y="3026"/>
                    <a:pt x="9409" y="2933"/>
                    <a:pt x="9409" y="2840"/>
                  </a:cubicBezTo>
                  <a:cubicBezTo>
                    <a:pt x="9409" y="2748"/>
                    <a:pt x="9409" y="2585"/>
                    <a:pt x="9178" y="2470"/>
                  </a:cubicBezTo>
                  <a:cubicBezTo>
                    <a:pt x="8946" y="2377"/>
                    <a:pt x="8807" y="1890"/>
                    <a:pt x="8946" y="1890"/>
                  </a:cubicBezTo>
                  <a:cubicBezTo>
                    <a:pt x="9085" y="1890"/>
                    <a:pt x="9178" y="1612"/>
                    <a:pt x="9294" y="1543"/>
                  </a:cubicBezTo>
                  <a:cubicBezTo>
                    <a:pt x="9433" y="1473"/>
                    <a:pt x="9595" y="1149"/>
                    <a:pt x="9456" y="963"/>
                  </a:cubicBezTo>
                  <a:cubicBezTo>
                    <a:pt x="9386" y="824"/>
                    <a:pt x="9433" y="430"/>
                    <a:pt x="9479" y="106"/>
                  </a:cubicBezTo>
                  <a:cubicBezTo>
                    <a:pt x="9247" y="106"/>
                    <a:pt x="9015" y="36"/>
                    <a:pt x="8946" y="13"/>
                  </a:cubicBezTo>
                  <a:cubicBezTo>
                    <a:pt x="8927" y="4"/>
                    <a:pt x="8901" y="0"/>
                    <a:pt x="8870"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59"/>
            <p:cNvSpPr/>
            <p:nvPr/>
          </p:nvSpPr>
          <p:spPr>
            <a:xfrm>
              <a:off x="4109050" y="2855681"/>
              <a:ext cx="253811" cy="243196"/>
            </a:xfrm>
            <a:custGeom>
              <a:avLst/>
              <a:gdLst/>
              <a:ahLst/>
              <a:cxnLst/>
              <a:rect l="l" t="t" r="r" b="b"/>
              <a:pathLst>
                <a:path w="8321" h="7973" extrusionOk="0">
                  <a:moveTo>
                    <a:pt x="1160" y="0"/>
                  </a:moveTo>
                  <a:cubicBezTo>
                    <a:pt x="1160" y="116"/>
                    <a:pt x="1136" y="232"/>
                    <a:pt x="1136" y="301"/>
                  </a:cubicBezTo>
                  <a:cubicBezTo>
                    <a:pt x="1160" y="464"/>
                    <a:pt x="974" y="440"/>
                    <a:pt x="928" y="464"/>
                  </a:cubicBezTo>
                  <a:cubicBezTo>
                    <a:pt x="858" y="487"/>
                    <a:pt x="580" y="788"/>
                    <a:pt x="511" y="858"/>
                  </a:cubicBezTo>
                  <a:cubicBezTo>
                    <a:pt x="418" y="927"/>
                    <a:pt x="418" y="1043"/>
                    <a:pt x="441" y="1089"/>
                  </a:cubicBezTo>
                  <a:cubicBezTo>
                    <a:pt x="487" y="1159"/>
                    <a:pt x="418" y="1391"/>
                    <a:pt x="348" y="1530"/>
                  </a:cubicBezTo>
                  <a:cubicBezTo>
                    <a:pt x="279" y="1669"/>
                    <a:pt x="24" y="1761"/>
                    <a:pt x="1" y="1854"/>
                  </a:cubicBezTo>
                  <a:cubicBezTo>
                    <a:pt x="1" y="1924"/>
                    <a:pt x="163" y="2109"/>
                    <a:pt x="256" y="2341"/>
                  </a:cubicBezTo>
                  <a:cubicBezTo>
                    <a:pt x="372" y="2596"/>
                    <a:pt x="163" y="2758"/>
                    <a:pt x="233" y="2920"/>
                  </a:cubicBezTo>
                  <a:cubicBezTo>
                    <a:pt x="325" y="3106"/>
                    <a:pt x="279" y="3198"/>
                    <a:pt x="209" y="3291"/>
                  </a:cubicBezTo>
                  <a:cubicBezTo>
                    <a:pt x="117" y="3384"/>
                    <a:pt x="209" y="3546"/>
                    <a:pt x="209" y="3639"/>
                  </a:cubicBezTo>
                  <a:cubicBezTo>
                    <a:pt x="209" y="3731"/>
                    <a:pt x="302" y="3847"/>
                    <a:pt x="279" y="3894"/>
                  </a:cubicBezTo>
                  <a:cubicBezTo>
                    <a:pt x="256" y="3917"/>
                    <a:pt x="47" y="4079"/>
                    <a:pt x="47" y="4148"/>
                  </a:cubicBezTo>
                  <a:cubicBezTo>
                    <a:pt x="47" y="4241"/>
                    <a:pt x="163" y="4311"/>
                    <a:pt x="279" y="4496"/>
                  </a:cubicBezTo>
                  <a:cubicBezTo>
                    <a:pt x="395" y="4681"/>
                    <a:pt x="325" y="4774"/>
                    <a:pt x="348" y="4913"/>
                  </a:cubicBezTo>
                  <a:cubicBezTo>
                    <a:pt x="372" y="5052"/>
                    <a:pt x="557" y="5145"/>
                    <a:pt x="719" y="5145"/>
                  </a:cubicBezTo>
                  <a:cubicBezTo>
                    <a:pt x="881" y="5145"/>
                    <a:pt x="974" y="5261"/>
                    <a:pt x="1136" y="5261"/>
                  </a:cubicBezTo>
                  <a:cubicBezTo>
                    <a:pt x="1252" y="5261"/>
                    <a:pt x="1322" y="5469"/>
                    <a:pt x="1391" y="5724"/>
                  </a:cubicBezTo>
                  <a:cubicBezTo>
                    <a:pt x="1461" y="5724"/>
                    <a:pt x="1994" y="5748"/>
                    <a:pt x="2202" y="5887"/>
                  </a:cubicBezTo>
                  <a:cubicBezTo>
                    <a:pt x="2434" y="6026"/>
                    <a:pt x="2550" y="6234"/>
                    <a:pt x="2550" y="6234"/>
                  </a:cubicBezTo>
                  <a:lnTo>
                    <a:pt x="3477" y="5724"/>
                  </a:lnTo>
                  <a:lnTo>
                    <a:pt x="7649" y="7972"/>
                  </a:lnTo>
                  <a:lnTo>
                    <a:pt x="7649" y="7671"/>
                  </a:lnTo>
                  <a:lnTo>
                    <a:pt x="8135" y="7671"/>
                  </a:lnTo>
                  <a:lnTo>
                    <a:pt x="8135" y="2318"/>
                  </a:lnTo>
                  <a:cubicBezTo>
                    <a:pt x="8135" y="1947"/>
                    <a:pt x="7973" y="1715"/>
                    <a:pt x="8135" y="1506"/>
                  </a:cubicBezTo>
                  <a:cubicBezTo>
                    <a:pt x="8321" y="1321"/>
                    <a:pt x="8089" y="1205"/>
                    <a:pt x="8205" y="834"/>
                  </a:cubicBezTo>
                  <a:cubicBezTo>
                    <a:pt x="8228" y="811"/>
                    <a:pt x="8251" y="765"/>
                    <a:pt x="8251" y="719"/>
                  </a:cubicBezTo>
                  <a:cubicBezTo>
                    <a:pt x="8251" y="695"/>
                    <a:pt x="8251" y="695"/>
                    <a:pt x="8251" y="695"/>
                  </a:cubicBezTo>
                  <a:cubicBezTo>
                    <a:pt x="8205" y="579"/>
                    <a:pt x="7996" y="556"/>
                    <a:pt x="7510" y="487"/>
                  </a:cubicBezTo>
                  <a:cubicBezTo>
                    <a:pt x="7023" y="417"/>
                    <a:pt x="7208" y="93"/>
                    <a:pt x="6675" y="70"/>
                  </a:cubicBezTo>
                  <a:cubicBezTo>
                    <a:pt x="6649" y="67"/>
                    <a:pt x="6622" y="66"/>
                    <a:pt x="6595" y="66"/>
                  </a:cubicBezTo>
                  <a:cubicBezTo>
                    <a:pt x="6077" y="66"/>
                    <a:pt x="5470" y="475"/>
                    <a:pt x="5470" y="695"/>
                  </a:cubicBezTo>
                  <a:cubicBezTo>
                    <a:pt x="5447" y="904"/>
                    <a:pt x="5702" y="1159"/>
                    <a:pt x="5540" y="1391"/>
                  </a:cubicBezTo>
                  <a:cubicBezTo>
                    <a:pt x="5442" y="1512"/>
                    <a:pt x="5288" y="1576"/>
                    <a:pt x="5122" y="1576"/>
                  </a:cubicBezTo>
                  <a:cubicBezTo>
                    <a:pt x="4973" y="1576"/>
                    <a:pt x="4814" y="1524"/>
                    <a:pt x="4682" y="1414"/>
                  </a:cubicBezTo>
                  <a:cubicBezTo>
                    <a:pt x="4427" y="1159"/>
                    <a:pt x="4010" y="1043"/>
                    <a:pt x="3686" y="1043"/>
                  </a:cubicBezTo>
                  <a:cubicBezTo>
                    <a:pt x="3361" y="1043"/>
                    <a:pt x="3129" y="834"/>
                    <a:pt x="3153" y="649"/>
                  </a:cubicBezTo>
                  <a:cubicBezTo>
                    <a:pt x="3176" y="487"/>
                    <a:pt x="3060" y="394"/>
                    <a:pt x="2782" y="348"/>
                  </a:cubicBezTo>
                  <a:cubicBezTo>
                    <a:pt x="2549" y="290"/>
                    <a:pt x="2349" y="118"/>
                    <a:pt x="2004" y="118"/>
                  </a:cubicBezTo>
                  <a:cubicBezTo>
                    <a:pt x="1937" y="118"/>
                    <a:pt x="1864" y="124"/>
                    <a:pt x="1785" y="139"/>
                  </a:cubicBezTo>
                  <a:cubicBezTo>
                    <a:pt x="1738" y="148"/>
                    <a:pt x="1693" y="151"/>
                    <a:pt x="1650" y="151"/>
                  </a:cubicBezTo>
                  <a:cubicBezTo>
                    <a:pt x="1455" y="151"/>
                    <a:pt x="1292" y="76"/>
                    <a:pt x="1160"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59"/>
            <p:cNvSpPr/>
            <p:nvPr/>
          </p:nvSpPr>
          <p:spPr>
            <a:xfrm>
              <a:off x="3671503" y="3197760"/>
              <a:ext cx="48804" cy="14214"/>
            </a:xfrm>
            <a:custGeom>
              <a:avLst/>
              <a:gdLst/>
              <a:ahLst/>
              <a:cxnLst/>
              <a:rect l="l" t="t" r="r" b="b"/>
              <a:pathLst>
                <a:path w="1600" h="466" extrusionOk="0">
                  <a:moveTo>
                    <a:pt x="857" y="0"/>
                  </a:moveTo>
                  <a:cubicBezTo>
                    <a:pt x="830" y="0"/>
                    <a:pt x="800" y="8"/>
                    <a:pt x="765" y="25"/>
                  </a:cubicBezTo>
                  <a:cubicBezTo>
                    <a:pt x="585" y="115"/>
                    <a:pt x="448" y="149"/>
                    <a:pt x="254" y="149"/>
                  </a:cubicBezTo>
                  <a:cubicBezTo>
                    <a:pt x="198" y="149"/>
                    <a:pt x="138" y="146"/>
                    <a:pt x="70" y="141"/>
                  </a:cubicBezTo>
                  <a:cubicBezTo>
                    <a:pt x="70" y="234"/>
                    <a:pt x="23" y="350"/>
                    <a:pt x="0" y="465"/>
                  </a:cubicBezTo>
                  <a:cubicBezTo>
                    <a:pt x="93" y="442"/>
                    <a:pt x="139" y="442"/>
                    <a:pt x="163" y="442"/>
                  </a:cubicBezTo>
                  <a:cubicBezTo>
                    <a:pt x="325" y="419"/>
                    <a:pt x="672" y="373"/>
                    <a:pt x="788" y="257"/>
                  </a:cubicBezTo>
                  <a:cubicBezTo>
                    <a:pt x="809" y="240"/>
                    <a:pt x="833" y="233"/>
                    <a:pt x="858" y="233"/>
                  </a:cubicBezTo>
                  <a:cubicBezTo>
                    <a:pt x="971" y="233"/>
                    <a:pt x="1119" y="373"/>
                    <a:pt x="1252" y="373"/>
                  </a:cubicBezTo>
                  <a:cubicBezTo>
                    <a:pt x="1267" y="375"/>
                    <a:pt x="1281" y="376"/>
                    <a:pt x="1296" y="376"/>
                  </a:cubicBezTo>
                  <a:cubicBezTo>
                    <a:pt x="1446" y="376"/>
                    <a:pt x="1599" y="280"/>
                    <a:pt x="1599" y="280"/>
                  </a:cubicBezTo>
                  <a:cubicBezTo>
                    <a:pt x="1599" y="280"/>
                    <a:pt x="1553" y="280"/>
                    <a:pt x="1298" y="257"/>
                  </a:cubicBezTo>
                  <a:cubicBezTo>
                    <a:pt x="1062" y="237"/>
                    <a:pt x="1010" y="0"/>
                    <a:pt x="8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59"/>
            <p:cNvSpPr/>
            <p:nvPr/>
          </p:nvSpPr>
          <p:spPr>
            <a:xfrm>
              <a:off x="3661590" y="3151763"/>
              <a:ext cx="98310" cy="74304"/>
            </a:xfrm>
            <a:custGeom>
              <a:avLst/>
              <a:gdLst/>
              <a:ahLst/>
              <a:cxnLst/>
              <a:rect l="l" t="t" r="r" b="b"/>
              <a:pathLst>
                <a:path w="3223" h="2436" extrusionOk="0">
                  <a:moveTo>
                    <a:pt x="1407" y="1"/>
                  </a:moveTo>
                  <a:cubicBezTo>
                    <a:pt x="1271" y="1"/>
                    <a:pt x="1136" y="50"/>
                    <a:pt x="1136" y="50"/>
                  </a:cubicBezTo>
                  <a:cubicBezTo>
                    <a:pt x="1136" y="50"/>
                    <a:pt x="1003" y="70"/>
                    <a:pt x="851" y="70"/>
                  </a:cubicBezTo>
                  <a:cubicBezTo>
                    <a:pt x="776" y="70"/>
                    <a:pt x="696" y="65"/>
                    <a:pt x="627" y="50"/>
                  </a:cubicBezTo>
                  <a:cubicBezTo>
                    <a:pt x="619" y="49"/>
                    <a:pt x="611" y="48"/>
                    <a:pt x="604" y="48"/>
                  </a:cubicBezTo>
                  <a:cubicBezTo>
                    <a:pt x="445" y="48"/>
                    <a:pt x="481" y="284"/>
                    <a:pt x="325" y="328"/>
                  </a:cubicBezTo>
                  <a:lnTo>
                    <a:pt x="302" y="328"/>
                  </a:lnTo>
                  <a:cubicBezTo>
                    <a:pt x="279" y="490"/>
                    <a:pt x="256" y="652"/>
                    <a:pt x="163" y="768"/>
                  </a:cubicBezTo>
                  <a:cubicBezTo>
                    <a:pt x="1" y="1046"/>
                    <a:pt x="256" y="1417"/>
                    <a:pt x="372" y="1556"/>
                  </a:cubicBezTo>
                  <a:cubicBezTo>
                    <a:pt x="395" y="1579"/>
                    <a:pt x="418" y="1603"/>
                    <a:pt x="418" y="1649"/>
                  </a:cubicBezTo>
                  <a:cubicBezTo>
                    <a:pt x="481" y="1654"/>
                    <a:pt x="537" y="1657"/>
                    <a:pt x="590" y="1657"/>
                  </a:cubicBezTo>
                  <a:cubicBezTo>
                    <a:pt x="773" y="1657"/>
                    <a:pt x="910" y="1623"/>
                    <a:pt x="1090" y="1533"/>
                  </a:cubicBezTo>
                  <a:cubicBezTo>
                    <a:pt x="1129" y="1516"/>
                    <a:pt x="1161" y="1508"/>
                    <a:pt x="1190" y="1508"/>
                  </a:cubicBezTo>
                  <a:cubicBezTo>
                    <a:pt x="1351" y="1508"/>
                    <a:pt x="1387" y="1745"/>
                    <a:pt x="1623" y="1765"/>
                  </a:cubicBezTo>
                  <a:cubicBezTo>
                    <a:pt x="1878" y="1788"/>
                    <a:pt x="1924" y="1811"/>
                    <a:pt x="1924" y="1811"/>
                  </a:cubicBezTo>
                  <a:cubicBezTo>
                    <a:pt x="1924" y="1811"/>
                    <a:pt x="1771" y="1907"/>
                    <a:pt x="1621" y="1907"/>
                  </a:cubicBezTo>
                  <a:cubicBezTo>
                    <a:pt x="1606" y="1907"/>
                    <a:pt x="1592" y="1906"/>
                    <a:pt x="1577" y="1904"/>
                  </a:cubicBezTo>
                  <a:cubicBezTo>
                    <a:pt x="1444" y="1885"/>
                    <a:pt x="1295" y="1741"/>
                    <a:pt x="1182" y="1741"/>
                  </a:cubicBezTo>
                  <a:cubicBezTo>
                    <a:pt x="1157" y="1741"/>
                    <a:pt x="1134" y="1748"/>
                    <a:pt x="1113" y="1765"/>
                  </a:cubicBezTo>
                  <a:cubicBezTo>
                    <a:pt x="997" y="1881"/>
                    <a:pt x="650" y="1927"/>
                    <a:pt x="488" y="1950"/>
                  </a:cubicBezTo>
                  <a:cubicBezTo>
                    <a:pt x="464" y="1950"/>
                    <a:pt x="418" y="1973"/>
                    <a:pt x="348" y="1973"/>
                  </a:cubicBezTo>
                  <a:cubicBezTo>
                    <a:pt x="325" y="2066"/>
                    <a:pt x="325" y="2159"/>
                    <a:pt x="395" y="2228"/>
                  </a:cubicBezTo>
                  <a:cubicBezTo>
                    <a:pt x="418" y="2251"/>
                    <a:pt x="441" y="2298"/>
                    <a:pt x="464" y="2298"/>
                  </a:cubicBezTo>
                  <a:cubicBezTo>
                    <a:pt x="515" y="2284"/>
                    <a:pt x="553" y="2278"/>
                    <a:pt x="582" y="2278"/>
                  </a:cubicBezTo>
                  <a:cubicBezTo>
                    <a:pt x="697" y="2278"/>
                    <a:pt x="664" y="2367"/>
                    <a:pt x="719" y="2367"/>
                  </a:cubicBezTo>
                  <a:cubicBezTo>
                    <a:pt x="835" y="2367"/>
                    <a:pt x="1044" y="2251"/>
                    <a:pt x="1044" y="2251"/>
                  </a:cubicBezTo>
                  <a:cubicBezTo>
                    <a:pt x="1044" y="2251"/>
                    <a:pt x="1716" y="2205"/>
                    <a:pt x="1832" y="2182"/>
                  </a:cubicBezTo>
                  <a:cubicBezTo>
                    <a:pt x="1878" y="2182"/>
                    <a:pt x="1924" y="2205"/>
                    <a:pt x="1971" y="2228"/>
                  </a:cubicBezTo>
                  <a:cubicBezTo>
                    <a:pt x="1971" y="2205"/>
                    <a:pt x="1971" y="2182"/>
                    <a:pt x="1971" y="2182"/>
                  </a:cubicBezTo>
                  <a:cubicBezTo>
                    <a:pt x="1971" y="2182"/>
                    <a:pt x="2342" y="2251"/>
                    <a:pt x="2365" y="2344"/>
                  </a:cubicBezTo>
                  <a:cubicBezTo>
                    <a:pt x="2380" y="2390"/>
                    <a:pt x="2594" y="2435"/>
                    <a:pt x="2818" y="2435"/>
                  </a:cubicBezTo>
                  <a:cubicBezTo>
                    <a:pt x="2936" y="2435"/>
                    <a:pt x="3057" y="2423"/>
                    <a:pt x="3153" y="2391"/>
                  </a:cubicBezTo>
                  <a:cubicBezTo>
                    <a:pt x="3176" y="2367"/>
                    <a:pt x="3199" y="2367"/>
                    <a:pt x="3222" y="2367"/>
                  </a:cubicBezTo>
                  <a:cubicBezTo>
                    <a:pt x="3222" y="2251"/>
                    <a:pt x="3222" y="2066"/>
                    <a:pt x="3222" y="2020"/>
                  </a:cubicBezTo>
                  <a:cubicBezTo>
                    <a:pt x="3199" y="1927"/>
                    <a:pt x="3014" y="1765"/>
                    <a:pt x="2921" y="1672"/>
                  </a:cubicBezTo>
                  <a:cubicBezTo>
                    <a:pt x="2828" y="1556"/>
                    <a:pt x="2851" y="1324"/>
                    <a:pt x="2851" y="1324"/>
                  </a:cubicBezTo>
                  <a:lnTo>
                    <a:pt x="2736" y="1185"/>
                  </a:lnTo>
                  <a:cubicBezTo>
                    <a:pt x="2736" y="1185"/>
                    <a:pt x="2666" y="861"/>
                    <a:pt x="2434" y="791"/>
                  </a:cubicBezTo>
                  <a:cubicBezTo>
                    <a:pt x="2203" y="722"/>
                    <a:pt x="2063" y="282"/>
                    <a:pt x="2063" y="282"/>
                  </a:cubicBezTo>
                  <a:lnTo>
                    <a:pt x="1855" y="282"/>
                  </a:lnTo>
                  <a:cubicBezTo>
                    <a:pt x="1855" y="282"/>
                    <a:pt x="1716" y="96"/>
                    <a:pt x="1554" y="27"/>
                  </a:cubicBezTo>
                  <a:cubicBezTo>
                    <a:pt x="1509" y="8"/>
                    <a:pt x="1458" y="1"/>
                    <a:pt x="14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59"/>
            <p:cNvSpPr/>
            <p:nvPr/>
          </p:nvSpPr>
          <p:spPr>
            <a:xfrm>
              <a:off x="3675041" y="3218287"/>
              <a:ext cx="46669" cy="27605"/>
            </a:xfrm>
            <a:custGeom>
              <a:avLst/>
              <a:gdLst/>
              <a:ahLst/>
              <a:cxnLst/>
              <a:rect l="l" t="t" r="r" b="b"/>
              <a:pathLst>
                <a:path w="1530" h="905" extrusionOk="0">
                  <a:moveTo>
                    <a:pt x="1391" y="1"/>
                  </a:moveTo>
                  <a:cubicBezTo>
                    <a:pt x="1275" y="24"/>
                    <a:pt x="603" y="70"/>
                    <a:pt x="603" y="70"/>
                  </a:cubicBezTo>
                  <a:cubicBezTo>
                    <a:pt x="603" y="70"/>
                    <a:pt x="425" y="189"/>
                    <a:pt x="307" y="189"/>
                  </a:cubicBezTo>
                  <a:cubicBezTo>
                    <a:pt x="297" y="189"/>
                    <a:pt x="287" y="188"/>
                    <a:pt x="278" y="186"/>
                  </a:cubicBezTo>
                  <a:cubicBezTo>
                    <a:pt x="223" y="186"/>
                    <a:pt x="256" y="97"/>
                    <a:pt x="129" y="97"/>
                  </a:cubicBezTo>
                  <a:cubicBezTo>
                    <a:pt x="98" y="97"/>
                    <a:pt x="56" y="103"/>
                    <a:pt x="0" y="117"/>
                  </a:cubicBezTo>
                  <a:cubicBezTo>
                    <a:pt x="139" y="279"/>
                    <a:pt x="162" y="372"/>
                    <a:pt x="441" y="464"/>
                  </a:cubicBezTo>
                  <a:cubicBezTo>
                    <a:pt x="765" y="534"/>
                    <a:pt x="417" y="696"/>
                    <a:pt x="672" y="858"/>
                  </a:cubicBezTo>
                  <a:cubicBezTo>
                    <a:pt x="695" y="882"/>
                    <a:pt x="719" y="905"/>
                    <a:pt x="742" y="905"/>
                  </a:cubicBezTo>
                  <a:cubicBezTo>
                    <a:pt x="765" y="882"/>
                    <a:pt x="788" y="858"/>
                    <a:pt x="811" y="858"/>
                  </a:cubicBezTo>
                  <a:cubicBezTo>
                    <a:pt x="921" y="771"/>
                    <a:pt x="1135" y="579"/>
                    <a:pt x="1236" y="579"/>
                  </a:cubicBezTo>
                  <a:cubicBezTo>
                    <a:pt x="1242" y="579"/>
                    <a:pt x="1247" y="579"/>
                    <a:pt x="1252" y="580"/>
                  </a:cubicBezTo>
                  <a:cubicBezTo>
                    <a:pt x="1273" y="591"/>
                    <a:pt x="1296" y="596"/>
                    <a:pt x="1318" y="596"/>
                  </a:cubicBezTo>
                  <a:cubicBezTo>
                    <a:pt x="1392" y="596"/>
                    <a:pt x="1460" y="546"/>
                    <a:pt x="1460" y="511"/>
                  </a:cubicBezTo>
                  <a:cubicBezTo>
                    <a:pt x="1460" y="441"/>
                    <a:pt x="1275" y="302"/>
                    <a:pt x="1414" y="256"/>
                  </a:cubicBezTo>
                  <a:cubicBezTo>
                    <a:pt x="1507" y="210"/>
                    <a:pt x="1530" y="117"/>
                    <a:pt x="1530" y="47"/>
                  </a:cubicBezTo>
                  <a:cubicBezTo>
                    <a:pt x="1483" y="24"/>
                    <a:pt x="1437" y="1"/>
                    <a:pt x="13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59"/>
            <p:cNvSpPr/>
            <p:nvPr/>
          </p:nvSpPr>
          <p:spPr>
            <a:xfrm>
              <a:off x="4191069" y="3244580"/>
              <a:ext cx="204306" cy="142691"/>
            </a:xfrm>
            <a:custGeom>
              <a:avLst/>
              <a:gdLst/>
              <a:ahLst/>
              <a:cxnLst/>
              <a:rect l="l" t="t" r="r" b="b"/>
              <a:pathLst>
                <a:path w="6698" h="4678" extrusionOk="0">
                  <a:moveTo>
                    <a:pt x="4166" y="1"/>
                  </a:moveTo>
                  <a:cubicBezTo>
                    <a:pt x="4043" y="1"/>
                    <a:pt x="3872" y="111"/>
                    <a:pt x="3778" y="205"/>
                  </a:cubicBezTo>
                  <a:cubicBezTo>
                    <a:pt x="3685" y="298"/>
                    <a:pt x="3754" y="367"/>
                    <a:pt x="3685" y="460"/>
                  </a:cubicBezTo>
                  <a:cubicBezTo>
                    <a:pt x="3592" y="529"/>
                    <a:pt x="3314" y="784"/>
                    <a:pt x="3152" y="993"/>
                  </a:cubicBezTo>
                  <a:cubicBezTo>
                    <a:pt x="3051" y="1119"/>
                    <a:pt x="2869" y="1135"/>
                    <a:pt x="2701" y="1135"/>
                  </a:cubicBezTo>
                  <a:cubicBezTo>
                    <a:pt x="2641" y="1135"/>
                    <a:pt x="2582" y="1133"/>
                    <a:pt x="2529" y="1133"/>
                  </a:cubicBezTo>
                  <a:cubicBezTo>
                    <a:pt x="2459" y="1133"/>
                    <a:pt x="2400" y="1137"/>
                    <a:pt x="2364" y="1155"/>
                  </a:cubicBezTo>
                  <a:cubicBezTo>
                    <a:pt x="2225" y="1248"/>
                    <a:pt x="2433" y="1387"/>
                    <a:pt x="2341" y="1456"/>
                  </a:cubicBezTo>
                  <a:cubicBezTo>
                    <a:pt x="2248" y="1526"/>
                    <a:pt x="1947" y="1665"/>
                    <a:pt x="1854" y="1711"/>
                  </a:cubicBezTo>
                  <a:cubicBezTo>
                    <a:pt x="1761" y="1758"/>
                    <a:pt x="1367" y="1735"/>
                    <a:pt x="1252" y="1897"/>
                  </a:cubicBezTo>
                  <a:cubicBezTo>
                    <a:pt x="1229" y="1924"/>
                    <a:pt x="1206" y="1935"/>
                    <a:pt x="1183" y="1935"/>
                  </a:cubicBezTo>
                  <a:cubicBezTo>
                    <a:pt x="1116" y="1935"/>
                    <a:pt x="1049" y="1847"/>
                    <a:pt x="982" y="1847"/>
                  </a:cubicBezTo>
                  <a:cubicBezTo>
                    <a:pt x="956" y="1847"/>
                    <a:pt x="930" y="1860"/>
                    <a:pt x="904" y="1897"/>
                  </a:cubicBezTo>
                  <a:cubicBezTo>
                    <a:pt x="828" y="2003"/>
                    <a:pt x="743" y="2039"/>
                    <a:pt x="674" y="2039"/>
                  </a:cubicBezTo>
                  <a:cubicBezTo>
                    <a:pt x="636" y="2039"/>
                    <a:pt x="604" y="2029"/>
                    <a:pt x="579" y="2013"/>
                  </a:cubicBezTo>
                  <a:cubicBezTo>
                    <a:pt x="579" y="2013"/>
                    <a:pt x="556" y="1989"/>
                    <a:pt x="533" y="1966"/>
                  </a:cubicBezTo>
                  <a:cubicBezTo>
                    <a:pt x="440" y="2059"/>
                    <a:pt x="301" y="2175"/>
                    <a:pt x="255" y="2291"/>
                  </a:cubicBezTo>
                  <a:cubicBezTo>
                    <a:pt x="185" y="2523"/>
                    <a:pt x="0" y="2731"/>
                    <a:pt x="0" y="2847"/>
                  </a:cubicBezTo>
                  <a:cubicBezTo>
                    <a:pt x="0" y="2963"/>
                    <a:pt x="70" y="3102"/>
                    <a:pt x="70" y="3287"/>
                  </a:cubicBezTo>
                  <a:cubicBezTo>
                    <a:pt x="70" y="3496"/>
                    <a:pt x="116" y="3589"/>
                    <a:pt x="232" y="3728"/>
                  </a:cubicBezTo>
                  <a:cubicBezTo>
                    <a:pt x="348" y="3867"/>
                    <a:pt x="301" y="4052"/>
                    <a:pt x="301" y="4052"/>
                  </a:cubicBezTo>
                  <a:cubicBezTo>
                    <a:pt x="301" y="4052"/>
                    <a:pt x="348" y="4122"/>
                    <a:pt x="440" y="4237"/>
                  </a:cubicBezTo>
                  <a:cubicBezTo>
                    <a:pt x="510" y="4353"/>
                    <a:pt x="765" y="4516"/>
                    <a:pt x="788" y="4585"/>
                  </a:cubicBezTo>
                  <a:cubicBezTo>
                    <a:pt x="788" y="4631"/>
                    <a:pt x="834" y="4655"/>
                    <a:pt x="881" y="4678"/>
                  </a:cubicBezTo>
                  <a:cubicBezTo>
                    <a:pt x="881" y="4678"/>
                    <a:pt x="904" y="4655"/>
                    <a:pt x="904" y="4631"/>
                  </a:cubicBezTo>
                  <a:cubicBezTo>
                    <a:pt x="1043" y="4469"/>
                    <a:pt x="1020" y="4237"/>
                    <a:pt x="1020" y="4237"/>
                  </a:cubicBezTo>
                  <a:lnTo>
                    <a:pt x="1321" y="4168"/>
                  </a:lnTo>
                  <a:lnTo>
                    <a:pt x="1553" y="4098"/>
                  </a:lnTo>
                  <a:lnTo>
                    <a:pt x="2016" y="4168"/>
                  </a:lnTo>
                  <a:lnTo>
                    <a:pt x="2016" y="3797"/>
                  </a:lnTo>
                  <a:cubicBezTo>
                    <a:pt x="2016" y="3797"/>
                    <a:pt x="2364" y="3357"/>
                    <a:pt x="2596" y="3357"/>
                  </a:cubicBezTo>
                  <a:cubicBezTo>
                    <a:pt x="2827" y="3357"/>
                    <a:pt x="3036" y="3658"/>
                    <a:pt x="3036" y="3658"/>
                  </a:cubicBezTo>
                  <a:lnTo>
                    <a:pt x="4079" y="3867"/>
                  </a:lnTo>
                  <a:cubicBezTo>
                    <a:pt x="4079" y="3867"/>
                    <a:pt x="4148" y="3542"/>
                    <a:pt x="4241" y="3496"/>
                  </a:cubicBezTo>
                  <a:cubicBezTo>
                    <a:pt x="4269" y="3479"/>
                    <a:pt x="4301" y="3473"/>
                    <a:pt x="4336" y="3473"/>
                  </a:cubicBezTo>
                  <a:cubicBezTo>
                    <a:pt x="4419" y="3473"/>
                    <a:pt x="4516" y="3507"/>
                    <a:pt x="4604" y="3507"/>
                  </a:cubicBezTo>
                  <a:cubicBezTo>
                    <a:pt x="4631" y="3507"/>
                    <a:pt x="4657" y="3504"/>
                    <a:pt x="4681" y="3496"/>
                  </a:cubicBezTo>
                  <a:cubicBezTo>
                    <a:pt x="4821" y="3426"/>
                    <a:pt x="5029" y="3310"/>
                    <a:pt x="5261" y="3310"/>
                  </a:cubicBezTo>
                  <a:cubicBezTo>
                    <a:pt x="5393" y="3310"/>
                    <a:pt x="5480" y="3356"/>
                    <a:pt x="5552" y="3356"/>
                  </a:cubicBezTo>
                  <a:cubicBezTo>
                    <a:pt x="5606" y="3356"/>
                    <a:pt x="5652" y="3330"/>
                    <a:pt x="5701" y="3241"/>
                  </a:cubicBezTo>
                  <a:cubicBezTo>
                    <a:pt x="5726" y="3192"/>
                    <a:pt x="5780" y="3173"/>
                    <a:pt x="5847" y="3173"/>
                  </a:cubicBezTo>
                  <a:cubicBezTo>
                    <a:pt x="6030" y="3173"/>
                    <a:pt x="6304" y="3310"/>
                    <a:pt x="6304" y="3310"/>
                  </a:cubicBezTo>
                  <a:lnTo>
                    <a:pt x="6698" y="3241"/>
                  </a:lnTo>
                  <a:lnTo>
                    <a:pt x="6559" y="2917"/>
                  </a:lnTo>
                  <a:cubicBezTo>
                    <a:pt x="6582" y="2917"/>
                    <a:pt x="6211" y="2754"/>
                    <a:pt x="6211" y="2638"/>
                  </a:cubicBezTo>
                  <a:cubicBezTo>
                    <a:pt x="6211" y="2546"/>
                    <a:pt x="6211" y="2453"/>
                    <a:pt x="6002" y="2268"/>
                  </a:cubicBezTo>
                  <a:cubicBezTo>
                    <a:pt x="5794" y="2105"/>
                    <a:pt x="5655" y="2082"/>
                    <a:pt x="5655" y="1966"/>
                  </a:cubicBezTo>
                  <a:cubicBezTo>
                    <a:pt x="5655" y="1874"/>
                    <a:pt x="5608" y="1850"/>
                    <a:pt x="5423" y="1642"/>
                  </a:cubicBezTo>
                  <a:cubicBezTo>
                    <a:pt x="5261" y="1433"/>
                    <a:pt x="4983" y="1433"/>
                    <a:pt x="4983" y="1433"/>
                  </a:cubicBezTo>
                  <a:lnTo>
                    <a:pt x="4936" y="1271"/>
                  </a:lnTo>
                  <a:lnTo>
                    <a:pt x="4681" y="1225"/>
                  </a:lnTo>
                  <a:cubicBezTo>
                    <a:pt x="4681" y="1225"/>
                    <a:pt x="4566" y="1132"/>
                    <a:pt x="4751" y="1039"/>
                  </a:cubicBezTo>
                  <a:cubicBezTo>
                    <a:pt x="4960" y="923"/>
                    <a:pt x="4751" y="669"/>
                    <a:pt x="4728" y="553"/>
                  </a:cubicBezTo>
                  <a:cubicBezTo>
                    <a:pt x="4705" y="460"/>
                    <a:pt x="4403" y="135"/>
                    <a:pt x="4334" y="43"/>
                  </a:cubicBezTo>
                  <a:cubicBezTo>
                    <a:pt x="4311" y="43"/>
                    <a:pt x="4264" y="43"/>
                    <a:pt x="4241" y="20"/>
                  </a:cubicBezTo>
                  <a:cubicBezTo>
                    <a:pt x="4220" y="7"/>
                    <a:pt x="4194" y="1"/>
                    <a:pt x="416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59"/>
            <p:cNvSpPr/>
            <p:nvPr/>
          </p:nvSpPr>
          <p:spPr>
            <a:xfrm>
              <a:off x="3995950" y="3198278"/>
              <a:ext cx="198663" cy="160504"/>
            </a:xfrm>
            <a:custGeom>
              <a:avLst/>
              <a:gdLst/>
              <a:ahLst/>
              <a:cxnLst/>
              <a:rect l="l" t="t" r="r" b="b"/>
              <a:pathLst>
                <a:path w="6513" h="5262" extrusionOk="0">
                  <a:moveTo>
                    <a:pt x="1667" y="1"/>
                  </a:moveTo>
                  <a:cubicBezTo>
                    <a:pt x="1577" y="1"/>
                    <a:pt x="1516" y="149"/>
                    <a:pt x="1429" y="149"/>
                  </a:cubicBezTo>
                  <a:cubicBezTo>
                    <a:pt x="1425" y="149"/>
                    <a:pt x="1420" y="148"/>
                    <a:pt x="1414" y="147"/>
                  </a:cubicBezTo>
                  <a:cubicBezTo>
                    <a:pt x="1344" y="133"/>
                    <a:pt x="1214" y="110"/>
                    <a:pt x="1096" y="110"/>
                  </a:cubicBezTo>
                  <a:cubicBezTo>
                    <a:pt x="1020" y="110"/>
                    <a:pt x="950" y="120"/>
                    <a:pt x="905" y="147"/>
                  </a:cubicBezTo>
                  <a:cubicBezTo>
                    <a:pt x="812" y="240"/>
                    <a:pt x="835" y="541"/>
                    <a:pt x="789" y="587"/>
                  </a:cubicBezTo>
                  <a:cubicBezTo>
                    <a:pt x="742" y="634"/>
                    <a:pt x="534" y="866"/>
                    <a:pt x="534" y="981"/>
                  </a:cubicBezTo>
                  <a:cubicBezTo>
                    <a:pt x="534" y="1028"/>
                    <a:pt x="511" y="1074"/>
                    <a:pt x="487" y="1074"/>
                  </a:cubicBezTo>
                  <a:cubicBezTo>
                    <a:pt x="511" y="1213"/>
                    <a:pt x="534" y="1375"/>
                    <a:pt x="534" y="1445"/>
                  </a:cubicBezTo>
                  <a:cubicBezTo>
                    <a:pt x="557" y="1561"/>
                    <a:pt x="603" y="2094"/>
                    <a:pt x="487" y="2233"/>
                  </a:cubicBezTo>
                  <a:cubicBezTo>
                    <a:pt x="348" y="2349"/>
                    <a:pt x="279" y="2534"/>
                    <a:pt x="279" y="2534"/>
                  </a:cubicBezTo>
                  <a:cubicBezTo>
                    <a:pt x="279" y="2534"/>
                    <a:pt x="70" y="2673"/>
                    <a:pt x="47" y="2928"/>
                  </a:cubicBezTo>
                  <a:cubicBezTo>
                    <a:pt x="1" y="3206"/>
                    <a:pt x="47" y="3368"/>
                    <a:pt x="47" y="3577"/>
                  </a:cubicBezTo>
                  <a:cubicBezTo>
                    <a:pt x="47" y="3716"/>
                    <a:pt x="163" y="3832"/>
                    <a:pt x="232" y="4017"/>
                  </a:cubicBezTo>
                  <a:cubicBezTo>
                    <a:pt x="325" y="4156"/>
                    <a:pt x="789" y="4180"/>
                    <a:pt x="1044" y="4226"/>
                  </a:cubicBezTo>
                  <a:cubicBezTo>
                    <a:pt x="1299" y="4295"/>
                    <a:pt x="1577" y="4643"/>
                    <a:pt x="1553" y="4782"/>
                  </a:cubicBezTo>
                  <a:cubicBezTo>
                    <a:pt x="1553" y="4921"/>
                    <a:pt x="1739" y="5199"/>
                    <a:pt x="1855" y="5246"/>
                  </a:cubicBezTo>
                  <a:cubicBezTo>
                    <a:pt x="1873" y="5257"/>
                    <a:pt x="1896" y="5261"/>
                    <a:pt x="1922" y="5261"/>
                  </a:cubicBezTo>
                  <a:cubicBezTo>
                    <a:pt x="2062" y="5261"/>
                    <a:pt x="2294" y="5130"/>
                    <a:pt x="2411" y="5130"/>
                  </a:cubicBezTo>
                  <a:cubicBezTo>
                    <a:pt x="2457" y="5130"/>
                    <a:pt x="2542" y="5132"/>
                    <a:pt x="2638" y="5132"/>
                  </a:cubicBezTo>
                  <a:cubicBezTo>
                    <a:pt x="2831" y="5132"/>
                    <a:pt x="3068" y="5122"/>
                    <a:pt x="3129" y="5060"/>
                  </a:cubicBezTo>
                  <a:cubicBezTo>
                    <a:pt x="3153" y="5049"/>
                    <a:pt x="3170" y="5043"/>
                    <a:pt x="3184" y="5043"/>
                  </a:cubicBezTo>
                  <a:cubicBezTo>
                    <a:pt x="3199" y="5043"/>
                    <a:pt x="3210" y="5049"/>
                    <a:pt x="3222" y="5060"/>
                  </a:cubicBezTo>
                  <a:cubicBezTo>
                    <a:pt x="3338" y="4736"/>
                    <a:pt x="3384" y="4458"/>
                    <a:pt x="3384" y="4458"/>
                  </a:cubicBezTo>
                  <a:cubicBezTo>
                    <a:pt x="3384" y="4458"/>
                    <a:pt x="3941" y="3878"/>
                    <a:pt x="4010" y="3855"/>
                  </a:cubicBezTo>
                  <a:cubicBezTo>
                    <a:pt x="4045" y="3855"/>
                    <a:pt x="4097" y="3867"/>
                    <a:pt x="4155" y="3867"/>
                  </a:cubicBezTo>
                  <a:cubicBezTo>
                    <a:pt x="4213" y="3867"/>
                    <a:pt x="4277" y="3855"/>
                    <a:pt x="4334" y="3809"/>
                  </a:cubicBezTo>
                  <a:cubicBezTo>
                    <a:pt x="4352" y="3798"/>
                    <a:pt x="4372" y="3794"/>
                    <a:pt x="4394" y="3794"/>
                  </a:cubicBezTo>
                  <a:cubicBezTo>
                    <a:pt x="4521" y="3794"/>
                    <a:pt x="4709" y="3949"/>
                    <a:pt x="4728" y="4087"/>
                  </a:cubicBezTo>
                  <a:cubicBezTo>
                    <a:pt x="4734" y="4126"/>
                    <a:pt x="4744" y="4142"/>
                    <a:pt x="4756" y="4142"/>
                  </a:cubicBezTo>
                  <a:cubicBezTo>
                    <a:pt x="4797" y="4142"/>
                    <a:pt x="4872" y="3978"/>
                    <a:pt x="4960" y="3855"/>
                  </a:cubicBezTo>
                  <a:cubicBezTo>
                    <a:pt x="5053" y="3670"/>
                    <a:pt x="5354" y="3137"/>
                    <a:pt x="5354" y="2998"/>
                  </a:cubicBezTo>
                  <a:cubicBezTo>
                    <a:pt x="5354" y="2882"/>
                    <a:pt x="5609" y="2766"/>
                    <a:pt x="5609" y="2673"/>
                  </a:cubicBezTo>
                  <a:cubicBezTo>
                    <a:pt x="5609" y="2604"/>
                    <a:pt x="5586" y="2418"/>
                    <a:pt x="5679" y="2395"/>
                  </a:cubicBezTo>
                  <a:cubicBezTo>
                    <a:pt x="5748" y="2372"/>
                    <a:pt x="5818" y="2117"/>
                    <a:pt x="5795" y="2047"/>
                  </a:cubicBezTo>
                  <a:cubicBezTo>
                    <a:pt x="5795" y="1955"/>
                    <a:pt x="6073" y="1514"/>
                    <a:pt x="6119" y="1445"/>
                  </a:cubicBezTo>
                  <a:cubicBezTo>
                    <a:pt x="6165" y="1375"/>
                    <a:pt x="6443" y="1399"/>
                    <a:pt x="6443" y="1260"/>
                  </a:cubicBezTo>
                  <a:cubicBezTo>
                    <a:pt x="6467" y="1120"/>
                    <a:pt x="6513" y="958"/>
                    <a:pt x="6420" y="935"/>
                  </a:cubicBezTo>
                  <a:cubicBezTo>
                    <a:pt x="6328" y="889"/>
                    <a:pt x="6189" y="773"/>
                    <a:pt x="6189" y="703"/>
                  </a:cubicBezTo>
                  <a:cubicBezTo>
                    <a:pt x="6189" y="657"/>
                    <a:pt x="6189" y="518"/>
                    <a:pt x="6235" y="402"/>
                  </a:cubicBezTo>
                  <a:cubicBezTo>
                    <a:pt x="6096" y="379"/>
                    <a:pt x="6096" y="263"/>
                    <a:pt x="6026" y="170"/>
                  </a:cubicBezTo>
                  <a:cubicBezTo>
                    <a:pt x="5954" y="116"/>
                    <a:pt x="5938" y="63"/>
                    <a:pt x="5881" y="63"/>
                  </a:cubicBezTo>
                  <a:cubicBezTo>
                    <a:pt x="5864" y="63"/>
                    <a:pt x="5844" y="67"/>
                    <a:pt x="5818" y="78"/>
                  </a:cubicBezTo>
                  <a:cubicBezTo>
                    <a:pt x="5702" y="101"/>
                    <a:pt x="5586" y="379"/>
                    <a:pt x="5424" y="425"/>
                  </a:cubicBezTo>
                  <a:cubicBezTo>
                    <a:pt x="5401" y="433"/>
                    <a:pt x="5377" y="436"/>
                    <a:pt x="5352" y="436"/>
                  </a:cubicBezTo>
                  <a:cubicBezTo>
                    <a:pt x="5220" y="436"/>
                    <a:pt x="5061" y="348"/>
                    <a:pt x="4983" y="309"/>
                  </a:cubicBezTo>
                  <a:cubicBezTo>
                    <a:pt x="4949" y="292"/>
                    <a:pt x="4864" y="288"/>
                    <a:pt x="4764" y="288"/>
                  </a:cubicBezTo>
                  <a:cubicBezTo>
                    <a:pt x="4654" y="288"/>
                    <a:pt x="4526" y="293"/>
                    <a:pt x="4425" y="293"/>
                  </a:cubicBezTo>
                  <a:cubicBezTo>
                    <a:pt x="4368" y="293"/>
                    <a:pt x="4320" y="291"/>
                    <a:pt x="4288" y="286"/>
                  </a:cubicBezTo>
                  <a:cubicBezTo>
                    <a:pt x="4149" y="286"/>
                    <a:pt x="4010" y="495"/>
                    <a:pt x="3894" y="564"/>
                  </a:cubicBezTo>
                  <a:cubicBezTo>
                    <a:pt x="3845" y="584"/>
                    <a:pt x="3759" y="591"/>
                    <a:pt x="3669" y="591"/>
                  </a:cubicBezTo>
                  <a:cubicBezTo>
                    <a:pt x="3545" y="591"/>
                    <a:pt x="3415" y="578"/>
                    <a:pt x="3361" y="564"/>
                  </a:cubicBezTo>
                  <a:cubicBezTo>
                    <a:pt x="3268" y="518"/>
                    <a:pt x="3037" y="333"/>
                    <a:pt x="2944" y="333"/>
                  </a:cubicBezTo>
                  <a:cubicBezTo>
                    <a:pt x="2828" y="333"/>
                    <a:pt x="2643" y="356"/>
                    <a:pt x="2480" y="448"/>
                  </a:cubicBezTo>
                  <a:cubicBezTo>
                    <a:pt x="2456" y="462"/>
                    <a:pt x="2435" y="468"/>
                    <a:pt x="2415" y="468"/>
                  </a:cubicBezTo>
                  <a:cubicBezTo>
                    <a:pt x="2303" y="468"/>
                    <a:pt x="2258" y="269"/>
                    <a:pt x="2179" y="170"/>
                  </a:cubicBezTo>
                  <a:cubicBezTo>
                    <a:pt x="2086" y="54"/>
                    <a:pt x="1878" y="147"/>
                    <a:pt x="1739" y="31"/>
                  </a:cubicBezTo>
                  <a:cubicBezTo>
                    <a:pt x="1713" y="10"/>
                    <a:pt x="1689" y="1"/>
                    <a:pt x="16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59"/>
            <p:cNvSpPr/>
            <p:nvPr/>
          </p:nvSpPr>
          <p:spPr>
            <a:xfrm>
              <a:off x="3964136" y="3223015"/>
              <a:ext cx="50238" cy="102061"/>
            </a:xfrm>
            <a:custGeom>
              <a:avLst/>
              <a:gdLst/>
              <a:ahLst/>
              <a:cxnLst/>
              <a:rect l="l" t="t" r="r" b="b"/>
              <a:pathLst>
                <a:path w="1647" h="3346" extrusionOk="0">
                  <a:moveTo>
                    <a:pt x="1129" y="0"/>
                  </a:moveTo>
                  <a:cubicBezTo>
                    <a:pt x="1005" y="0"/>
                    <a:pt x="954" y="141"/>
                    <a:pt x="974" y="263"/>
                  </a:cubicBezTo>
                  <a:cubicBezTo>
                    <a:pt x="1021" y="379"/>
                    <a:pt x="905" y="379"/>
                    <a:pt x="835" y="472"/>
                  </a:cubicBezTo>
                  <a:cubicBezTo>
                    <a:pt x="766" y="541"/>
                    <a:pt x="488" y="564"/>
                    <a:pt x="395" y="564"/>
                  </a:cubicBezTo>
                  <a:cubicBezTo>
                    <a:pt x="302" y="564"/>
                    <a:pt x="186" y="750"/>
                    <a:pt x="70" y="773"/>
                  </a:cubicBezTo>
                  <a:lnTo>
                    <a:pt x="1" y="773"/>
                  </a:lnTo>
                  <a:cubicBezTo>
                    <a:pt x="24" y="1213"/>
                    <a:pt x="94" y="1167"/>
                    <a:pt x="279" y="1283"/>
                  </a:cubicBezTo>
                  <a:cubicBezTo>
                    <a:pt x="511" y="1422"/>
                    <a:pt x="302" y="1607"/>
                    <a:pt x="395" y="1700"/>
                  </a:cubicBezTo>
                  <a:cubicBezTo>
                    <a:pt x="488" y="1793"/>
                    <a:pt x="464" y="2048"/>
                    <a:pt x="488" y="2349"/>
                  </a:cubicBezTo>
                  <a:cubicBezTo>
                    <a:pt x="488" y="2534"/>
                    <a:pt x="511" y="2998"/>
                    <a:pt x="534" y="3345"/>
                  </a:cubicBezTo>
                  <a:cubicBezTo>
                    <a:pt x="673" y="3322"/>
                    <a:pt x="812" y="3322"/>
                    <a:pt x="905" y="3322"/>
                  </a:cubicBezTo>
                  <a:cubicBezTo>
                    <a:pt x="1034" y="3322"/>
                    <a:pt x="1135" y="3174"/>
                    <a:pt x="1217" y="3174"/>
                  </a:cubicBezTo>
                  <a:cubicBezTo>
                    <a:pt x="1237" y="3174"/>
                    <a:pt x="1257" y="3183"/>
                    <a:pt x="1275" y="3206"/>
                  </a:cubicBezTo>
                  <a:cubicBezTo>
                    <a:pt x="1206" y="3021"/>
                    <a:pt x="1090" y="2905"/>
                    <a:pt x="1090" y="2766"/>
                  </a:cubicBezTo>
                  <a:cubicBezTo>
                    <a:pt x="1113" y="2557"/>
                    <a:pt x="1067" y="2395"/>
                    <a:pt x="1090" y="2117"/>
                  </a:cubicBezTo>
                  <a:cubicBezTo>
                    <a:pt x="1136" y="1862"/>
                    <a:pt x="1322" y="1723"/>
                    <a:pt x="1322" y="1723"/>
                  </a:cubicBezTo>
                  <a:cubicBezTo>
                    <a:pt x="1322" y="1723"/>
                    <a:pt x="1415" y="1538"/>
                    <a:pt x="1530" y="1422"/>
                  </a:cubicBezTo>
                  <a:cubicBezTo>
                    <a:pt x="1646" y="1283"/>
                    <a:pt x="1600" y="750"/>
                    <a:pt x="1577" y="634"/>
                  </a:cubicBezTo>
                  <a:cubicBezTo>
                    <a:pt x="1577" y="564"/>
                    <a:pt x="1554" y="402"/>
                    <a:pt x="1530" y="263"/>
                  </a:cubicBezTo>
                  <a:cubicBezTo>
                    <a:pt x="1507" y="275"/>
                    <a:pt x="1484" y="280"/>
                    <a:pt x="1455" y="280"/>
                  </a:cubicBezTo>
                  <a:cubicBezTo>
                    <a:pt x="1426" y="280"/>
                    <a:pt x="1391" y="275"/>
                    <a:pt x="1345" y="263"/>
                  </a:cubicBezTo>
                  <a:cubicBezTo>
                    <a:pt x="1206" y="194"/>
                    <a:pt x="1345" y="55"/>
                    <a:pt x="1183" y="8"/>
                  </a:cubicBezTo>
                  <a:cubicBezTo>
                    <a:pt x="1163" y="3"/>
                    <a:pt x="1145" y="0"/>
                    <a:pt x="11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59"/>
            <p:cNvSpPr/>
            <p:nvPr/>
          </p:nvSpPr>
          <p:spPr>
            <a:xfrm>
              <a:off x="3949313" y="3244458"/>
              <a:ext cx="31113" cy="86261"/>
            </a:xfrm>
            <a:custGeom>
              <a:avLst/>
              <a:gdLst/>
              <a:ahLst/>
              <a:cxnLst/>
              <a:rect l="l" t="t" r="r" b="b"/>
              <a:pathLst>
                <a:path w="1020" h="2828" extrusionOk="0">
                  <a:moveTo>
                    <a:pt x="70" y="0"/>
                  </a:moveTo>
                  <a:cubicBezTo>
                    <a:pt x="47" y="0"/>
                    <a:pt x="23" y="0"/>
                    <a:pt x="0" y="24"/>
                  </a:cubicBezTo>
                  <a:cubicBezTo>
                    <a:pt x="23" y="163"/>
                    <a:pt x="70" y="348"/>
                    <a:pt x="116" y="371"/>
                  </a:cubicBezTo>
                  <a:cubicBezTo>
                    <a:pt x="186" y="418"/>
                    <a:pt x="255" y="510"/>
                    <a:pt x="255" y="696"/>
                  </a:cubicBezTo>
                  <a:cubicBezTo>
                    <a:pt x="232" y="881"/>
                    <a:pt x="186" y="1275"/>
                    <a:pt x="255" y="1460"/>
                  </a:cubicBezTo>
                  <a:cubicBezTo>
                    <a:pt x="325" y="1646"/>
                    <a:pt x="394" y="1924"/>
                    <a:pt x="394" y="2202"/>
                  </a:cubicBezTo>
                  <a:cubicBezTo>
                    <a:pt x="394" y="2387"/>
                    <a:pt x="487" y="2642"/>
                    <a:pt x="603" y="2828"/>
                  </a:cubicBezTo>
                  <a:cubicBezTo>
                    <a:pt x="649" y="2805"/>
                    <a:pt x="672" y="2781"/>
                    <a:pt x="719" y="2758"/>
                  </a:cubicBezTo>
                  <a:cubicBezTo>
                    <a:pt x="788" y="2712"/>
                    <a:pt x="904" y="2666"/>
                    <a:pt x="1020" y="2642"/>
                  </a:cubicBezTo>
                  <a:cubicBezTo>
                    <a:pt x="997" y="2295"/>
                    <a:pt x="974" y="1831"/>
                    <a:pt x="974" y="1646"/>
                  </a:cubicBezTo>
                  <a:cubicBezTo>
                    <a:pt x="950" y="1345"/>
                    <a:pt x="974" y="1090"/>
                    <a:pt x="881" y="997"/>
                  </a:cubicBezTo>
                  <a:cubicBezTo>
                    <a:pt x="788" y="904"/>
                    <a:pt x="1020" y="719"/>
                    <a:pt x="788" y="580"/>
                  </a:cubicBezTo>
                  <a:cubicBezTo>
                    <a:pt x="580" y="464"/>
                    <a:pt x="510" y="510"/>
                    <a:pt x="487" y="70"/>
                  </a:cubicBezTo>
                  <a:cubicBezTo>
                    <a:pt x="371" y="70"/>
                    <a:pt x="186" y="24"/>
                    <a:pt x="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59"/>
            <p:cNvSpPr/>
            <p:nvPr/>
          </p:nvSpPr>
          <p:spPr>
            <a:xfrm>
              <a:off x="4094226" y="3210540"/>
              <a:ext cx="123718" cy="191586"/>
            </a:xfrm>
            <a:custGeom>
              <a:avLst/>
              <a:gdLst/>
              <a:ahLst/>
              <a:cxnLst/>
              <a:rect l="l" t="t" r="r" b="b"/>
              <a:pathLst>
                <a:path w="4056" h="6281" extrusionOk="0">
                  <a:moveTo>
                    <a:pt x="3013" y="0"/>
                  </a:moveTo>
                  <a:cubicBezTo>
                    <a:pt x="2967" y="116"/>
                    <a:pt x="2967" y="255"/>
                    <a:pt x="2967" y="301"/>
                  </a:cubicBezTo>
                  <a:cubicBezTo>
                    <a:pt x="2967" y="371"/>
                    <a:pt x="3106" y="487"/>
                    <a:pt x="3198" y="510"/>
                  </a:cubicBezTo>
                  <a:cubicBezTo>
                    <a:pt x="3291" y="556"/>
                    <a:pt x="3245" y="718"/>
                    <a:pt x="3221" y="858"/>
                  </a:cubicBezTo>
                  <a:cubicBezTo>
                    <a:pt x="3221" y="997"/>
                    <a:pt x="2943" y="973"/>
                    <a:pt x="2897" y="1043"/>
                  </a:cubicBezTo>
                  <a:cubicBezTo>
                    <a:pt x="2851" y="1089"/>
                    <a:pt x="2573" y="1553"/>
                    <a:pt x="2573" y="1622"/>
                  </a:cubicBezTo>
                  <a:cubicBezTo>
                    <a:pt x="2596" y="1715"/>
                    <a:pt x="2526" y="1947"/>
                    <a:pt x="2457" y="1993"/>
                  </a:cubicBezTo>
                  <a:cubicBezTo>
                    <a:pt x="2364" y="2016"/>
                    <a:pt x="2387" y="2202"/>
                    <a:pt x="2387" y="2271"/>
                  </a:cubicBezTo>
                  <a:cubicBezTo>
                    <a:pt x="2387" y="2364"/>
                    <a:pt x="2132" y="2480"/>
                    <a:pt x="2132" y="2596"/>
                  </a:cubicBezTo>
                  <a:cubicBezTo>
                    <a:pt x="2132" y="2735"/>
                    <a:pt x="1831" y="3268"/>
                    <a:pt x="1738" y="3453"/>
                  </a:cubicBezTo>
                  <a:cubicBezTo>
                    <a:pt x="1650" y="3576"/>
                    <a:pt x="1575" y="3740"/>
                    <a:pt x="1534" y="3740"/>
                  </a:cubicBezTo>
                  <a:cubicBezTo>
                    <a:pt x="1522" y="3740"/>
                    <a:pt x="1512" y="3724"/>
                    <a:pt x="1506" y="3685"/>
                  </a:cubicBezTo>
                  <a:cubicBezTo>
                    <a:pt x="1467" y="3547"/>
                    <a:pt x="1293" y="3392"/>
                    <a:pt x="1171" y="3392"/>
                  </a:cubicBezTo>
                  <a:cubicBezTo>
                    <a:pt x="1149" y="3392"/>
                    <a:pt x="1130" y="3396"/>
                    <a:pt x="1112" y="3407"/>
                  </a:cubicBezTo>
                  <a:cubicBezTo>
                    <a:pt x="1062" y="3447"/>
                    <a:pt x="1008" y="3457"/>
                    <a:pt x="956" y="3457"/>
                  </a:cubicBezTo>
                  <a:cubicBezTo>
                    <a:pt x="908" y="3457"/>
                    <a:pt x="863" y="3448"/>
                    <a:pt x="826" y="3448"/>
                  </a:cubicBezTo>
                  <a:cubicBezTo>
                    <a:pt x="812" y="3448"/>
                    <a:pt x="799" y="3449"/>
                    <a:pt x="788" y="3453"/>
                  </a:cubicBezTo>
                  <a:cubicBezTo>
                    <a:pt x="719" y="3476"/>
                    <a:pt x="162" y="4056"/>
                    <a:pt x="162" y="4056"/>
                  </a:cubicBezTo>
                  <a:cubicBezTo>
                    <a:pt x="162" y="4056"/>
                    <a:pt x="116" y="4334"/>
                    <a:pt x="0" y="4635"/>
                  </a:cubicBezTo>
                  <a:cubicBezTo>
                    <a:pt x="70" y="4681"/>
                    <a:pt x="162" y="4820"/>
                    <a:pt x="232" y="4936"/>
                  </a:cubicBezTo>
                  <a:cubicBezTo>
                    <a:pt x="285" y="5010"/>
                    <a:pt x="357" y="5027"/>
                    <a:pt x="429" y="5027"/>
                  </a:cubicBezTo>
                  <a:cubicBezTo>
                    <a:pt x="484" y="5027"/>
                    <a:pt x="538" y="5017"/>
                    <a:pt x="584" y="5017"/>
                  </a:cubicBezTo>
                  <a:cubicBezTo>
                    <a:pt x="609" y="5017"/>
                    <a:pt x="631" y="5020"/>
                    <a:pt x="649" y="5029"/>
                  </a:cubicBezTo>
                  <a:cubicBezTo>
                    <a:pt x="742" y="5075"/>
                    <a:pt x="834" y="5469"/>
                    <a:pt x="811" y="5562"/>
                  </a:cubicBezTo>
                  <a:cubicBezTo>
                    <a:pt x="765" y="5678"/>
                    <a:pt x="649" y="5933"/>
                    <a:pt x="695" y="6049"/>
                  </a:cubicBezTo>
                  <a:lnTo>
                    <a:pt x="1460" y="6049"/>
                  </a:lnTo>
                  <a:lnTo>
                    <a:pt x="1692" y="5979"/>
                  </a:lnTo>
                  <a:cubicBezTo>
                    <a:pt x="1692" y="5979"/>
                    <a:pt x="2645" y="6030"/>
                    <a:pt x="3020" y="6030"/>
                  </a:cubicBezTo>
                  <a:cubicBezTo>
                    <a:pt x="3082" y="6030"/>
                    <a:pt x="3129" y="6029"/>
                    <a:pt x="3152" y="6026"/>
                  </a:cubicBezTo>
                  <a:cubicBezTo>
                    <a:pt x="3163" y="6022"/>
                    <a:pt x="3177" y="6021"/>
                    <a:pt x="3193" y="6021"/>
                  </a:cubicBezTo>
                  <a:cubicBezTo>
                    <a:pt x="3397" y="6021"/>
                    <a:pt x="3917" y="6280"/>
                    <a:pt x="3917" y="6280"/>
                  </a:cubicBezTo>
                  <a:cubicBezTo>
                    <a:pt x="3917" y="6280"/>
                    <a:pt x="3940" y="5979"/>
                    <a:pt x="4056" y="5794"/>
                  </a:cubicBezTo>
                  <a:cubicBezTo>
                    <a:pt x="4009" y="5771"/>
                    <a:pt x="3963" y="5747"/>
                    <a:pt x="3963" y="5701"/>
                  </a:cubicBezTo>
                  <a:cubicBezTo>
                    <a:pt x="3940" y="5632"/>
                    <a:pt x="3685" y="5469"/>
                    <a:pt x="3615" y="5353"/>
                  </a:cubicBezTo>
                  <a:cubicBezTo>
                    <a:pt x="3523" y="5261"/>
                    <a:pt x="3500" y="5168"/>
                    <a:pt x="3500" y="5168"/>
                  </a:cubicBezTo>
                  <a:cubicBezTo>
                    <a:pt x="3500" y="5168"/>
                    <a:pt x="3523" y="5006"/>
                    <a:pt x="3407" y="4844"/>
                  </a:cubicBezTo>
                  <a:cubicBezTo>
                    <a:pt x="3291" y="4705"/>
                    <a:pt x="3245" y="4612"/>
                    <a:pt x="3245" y="4403"/>
                  </a:cubicBezTo>
                  <a:cubicBezTo>
                    <a:pt x="3245" y="4218"/>
                    <a:pt x="3175" y="4079"/>
                    <a:pt x="3175" y="3963"/>
                  </a:cubicBezTo>
                  <a:cubicBezTo>
                    <a:pt x="3175" y="3847"/>
                    <a:pt x="3360" y="3639"/>
                    <a:pt x="3453" y="3430"/>
                  </a:cubicBezTo>
                  <a:cubicBezTo>
                    <a:pt x="3476" y="3291"/>
                    <a:pt x="3615" y="3175"/>
                    <a:pt x="3708" y="3082"/>
                  </a:cubicBezTo>
                  <a:cubicBezTo>
                    <a:pt x="3662" y="2990"/>
                    <a:pt x="3615" y="2851"/>
                    <a:pt x="3546" y="2688"/>
                  </a:cubicBezTo>
                  <a:cubicBezTo>
                    <a:pt x="3500" y="2480"/>
                    <a:pt x="3314" y="2410"/>
                    <a:pt x="3106" y="2225"/>
                  </a:cubicBezTo>
                  <a:cubicBezTo>
                    <a:pt x="2897" y="2016"/>
                    <a:pt x="2967" y="1900"/>
                    <a:pt x="2967" y="1831"/>
                  </a:cubicBezTo>
                  <a:cubicBezTo>
                    <a:pt x="2967" y="1769"/>
                    <a:pt x="3090" y="1748"/>
                    <a:pt x="3234" y="1748"/>
                  </a:cubicBezTo>
                  <a:cubicBezTo>
                    <a:pt x="3306" y="1748"/>
                    <a:pt x="3384" y="1754"/>
                    <a:pt x="3453" y="1761"/>
                  </a:cubicBezTo>
                  <a:cubicBezTo>
                    <a:pt x="3487" y="1766"/>
                    <a:pt x="3519" y="1768"/>
                    <a:pt x="3547" y="1768"/>
                  </a:cubicBezTo>
                  <a:cubicBezTo>
                    <a:pt x="3674" y="1768"/>
                    <a:pt x="3737" y="1730"/>
                    <a:pt x="3662" y="1692"/>
                  </a:cubicBezTo>
                  <a:cubicBezTo>
                    <a:pt x="3592" y="1622"/>
                    <a:pt x="3430" y="1251"/>
                    <a:pt x="3453" y="997"/>
                  </a:cubicBezTo>
                  <a:cubicBezTo>
                    <a:pt x="3453" y="742"/>
                    <a:pt x="3360" y="672"/>
                    <a:pt x="3384" y="510"/>
                  </a:cubicBezTo>
                  <a:cubicBezTo>
                    <a:pt x="3407" y="371"/>
                    <a:pt x="3198" y="0"/>
                    <a:pt x="3036"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59"/>
            <p:cNvSpPr/>
            <p:nvPr/>
          </p:nvSpPr>
          <p:spPr>
            <a:xfrm>
              <a:off x="3805802" y="3253151"/>
              <a:ext cx="103251" cy="103739"/>
            </a:xfrm>
            <a:custGeom>
              <a:avLst/>
              <a:gdLst/>
              <a:ahLst/>
              <a:cxnLst/>
              <a:rect l="l" t="t" r="r" b="b"/>
              <a:pathLst>
                <a:path w="3385" h="3401" extrusionOk="0">
                  <a:moveTo>
                    <a:pt x="1264" y="0"/>
                  </a:moveTo>
                  <a:cubicBezTo>
                    <a:pt x="1190" y="0"/>
                    <a:pt x="1103" y="44"/>
                    <a:pt x="1090" y="109"/>
                  </a:cubicBezTo>
                  <a:cubicBezTo>
                    <a:pt x="1057" y="209"/>
                    <a:pt x="941" y="296"/>
                    <a:pt x="853" y="296"/>
                  </a:cubicBezTo>
                  <a:cubicBezTo>
                    <a:pt x="817" y="296"/>
                    <a:pt x="785" y="282"/>
                    <a:pt x="765" y="248"/>
                  </a:cubicBezTo>
                  <a:cubicBezTo>
                    <a:pt x="734" y="187"/>
                    <a:pt x="652" y="115"/>
                    <a:pt x="587" y="115"/>
                  </a:cubicBezTo>
                  <a:cubicBezTo>
                    <a:pt x="554" y="115"/>
                    <a:pt x="526" y="133"/>
                    <a:pt x="510" y="179"/>
                  </a:cubicBezTo>
                  <a:cubicBezTo>
                    <a:pt x="483" y="233"/>
                    <a:pt x="440" y="256"/>
                    <a:pt x="400" y="256"/>
                  </a:cubicBezTo>
                  <a:cubicBezTo>
                    <a:pt x="371" y="256"/>
                    <a:pt x="344" y="244"/>
                    <a:pt x="325" y="225"/>
                  </a:cubicBezTo>
                  <a:cubicBezTo>
                    <a:pt x="279" y="411"/>
                    <a:pt x="232" y="596"/>
                    <a:pt x="325" y="666"/>
                  </a:cubicBezTo>
                  <a:cubicBezTo>
                    <a:pt x="418" y="712"/>
                    <a:pt x="441" y="828"/>
                    <a:pt x="418" y="921"/>
                  </a:cubicBezTo>
                  <a:cubicBezTo>
                    <a:pt x="395" y="990"/>
                    <a:pt x="603" y="1175"/>
                    <a:pt x="510" y="1245"/>
                  </a:cubicBezTo>
                  <a:cubicBezTo>
                    <a:pt x="488" y="1268"/>
                    <a:pt x="464" y="1275"/>
                    <a:pt x="440" y="1275"/>
                  </a:cubicBezTo>
                  <a:cubicBezTo>
                    <a:pt x="394" y="1275"/>
                    <a:pt x="347" y="1248"/>
                    <a:pt x="311" y="1248"/>
                  </a:cubicBezTo>
                  <a:cubicBezTo>
                    <a:pt x="288" y="1248"/>
                    <a:pt x="269" y="1258"/>
                    <a:pt x="256" y="1291"/>
                  </a:cubicBezTo>
                  <a:cubicBezTo>
                    <a:pt x="186" y="1407"/>
                    <a:pt x="371" y="1523"/>
                    <a:pt x="302" y="1616"/>
                  </a:cubicBezTo>
                  <a:cubicBezTo>
                    <a:pt x="232" y="1708"/>
                    <a:pt x="116" y="1732"/>
                    <a:pt x="140" y="1917"/>
                  </a:cubicBezTo>
                  <a:cubicBezTo>
                    <a:pt x="163" y="2102"/>
                    <a:pt x="163" y="2242"/>
                    <a:pt x="93" y="2311"/>
                  </a:cubicBezTo>
                  <a:cubicBezTo>
                    <a:pt x="1" y="2357"/>
                    <a:pt x="93" y="2357"/>
                    <a:pt x="256" y="2473"/>
                  </a:cubicBezTo>
                  <a:cubicBezTo>
                    <a:pt x="441" y="2589"/>
                    <a:pt x="719" y="2705"/>
                    <a:pt x="696" y="2890"/>
                  </a:cubicBezTo>
                  <a:cubicBezTo>
                    <a:pt x="673" y="3053"/>
                    <a:pt x="603" y="3099"/>
                    <a:pt x="534" y="3400"/>
                  </a:cubicBezTo>
                  <a:cubicBezTo>
                    <a:pt x="858" y="3400"/>
                    <a:pt x="1437" y="3169"/>
                    <a:pt x="2133" y="3053"/>
                  </a:cubicBezTo>
                  <a:cubicBezTo>
                    <a:pt x="2286" y="3028"/>
                    <a:pt x="2431" y="3018"/>
                    <a:pt x="2566" y="3018"/>
                  </a:cubicBezTo>
                  <a:cubicBezTo>
                    <a:pt x="2817" y="3018"/>
                    <a:pt x="3033" y="3054"/>
                    <a:pt x="3199" y="3099"/>
                  </a:cubicBezTo>
                  <a:cubicBezTo>
                    <a:pt x="3245" y="3006"/>
                    <a:pt x="3245" y="2890"/>
                    <a:pt x="3222" y="2844"/>
                  </a:cubicBezTo>
                  <a:cubicBezTo>
                    <a:pt x="3152" y="2728"/>
                    <a:pt x="2967" y="2334"/>
                    <a:pt x="2990" y="2242"/>
                  </a:cubicBezTo>
                  <a:cubicBezTo>
                    <a:pt x="2990" y="2126"/>
                    <a:pt x="3199" y="1848"/>
                    <a:pt x="3199" y="1708"/>
                  </a:cubicBezTo>
                  <a:cubicBezTo>
                    <a:pt x="3176" y="1546"/>
                    <a:pt x="3384" y="1454"/>
                    <a:pt x="3384" y="1338"/>
                  </a:cubicBezTo>
                  <a:cubicBezTo>
                    <a:pt x="3384" y="1245"/>
                    <a:pt x="3338" y="781"/>
                    <a:pt x="3199" y="480"/>
                  </a:cubicBezTo>
                  <a:cubicBezTo>
                    <a:pt x="3176" y="480"/>
                    <a:pt x="3152" y="480"/>
                    <a:pt x="3106" y="434"/>
                  </a:cubicBezTo>
                  <a:cubicBezTo>
                    <a:pt x="3070" y="398"/>
                    <a:pt x="2987" y="380"/>
                    <a:pt x="2889" y="380"/>
                  </a:cubicBezTo>
                  <a:cubicBezTo>
                    <a:pt x="2733" y="380"/>
                    <a:pt x="2543" y="427"/>
                    <a:pt x="2457" y="527"/>
                  </a:cubicBezTo>
                  <a:cubicBezTo>
                    <a:pt x="2430" y="558"/>
                    <a:pt x="2396" y="571"/>
                    <a:pt x="2360" y="571"/>
                  </a:cubicBezTo>
                  <a:cubicBezTo>
                    <a:pt x="2210" y="571"/>
                    <a:pt x="2008" y="351"/>
                    <a:pt x="1970" y="295"/>
                  </a:cubicBezTo>
                  <a:cubicBezTo>
                    <a:pt x="1936" y="225"/>
                    <a:pt x="1808" y="116"/>
                    <a:pt x="1678" y="116"/>
                  </a:cubicBezTo>
                  <a:cubicBezTo>
                    <a:pt x="1636" y="116"/>
                    <a:pt x="1593" y="127"/>
                    <a:pt x="1553" y="156"/>
                  </a:cubicBezTo>
                  <a:cubicBezTo>
                    <a:pt x="1488" y="193"/>
                    <a:pt x="1442" y="211"/>
                    <a:pt x="1411" y="211"/>
                  </a:cubicBezTo>
                  <a:cubicBezTo>
                    <a:pt x="1365" y="211"/>
                    <a:pt x="1354" y="170"/>
                    <a:pt x="1368" y="86"/>
                  </a:cubicBezTo>
                  <a:cubicBezTo>
                    <a:pt x="1368" y="26"/>
                    <a:pt x="1320" y="0"/>
                    <a:pt x="12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59"/>
            <p:cNvSpPr/>
            <p:nvPr/>
          </p:nvSpPr>
          <p:spPr>
            <a:xfrm>
              <a:off x="3896301" y="3245160"/>
              <a:ext cx="71406" cy="107521"/>
            </a:xfrm>
            <a:custGeom>
              <a:avLst/>
              <a:gdLst/>
              <a:ahLst/>
              <a:cxnLst/>
              <a:rect l="l" t="t" r="r" b="b"/>
              <a:pathLst>
                <a:path w="2341" h="3525" extrusionOk="0">
                  <a:moveTo>
                    <a:pt x="1738" y="1"/>
                  </a:moveTo>
                  <a:cubicBezTo>
                    <a:pt x="1661" y="39"/>
                    <a:pt x="1648" y="157"/>
                    <a:pt x="1620" y="157"/>
                  </a:cubicBezTo>
                  <a:cubicBezTo>
                    <a:pt x="1614" y="157"/>
                    <a:pt x="1607" y="152"/>
                    <a:pt x="1599" y="140"/>
                  </a:cubicBezTo>
                  <a:cubicBezTo>
                    <a:pt x="1570" y="82"/>
                    <a:pt x="1073" y="43"/>
                    <a:pt x="686" y="43"/>
                  </a:cubicBezTo>
                  <a:cubicBezTo>
                    <a:pt x="446" y="43"/>
                    <a:pt x="249" y="58"/>
                    <a:pt x="232" y="93"/>
                  </a:cubicBezTo>
                  <a:cubicBezTo>
                    <a:pt x="162" y="186"/>
                    <a:pt x="324" y="557"/>
                    <a:pt x="324" y="650"/>
                  </a:cubicBezTo>
                  <a:cubicBezTo>
                    <a:pt x="301" y="719"/>
                    <a:pt x="278" y="742"/>
                    <a:pt x="232" y="742"/>
                  </a:cubicBezTo>
                  <a:cubicBezTo>
                    <a:pt x="371" y="1043"/>
                    <a:pt x="440" y="1507"/>
                    <a:pt x="440" y="1600"/>
                  </a:cubicBezTo>
                  <a:cubicBezTo>
                    <a:pt x="440" y="1716"/>
                    <a:pt x="209" y="1808"/>
                    <a:pt x="232" y="1970"/>
                  </a:cubicBezTo>
                  <a:cubicBezTo>
                    <a:pt x="232" y="2110"/>
                    <a:pt x="23" y="2388"/>
                    <a:pt x="23" y="2504"/>
                  </a:cubicBezTo>
                  <a:cubicBezTo>
                    <a:pt x="0" y="2596"/>
                    <a:pt x="185" y="3013"/>
                    <a:pt x="255" y="3106"/>
                  </a:cubicBezTo>
                  <a:cubicBezTo>
                    <a:pt x="278" y="3152"/>
                    <a:pt x="278" y="3268"/>
                    <a:pt x="232" y="3361"/>
                  </a:cubicBezTo>
                  <a:cubicBezTo>
                    <a:pt x="464" y="3431"/>
                    <a:pt x="603" y="3500"/>
                    <a:pt x="649" y="3523"/>
                  </a:cubicBezTo>
                  <a:cubicBezTo>
                    <a:pt x="652" y="3524"/>
                    <a:pt x="656" y="3524"/>
                    <a:pt x="661" y="3524"/>
                  </a:cubicBezTo>
                  <a:cubicBezTo>
                    <a:pt x="789" y="3524"/>
                    <a:pt x="1446" y="3217"/>
                    <a:pt x="1715" y="3083"/>
                  </a:cubicBezTo>
                  <a:cubicBezTo>
                    <a:pt x="1924" y="2967"/>
                    <a:pt x="2178" y="2898"/>
                    <a:pt x="2341" y="2805"/>
                  </a:cubicBezTo>
                  <a:cubicBezTo>
                    <a:pt x="2248" y="2619"/>
                    <a:pt x="2132" y="2364"/>
                    <a:pt x="2132" y="2179"/>
                  </a:cubicBezTo>
                  <a:cubicBezTo>
                    <a:pt x="2132" y="1901"/>
                    <a:pt x="2063" y="1623"/>
                    <a:pt x="1993" y="1437"/>
                  </a:cubicBezTo>
                  <a:cubicBezTo>
                    <a:pt x="1924" y="1252"/>
                    <a:pt x="1970" y="858"/>
                    <a:pt x="1993" y="673"/>
                  </a:cubicBezTo>
                  <a:cubicBezTo>
                    <a:pt x="1993" y="487"/>
                    <a:pt x="1924" y="395"/>
                    <a:pt x="1854" y="348"/>
                  </a:cubicBezTo>
                  <a:cubicBezTo>
                    <a:pt x="1808" y="325"/>
                    <a:pt x="1761" y="163"/>
                    <a:pt x="1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59"/>
            <p:cNvSpPr/>
            <p:nvPr/>
          </p:nvSpPr>
          <p:spPr>
            <a:xfrm>
              <a:off x="3697643" y="3217586"/>
              <a:ext cx="126585" cy="93673"/>
            </a:xfrm>
            <a:custGeom>
              <a:avLst/>
              <a:gdLst/>
              <a:ahLst/>
              <a:cxnLst/>
              <a:rect l="l" t="t" r="r" b="b"/>
              <a:pathLst>
                <a:path w="4150" h="3071" extrusionOk="0">
                  <a:moveTo>
                    <a:pt x="789" y="1"/>
                  </a:moveTo>
                  <a:cubicBezTo>
                    <a:pt x="789" y="1"/>
                    <a:pt x="812" y="209"/>
                    <a:pt x="673" y="256"/>
                  </a:cubicBezTo>
                  <a:cubicBezTo>
                    <a:pt x="534" y="325"/>
                    <a:pt x="696" y="464"/>
                    <a:pt x="696" y="511"/>
                  </a:cubicBezTo>
                  <a:cubicBezTo>
                    <a:pt x="696" y="564"/>
                    <a:pt x="640" y="618"/>
                    <a:pt x="572" y="618"/>
                  </a:cubicBezTo>
                  <a:cubicBezTo>
                    <a:pt x="552" y="618"/>
                    <a:pt x="532" y="614"/>
                    <a:pt x="511" y="603"/>
                  </a:cubicBezTo>
                  <a:cubicBezTo>
                    <a:pt x="502" y="599"/>
                    <a:pt x="493" y="597"/>
                    <a:pt x="483" y="597"/>
                  </a:cubicBezTo>
                  <a:cubicBezTo>
                    <a:pt x="377" y="597"/>
                    <a:pt x="176" y="797"/>
                    <a:pt x="70" y="881"/>
                  </a:cubicBezTo>
                  <a:cubicBezTo>
                    <a:pt x="47" y="881"/>
                    <a:pt x="24" y="905"/>
                    <a:pt x="1" y="928"/>
                  </a:cubicBezTo>
                  <a:cubicBezTo>
                    <a:pt x="186" y="1090"/>
                    <a:pt x="186" y="1252"/>
                    <a:pt x="395" y="1414"/>
                  </a:cubicBezTo>
                  <a:cubicBezTo>
                    <a:pt x="603" y="1554"/>
                    <a:pt x="858" y="1762"/>
                    <a:pt x="1021" y="2087"/>
                  </a:cubicBezTo>
                  <a:cubicBezTo>
                    <a:pt x="1160" y="1947"/>
                    <a:pt x="1368" y="1762"/>
                    <a:pt x="1391" y="1669"/>
                  </a:cubicBezTo>
                  <a:cubicBezTo>
                    <a:pt x="1391" y="1605"/>
                    <a:pt x="1416" y="1585"/>
                    <a:pt x="1457" y="1585"/>
                  </a:cubicBezTo>
                  <a:cubicBezTo>
                    <a:pt x="1504" y="1585"/>
                    <a:pt x="1572" y="1611"/>
                    <a:pt x="1646" y="1623"/>
                  </a:cubicBezTo>
                  <a:cubicBezTo>
                    <a:pt x="1657" y="1625"/>
                    <a:pt x="1668" y="1626"/>
                    <a:pt x="1679" y="1626"/>
                  </a:cubicBezTo>
                  <a:cubicBezTo>
                    <a:pt x="1791" y="1626"/>
                    <a:pt x="1935" y="1530"/>
                    <a:pt x="2040" y="1530"/>
                  </a:cubicBezTo>
                  <a:cubicBezTo>
                    <a:pt x="2179" y="1530"/>
                    <a:pt x="2481" y="1947"/>
                    <a:pt x="2481" y="2063"/>
                  </a:cubicBezTo>
                  <a:cubicBezTo>
                    <a:pt x="2481" y="2202"/>
                    <a:pt x="2504" y="2295"/>
                    <a:pt x="2550" y="2411"/>
                  </a:cubicBezTo>
                  <a:cubicBezTo>
                    <a:pt x="2573" y="2411"/>
                    <a:pt x="2573" y="2434"/>
                    <a:pt x="2573" y="2434"/>
                  </a:cubicBezTo>
                  <a:cubicBezTo>
                    <a:pt x="2782" y="2388"/>
                    <a:pt x="2944" y="2365"/>
                    <a:pt x="2967" y="2365"/>
                  </a:cubicBezTo>
                  <a:cubicBezTo>
                    <a:pt x="3037" y="2365"/>
                    <a:pt x="3153" y="2666"/>
                    <a:pt x="3129" y="2828"/>
                  </a:cubicBezTo>
                  <a:cubicBezTo>
                    <a:pt x="3113" y="2961"/>
                    <a:pt x="3215" y="3070"/>
                    <a:pt x="3300" y="3070"/>
                  </a:cubicBezTo>
                  <a:cubicBezTo>
                    <a:pt x="3334" y="3070"/>
                    <a:pt x="3365" y="3053"/>
                    <a:pt x="3384" y="3014"/>
                  </a:cubicBezTo>
                  <a:cubicBezTo>
                    <a:pt x="3456" y="2924"/>
                    <a:pt x="3527" y="2821"/>
                    <a:pt x="3567" y="2821"/>
                  </a:cubicBezTo>
                  <a:cubicBezTo>
                    <a:pt x="3579" y="2821"/>
                    <a:pt x="3588" y="2830"/>
                    <a:pt x="3593" y="2851"/>
                  </a:cubicBezTo>
                  <a:cubicBezTo>
                    <a:pt x="3616" y="2898"/>
                    <a:pt x="3662" y="2921"/>
                    <a:pt x="3709" y="2944"/>
                  </a:cubicBezTo>
                  <a:cubicBezTo>
                    <a:pt x="3732" y="2874"/>
                    <a:pt x="3802" y="2828"/>
                    <a:pt x="3848" y="2782"/>
                  </a:cubicBezTo>
                  <a:cubicBezTo>
                    <a:pt x="3941" y="2666"/>
                    <a:pt x="3755" y="2573"/>
                    <a:pt x="3802" y="2434"/>
                  </a:cubicBezTo>
                  <a:cubicBezTo>
                    <a:pt x="3819" y="2405"/>
                    <a:pt x="3840" y="2395"/>
                    <a:pt x="3862" y="2395"/>
                  </a:cubicBezTo>
                  <a:cubicBezTo>
                    <a:pt x="3908" y="2395"/>
                    <a:pt x="3961" y="2438"/>
                    <a:pt x="4006" y="2438"/>
                  </a:cubicBezTo>
                  <a:cubicBezTo>
                    <a:pt x="4024" y="2438"/>
                    <a:pt x="4042" y="2431"/>
                    <a:pt x="4056" y="2411"/>
                  </a:cubicBezTo>
                  <a:cubicBezTo>
                    <a:pt x="4149" y="2318"/>
                    <a:pt x="3941" y="2133"/>
                    <a:pt x="3964" y="2063"/>
                  </a:cubicBezTo>
                  <a:cubicBezTo>
                    <a:pt x="3987" y="1994"/>
                    <a:pt x="3987" y="1878"/>
                    <a:pt x="3871" y="1808"/>
                  </a:cubicBezTo>
                  <a:cubicBezTo>
                    <a:pt x="3778" y="1762"/>
                    <a:pt x="3825" y="1554"/>
                    <a:pt x="3871" y="1368"/>
                  </a:cubicBezTo>
                  <a:cubicBezTo>
                    <a:pt x="3848" y="1368"/>
                    <a:pt x="3825" y="1322"/>
                    <a:pt x="3802" y="1299"/>
                  </a:cubicBezTo>
                  <a:cubicBezTo>
                    <a:pt x="3732" y="1206"/>
                    <a:pt x="3778" y="997"/>
                    <a:pt x="3662" y="997"/>
                  </a:cubicBezTo>
                  <a:cubicBezTo>
                    <a:pt x="3547" y="997"/>
                    <a:pt x="3570" y="835"/>
                    <a:pt x="3662" y="789"/>
                  </a:cubicBezTo>
                  <a:cubicBezTo>
                    <a:pt x="3778" y="766"/>
                    <a:pt x="3477" y="650"/>
                    <a:pt x="3477" y="534"/>
                  </a:cubicBezTo>
                  <a:cubicBezTo>
                    <a:pt x="3477" y="418"/>
                    <a:pt x="3338" y="163"/>
                    <a:pt x="3269" y="140"/>
                  </a:cubicBezTo>
                  <a:cubicBezTo>
                    <a:pt x="3266" y="139"/>
                    <a:pt x="3263" y="139"/>
                    <a:pt x="3260" y="139"/>
                  </a:cubicBezTo>
                  <a:cubicBezTo>
                    <a:pt x="3182" y="139"/>
                    <a:pt x="2964" y="418"/>
                    <a:pt x="2875" y="418"/>
                  </a:cubicBezTo>
                  <a:cubicBezTo>
                    <a:pt x="2808" y="418"/>
                    <a:pt x="2681" y="310"/>
                    <a:pt x="2589" y="310"/>
                  </a:cubicBezTo>
                  <a:cubicBezTo>
                    <a:pt x="2554" y="310"/>
                    <a:pt x="2523" y="326"/>
                    <a:pt x="2504" y="372"/>
                  </a:cubicBezTo>
                  <a:cubicBezTo>
                    <a:pt x="2484" y="418"/>
                    <a:pt x="2459" y="432"/>
                    <a:pt x="2430" y="432"/>
                  </a:cubicBezTo>
                  <a:cubicBezTo>
                    <a:pt x="2384" y="432"/>
                    <a:pt x="2330" y="394"/>
                    <a:pt x="2280" y="394"/>
                  </a:cubicBezTo>
                  <a:cubicBezTo>
                    <a:pt x="2253" y="394"/>
                    <a:pt x="2226" y="406"/>
                    <a:pt x="2202" y="441"/>
                  </a:cubicBezTo>
                  <a:cubicBezTo>
                    <a:pt x="2186" y="461"/>
                    <a:pt x="2171" y="469"/>
                    <a:pt x="2157" y="469"/>
                  </a:cubicBezTo>
                  <a:cubicBezTo>
                    <a:pt x="2088" y="469"/>
                    <a:pt x="2040" y="279"/>
                    <a:pt x="2040" y="279"/>
                  </a:cubicBezTo>
                  <a:cubicBezTo>
                    <a:pt x="2040" y="279"/>
                    <a:pt x="2040" y="256"/>
                    <a:pt x="2040" y="186"/>
                  </a:cubicBezTo>
                  <a:cubicBezTo>
                    <a:pt x="2017" y="209"/>
                    <a:pt x="1994" y="209"/>
                    <a:pt x="1971" y="209"/>
                  </a:cubicBezTo>
                  <a:cubicBezTo>
                    <a:pt x="1867" y="253"/>
                    <a:pt x="1734" y="270"/>
                    <a:pt x="1607" y="270"/>
                  </a:cubicBezTo>
                  <a:cubicBezTo>
                    <a:pt x="1394" y="270"/>
                    <a:pt x="1197" y="221"/>
                    <a:pt x="1183" y="163"/>
                  </a:cubicBezTo>
                  <a:cubicBezTo>
                    <a:pt x="1160" y="93"/>
                    <a:pt x="789" y="1"/>
                    <a:pt x="7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59"/>
            <p:cNvSpPr/>
            <p:nvPr/>
          </p:nvSpPr>
          <p:spPr>
            <a:xfrm>
              <a:off x="3757731" y="3289692"/>
              <a:ext cx="70034" cy="67197"/>
            </a:xfrm>
            <a:custGeom>
              <a:avLst/>
              <a:gdLst/>
              <a:ahLst/>
              <a:cxnLst/>
              <a:rect l="l" t="t" r="r" b="b"/>
              <a:pathLst>
                <a:path w="2296" h="2203" extrusionOk="0">
                  <a:moveTo>
                    <a:pt x="997" y="1"/>
                  </a:moveTo>
                  <a:cubicBezTo>
                    <a:pt x="974" y="1"/>
                    <a:pt x="812" y="24"/>
                    <a:pt x="603" y="70"/>
                  </a:cubicBezTo>
                  <a:cubicBezTo>
                    <a:pt x="626" y="163"/>
                    <a:pt x="580" y="256"/>
                    <a:pt x="557" y="348"/>
                  </a:cubicBezTo>
                  <a:cubicBezTo>
                    <a:pt x="534" y="464"/>
                    <a:pt x="232" y="626"/>
                    <a:pt x="117" y="719"/>
                  </a:cubicBezTo>
                  <a:cubicBezTo>
                    <a:pt x="70" y="742"/>
                    <a:pt x="47" y="812"/>
                    <a:pt x="1" y="904"/>
                  </a:cubicBezTo>
                  <a:cubicBezTo>
                    <a:pt x="232" y="1044"/>
                    <a:pt x="487" y="1206"/>
                    <a:pt x="696" y="1368"/>
                  </a:cubicBezTo>
                  <a:cubicBezTo>
                    <a:pt x="1090" y="1669"/>
                    <a:pt x="1692" y="2063"/>
                    <a:pt x="1971" y="2179"/>
                  </a:cubicBezTo>
                  <a:cubicBezTo>
                    <a:pt x="2017" y="2179"/>
                    <a:pt x="2063" y="2202"/>
                    <a:pt x="2110" y="2202"/>
                  </a:cubicBezTo>
                  <a:cubicBezTo>
                    <a:pt x="2179" y="1878"/>
                    <a:pt x="2249" y="1855"/>
                    <a:pt x="2272" y="1692"/>
                  </a:cubicBezTo>
                  <a:cubicBezTo>
                    <a:pt x="2295" y="1507"/>
                    <a:pt x="2017" y="1391"/>
                    <a:pt x="1855" y="1275"/>
                  </a:cubicBezTo>
                  <a:cubicBezTo>
                    <a:pt x="1669" y="1159"/>
                    <a:pt x="1600" y="1159"/>
                    <a:pt x="1669" y="1113"/>
                  </a:cubicBezTo>
                  <a:cubicBezTo>
                    <a:pt x="1739" y="1044"/>
                    <a:pt x="1762" y="904"/>
                    <a:pt x="1716" y="719"/>
                  </a:cubicBezTo>
                  <a:cubicBezTo>
                    <a:pt x="1716" y="650"/>
                    <a:pt x="1716" y="603"/>
                    <a:pt x="1739" y="580"/>
                  </a:cubicBezTo>
                  <a:cubicBezTo>
                    <a:pt x="1692" y="557"/>
                    <a:pt x="1646" y="534"/>
                    <a:pt x="1623" y="487"/>
                  </a:cubicBezTo>
                  <a:cubicBezTo>
                    <a:pt x="1618" y="466"/>
                    <a:pt x="1609" y="457"/>
                    <a:pt x="1597" y="457"/>
                  </a:cubicBezTo>
                  <a:cubicBezTo>
                    <a:pt x="1558" y="457"/>
                    <a:pt x="1486" y="565"/>
                    <a:pt x="1414" y="673"/>
                  </a:cubicBezTo>
                  <a:cubicBezTo>
                    <a:pt x="1391" y="702"/>
                    <a:pt x="1361" y="715"/>
                    <a:pt x="1331" y="715"/>
                  </a:cubicBezTo>
                  <a:cubicBezTo>
                    <a:pt x="1241" y="715"/>
                    <a:pt x="1142" y="603"/>
                    <a:pt x="1159" y="464"/>
                  </a:cubicBezTo>
                  <a:cubicBezTo>
                    <a:pt x="1183" y="302"/>
                    <a:pt x="1067" y="1"/>
                    <a:pt x="9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59"/>
            <p:cNvSpPr/>
            <p:nvPr/>
          </p:nvSpPr>
          <p:spPr>
            <a:xfrm>
              <a:off x="3728754" y="3264254"/>
              <a:ext cx="48804" cy="53044"/>
            </a:xfrm>
            <a:custGeom>
              <a:avLst/>
              <a:gdLst/>
              <a:ahLst/>
              <a:cxnLst/>
              <a:rect l="l" t="t" r="r" b="b"/>
              <a:pathLst>
                <a:path w="1600" h="1739" extrusionOk="0">
                  <a:moveTo>
                    <a:pt x="1020" y="0"/>
                  </a:moveTo>
                  <a:cubicBezTo>
                    <a:pt x="915" y="0"/>
                    <a:pt x="771" y="96"/>
                    <a:pt x="659" y="96"/>
                  </a:cubicBezTo>
                  <a:cubicBezTo>
                    <a:pt x="648" y="96"/>
                    <a:pt x="637" y="95"/>
                    <a:pt x="626" y="93"/>
                  </a:cubicBezTo>
                  <a:cubicBezTo>
                    <a:pt x="552" y="81"/>
                    <a:pt x="484" y="55"/>
                    <a:pt x="437" y="55"/>
                  </a:cubicBezTo>
                  <a:cubicBezTo>
                    <a:pt x="396" y="55"/>
                    <a:pt x="371" y="75"/>
                    <a:pt x="371" y="139"/>
                  </a:cubicBezTo>
                  <a:cubicBezTo>
                    <a:pt x="348" y="232"/>
                    <a:pt x="140" y="417"/>
                    <a:pt x="1" y="557"/>
                  </a:cubicBezTo>
                  <a:cubicBezTo>
                    <a:pt x="24" y="626"/>
                    <a:pt x="47" y="672"/>
                    <a:pt x="70" y="765"/>
                  </a:cubicBezTo>
                  <a:cubicBezTo>
                    <a:pt x="186" y="1205"/>
                    <a:pt x="325" y="1298"/>
                    <a:pt x="510" y="1437"/>
                  </a:cubicBezTo>
                  <a:cubicBezTo>
                    <a:pt x="580" y="1507"/>
                    <a:pt x="742" y="1623"/>
                    <a:pt x="928" y="1738"/>
                  </a:cubicBezTo>
                  <a:cubicBezTo>
                    <a:pt x="997" y="1646"/>
                    <a:pt x="1020" y="1576"/>
                    <a:pt x="1067" y="1553"/>
                  </a:cubicBezTo>
                  <a:cubicBezTo>
                    <a:pt x="1182" y="1460"/>
                    <a:pt x="1484" y="1298"/>
                    <a:pt x="1507" y="1182"/>
                  </a:cubicBezTo>
                  <a:cubicBezTo>
                    <a:pt x="1530" y="1066"/>
                    <a:pt x="1600" y="974"/>
                    <a:pt x="1530" y="881"/>
                  </a:cubicBezTo>
                  <a:cubicBezTo>
                    <a:pt x="1484" y="765"/>
                    <a:pt x="1461" y="672"/>
                    <a:pt x="1461" y="533"/>
                  </a:cubicBezTo>
                  <a:cubicBezTo>
                    <a:pt x="1461" y="417"/>
                    <a:pt x="1159" y="0"/>
                    <a:pt x="10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59"/>
            <p:cNvSpPr/>
            <p:nvPr/>
          </p:nvSpPr>
          <p:spPr>
            <a:xfrm>
              <a:off x="3665829" y="2955330"/>
              <a:ext cx="140006" cy="113835"/>
            </a:xfrm>
            <a:custGeom>
              <a:avLst/>
              <a:gdLst/>
              <a:ahLst/>
              <a:cxnLst/>
              <a:rect l="l" t="t" r="r" b="b"/>
              <a:pathLst>
                <a:path w="4590" h="3732" extrusionOk="0">
                  <a:moveTo>
                    <a:pt x="2156" y="1"/>
                  </a:moveTo>
                  <a:cubicBezTo>
                    <a:pt x="1994" y="140"/>
                    <a:pt x="1901" y="348"/>
                    <a:pt x="1855" y="511"/>
                  </a:cubicBezTo>
                  <a:cubicBezTo>
                    <a:pt x="1762" y="766"/>
                    <a:pt x="1137" y="1136"/>
                    <a:pt x="1113" y="1507"/>
                  </a:cubicBezTo>
                  <a:cubicBezTo>
                    <a:pt x="1090" y="1878"/>
                    <a:pt x="534" y="2434"/>
                    <a:pt x="163" y="3199"/>
                  </a:cubicBezTo>
                  <a:cubicBezTo>
                    <a:pt x="70" y="3431"/>
                    <a:pt x="24" y="3593"/>
                    <a:pt x="1" y="3732"/>
                  </a:cubicBezTo>
                  <a:lnTo>
                    <a:pt x="2156" y="3732"/>
                  </a:lnTo>
                  <a:lnTo>
                    <a:pt x="2156" y="2875"/>
                  </a:lnTo>
                  <a:cubicBezTo>
                    <a:pt x="2156" y="2735"/>
                    <a:pt x="2736" y="2596"/>
                    <a:pt x="2736" y="2457"/>
                  </a:cubicBezTo>
                  <a:lnTo>
                    <a:pt x="2736" y="997"/>
                  </a:lnTo>
                  <a:cubicBezTo>
                    <a:pt x="2736" y="997"/>
                    <a:pt x="3518" y="1018"/>
                    <a:pt x="4061" y="1018"/>
                  </a:cubicBezTo>
                  <a:cubicBezTo>
                    <a:pt x="4332" y="1018"/>
                    <a:pt x="4543" y="1013"/>
                    <a:pt x="4566" y="997"/>
                  </a:cubicBezTo>
                  <a:cubicBezTo>
                    <a:pt x="4590" y="974"/>
                    <a:pt x="4590" y="603"/>
                    <a:pt x="4566" y="209"/>
                  </a:cubicBezTo>
                  <a:cubicBezTo>
                    <a:pt x="4497" y="93"/>
                    <a:pt x="4590" y="1"/>
                    <a:pt x="4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59"/>
            <p:cNvSpPr/>
            <p:nvPr/>
          </p:nvSpPr>
          <p:spPr>
            <a:xfrm>
              <a:off x="3665128" y="2961705"/>
              <a:ext cx="202201" cy="221997"/>
            </a:xfrm>
            <a:custGeom>
              <a:avLst/>
              <a:gdLst/>
              <a:ahLst/>
              <a:cxnLst/>
              <a:rect l="l" t="t" r="r" b="b"/>
              <a:pathLst>
                <a:path w="6629" h="7278" extrusionOk="0">
                  <a:moveTo>
                    <a:pt x="4589" y="0"/>
                  </a:moveTo>
                  <a:cubicBezTo>
                    <a:pt x="4613" y="394"/>
                    <a:pt x="4613" y="765"/>
                    <a:pt x="4589" y="788"/>
                  </a:cubicBezTo>
                  <a:cubicBezTo>
                    <a:pt x="4566" y="804"/>
                    <a:pt x="4355" y="809"/>
                    <a:pt x="4084" y="809"/>
                  </a:cubicBezTo>
                  <a:cubicBezTo>
                    <a:pt x="3541" y="809"/>
                    <a:pt x="2759" y="788"/>
                    <a:pt x="2759" y="788"/>
                  </a:cubicBezTo>
                  <a:lnTo>
                    <a:pt x="2759" y="2248"/>
                  </a:lnTo>
                  <a:cubicBezTo>
                    <a:pt x="2759" y="2387"/>
                    <a:pt x="2179" y="2526"/>
                    <a:pt x="2179" y="2666"/>
                  </a:cubicBezTo>
                  <a:lnTo>
                    <a:pt x="2179" y="3523"/>
                  </a:lnTo>
                  <a:lnTo>
                    <a:pt x="24" y="3523"/>
                  </a:lnTo>
                  <a:cubicBezTo>
                    <a:pt x="1" y="3871"/>
                    <a:pt x="209" y="3986"/>
                    <a:pt x="325" y="4126"/>
                  </a:cubicBezTo>
                  <a:cubicBezTo>
                    <a:pt x="511" y="4334"/>
                    <a:pt x="209" y="4659"/>
                    <a:pt x="441" y="5006"/>
                  </a:cubicBezTo>
                  <a:cubicBezTo>
                    <a:pt x="696" y="5354"/>
                    <a:pt x="395" y="5887"/>
                    <a:pt x="279" y="6095"/>
                  </a:cubicBezTo>
                  <a:cubicBezTo>
                    <a:pt x="209" y="6188"/>
                    <a:pt x="209" y="6374"/>
                    <a:pt x="186" y="6559"/>
                  </a:cubicBezTo>
                  <a:lnTo>
                    <a:pt x="209" y="6559"/>
                  </a:lnTo>
                  <a:cubicBezTo>
                    <a:pt x="365" y="6515"/>
                    <a:pt x="329" y="6279"/>
                    <a:pt x="488" y="6279"/>
                  </a:cubicBezTo>
                  <a:cubicBezTo>
                    <a:pt x="495" y="6279"/>
                    <a:pt x="503" y="6280"/>
                    <a:pt x="511" y="6281"/>
                  </a:cubicBezTo>
                  <a:cubicBezTo>
                    <a:pt x="580" y="6296"/>
                    <a:pt x="660" y="6301"/>
                    <a:pt x="735" y="6301"/>
                  </a:cubicBezTo>
                  <a:cubicBezTo>
                    <a:pt x="887" y="6301"/>
                    <a:pt x="1020" y="6281"/>
                    <a:pt x="1020" y="6281"/>
                  </a:cubicBezTo>
                  <a:cubicBezTo>
                    <a:pt x="1020" y="6281"/>
                    <a:pt x="1151" y="6222"/>
                    <a:pt x="1284" y="6222"/>
                  </a:cubicBezTo>
                  <a:cubicBezTo>
                    <a:pt x="1337" y="6222"/>
                    <a:pt x="1391" y="6231"/>
                    <a:pt x="1438" y="6258"/>
                  </a:cubicBezTo>
                  <a:cubicBezTo>
                    <a:pt x="1600" y="6327"/>
                    <a:pt x="1739" y="6513"/>
                    <a:pt x="1739" y="6513"/>
                  </a:cubicBezTo>
                  <a:lnTo>
                    <a:pt x="1947" y="6513"/>
                  </a:lnTo>
                  <a:cubicBezTo>
                    <a:pt x="1947" y="6513"/>
                    <a:pt x="2087" y="6930"/>
                    <a:pt x="2318" y="7022"/>
                  </a:cubicBezTo>
                  <a:cubicBezTo>
                    <a:pt x="2457" y="7069"/>
                    <a:pt x="2527" y="7185"/>
                    <a:pt x="2573" y="7277"/>
                  </a:cubicBezTo>
                  <a:cubicBezTo>
                    <a:pt x="2735" y="7277"/>
                    <a:pt x="2874" y="7208"/>
                    <a:pt x="2874" y="7092"/>
                  </a:cubicBezTo>
                  <a:cubicBezTo>
                    <a:pt x="2874" y="6998"/>
                    <a:pt x="2906" y="6872"/>
                    <a:pt x="3006" y="6872"/>
                  </a:cubicBezTo>
                  <a:cubicBezTo>
                    <a:pt x="3053" y="6872"/>
                    <a:pt x="3116" y="6901"/>
                    <a:pt x="3199" y="6976"/>
                  </a:cubicBezTo>
                  <a:cubicBezTo>
                    <a:pt x="3278" y="7047"/>
                    <a:pt x="3329" y="7072"/>
                    <a:pt x="3366" y="7072"/>
                  </a:cubicBezTo>
                  <a:cubicBezTo>
                    <a:pt x="3436" y="7072"/>
                    <a:pt x="3446" y="6976"/>
                    <a:pt x="3477" y="6930"/>
                  </a:cubicBezTo>
                  <a:cubicBezTo>
                    <a:pt x="3490" y="6911"/>
                    <a:pt x="3513" y="6904"/>
                    <a:pt x="3542" y="6904"/>
                  </a:cubicBezTo>
                  <a:cubicBezTo>
                    <a:pt x="3621" y="6904"/>
                    <a:pt x="3747" y="6953"/>
                    <a:pt x="3848" y="6953"/>
                  </a:cubicBezTo>
                  <a:cubicBezTo>
                    <a:pt x="4010" y="6953"/>
                    <a:pt x="4195" y="6860"/>
                    <a:pt x="4195" y="6860"/>
                  </a:cubicBezTo>
                  <a:cubicBezTo>
                    <a:pt x="4195" y="6860"/>
                    <a:pt x="4705" y="6866"/>
                    <a:pt x="5227" y="6866"/>
                  </a:cubicBezTo>
                  <a:cubicBezTo>
                    <a:pt x="5748" y="6866"/>
                    <a:pt x="6281" y="6860"/>
                    <a:pt x="6328" y="6837"/>
                  </a:cubicBezTo>
                  <a:cubicBezTo>
                    <a:pt x="6420" y="6791"/>
                    <a:pt x="6397" y="6374"/>
                    <a:pt x="6397" y="6374"/>
                  </a:cubicBezTo>
                  <a:lnTo>
                    <a:pt x="6235" y="6188"/>
                  </a:lnTo>
                  <a:lnTo>
                    <a:pt x="5702" y="1368"/>
                  </a:lnTo>
                  <a:lnTo>
                    <a:pt x="6629" y="1368"/>
                  </a:lnTo>
                  <a:cubicBezTo>
                    <a:pt x="5655" y="719"/>
                    <a:pt x="4798" y="163"/>
                    <a:pt x="4705" y="93"/>
                  </a:cubicBezTo>
                  <a:cubicBezTo>
                    <a:pt x="4636" y="70"/>
                    <a:pt x="4613" y="24"/>
                    <a:pt x="45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59"/>
            <p:cNvSpPr/>
            <p:nvPr/>
          </p:nvSpPr>
          <p:spPr>
            <a:xfrm>
              <a:off x="3743609" y="3003401"/>
              <a:ext cx="279250" cy="258387"/>
            </a:xfrm>
            <a:custGeom>
              <a:avLst/>
              <a:gdLst/>
              <a:ahLst/>
              <a:cxnLst/>
              <a:rect l="l" t="t" r="r" b="b"/>
              <a:pathLst>
                <a:path w="9155" h="8471" extrusionOk="0">
                  <a:moveTo>
                    <a:pt x="3152" y="1"/>
                  </a:moveTo>
                  <a:lnTo>
                    <a:pt x="3662" y="4821"/>
                  </a:lnTo>
                  <a:lnTo>
                    <a:pt x="3824" y="5007"/>
                  </a:lnTo>
                  <a:cubicBezTo>
                    <a:pt x="3824" y="5007"/>
                    <a:pt x="3847" y="5424"/>
                    <a:pt x="3755" y="5470"/>
                  </a:cubicBezTo>
                  <a:cubicBezTo>
                    <a:pt x="3708" y="5493"/>
                    <a:pt x="3175" y="5499"/>
                    <a:pt x="2654" y="5499"/>
                  </a:cubicBezTo>
                  <a:cubicBezTo>
                    <a:pt x="2132" y="5499"/>
                    <a:pt x="1622" y="5493"/>
                    <a:pt x="1622" y="5493"/>
                  </a:cubicBezTo>
                  <a:cubicBezTo>
                    <a:pt x="1622" y="5493"/>
                    <a:pt x="1414" y="5586"/>
                    <a:pt x="1275" y="5586"/>
                  </a:cubicBezTo>
                  <a:cubicBezTo>
                    <a:pt x="1174" y="5586"/>
                    <a:pt x="1048" y="5537"/>
                    <a:pt x="969" y="5537"/>
                  </a:cubicBezTo>
                  <a:cubicBezTo>
                    <a:pt x="940" y="5537"/>
                    <a:pt x="917" y="5544"/>
                    <a:pt x="904" y="5563"/>
                  </a:cubicBezTo>
                  <a:cubicBezTo>
                    <a:pt x="873" y="5609"/>
                    <a:pt x="863" y="5705"/>
                    <a:pt x="793" y="5705"/>
                  </a:cubicBezTo>
                  <a:cubicBezTo>
                    <a:pt x="756" y="5705"/>
                    <a:pt x="705" y="5680"/>
                    <a:pt x="626" y="5609"/>
                  </a:cubicBezTo>
                  <a:cubicBezTo>
                    <a:pt x="543" y="5534"/>
                    <a:pt x="480" y="5505"/>
                    <a:pt x="433" y="5505"/>
                  </a:cubicBezTo>
                  <a:cubicBezTo>
                    <a:pt x="333" y="5505"/>
                    <a:pt x="301" y="5631"/>
                    <a:pt x="301" y="5725"/>
                  </a:cubicBezTo>
                  <a:cubicBezTo>
                    <a:pt x="301" y="5841"/>
                    <a:pt x="162" y="5910"/>
                    <a:pt x="0" y="5910"/>
                  </a:cubicBezTo>
                  <a:cubicBezTo>
                    <a:pt x="47" y="5980"/>
                    <a:pt x="47" y="6026"/>
                    <a:pt x="47" y="6026"/>
                  </a:cubicBezTo>
                  <a:lnTo>
                    <a:pt x="162" y="6188"/>
                  </a:lnTo>
                  <a:cubicBezTo>
                    <a:pt x="162" y="6188"/>
                    <a:pt x="139" y="6420"/>
                    <a:pt x="232" y="6513"/>
                  </a:cubicBezTo>
                  <a:cubicBezTo>
                    <a:pt x="325" y="6606"/>
                    <a:pt x="510" y="6791"/>
                    <a:pt x="533" y="6884"/>
                  </a:cubicBezTo>
                  <a:cubicBezTo>
                    <a:pt x="533" y="6953"/>
                    <a:pt x="533" y="7324"/>
                    <a:pt x="533" y="7324"/>
                  </a:cubicBezTo>
                  <a:cubicBezTo>
                    <a:pt x="533" y="7324"/>
                    <a:pt x="579" y="7493"/>
                    <a:pt x="647" y="7493"/>
                  </a:cubicBezTo>
                  <a:cubicBezTo>
                    <a:pt x="662" y="7493"/>
                    <a:pt x="678" y="7485"/>
                    <a:pt x="695" y="7463"/>
                  </a:cubicBezTo>
                  <a:cubicBezTo>
                    <a:pt x="717" y="7431"/>
                    <a:pt x="741" y="7420"/>
                    <a:pt x="766" y="7420"/>
                  </a:cubicBezTo>
                  <a:cubicBezTo>
                    <a:pt x="821" y="7420"/>
                    <a:pt x="881" y="7473"/>
                    <a:pt x="930" y="7473"/>
                  </a:cubicBezTo>
                  <a:cubicBezTo>
                    <a:pt x="956" y="7473"/>
                    <a:pt x="979" y="7459"/>
                    <a:pt x="997" y="7417"/>
                  </a:cubicBezTo>
                  <a:cubicBezTo>
                    <a:pt x="1018" y="7367"/>
                    <a:pt x="1052" y="7350"/>
                    <a:pt x="1092" y="7350"/>
                  </a:cubicBezTo>
                  <a:cubicBezTo>
                    <a:pt x="1182" y="7350"/>
                    <a:pt x="1303" y="7440"/>
                    <a:pt x="1368" y="7440"/>
                  </a:cubicBezTo>
                  <a:cubicBezTo>
                    <a:pt x="1460" y="7440"/>
                    <a:pt x="1692" y="7162"/>
                    <a:pt x="1762" y="7162"/>
                  </a:cubicBezTo>
                  <a:cubicBezTo>
                    <a:pt x="1831" y="7185"/>
                    <a:pt x="1970" y="7463"/>
                    <a:pt x="1970" y="7579"/>
                  </a:cubicBezTo>
                  <a:cubicBezTo>
                    <a:pt x="1970" y="7672"/>
                    <a:pt x="2248" y="7788"/>
                    <a:pt x="2155" y="7834"/>
                  </a:cubicBezTo>
                  <a:cubicBezTo>
                    <a:pt x="2063" y="7857"/>
                    <a:pt x="2040" y="8019"/>
                    <a:pt x="2155" y="8019"/>
                  </a:cubicBezTo>
                  <a:cubicBezTo>
                    <a:pt x="2271" y="8019"/>
                    <a:pt x="2225" y="8228"/>
                    <a:pt x="2295" y="8321"/>
                  </a:cubicBezTo>
                  <a:cubicBezTo>
                    <a:pt x="2339" y="8379"/>
                    <a:pt x="2401" y="8438"/>
                    <a:pt x="2459" y="8438"/>
                  </a:cubicBezTo>
                  <a:cubicBezTo>
                    <a:pt x="2492" y="8438"/>
                    <a:pt x="2524" y="8418"/>
                    <a:pt x="2549" y="8367"/>
                  </a:cubicBezTo>
                  <a:cubicBezTo>
                    <a:pt x="2573" y="8313"/>
                    <a:pt x="2604" y="8292"/>
                    <a:pt x="2637" y="8292"/>
                  </a:cubicBezTo>
                  <a:cubicBezTo>
                    <a:pt x="2704" y="8292"/>
                    <a:pt x="2781" y="8375"/>
                    <a:pt x="2828" y="8436"/>
                  </a:cubicBezTo>
                  <a:cubicBezTo>
                    <a:pt x="2845" y="8460"/>
                    <a:pt x="2872" y="8470"/>
                    <a:pt x="2902" y="8470"/>
                  </a:cubicBezTo>
                  <a:cubicBezTo>
                    <a:pt x="2991" y="8470"/>
                    <a:pt x="3112" y="8384"/>
                    <a:pt x="3129" y="8297"/>
                  </a:cubicBezTo>
                  <a:cubicBezTo>
                    <a:pt x="3155" y="8220"/>
                    <a:pt x="3245" y="8171"/>
                    <a:pt x="3316" y="8171"/>
                  </a:cubicBezTo>
                  <a:cubicBezTo>
                    <a:pt x="3373" y="8171"/>
                    <a:pt x="3417" y="8202"/>
                    <a:pt x="3407" y="8274"/>
                  </a:cubicBezTo>
                  <a:cubicBezTo>
                    <a:pt x="3394" y="8353"/>
                    <a:pt x="3403" y="8395"/>
                    <a:pt x="3443" y="8395"/>
                  </a:cubicBezTo>
                  <a:cubicBezTo>
                    <a:pt x="3474" y="8395"/>
                    <a:pt x="3522" y="8371"/>
                    <a:pt x="3592" y="8321"/>
                  </a:cubicBezTo>
                  <a:cubicBezTo>
                    <a:pt x="3662" y="8297"/>
                    <a:pt x="3708" y="8297"/>
                    <a:pt x="3755" y="8297"/>
                  </a:cubicBezTo>
                  <a:cubicBezTo>
                    <a:pt x="3824" y="8112"/>
                    <a:pt x="3870" y="7927"/>
                    <a:pt x="3917" y="7880"/>
                  </a:cubicBezTo>
                  <a:cubicBezTo>
                    <a:pt x="3963" y="7788"/>
                    <a:pt x="3801" y="7556"/>
                    <a:pt x="3870" y="7509"/>
                  </a:cubicBezTo>
                  <a:cubicBezTo>
                    <a:pt x="3963" y="7486"/>
                    <a:pt x="4241" y="7556"/>
                    <a:pt x="4311" y="7324"/>
                  </a:cubicBezTo>
                  <a:cubicBezTo>
                    <a:pt x="4403" y="7092"/>
                    <a:pt x="4496" y="6976"/>
                    <a:pt x="4496" y="6976"/>
                  </a:cubicBezTo>
                  <a:cubicBezTo>
                    <a:pt x="4496" y="6976"/>
                    <a:pt x="4515" y="6571"/>
                    <a:pt x="4625" y="6571"/>
                  </a:cubicBezTo>
                  <a:cubicBezTo>
                    <a:pt x="4635" y="6571"/>
                    <a:pt x="4646" y="6574"/>
                    <a:pt x="4658" y="6582"/>
                  </a:cubicBezTo>
                  <a:cubicBezTo>
                    <a:pt x="4761" y="6626"/>
                    <a:pt x="4863" y="6698"/>
                    <a:pt x="4931" y="6698"/>
                  </a:cubicBezTo>
                  <a:cubicBezTo>
                    <a:pt x="4970" y="6698"/>
                    <a:pt x="4998" y="6674"/>
                    <a:pt x="5006" y="6606"/>
                  </a:cubicBezTo>
                  <a:cubicBezTo>
                    <a:pt x="5029" y="6397"/>
                    <a:pt x="5191" y="6513"/>
                    <a:pt x="5261" y="6351"/>
                  </a:cubicBezTo>
                  <a:cubicBezTo>
                    <a:pt x="5292" y="6227"/>
                    <a:pt x="5343" y="6196"/>
                    <a:pt x="5409" y="6196"/>
                  </a:cubicBezTo>
                  <a:cubicBezTo>
                    <a:pt x="5441" y="6196"/>
                    <a:pt x="5477" y="6204"/>
                    <a:pt x="5516" y="6212"/>
                  </a:cubicBezTo>
                  <a:cubicBezTo>
                    <a:pt x="5536" y="6216"/>
                    <a:pt x="5555" y="6218"/>
                    <a:pt x="5573" y="6218"/>
                  </a:cubicBezTo>
                  <a:cubicBezTo>
                    <a:pt x="5661" y="6218"/>
                    <a:pt x="5724" y="6173"/>
                    <a:pt x="5724" y="6096"/>
                  </a:cubicBezTo>
                  <a:cubicBezTo>
                    <a:pt x="5724" y="6003"/>
                    <a:pt x="5979" y="6049"/>
                    <a:pt x="6188" y="5910"/>
                  </a:cubicBezTo>
                  <a:cubicBezTo>
                    <a:pt x="6349" y="5785"/>
                    <a:pt x="6454" y="5702"/>
                    <a:pt x="6526" y="5702"/>
                  </a:cubicBezTo>
                  <a:cubicBezTo>
                    <a:pt x="6548" y="5702"/>
                    <a:pt x="6566" y="5709"/>
                    <a:pt x="6582" y="5725"/>
                  </a:cubicBezTo>
                  <a:cubicBezTo>
                    <a:pt x="6633" y="5763"/>
                    <a:pt x="6817" y="5780"/>
                    <a:pt x="6985" y="5780"/>
                  </a:cubicBezTo>
                  <a:cubicBezTo>
                    <a:pt x="7121" y="5780"/>
                    <a:pt x="7246" y="5769"/>
                    <a:pt x="7277" y="5748"/>
                  </a:cubicBezTo>
                  <a:cubicBezTo>
                    <a:pt x="7363" y="5727"/>
                    <a:pt x="7508" y="5606"/>
                    <a:pt x="7675" y="5606"/>
                  </a:cubicBezTo>
                  <a:cubicBezTo>
                    <a:pt x="7689" y="5606"/>
                    <a:pt x="7703" y="5607"/>
                    <a:pt x="7718" y="5609"/>
                  </a:cubicBezTo>
                  <a:cubicBezTo>
                    <a:pt x="7752" y="5617"/>
                    <a:pt x="7794" y="5620"/>
                    <a:pt x="7841" y="5620"/>
                  </a:cubicBezTo>
                  <a:cubicBezTo>
                    <a:pt x="8073" y="5620"/>
                    <a:pt x="8421" y="5540"/>
                    <a:pt x="8575" y="5540"/>
                  </a:cubicBezTo>
                  <a:cubicBezTo>
                    <a:pt x="8760" y="5540"/>
                    <a:pt x="8853" y="5354"/>
                    <a:pt x="8923" y="5285"/>
                  </a:cubicBezTo>
                  <a:cubicBezTo>
                    <a:pt x="8969" y="5238"/>
                    <a:pt x="9039" y="4937"/>
                    <a:pt x="9085" y="4891"/>
                  </a:cubicBezTo>
                  <a:cubicBezTo>
                    <a:pt x="9154" y="4844"/>
                    <a:pt x="9131" y="3825"/>
                    <a:pt x="9131" y="3431"/>
                  </a:cubicBezTo>
                  <a:lnTo>
                    <a:pt x="9131" y="3431"/>
                  </a:lnTo>
                  <a:cubicBezTo>
                    <a:pt x="8923" y="3477"/>
                    <a:pt x="8668" y="3547"/>
                    <a:pt x="8668" y="3547"/>
                  </a:cubicBezTo>
                  <a:cubicBezTo>
                    <a:pt x="8668" y="3547"/>
                    <a:pt x="8668" y="3106"/>
                    <a:pt x="8390" y="2967"/>
                  </a:cubicBezTo>
                  <a:cubicBezTo>
                    <a:pt x="8112" y="2805"/>
                    <a:pt x="7787" y="2759"/>
                    <a:pt x="7787" y="2759"/>
                  </a:cubicBezTo>
                  <a:cubicBezTo>
                    <a:pt x="7787" y="2759"/>
                    <a:pt x="7578" y="2434"/>
                    <a:pt x="7439" y="2272"/>
                  </a:cubicBezTo>
                  <a:cubicBezTo>
                    <a:pt x="7347" y="2179"/>
                    <a:pt x="5539" y="974"/>
                    <a:pt x="405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59"/>
            <p:cNvSpPr/>
            <p:nvPr/>
          </p:nvSpPr>
          <p:spPr>
            <a:xfrm>
              <a:off x="3858112" y="3177384"/>
              <a:ext cx="137170" cy="93277"/>
            </a:xfrm>
            <a:custGeom>
              <a:avLst/>
              <a:gdLst/>
              <a:ahLst/>
              <a:cxnLst/>
              <a:rect l="l" t="t" r="r" b="b"/>
              <a:pathLst>
                <a:path w="4497" h="3058" extrusionOk="0">
                  <a:moveTo>
                    <a:pt x="2779" y="0"/>
                  </a:moveTo>
                  <a:cubicBezTo>
                    <a:pt x="2707" y="0"/>
                    <a:pt x="2600" y="96"/>
                    <a:pt x="2434" y="206"/>
                  </a:cubicBezTo>
                  <a:cubicBezTo>
                    <a:pt x="2225" y="345"/>
                    <a:pt x="1947" y="299"/>
                    <a:pt x="1947" y="415"/>
                  </a:cubicBezTo>
                  <a:cubicBezTo>
                    <a:pt x="1947" y="483"/>
                    <a:pt x="1898" y="526"/>
                    <a:pt x="1826" y="526"/>
                  </a:cubicBezTo>
                  <a:cubicBezTo>
                    <a:pt x="1799" y="526"/>
                    <a:pt x="1770" y="520"/>
                    <a:pt x="1739" y="508"/>
                  </a:cubicBezTo>
                  <a:cubicBezTo>
                    <a:pt x="1708" y="500"/>
                    <a:pt x="1674" y="492"/>
                    <a:pt x="1642" y="492"/>
                  </a:cubicBezTo>
                  <a:cubicBezTo>
                    <a:pt x="1576" y="492"/>
                    <a:pt x="1515" y="523"/>
                    <a:pt x="1484" y="647"/>
                  </a:cubicBezTo>
                  <a:cubicBezTo>
                    <a:pt x="1437" y="832"/>
                    <a:pt x="1275" y="716"/>
                    <a:pt x="1252" y="902"/>
                  </a:cubicBezTo>
                  <a:cubicBezTo>
                    <a:pt x="1243" y="983"/>
                    <a:pt x="1209" y="1012"/>
                    <a:pt x="1162" y="1012"/>
                  </a:cubicBezTo>
                  <a:cubicBezTo>
                    <a:pt x="1090" y="1012"/>
                    <a:pt x="989" y="944"/>
                    <a:pt x="904" y="902"/>
                  </a:cubicBezTo>
                  <a:cubicBezTo>
                    <a:pt x="892" y="894"/>
                    <a:pt x="881" y="890"/>
                    <a:pt x="871" y="890"/>
                  </a:cubicBezTo>
                  <a:cubicBezTo>
                    <a:pt x="761" y="890"/>
                    <a:pt x="742" y="1296"/>
                    <a:pt x="742" y="1296"/>
                  </a:cubicBezTo>
                  <a:cubicBezTo>
                    <a:pt x="742" y="1296"/>
                    <a:pt x="626" y="1411"/>
                    <a:pt x="557" y="1643"/>
                  </a:cubicBezTo>
                  <a:cubicBezTo>
                    <a:pt x="464" y="1852"/>
                    <a:pt x="209" y="1805"/>
                    <a:pt x="116" y="1829"/>
                  </a:cubicBezTo>
                  <a:cubicBezTo>
                    <a:pt x="47" y="1852"/>
                    <a:pt x="209" y="2084"/>
                    <a:pt x="140" y="2176"/>
                  </a:cubicBezTo>
                  <a:cubicBezTo>
                    <a:pt x="116" y="2246"/>
                    <a:pt x="47" y="2408"/>
                    <a:pt x="1" y="2593"/>
                  </a:cubicBezTo>
                  <a:cubicBezTo>
                    <a:pt x="116" y="2617"/>
                    <a:pt x="232" y="2732"/>
                    <a:pt x="255" y="2779"/>
                  </a:cubicBezTo>
                  <a:cubicBezTo>
                    <a:pt x="292" y="2852"/>
                    <a:pt x="490" y="3058"/>
                    <a:pt x="639" y="3058"/>
                  </a:cubicBezTo>
                  <a:cubicBezTo>
                    <a:pt x="678" y="3058"/>
                    <a:pt x="714" y="3044"/>
                    <a:pt x="742" y="3011"/>
                  </a:cubicBezTo>
                  <a:cubicBezTo>
                    <a:pt x="828" y="2911"/>
                    <a:pt x="1018" y="2864"/>
                    <a:pt x="1174" y="2864"/>
                  </a:cubicBezTo>
                  <a:cubicBezTo>
                    <a:pt x="1272" y="2864"/>
                    <a:pt x="1355" y="2882"/>
                    <a:pt x="1391" y="2918"/>
                  </a:cubicBezTo>
                  <a:cubicBezTo>
                    <a:pt x="1426" y="2961"/>
                    <a:pt x="1457" y="2979"/>
                    <a:pt x="1484" y="2979"/>
                  </a:cubicBezTo>
                  <a:cubicBezTo>
                    <a:pt x="1529" y="2979"/>
                    <a:pt x="1562" y="2930"/>
                    <a:pt x="1576" y="2872"/>
                  </a:cubicBezTo>
                  <a:cubicBezTo>
                    <a:pt x="1576" y="2779"/>
                    <a:pt x="1414" y="2431"/>
                    <a:pt x="1484" y="2315"/>
                  </a:cubicBezTo>
                  <a:cubicBezTo>
                    <a:pt x="1501" y="2280"/>
                    <a:pt x="1698" y="2265"/>
                    <a:pt x="1938" y="2265"/>
                  </a:cubicBezTo>
                  <a:cubicBezTo>
                    <a:pt x="2325" y="2265"/>
                    <a:pt x="2822" y="2304"/>
                    <a:pt x="2851" y="2362"/>
                  </a:cubicBezTo>
                  <a:cubicBezTo>
                    <a:pt x="2857" y="2371"/>
                    <a:pt x="2862" y="2375"/>
                    <a:pt x="2867" y="2375"/>
                  </a:cubicBezTo>
                  <a:cubicBezTo>
                    <a:pt x="2898" y="2375"/>
                    <a:pt x="2917" y="2221"/>
                    <a:pt x="3037" y="2221"/>
                  </a:cubicBezTo>
                  <a:cubicBezTo>
                    <a:pt x="3045" y="2221"/>
                    <a:pt x="3052" y="2221"/>
                    <a:pt x="3060" y="2223"/>
                  </a:cubicBezTo>
                  <a:cubicBezTo>
                    <a:pt x="3189" y="2223"/>
                    <a:pt x="3364" y="2282"/>
                    <a:pt x="3488" y="2282"/>
                  </a:cubicBezTo>
                  <a:cubicBezTo>
                    <a:pt x="3519" y="2282"/>
                    <a:pt x="3546" y="2278"/>
                    <a:pt x="3570" y="2269"/>
                  </a:cubicBezTo>
                  <a:cubicBezTo>
                    <a:pt x="3662" y="2246"/>
                    <a:pt x="3778" y="2060"/>
                    <a:pt x="3871" y="2060"/>
                  </a:cubicBezTo>
                  <a:cubicBezTo>
                    <a:pt x="3964" y="2060"/>
                    <a:pt x="4265" y="2060"/>
                    <a:pt x="4311" y="1968"/>
                  </a:cubicBezTo>
                  <a:cubicBezTo>
                    <a:pt x="4381" y="1898"/>
                    <a:pt x="4497" y="1898"/>
                    <a:pt x="4473" y="1759"/>
                  </a:cubicBezTo>
                  <a:cubicBezTo>
                    <a:pt x="4381" y="1666"/>
                    <a:pt x="4265" y="1643"/>
                    <a:pt x="4242" y="1643"/>
                  </a:cubicBezTo>
                  <a:cubicBezTo>
                    <a:pt x="4195" y="1643"/>
                    <a:pt x="4218" y="1388"/>
                    <a:pt x="4195" y="1342"/>
                  </a:cubicBezTo>
                  <a:cubicBezTo>
                    <a:pt x="4193" y="1339"/>
                    <a:pt x="4188" y="1338"/>
                    <a:pt x="4182" y="1338"/>
                  </a:cubicBezTo>
                  <a:cubicBezTo>
                    <a:pt x="4142" y="1338"/>
                    <a:pt x="4033" y="1392"/>
                    <a:pt x="3951" y="1392"/>
                  </a:cubicBezTo>
                  <a:cubicBezTo>
                    <a:pt x="3939" y="1392"/>
                    <a:pt x="3928" y="1391"/>
                    <a:pt x="3917" y="1388"/>
                  </a:cubicBezTo>
                  <a:cubicBezTo>
                    <a:pt x="3824" y="1342"/>
                    <a:pt x="3801" y="1203"/>
                    <a:pt x="3709" y="1203"/>
                  </a:cubicBezTo>
                  <a:cubicBezTo>
                    <a:pt x="3616" y="1203"/>
                    <a:pt x="3616" y="1087"/>
                    <a:pt x="3616" y="994"/>
                  </a:cubicBezTo>
                  <a:cubicBezTo>
                    <a:pt x="3616" y="878"/>
                    <a:pt x="3454" y="763"/>
                    <a:pt x="3361" y="693"/>
                  </a:cubicBezTo>
                  <a:cubicBezTo>
                    <a:pt x="3245" y="624"/>
                    <a:pt x="3222" y="415"/>
                    <a:pt x="3176" y="392"/>
                  </a:cubicBezTo>
                  <a:cubicBezTo>
                    <a:pt x="3129" y="369"/>
                    <a:pt x="3152" y="206"/>
                    <a:pt x="3176" y="90"/>
                  </a:cubicBezTo>
                  <a:cubicBezTo>
                    <a:pt x="3013" y="90"/>
                    <a:pt x="2874" y="67"/>
                    <a:pt x="2828" y="21"/>
                  </a:cubicBezTo>
                  <a:cubicBezTo>
                    <a:pt x="2814" y="7"/>
                    <a:pt x="2797" y="0"/>
                    <a:pt x="2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59"/>
            <p:cNvSpPr/>
            <p:nvPr/>
          </p:nvSpPr>
          <p:spPr>
            <a:xfrm>
              <a:off x="3953552" y="3030274"/>
              <a:ext cx="259454" cy="201072"/>
            </a:xfrm>
            <a:custGeom>
              <a:avLst/>
              <a:gdLst/>
              <a:ahLst/>
              <a:cxnLst/>
              <a:rect l="l" t="t" r="r" b="b"/>
              <a:pathLst>
                <a:path w="8506" h="6592" extrusionOk="0">
                  <a:moveTo>
                    <a:pt x="6512" y="0"/>
                  </a:moveTo>
                  <a:lnTo>
                    <a:pt x="4149" y="1460"/>
                  </a:lnTo>
                  <a:lnTo>
                    <a:pt x="3152" y="2272"/>
                  </a:lnTo>
                  <a:cubicBezTo>
                    <a:pt x="3152" y="2272"/>
                    <a:pt x="2503" y="2503"/>
                    <a:pt x="2318" y="2550"/>
                  </a:cubicBezTo>
                  <a:lnTo>
                    <a:pt x="2248" y="2550"/>
                  </a:lnTo>
                  <a:cubicBezTo>
                    <a:pt x="2248" y="2967"/>
                    <a:pt x="2248" y="3963"/>
                    <a:pt x="2202" y="4010"/>
                  </a:cubicBezTo>
                  <a:cubicBezTo>
                    <a:pt x="2132" y="4056"/>
                    <a:pt x="2086" y="4357"/>
                    <a:pt x="2040" y="4404"/>
                  </a:cubicBezTo>
                  <a:cubicBezTo>
                    <a:pt x="1970" y="4473"/>
                    <a:pt x="1877" y="4659"/>
                    <a:pt x="1692" y="4659"/>
                  </a:cubicBezTo>
                  <a:cubicBezTo>
                    <a:pt x="1538" y="4659"/>
                    <a:pt x="1174" y="4739"/>
                    <a:pt x="950" y="4739"/>
                  </a:cubicBezTo>
                  <a:cubicBezTo>
                    <a:pt x="905" y="4739"/>
                    <a:pt x="865" y="4736"/>
                    <a:pt x="835" y="4728"/>
                  </a:cubicBezTo>
                  <a:cubicBezTo>
                    <a:pt x="820" y="4726"/>
                    <a:pt x="806" y="4725"/>
                    <a:pt x="792" y="4725"/>
                  </a:cubicBezTo>
                  <a:cubicBezTo>
                    <a:pt x="625" y="4725"/>
                    <a:pt x="480" y="4846"/>
                    <a:pt x="394" y="4867"/>
                  </a:cubicBezTo>
                  <a:cubicBezTo>
                    <a:pt x="348" y="4890"/>
                    <a:pt x="209" y="4913"/>
                    <a:pt x="47" y="4913"/>
                  </a:cubicBezTo>
                  <a:cubicBezTo>
                    <a:pt x="23" y="5029"/>
                    <a:pt x="0" y="5168"/>
                    <a:pt x="47" y="5192"/>
                  </a:cubicBezTo>
                  <a:cubicBezTo>
                    <a:pt x="116" y="5238"/>
                    <a:pt x="139" y="5447"/>
                    <a:pt x="232" y="5516"/>
                  </a:cubicBezTo>
                  <a:cubicBezTo>
                    <a:pt x="325" y="5586"/>
                    <a:pt x="487" y="5701"/>
                    <a:pt x="487" y="5794"/>
                  </a:cubicBezTo>
                  <a:cubicBezTo>
                    <a:pt x="487" y="5910"/>
                    <a:pt x="487" y="6003"/>
                    <a:pt x="580" y="6003"/>
                  </a:cubicBezTo>
                  <a:cubicBezTo>
                    <a:pt x="672" y="6003"/>
                    <a:pt x="695" y="6165"/>
                    <a:pt x="788" y="6211"/>
                  </a:cubicBezTo>
                  <a:cubicBezTo>
                    <a:pt x="797" y="6213"/>
                    <a:pt x="806" y="6214"/>
                    <a:pt x="816" y="6214"/>
                  </a:cubicBezTo>
                  <a:cubicBezTo>
                    <a:pt x="892" y="6214"/>
                    <a:pt x="996" y="6154"/>
                    <a:pt x="1044" y="6154"/>
                  </a:cubicBezTo>
                  <a:cubicBezTo>
                    <a:pt x="1054" y="6154"/>
                    <a:pt x="1062" y="6157"/>
                    <a:pt x="1066" y="6165"/>
                  </a:cubicBezTo>
                  <a:cubicBezTo>
                    <a:pt x="1089" y="6211"/>
                    <a:pt x="1066" y="6466"/>
                    <a:pt x="1113" y="6466"/>
                  </a:cubicBezTo>
                  <a:cubicBezTo>
                    <a:pt x="1136" y="6466"/>
                    <a:pt x="1252" y="6489"/>
                    <a:pt x="1344" y="6559"/>
                  </a:cubicBezTo>
                  <a:cubicBezTo>
                    <a:pt x="1303" y="6456"/>
                    <a:pt x="1354" y="6297"/>
                    <a:pt x="1481" y="6297"/>
                  </a:cubicBezTo>
                  <a:cubicBezTo>
                    <a:pt x="1496" y="6297"/>
                    <a:pt x="1512" y="6299"/>
                    <a:pt x="1530" y="6304"/>
                  </a:cubicBezTo>
                  <a:cubicBezTo>
                    <a:pt x="1692" y="6350"/>
                    <a:pt x="1553" y="6513"/>
                    <a:pt x="1715" y="6559"/>
                  </a:cubicBezTo>
                  <a:cubicBezTo>
                    <a:pt x="1760" y="6581"/>
                    <a:pt x="1797" y="6592"/>
                    <a:pt x="1827" y="6592"/>
                  </a:cubicBezTo>
                  <a:cubicBezTo>
                    <a:pt x="1892" y="6592"/>
                    <a:pt x="1924" y="6545"/>
                    <a:pt x="1924" y="6466"/>
                  </a:cubicBezTo>
                  <a:cubicBezTo>
                    <a:pt x="1924" y="6350"/>
                    <a:pt x="2132" y="6142"/>
                    <a:pt x="2179" y="6072"/>
                  </a:cubicBezTo>
                  <a:cubicBezTo>
                    <a:pt x="2225" y="6026"/>
                    <a:pt x="2202" y="5725"/>
                    <a:pt x="2295" y="5655"/>
                  </a:cubicBezTo>
                  <a:cubicBezTo>
                    <a:pt x="2338" y="5620"/>
                    <a:pt x="2405" y="5608"/>
                    <a:pt x="2477" y="5608"/>
                  </a:cubicBezTo>
                  <a:cubicBezTo>
                    <a:pt x="2597" y="5608"/>
                    <a:pt x="2732" y="5641"/>
                    <a:pt x="2804" y="5655"/>
                  </a:cubicBezTo>
                  <a:cubicBezTo>
                    <a:pt x="2897" y="5655"/>
                    <a:pt x="2960" y="5507"/>
                    <a:pt x="3053" y="5507"/>
                  </a:cubicBezTo>
                  <a:cubicBezTo>
                    <a:pt x="3076" y="5507"/>
                    <a:pt x="3101" y="5516"/>
                    <a:pt x="3129" y="5539"/>
                  </a:cubicBezTo>
                  <a:cubicBezTo>
                    <a:pt x="3198" y="5597"/>
                    <a:pt x="3285" y="5597"/>
                    <a:pt x="3366" y="5597"/>
                  </a:cubicBezTo>
                  <a:cubicBezTo>
                    <a:pt x="3448" y="5597"/>
                    <a:pt x="3523" y="5597"/>
                    <a:pt x="3569" y="5655"/>
                  </a:cubicBezTo>
                  <a:cubicBezTo>
                    <a:pt x="3649" y="5755"/>
                    <a:pt x="3694" y="5975"/>
                    <a:pt x="3809" y="5975"/>
                  </a:cubicBezTo>
                  <a:cubicBezTo>
                    <a:pt x="3828" y="5975"/>
                    <a:pt x="3848" y="5969"/>
                    <a:pt x="3870" y="5956"/>
                  </a:cubicBezTo>
                  <a:cubicBezTo>
                    <a:pt x="4033" y="5864"/>
                    <a:pt x="4241" y="5817"/>
                    <a:pt x="4334" y="5817"/>
                  </a:cubicBezTo>
                  <a:cubicBezTo>
                    <a:pt x="4427" y="5817"/>
                    <a:pt x="4658" y="6026"/>
                    <a:pt x="4751" y="6049"/>
                  </a:cubicBezTo>
                  <a:cubicBezTo>
                    <a:pt x="4807" y="6063"/>
                    <a:pt x="4949" y="6086"/>
                    <a:pt x="5078" y="6086"/>
                  </a:cubicBezTo>
                  <a:cubicBezTo>
                    <a:pt x="5161" y="6086"/>
                    <a:pt x="5239" y="6076"/>
                    <a:pt x="5284" y="6049"/>
                  </a:cubicBezTo>
                  <a:cubicBezTo>
                    <a:pt x="5394" y="5983"/>
                    <a:pt x="5525" y="5792"/>
                    <a:pt x="5656" y="5792"/>
                  </a:cubicBezTo>
                  <a:cubicBezTo>
                    <a:pt x="5664" y="5792"/>
                    <a:pt x="5671" y="5793"/>
                    <a:pt x="5678" y="5794"/>
                  </a:cubicBezTo>
                  <a:cubicBezTo>
                    <a:pt x="5710" y="5799"/>
                    <a:pt x="5758" y="5801"/>
                    <a:pt x="5815" y="5801"/>
                  </a:cubicBezTo>
                  <a:cubicBezTo>
                    <a:pt x="5916" y="5801"/>
                    <a:pt x="6044" y="5796"/>
                    <a:pt x="6154" y="5796"/>
                  </a:cubicBezTo>
                  <a:cubicBezTo>
                    <a:pt x="6254" y="5796"/>
                    <a:pt x="6339" y="5800"/>
                    <a:pt x="6373" y="5817"/>
                  </a:cubicBezTo>
                  <a:cubicBezTo>
                    <a:pt x="6446" y="5853"/>
                    <a:pt x="6588" y="5932"/>
                    <a:pt x="6724" y="5932"/>
                  </a:cubicBezTo>
                  <a:cubicBezTo>
                    <a:pt x="6763" y="5932"/>
                    <a:pt x="6801" y="5925"/>
                    <a:pt x="6837" y="5910"/>
                  </a:cubicBezTo>
                  <a:cubicBezTo>
                    <a:pt x="6976" y="5864"/>
                    <a:pt x="7115" y="5609"/>
                    <a:pt x="7208" y="5562"/>
                  </a:cubicBezTo>
                  <a:lnTo>
                    <a:pt x="7300" y="5562"/>
                  </a:lnTo>
                  <a:cubicBezTo>
                    <a:pt x="7300" y="5493"/>
                    <a:pt x="7300" y="5447"/>
                    <a:pt x="7300" y="5377"/>
                  </a:cubicBezTo>
                  <a:cubicBezTo>
                    <a:pt x="7300" y="5099"/>
                    <a:pt x="7370" y="5215"/>
                    <a:pt x="7416" y="4913"/>
                  </a:cubicBezTo>
                  <a:cubicBezTo>
                    <a:pt x="7463" y="4635"/>
                    <a:pt x="8227" y="3871"/>
                    <a:pt x="8274" y="3824"/>
                  </a:cubicBezTo>
                  <a:cubicBezTo>
                    <a:pt x="8343" y="3778"/>
                    <a:pt x="8343" y="2619"/>
                    <a:pt x="8343" y="2457"/>
                  </a:cubicBezTo>
                  <a:cubicBezTo>
                    <a:pt x="8343" y="2295"/>
                    <a:pt x="8390" y="2109"/>
                    <a:pt x="8436" y="1878"/>
                  </a:cubicBezTo>
                  <a:cubicBezTo>
                    <a:pt x="8506" y="1646"/>
                    <a:pt x="8320" y="1669"/>
                    <a:pt x="8343" y="1460"/>
                  </a:cubicBezTo>
                  <a:cubicBezTo>
                    <a:pt x="8366" y="1252"/>
                    <a:pt x="8112" y="1090"/>
                    <a:pt x="8112" y="974"/>
                  </a:cubicBezTo>
                  <a:cubicBezTo>
                    <a:pt x="8112" y="904"/>
                    <a:pt x="8112" y="533"/>
                    <a:pt x="8088" y="278"/>
                  </a:cubicBezTo>
                  <a:lnTo>
                    <a:pt x="7648" y="510"/>
                  </a:lnTo>
                  <a:cubicBezTo>
                    <a:pt x="7648" y="510"/>
                    <a:pt x="7532" y="325"/>
                    <a:pt x="7300" y="163"/>
                  </a:cubicBezTo>
                  <a:cubicBezTo>
                    <a:pt x="7069" y="0"/>
                    <a:pt x="6512" y="0"/>
                    <a:pt x="65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59"/>
            <p:cNvSpPr/>
            <p:nvPr/>
          </p:nvSpPr>
          <p:spPr>
            <a:xfrm>
              <a:off x="4176215" y="3030274"/>
              <a:ext cx="167550" cy="277054"/>
            </a:xfrm>
            <a:custGeom>
              <a:avLst/>
              <a:gdLst/>
              <a:ahLst/>
              <a:cxnLst/>
              <a:rect l="l" t="t" r="r" b="b"/>
              <a:pathLst>
                <a:path w="5493" h="9083" extrusionOk="0">
                  <a:moveTo>
                    <a:pt x="1275" y="0"/>
                  </a:moveTo>
                  <a:lnTo>
                    <a:pt x="788" y="278"/>
                  </a:lnTo>
                  <a:cubicBezTo>
                    <a:pt x="812" y="533"/>
                    <a:pt x="812" y="904"/>
                    <a:pt x="812" y="974"/>
                  </a:cubicBezTo>
                  <a:cubicBezTo>
                    <a:pt x="812" y="1113"/>
                    <a:pt x="1066" y="1275"/>
                    <a:pt x="1043" y="1484"/>
                  </a:cubicBezTo>
                  <a:cubicBezTo>
                    <a:pt x="1020" y="1692"/>
                    <a:pt x="1206" y="1669"/>
                    <a:pt x="1136" y="1901"/>
                  </a:cubicBezTo>
                  <a:cubicBezTo>
                    <a:pt x="1066" y="2109"/>
                    <a:pt x="1043" y="2318"/>
                    <a:pt x="1043" y="2480"/>
                  </a:cubicBezTo>
                  <a:cubicBezTo>
                    <a:pt x="1043" y="2642"/>
                    <a:pt x="1043" y="3778"/>
                    <a:pt x="974" y="3824"/>
                  </a:cubicBezTo>
                  <a:cubicBezTo>
                    <a:pt x="927" y="3871"/>
                    <a:pt x="163" y="4635"/>
                    <a:pt x="116" y="4937"/>
                  </a:cubicBezTo>
                  <a:cubicBezTo>
                    <a:pt x="70" y="5215"/>
                    <a:pt x="0" y="5099"/>
                    <a:pt x="0" y="5400"/>
                  </a:cubicBezTo>
                  <a:cubicBezTo>
                    <a:pt x="0" y="5447"/>
                    <a:pt x="0" y="5516"/>
                    <a:pt x="0" y="5586"/>
                  </a:cubicBezTo>
                  <a:cubicBezTo>
                    <a:pt x="24" y="5586"/>
                    <a:pt x="47" y="5632"/>
                    <a:pt x="116" y="5701"/>
                  </a:cubicBezTo>
                  <a:cubicBezTo>
                    <a:pt x="186" y="5771"/>
                    <a:pt x="186" y="5910"/>
                    <a:pt x="348" y="5910"/>
                  </a:cubicBezTo>
                  <a:cubicBezTo>
                    <a:pt x="510" y="5910"/>
                    <a:pt x="719" y="6281"/>
                    <a:pt x="696" y="6443"/>
                  </a:cubicBezTo>
                  <a:cubicBezTo>
                    <a:pt x="672" y="6582"/>
                    <a:pt x="765" y="6652"/>
                    <a:pt x="765" y="6930"/>
                  </a:cubicBezTo>
                  <a:cubicBezTo>
                    <a:pt x="742" y="7185"/>
                    <a:pt x="904" y="7555"/>
                    <a:pt x="974" y="7602"/>
                  </a:cubicBezTo>
                  <a:cubicBezTo>
                    <a:pt x="1049" y="7640"/>
                    <a:pt x="986" y="7678"/>
                    <a:pt x="859" y="7678"/>
                  </a:cubicBezTo>
                  <a:cubicBezTo>
                    <a:pt x="831" y="7678"/>
                    <a:pt x="799" y="7676"/>
                    <a:pt x="765" y="7671"/>
                  </a:cubicBezTo>
                  <a:cubicBezTo>
                    <a:pt x="557" y="7671"/>
                    <a:pt x="279" y="7671"/>
                    <a:pt x="279" y="7741"/>
                  </a:cubicBezTo>
                  <a:cubicBezTo>
                    <a:pt x="279" y="7834"/>
                    <a:pt x="209" y="7926"/>
                    <a:pt x="418" y="8135"/>
                  </a:cubicBezTo>
                  <a:cubicBezTo>
                    <a:pt x="626" y="8320"/>
                    <a:pt x="812" y="8390"/>
                    <a:pt x="858" y="8598"/>
                  </a:cubicBezTo>
                  <a:cubicBezTo>
                    <a:pt x="927" y="8807"/>
                    <a:pt x="1020" y="8992"/>
                    <a:pt x="1090" y="9062"/>
                  </a:cubicBezTo>
                  <a:cubicBezTo>
                    <a:pt x="1103" y="9075"/>
                    <a:pt x="1124" y="9083"/>
                    <a:pt x="1151" y="9083"/>
                  </a:cubicBezTo>
                  <a:cubicBezTo>
                    <a:pt x="1215" y="9083"/>
                    <a:pt x="1309" y="9038"/>
                    <a:pt x="1391" y="8923"/>
                  </a:cubicBezTo>
                  <a:cubicBezTo>
                    <a:pt x="1417" y="8886"/>
                    <a:pt x="1443" y="8873"/>
                    <a:pt x="1469" y="8873"/>
                  </a:cubicBezTo>
                  <a:cubicBezTo>
                    <a:pt x="1536" y="8873"/>
                    <a:pt x="1603" y="8961"/>
                    <a:pt x="1670" y="8961"/>
                  </a:cubicBezTo>
                  <a:cubicBezTo>
                    <a:pt x="1693" y="8961"/>
                    <a:pt x="1716" y="8950"/>
                    <a:pt x="1739" y="8923"/>
                  </a:cubicBezTo>
                  <a:cubicBezTo>
                    <a:pt x="1854" y="8784"/>
                    <a:pt x="2248" y="8784"/>
                    <a:pt x="2341" y="8737"/>
                  </a:cubicBezTo>
                  <a:cubicBezTo>
                    <a:pt x="2434" y="8691"/>
                    <a:pt x="2735" y="8575"/>
                    <a:pt x="2828" y="8482"/>
                  </a:cubicBezTo>
                  <a:cubicBezTo>
                    <a:pt x="2920" y="8413"/>
                    <a:pt x="2712" y="8274"/>
                    <a:pt x="2851" y="8204"/>
                  </a:cubicBezTo>
                  <a:cubicBezTo>
                    <a:pt x="2990" y="8112"/>
                    <a:pt x="3454" y="8251"/>
                    <a:pt x="3639" y="8042"/>
                  </a:cubicBezTo>
                  <a:cubicBezTo>
                    <a:pt x="3801" y="7810"/>
                    <a:pt x="4079" y="7555"/>
                    <a:pt x="4172" y="7486"/>
                  </a:cubicBezTo>
                  <a:cubicBezTo>
                    <a:pt x="4241" y="7393"/>
                    <a:pt x="4172" y="7347"/>
                    <a:pt x="4288" y="7231"/>
                  </a:cubicBezTo>
                  <a:cubicBezTo>
                    <a:pt x="4363" y="7137"/>
                    <a:pt x="4531" y="7027"/>
                    <a:pt x="4653" y="7027"/>
                  </a:cubicBezTo>
                  <a:cubicBezTo>
                    <a:pt x="4681" y="7027"/>
                    <a:pt x="4707" y="7033"/>
                    <a:pt x="4728" y="7046"/>
                  </a:cubicBezTo>
                  <a:cubicBezTo>
                    <a:pt x="4751" y="7069"/>
                    <a:pt x="4798" y="7069"/>
                    <a:pt x="4821" y="7069"/>
                  </a:cubicBezTo>
                  <a:cubicBezTo>
                    <a:pt x="4821" y="7069"/>
                    <a:pt x="4798" y="7046"/>
                    <a:pt x="4798" y="7046"/>
                  </a:cubicBezTo>
                  <a:lnTo>
                    <a:pt x="4867" y="6814"/>
                  </a:lnTo>
                  <a:cubicBezTo>
                    <a:pt x="4867" y="6814"/>
                    <a:pt x="4612" y="6675"/>
                    <a:pt x="4612" y="6489"/>
                  </a:cubicBezTo>
                  <a:cubicBezTo>
                    <a:pt x="4612" y="6281"/>
                    <a:pt x="4682" y="6072"/>
                    <a:pt x="4496" y="6072"/>
                  </a:cubicBezTo>
                  <a:cubicBezTo>
                    <a:pt x="4334" y="6072"/>
                    <a:pt x="4311" y="5910"/>
                    <a:pt x="4427" y="5771"/>
                  </a:cubicBezTo>
                  <a:cubicBezTo>
                    <a:pt x="4566" y="5632"/>
                    <a:pt x="4241" y="5377"/>
                    <a:pt x="4473" y="5377"/>
                  </a:cubicBezTo>
                  <a:cubicBezTo>
                    <a:pt x="4705" y="5377"/>
                    <a:pt x="4543" y="5006"/>
                    <a:pt x="4705" y="4960"/>
                  </a:cubicBezTo>
                  <a:cubicBezTo>
                    <a:pt x="4867" y="4937"/>
                    <a:pt x="4914" y="4798"/>
                    <a:pt x="4914" y="4635"/>
                  </a:cubicBezTo>
                  <a:cubicBezTo>
                    <a:pt x="4914" y="4450"/>
                    <a:pt x="5284" y="4357"/>
                    <a:pt x="5377" y="4334"/>
                  </a:cubicBezTo>
                  <a:cubicBezTo>
                    <a:pt x="5493" y="4288"/>
                    <a:pt x="5447" y="3755"/>
                    <a:pt x="5447" y="3755"/>
                  </a:cubicBezTo>
                  <a:lnTo>
                    <a:pt x="5447" y="2248"/>
                  </a:lnTo>
                  <a:lnTo>
                    <a:pt x="1275" y="0"/>
                  </a:ln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6" name="Google Shape;8656;p59"/>
            <p:cNvSpPr/>
            <p:nvPr/>
          </p:nvSpPr>
          <p:spPr>
            <a:xfrm>
              <a:off x="4352241" y="2876880"/>
              <a:ext cx="182405" cy="181703"/>
            </a:xfrm>
            <a:custGeom>
              <a:avLst/>
              <a:gdLst/>
              <a:ahLst/>
              <a:cxnLst/>
              <a:rect l="l" t="t" r="r" b="b"/>
              <a:pathLst>
                <a:path w="5980" h="5957" extrusionOk="0">
                  <a:moveTo>
                    <a:pt x="301" y="0"/>
                  </a:moveTo>
                  <a:cubicBezTo>
                    <a:pt x="278" y="47"/>
                    <a:pt x="255" y="93"/>
                    <a:pt x="255" y="139"/>
                  </a:cubicBezTo>
                  <a:cubicBezTo>
                    <a:pt x="116" y="510"/>
                    <a:pt x="348" y="626"/>
                    <a:pt x="185" y="811"/>
                  </a:cubicBezTo>
                  <a:cubicBezTo>
                    <a:pt x="0" y="1020"/>
                    <a:pt x="185" y="1252"/>
                    <a:pt x="185" y="1623"/>
                  </a:cubicBezTo>
                  <a:lnTo>
                    <a:pt x="185" y="5840"/>
                  </a:lnTo>
                  <a:lnTo>
                    <a:pt x="3499" y="5840"/>
                  </a:lnTo>
                  <a:cubicBezTo>
                    <a:pt x="3499" y="5840"/>
                    <a:pt x="3592" y="5771"/>
                    <a:pt x="3708" y="5701"/>
                  </a:cubicBezTo>
                  <a:cubicBezTo>
                    <a:pt x="3724" y="5689"/>
                    <a:pt x="3743" y="5684"/>
                    <a:pt x="3762" y="5684"/>
                  </a:cubicBezTo>
                  <a:cubicBezTo>
                    <a:pt x="3853" y="5684"/>
                    <a:pt x="3963" y="5794"/>
                    <a:pt x="3963" y="5794"/>
                  </a:cubicBezTo>
                  <a:lnTo>
                    <a:pt x="4658" y="5794"/>
                  </a:lnTo>
                  <a:cubicBezTo>
                    <a:pt x="4658" y="5794"/>
                    <a:pt x="4797" y="5956"/>
                    <a:pt x="4960" y="5956"/>
                  </a:cubicBezTo>
                  <a:cubicBezTo>
                    <a:pt x="5122" y="5956"/>
                    <a:pt x="5029" y="5701"/>
                    <a:pt x="5284" y="5701"/>
                  </a:cubicBezTo>
                  <a:cubicBezTo>
                    <a:pt x="5539" y="5701"/>
                    <a:pt x="5469" y="5331"/>
                    <a:pt x="5632" y="5331"/>
                  </a:cubicBezTo>
                  <a:cubicBezTo>
                    <a:pt x="5659" y="5331"/>
                    <a:pt x="5681" y="5331"/>
                    <a:pt x="5699" y="5331"/>
                  </a:cubicBezTo>
                  <a:cubicBezTo>
                    <a:pt x="5791" y="5331"/>
                    <a:pt x="5798" y="5315"/>
                    <a:pt x="5933" y="5122"/>
                  </a:cubicBezTo>
                  <a:cubicBezTo>
                    <a:pt x="5933" y="5122"/>
                    <a:pt x="5933" y="5099"/>
                    <a:pt x="5956" y="5099"/>
                  </a:cubicBezTo>
                  <a:cubicBezTo>
                    <a:pt x="5933" y="5029"/>
                    <a:pt x="5933" y="4960"/>
                    <a:pt x="5933" y="4890"/>
                  </a:cubicBezTo>
                  <a:cubicBezTo>
                    <a:pt x="5979" y="4635"/>
                    <a:pt x="5817" y="4635"/>
                    <a:pt x="5701" y="4288"/>
                  </a:cubicBezTo>
                  <a:cubicBezTo>
                    <a:pt x="5585" y="3917"/>
                    <a:pt x="5122" y="3384"/>
                    <a:pt x="5122" y="3152"/>
                  </a:cubicBezTo>
                  <a:cubicBezTo>
                    <a:pt x="5099" y="2944"/>
                    <a:pt x="4844" y="2828"/>
                    <a:pt x="4844" y="2596"/>
                  </a:cubicBezTo>
                  <a:cubicBezTo>
                    <a:pt x="4867" y="2387"/>
                    <a:pt x="4728" y="2341"/>
                    <a:pt x="4473" y="1993"/>
                  </a:cubicBezTo>
                  <a:cubicBezTo>
                    <a:pt x="4241" y="1646"/>
                    <a:pt x="4148" y="1020"/>
                    <a:pt x="4241" y="997"/>
                  </a:cubicBezTo>
                  <a:cubicBezTo>
                    <a:pt x="4242" y="996"/>
                    <a:pt x="4244" y="996"/>
                    <a:pt x="4245" y="996"/>
                  </a:cubicBezTo>
                  <a:cubicBezTo>
                    <a:pt x="4319" y="996"/>
                    <a:pt x="4521" y="1533"/>
                    <a:pt x="4589" y="1692"/>
                  </a:cubicBezTo>
                  <a:cubicBezTo>
                    <a:pt x="4681" y="1878"/>
                    <a:pt x="4960" y="2411"/>
                    <a:pt x="5145" y="2411"/>
                  </a:cubicBezTo>
                  <a:cubicBezTo>
                    <a:pt x="5325" y="2411"/>
                    <a:pt x="5396" y="1644"/>
                    <a:pt x="5464" y="1644"/>
                  </a:cubicBezTo>
                  <a:cubicBezTo>
                    <a:pt x="5466" y="1644"/>
                    <a:pt x="5467" y="1645"/>
                    <a:pt x="5469" y="1646"/>
                  </a:cubicBezTo>
                  <a:cubicBezTo>
                    <a:pt x="5469" y="1646"/>
                    <a:pt x="5493" y="1646"/>
                    <a:pt x="5493" y="1669"/>
                  </a:cubicBezTo>
                  <a:lnTo>
                    <a:pt x="5516" y="1530"/>
                  </a:lnTo>
                  <a:lnTo>
                    <a:pt x="5585" y="1298"/>
                  </a:lnTo>
                  <a:lnTo>
                    <a:pt x="5214" y="348"/>
                  </a:lnTo>
                  <a:cubicBezTo>
                    <a:pt x="5168" y="371"/>
                    <a:pt x="5145" y="418"/>
                    <a:pt x="5145" y="418"/>
                  </a:cubicBezTo>
                  <a:cubicBezTo>
                    <a:pt x="5132" y="430"/>
                    <a:pt x="5113" y="435"/>
                    <a:pt x="5089" y="435"/>
                  </a:cubicBezTo>
                  <a:cubicBezTo>
                    <a:pt x="5006" y="435"/>
                    <a:pt x="4862" y="377"/>
                    <a:pt x="4705" y="377"/>
                  </a:cubicBezTo>
                  <a:cubicBezTo>
                    <a:pt x="4659" y="377"/>
                    <a:pt x="4612" y="382"/>
                    <a:pt x="4566" y="394"/>
                  </a:cubicBezTo>
                  <a:cubicBezTo>
                    <a:pt x="4505" y="411"/>
                    <a:pt x="4448" y="418"/>
                    <a:pt x="4393" y="418"/>
                  </a:cubicBezTo>
                  <a:cubicBezTo>
                    <a:pt x="4218" y="418"/>
                    <a:pt x="4064" y="343"/>
                    <a:pt x="3870" y="255"/>
                  </a:cubicBezTo>
                  <a:cubicBezTo>
                    <a:pt x="3809" y="218"/>
                    <a:pt x="3707" y="203"/>
                    <a:pt x="3590" y="203"/>
                  </a:cubicBezTo>
                  <a:cubicBezTo>
                    <a:pt x="3267" y="203"/>
                    <a:pt x="2820" y="322"/>
                    <a:pt x="2735" y="441"/>
                  </a:cubicBezTo>
                  <a:cubicBezTo>
                    <a:pt x="2684" y="517"/>
                    <a:pt x="2576" y="552"/>
                    <a:pt x="2452" y="552"/>
                  </a:cubicBezTo>
                  <a:cubicBezTo>
                    <a:pt x="2350" y="552"/>
                    <a:pt x="2236" y="529"/>
                    <a:pt x="2132" y="487"/>
                  </a:cubicBezTo>
                  <a:cubicBezTo>
                    <a:pt x="1877" y="394"/>
                    <a:pt x="1576" y="255"/>
                    <a:pt x="1112" y="209"/>
                  </a:cubicBezTo>
                  <a:cubicBezTo>
                    <a:pt x="695" y="163"/>
                    <a:pt x="371" y="116"/>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59"/>
            <p:cNvSpPr/>
            <p:nvPr/>
          </p:nvSpPr>
          <p:spPr>
            <a:xfrm>
              <a:off x="4097032" y="3392911"/>
              <a:ext cx="94771" cy="104654"/>
            </a:xfrm>
            <a:custGeom>
              <a:avLst/>
              <a:gdLst/>
              <a:ahLst/>
              <a:cxnLst/>
              <a:rect l="l" t="t" r="r" b="b"/>
              <a:pathLst>
                <a:path w="3107" h="3431" extrusionOk="0">
                  <a:moveTo>
                    <a:pt x="1600" y="0"/>
                  </a:moveTo>
                  <a:lnTo>
                    <a:pt x="1507" y="47"/>
                  </a:lnTo>
                  <a:cubicBezTo>
                    <a:pt x="1530" y="441"/>
                    <a:pt x="1484" y="742"/>
                    <a:pt x="1484" y="742"/>
                  </a:cubicBezTo>
                  <a:cubicBezTo>
                    <a:pt x="1484" y="742"/>
                    <a:pt x="858" y="765"/>
                    <a:pt x="742" y="765"/>
                  </a:cubicBezTo>
                  <a:cubicBezTo>
                    <a:pt x="696" y="765"/>
                    <a:pt x="603" y="788"/>
                    <a:pt x="487" y="811"/>
                  </a:cubicBezTo>
                  <a:cubicBezTo>
                    <a:pt x="441" y="858"/>
                    <a:pt x="418" y="904"/>
                    <a:pt x="395" y="927"/>
                  </a:cubicBezTo>
                  <a:cubicBezTo>
                    <a:pt x="325" y="997"/>
                    <a:pt x="557" y="1089"/>
                    <a:pt x="603" y="1205"/>
                  </a:cubicBezTo>
                  <a:cubicBezTo>
                    <a:pt x="650" y="1298"/>
                    <a:pt x="302" y="1275"/>
                    <a:pt x="302" y="1437"/>
                  </a:cubicBezTo>
                  <a:cubicBezTo>
                    <a:pt x="302" y="1576"/>
                    <a:pt x="186" y="1692"/>
                    <a:pt x="93" y="1785"/>
                  </a:cubicBezTo>
                  <a:cubicBezTo>
                    <a:pt x="1" y="1854"/>
                    <a:pt x="348" y="2156"/>
                    <a:pt x="348" y="2248"/>
                  </a:cubicBezTo>
                  <a:cubicBezTo>
                    <a:pt x="372" y="2364"/>
                    <a:pt x="441" y="2457"/>
                    <a:pt x="742" y="2758"/>
                  </a:cubicBezTo>
                  <a:cubicBezTo>
                    <a:pt x="1044" y="3036"/>
                    <a:pt x="905" y="3129"/>
                    <a:pt x="1299" y="3430"/>
                  </a:cubicBezTo>
                  <a:cubicBezTo>
                    <a:pt x="1345" y="3361"/>
                    <a:pt x="1414" y="3268"/>
                    <a:pt x="1554" y="3268"/>
                  </a:cubicBezTo>
                  <a:cubicBezTo>
                    <a:pt x="1808" y="3268"/>
                    <a:pt x="1716" y="3106"/>
                    <a:pt x="1623" y="2828"/>
                  </a:cubicBezTo>
                  <a:cubicBezTo>
                    <a:pt x="1525" y="2612"/>
                    <a:pt x="1709" y="2595"/>
                    <a:pt x="1866" y="2595"/>
                  </a:cubicBezTo>
                  <a:cubicBezTo>
                    <a:pt x="1895" y="2595"/>
                    <a:pt x="1923" y="2596"/>
                    <a:pt x="1947" y="2596"/>
                  </a:cubicBezTo>
                  <a:cubicBezTo>
                    <a:pt x="2133" y="2596"/>
                    <a:pt x="2063" y="2295"/>
                    <a:pt x="2202" y="2295"/>
                  </a:cubicBezTo>
                  <a:cubicBezTo>
                    <a:pt x="2311" y="2295"/>
                    <a:pt x="2359" y="2623"/>
                    <a:pt x="2480" y="2623"/>
                  </a:cubicBezTo>
                  <a:cubicBezTo>
                    <a:pt x="2488" y="2623"/>
                    <a:pt x="2496" y="2622"/>
                    <a:pt x="2504" y="2619"/>
                  </a:cubicBezTo>
                  <a:cubicBezTo>
                    <a:pt x="2515" y="2617"/>
                    <a:pt x="2525" y="2616"/>
                    <a:pt x="2535" y="2616"/>
                  </a:cubicBezTo>
                  <a:cubicBezTo>
                    <a:pt x="2638" y="2616"/>
                    <a:pt x="2719" y="2698"/>
                    <a:pt x="2831" y="2698"/>
                  </a:cubicBezTo>
                  <a:cubicBezTo>
                    <a:pt x="2852" y="2698"/>
                    <a:pt x="2874" y="2695"/>
                    <a:pt x="2898" y="2689"/>
                  </a:cubicBezTo>
                  <a:cubicBezTo>
                    <a:pt x="3060" y="2665"/>
                    <a:pt x="3060" y="2318"/>
                    <a:pt x="3060" y="2063"/>
                  </a:cubicBezTo>
                  <a:cubicBezTo>
                    <a:pt x="3060" y="1785"/>
                    <a:pt x="3106" y="1576"/>
                    <a:pt x="2944" y="1483"/>
                  </a:cubicBezTo>
                  <a:cubicBezTo>
                    <a:pt x="2759" y="1391"/>
                    <a:pt x="2620" y="1136"/>
                    <a:pt x="2828" y="1043"/>
                  </a:cubicBezTo>
                  <a:cubicBezTo>
                    <a:pt x="3037" y="950"/>
                    <a:pt x="3060" y="742"/>
                    <a:pt x="2898" y="603"/>
                  </a:cubicBezTo>
                  <a:cubicBezTo>
                    <a:pt x="2863" y="573"/>
                    <a:pt x="2820" y="563"/>
                    <a:pt x="2772" y="563"/>
                  </a:cubicBezTo>
                  <a:cubicBezTo>
                    <a:pt x="2643" y="563"/>
                    <a:pt x="2484" y="643"/>
                    <a:pt x="2409" y="643"/>
                  </a:cubicBezTo>
                  <a:cubicBezTo>
                    <a:pt x="2381" y="643"/>
                    <a:pt x="2365" y="632"/>
                    <a:pt x="2365" y="603"/>
                  </a:cubicBezTo>
                  <a:cubicBezTo>
                    <a:pt x="2365" y="533"/>
                    <a:pt x="2388" y="255"/>
                    <a:pt x="2411" y="47"/>
                  </a:cubicBezTo>
                  <a:cubicBezTo>
                    <a:pt x="2017" y="23"/>
                    <a:pt x="1600" y="0"/>
                    <a:pt x="1600"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59"/>
            <p:cNvSpPr/>
            <p:nvPr/>
          </p:nvSpPr>
          <p:spPr>
            <a:xfrm>
              <a:off x="4106946" y="3394314"/>
              <a:ext cx="36786" cy="23365"/>
            </a:xfrm>
            <a:custGeom>
              <a:avLst/>
              <a:gdLst/>
              <a:ahLst/>
              <a:cxnLst/>
              <a:rect l="l" t="t" r="r" b="b"/>
              <a:pathLst>
                <a:path w="1206" h="766" extrusionOk="0">
                  <a:moveTo>
                    <a:pt x="1182" y="1"/>
                  </a:moveTo>
                  <a:lnTo>
                    <a:pt x="1043" y="24"/>
                  </a:lnTo>
                  <a:lnTo>
                    <a:pt x="278" y="24"/>
                  </a:lnTo>
                  <a:cubicBezTo>
                    <a:pt x="278" y="24"/>
                    <a:pt x="278" y="47"/>
                    <a:pt x="302" y="47"/>
                  </a:cubicBezTo>
                  <a:cubicBezTo>
                    <a:pt x="371" y="163"/>
                    <a:pt x="325" y="348"/>
                    <a:pt x="162" y="395"/>
                  </a:cubicBezTo>
                  <a:cubicBezTo>
                    <a:pt x="0" y="464"/>
                    <a:pt x="0" y="603"/>
                    <a:pt x="139" y="626"/>
                  </a:cubicBezTo>
                  <a:cubicBezTo>
                    <a:pt x="232" y="626"/>
                    <a:pt x="209" y="696"/>
                    <a:pt x="162" y="765"/>
                  </a:cubicBezTo>
                  <a:cubicBezTo>
                    <a:pt x="278" y="742"/>
                    <a:pt x="371" y="719"/>
                    <a:pt x="417" y="719"/>
                  </a:cubicBezTo>
                  <a:cubicBezTo>
                    <a:pt x="556" y="719"/>
                    <a:pt x="1159" y="696"/>
                    <a:pt x="1159" y="696"/>
                  </a:cubicBezTo>
                  <a:cubicBezTo>
                    <a:pt x="1159" y="696"/>
                    <a:pt x="1205" y="395"/>
                    <a:pt x="11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59"/>
            <p:cNvSpPr/>
            <p:nvPr/>
          </p:nvSpPr>
          <p:spPr>
            <a:xfrm>
              <a:off x="4136624" y="3369577"/>
              <a:ext cx="117374" cy="147053"/>
            </a:xfrm>
            <a:custGeom>
              <a:avLst/>
              <a:gdLst/>
              <a:ahLst/>
              <a:cxnLst/>
              <a:rect l="l" t="t" r="r" b="b"/>
              <a:pathLst>
                <a:path w="3848" h="4821" extrusionOk="0">
                  <a:moveTo>
                    <a:pt x="3338" y="0"/>
                  </a:moveTo>
                  <a:lnTo>
                    <a:pt x="3106" y="70"/>
                  </a:lnTo>
                  <a:lnTo>
                    <a:pt x="2805" y="139"/>
                  </a:lnTo>
                  <a:cubicBezTo>
                    <a:pt x="2805" y="139"/>
                    <a:pt x="2828" y="371"/>
                    <a:pt x="2689" y="533"/>
                  </a:cubicBezTo>
                  <a:cubicBezTo>
                    <a:pt x="2550" y="696"/>
                    <a:pt x="2527" y="1066"/>
                    <a:pt x="2527" y="1066"/>
                  </a:cubicBezTo>
                  <a:cubicBezTo>
                    <a:pt x="2527" y="1066"/>
                    <a:pt x="2007" y="807"/>
                    <a:pt x="1803" y="807"/>
                  </a:cubicBezTo>
                  <a:cubicBezTo>
                    <a:pt x="1787" y="807"/>
                    <a:pt x="1773" y="808"/>
                    <a:pt x="1762" y="812"/>
                  </a:cubicBezTo>
                  <a:lnTo>
                    <a:pt x="1113" y="812"/>
                  </a:lnTo>
                  <a:cubicBezTo>
                    <a:pt x="1090" y="1020"/>
                    <a:pt x="1067" y="1298"/>
                    <a:pt x="1067" y="1368"/>
                  </a:cubicBezTo>
                  <a:cubicBezTo>
                    <a:pt x="1067" y="1397"/>
                    <a:pt x="1083" y="1408"/>
                    <a:pt x="1111" y="1408"/>
                  </a:cubicBezTo>
                  <a:cubicBezTo>
                    <a:pt x="1186" y="1408"/>
                    <a:pt x="1345" y="1328"/>
                    <a:pt x="1474" y="1328"/>
                  </a:cubicBezTo>
                  <a:cubicBezTo>
                    <a:pt x="1522" y="1328"/>
                    <a:pt x="1565" y="1338"/>
                    <a:pt x="1600" y="1368"/>
                  </a:cubicBezTo>
                  <a:cubicBezTo>
                    <a:pt x="1762" y="1507"/>
                    <a:pt x="1739" y="1715"/>
                    <a:pt x="1530" y="1808"/>
                  </a:cubicBezTo>
                  <a:cubicBezTo>
                    <a:pt x="1322" y="1901"/>
                    <a:pt x="1461" y="2133"/>
                    <a:pt x="1646" y="2248"/>
                  </a:cubicBezTo>
                  <a:cubicBezTo>
                    <a:pt x="1808" y="2341"/>
                    <a:pt x="1762" y="2550"/>
                    <a:pt x="1762" y="2828"/>
                  </a:cubicBezTo>
                  <a:cubicBezTo>
                    <a:pt x="1762" y="3083"/>
                    <a:pt x="1762" y="3430"/>
                    <a:pt x="1600" y="3454"/>
                  </a:cubicBezTo>
                  <a:cubicBezTo>
                    <a:pt x="1576" y="3460"/>
                    <a:pt x="1554" y="3463"/>
                    <a:pt x="1533" y="3463"/>
                  </a:cubicBezTo>
                  <a:cubicBezTo>
                    <a:pt x="1421" y="3463"/>
                    <a:pt x="1340" y="3381"/>
                    <a:pt x="1237" y="3381"/>
                  </a:cubicBezTo>
                  <a:cubicBezTo>
                    <a:pt x="1227" y="3381"/>
                    <a:pt x="1217" y="3382"/>
                    <a:pt x="1206" y="3384"/>
                  </a:cubicBezTo>
                  <a:cubicBezTo>
                    <a:pt x="1198" y="3387"/>
                    <a:pt x="1190" y="3388"/>
                    <a:pt x="1182" y="3388"/>
                  </a:cubicBezTo>
                  <a:cubicBezTo>
                    <a:pt x="1064" y="3388"/>
                    <a:pt x="1035" y="3060"/>
                    <a:pt x="904" y="3060"/>
                  </a:cubicBezTo>
                  <a:cubicBezTo>
                    <a:pt x="765" y="3060"/>
                    <a:pt x="835" y="3361"/>
                    <a:pt x="649" y="3361"/>
                  </a:cubicBezTo>
                  <a:cubicBezTo>
                    <a:pt x="609" y="3361"/>
                    <a:pt x="561" y="3358"/>
                    <a:pt x="514" y="3358"/>
                  </a:cubicBezTo>
                  <a:cubicBezTo>
                    <a:pt x="373" y="3358"/>
                    <a:pt x="238" y="3384"/>
                    <a:pt x="325" y="3593"/>
                  </a:cubicBezTo>
                  <a:cubicBezTo>
                    <a:pt x="418" y="3871"/>
                    <a:pt x="510" y="4033"/>
                    <a:pt x="256" y="4033"/>
                  </a:cubicBezTo>
                  <a:cubicBezTo>
                    <a:pt x="116" y="4033"/>
                    <a:pt x="47" y="4102"/>
                    <a:pt x="1" y="4195"/>
                  </a:cubicBezTo>
                  <a:cubicBezTo>
                    <a:pt x="1" y="4195"/>
                    <a:pt x="24" y="4218"/>
                    <a:pt x="47" y="4241"/>
                  </a:cubicBezTo>
                  <a:cubicBezTo>
                    <a:pt x="279" y="4404"/>
                    <a:pt x="418" y="4612"/>
                    <a:pt x="510" y="4821"/>
                  </a:cubicBezTo>
                  <a:cubicBezTo>
                    <a:pt x="725" y="4671"/>
                    <a:pt x="940" y="4540"/>
                    <a:pt x="1007" y="4540"/>
                  </a:cubicBezTo>
                  <a:cubicBezTo>
                    <a:pt x="1012" y="4540"/>
                    <a:pt x="1017" y="4541"/>
                    <a:pt x="1020" y="4543"/>
                  </a:cubicBezTo>
                  <a:cubicBezTo>
                    <a:pt x="1099" y="4574"/>
                    <a:pt x="1157" y="4660"/>
                    <a:pt x="1244" y="4660"/>
                  </a:cubicBezTo>
                  <a:cubicBezTo>
                    <a:pt x="1285" y="4660"/>
                    <a:pt x="1332" y="4641"/>
                    <a:pt x="1391" y="4589"/>
                  </a:cubicBezTo>
                  <a:cubicBezTo>
                    <a:pt x="1485" y="4506"/>
                    <a:pt x="1584" y="4469"/>
                    <a:pt x="1664" y="4469"/>
                  </a:cubicBezTo>
                  <a:cubicBezTo>
                    <a:pt x="1762" y="4469"/>
                    <a:pt x="1831" y="4523"/>
                    <a:pt x="1831" y="4612"/>
                  </a:cubicBezTo>
                  <a:cubicBezTo>
                    <a:pt x="1831" y="4688"/>
                    <a:pt x="1846" y="4723"/>
                    <a:pt x="1879" y="4723"/>
                  </a:cubicBezTo>
                  <a:cubicBezTo>
                    <a:pt x="1916" y="4723"/>
                    <a:pt x="1976" y="4676"/>
                    <a:pt x="2063" y="4589"/>
                  </a:cubicBezTo>
                  <a:cubicBezTo>
                    <a:pt x="2249" y="4404"/>
                    <a:pt x="2411" y="4612"/>
                    <a:pt x="2411" y="4265"/>
                  </a:cubicBezTo>
                  <a:cubicBezTo>
                    <a:pt x="2411" y="3940"/>
                    <a:pt x="2619" y="4241"/>
                    <a:pt x="2619" y="3871"/>
                  </a:cubicBezTo>
                  <a:cubicBezTo>
                    <a:pt x="2619" y="3500"/>
                    <a:pt x="2643" y="3129"/>
                    <a:pt x="2643" y="2967"/>
                  </a:cubicBezTo>
                  <a:cubicBezTo>
                    <a:pt x="2643" y="2781"/>
                    <a:pt x="3129" y="2619"/>
                    <a:pt x="3129" y="2341"/>
                  </a:cubicBezTo>
                  <a:cubicBezTo>
                    <a:pt x="3129" y="2086"/>
                    <a:pt x="3523" y="1530"/>
                    <a:pt x="3523" y="1206"/>
                  </a:cubicBezTo>
                  <a:cubicBezTo>
                    <a:pt x="3523" y="858"/>
                    <a:pt x="3616" y="788"/>
                    <a:pt x="3732" y="626"/>
                  </a:cubicBezTo>
                  <a:cubicBezTo>
                    <a:pt x="3801" y="510"/>
                    <a:pt x="3848" y="279"/>
                    <a:pt x="3801" y="70"/>
                  </a:cubicBezTo>
                  <a:lnTo>
                    <a:pt x="33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59"/>
            <p:cNvSpPr/>
            <p:nvPr/>
          </p:nvSpPr>
          <p:spPr>
            <a:xfrm>
              <a:off x="4305573" y="3032378"/>
              <a:ext cx="276414" cy="339096"/>
            </a:xfrm>
            <a:custGeom>
              <a:avLst/>
              <a:gdLst/>
              <a:ahLst/>
              <a:cxnLst/>
              <a:rect l="l" t="t" r="r" b="b"/>
              <a:pathLst>
                <a:path w="9062" h="11117" extrusionOk="0">
                  <a:moveTo>
                    <a:pt x="7486" y="1"/>
                  </a:moveTo>
                  <a:cubicBezTo>
                    <a:pt x="7486" y="24"/>
                    <a:pt x="7463" y="24"/>
                    <a:pt x="7463" y="24"/>
                  </a:cubicBezTo>
                  <a:cubicBezTo>
                    <a:pt x="7328" y="217"/>
                    <a:pt x="7321" y="233"/>
                    <a:pt x="7242" y="233"/>
                  </a:cubicBezTo>
                  <a:cubicBezTo>
                    <a:pt x="7227" y="233"/>
                    <a:pt x="7208" y="233"/>
                    <a:pt x="7185" y="233"/>
                  </a:cubicBezTo>
                  <a:cubicBezTo>
                    <a:pt x="7023" y="233"/>
                    <a:pt x="7069" y="603"/>
                    <a:pt x="6814" y="603"/>
                  </a:cubicBezTo>
                  <a:cubicBezTo>
                    <a:pt x="6559" y="603"/>
                    <a:pt x="6652" y="858"/>
                    <a:pt x="6490" y="858"/>
                  </a:cubicBezTo>
                  <a:cubicBezTo>
                    <a:pt x="6327" y="858"/>
                    <a:pt x="6211" y="696"/>
                    <a:pt x="6211" y="696"/>
                  </a:cubicBezTo>
                  <a:lnTo>
                    <a:pt x="5493" y="696"/>
                  </a:lnTo>
                  <a:cubicBezTo>
                    <a:pt x="5493" y="696"/>
                    <a:pt x="5383" y="586"/>
                    <a:pt x="5292" y="586"/>
                  </a:cubicBezTo>
                  <a:cubicBezTo>
                    <a:pt x="5273" y="586"/>
                    <a:pt x="5254" y="591"/>
                    <a:pt x="5238" y="603"/>
                  </a:cubicBezTo>
                  <a:cubicBezTo>
                    <a:pt x="5145" y="673"/>
                    <a:pt x="5053" y="742"/>
                    <a:pt x="5053" y="742"/>
                  </a:cubicBezTo>
                  <a:lnTo>
                    <a:pt x="1715" y="742"/>
                  </a:lnTo>
                  <a:lnTo>
                    <a:pt x="1715" y="1878"/>
                  </a:lnTo>
                  <a:lnTo>
                    <a:pt x="1206" y="1878"/>
                  </a:lnTo>
                  <a:lnTo>
                    <a:pt x="1206" y="3663"/>
                  </a:lnTo>
                  <a:cubicBezTo>
                    <a:pt x="1206" y="3663"/>
                    <a:pt x="1229" y="4219"/>
                    <a:pt x="1136" y="4242"/>
                  </a:cubicBezTo>
                  <a:cubicBezTo>
                    <a:pt x="1043" y="4288"/>
                    <a:pt x="673" y="4381"/>
                    <a:pt x="673" y="4543"/>
                  </a:cubicBezTo>
                  <a:cubicBezTo>
                    <a:pt x="673" y="4705"/>
                    <a:pt x="626" y="4844"/>
                    <a:pt x="464" y="4891"/>
                  </a:cubicBezTo>
                  <a:cubicBezTo>
                    <a:pt x="302" y="4914"/>
                    <a:pt x="464" y="5285"/>
                    <a:pt x="232" y="5285"/>
                  </a:cubicBezTo>
                  <a:cubicBezTo>
                    <a:pt x="0" y="5285"/>
                    <a:pt x="325" y="5563"/>
                    <a:pt x="186" y="5702"/>
                  </a:cubicBezTo>
                  <a:cubicBezTo>
                    <a:pt x="47" y="5818"/>
                    <a:pt x="93" y="6003"/>
                    <a:pt x="255" y="6003"/>
                  </a:cubicBezTo>
                  <a:cubicBezTo>
                    <a:pt x="418" y="6003"/>
                    <a:pt x="371" y="6212"/>
                    <a:pt x="371" y="6397"/>
                  </a:cubicBezTo>
                  <a:cubicBezTo>
                    <a:pt x="371" y="6606"/>
                    <a:pt x="626" y="6745"/>
                    <a:pt x="626" y="6745"/>
                  </a:cubicBezTo>
                  <a:lnTo>
                    <a:pt x="557" y="6977"/>
                  </a:lnTo>
                  <a:cubicBezTo>
                    <a:pt x="557" y="6977"/>
                    <a:pt x="927" y="7417"/>
                    <a:pt x="974" y="7510"/>
                  </a:cubicBezTo>
                  <a:cubicBezTo>
                    <a:pt x="997" y="7602"/>
                    <a:pt x="1206" y="7880"/>
                    <a:pt x="997" y="7973"/>
                  </a:cubicBezTo>
                  <a:cubicBezTo>
                    <a:pt x="812" y="8089"/>
                    <a:pt x="927" y="8182"/>
                    <a:pt x="927" y="8182"/>
                  </a:cubicBezTo>
                  <a:lnTo>
                    <a:pt x="1182" y="8228"/>
                  </a:lnTo>
                  <a:lnTo>
                    <a:pt x="1229" y="8390"/>
                  </a:lnTo>
                  <a:cubicBezTo>
                    <a:pt x="1229" y="8390"/>
                    <a:pt x="1507" y="8390"/>
                    <a:pt x="1669" y="8599"/>
                  </a:cubicBezTo>
                  <a:cubicBezTo>
                    <a:pt x="1854" y="8784"/>
                    <a:pt x="1901" y="8831"/>
                    <a:pt x="1901" y="8923"/>
                  </a:cubicBezTo>
                  <a:cubicBezTo>
                    <a:pt x="1901" y="9039"/>
                    <a:pt x="2040" y="9062"/>
                    <a:pt x="2248" y="9225"/>
                  </a:cubicBezTo>
                  <a:cubicBezTo>
                    <a:pt x="2457" y="9410"/>
                    <a:pt x="2457" y="9503"/>
                    <a:pt x="2457" y="9595"/>
                  </a:cubicBezTo>
                  <a:cubicBezTo>
                    <a:pt x="2457" y="9711"/>
                    <a:pt x="2828" y="9874"/>
                    <a:pt x="2828" y="9874"/>
                  </a:cubicBezTo>
                  <a:lnTo>
                    <a:pt x="2944" y="10175"/>
                  </a:lnTo>
                  <a:cubicBezTo>
                    <a:pt x="3013" y="10221"/>
                    <a:pt x="3060" y="10267"/>
                    <a:pt x="3083" y="10337"/>
                  </a:cubicBezTo>
                  <a:cubicBezTo>
                    <a:pt x="3152" y="10499"/>
                    <a:pt x="3338" y="10592"/>
                    <a:pt x="3338" y="10592"/>
                  </a:cubicBezTo>
                  <a:cubicBezTo>
                    <a:pt x="3338" y="10592"/>
                    <a:pt x="3420" y="10654"/>
                    <a:pt x="3516" y="10654"/>
                  </a:cubicBezTo>
                  <a:cubicBezTo>
                    <a:pt x="3564" y="10654"/>
                    <a:pt x="3616" y="10638"/>
                    <a:pt x="3662" y="10592"/>
                  </a:cubicBezTo>
                  <a:cubicBezTo>
                    <a:pt x="3700" y="10554"/>
                    <a:pt x="3740" y="10540"/>
                    <a:pt x="3777" y="10540"/>
                  </a:cubicBezTo>
                  <a:cubicBezTo>
                    <a:pt x="3878" y="10540"/>
                    <a:pt x="3963" y="10638"/>
                    <a:pt x="3963" y="10638"/>
                  </a:cubicBezTo>
                  <a:cubicBezTo>
                    <a:pt x="3963" y="10638"/>
                    <a:pt x="4082" y="10549"/>
                    <a:pt x="4177" y="10549"/>
                  </a:cubicBezTo>
                  <a:cubicBezTo>
                    <a:pt x="4201" y="10549"/>
                    <a:pt x="4223" y="10555"/>
                    <a:pt x="4242" y="10569"/>
                  </a:cubicBezTo>
                  <a:cubicBezTo>
                    <a:pt x="4311" y="10615"/>
                    <a:pt x="4612" y="10847"/>
                    <a:pt x="4867" y="11102"/>
                  </a:cubicBezTo>
                  <a:cubicBezTo>
                    <a:pt x="4914" y="11079"/>
                    <a:pt x="5169" y="10986"/>
                    <a:pt x="5284" y="10986"/>
                  </a:cubicBezTo>
                  <a:cubicBezTo>
                    <a:pt x="5291" y="10985"/>
                    <a:pt x="5297" y="10984"/>
                    <a:pt x="5303" y="10984"/>
                  </a:cubicBezTo>
                  <a:cubicBezTo>
                    <a:pt x="5400" y="10984"/>
                    <a:pt x="5521" y="11116"/>
                    <a:pt x="5582" y="11116"/>
                  </a:cubicBezTo>
                  <a:cubicBezTo>
                    <a:pt x="5593" y="11116"/>
                    <a:pt x="5602" y="11112"/>
                    <a:pt x="5609" y="11102"/>
                  </a:cubicBezTo>
                  <a:cubicBezTo>
                    <a:pt x="5648" y="11043"/>
                    <a:pt x="5834" y="10952"/>
                    <a:pt x="5962" y="10952"/>
                  </a:cubicBezTo>
                  <a:cubicBezTo>
                    <a:pt x="5986" y="10952"/>
                    <a:pt x="6008" y="10955"/>
                    <a:pt x="6026" y="10963"/>
                  </a:cubicBezTo>
                  <a:cubicBezTo>
                    <a:pt x="6072" y="10986"/>
                    <a:pt x="6153" y="11003"/>
                    <a:pt x="6223" y="11003"/>
                  </a:cubicBezTo>
                  <a:cubicBezTo>
                    <a:pt x="6293" y="11003"/>
                    <a:pt x="6350" y="10986"/>
                    <a:pt x="6350" y="10940"/>
                  </a:cubicBezTo>
                  <a:cubicBezTo>
                    <a:pt x="6350" y="10893"/>
                    <a:pt x="6466" y="10824"/>
                    <a:pt x="6536" y="10777"/>
                  </a:cubicBezTo>
                  <a:cubicBezTo>
                    <a:pt x="6582" y="10731"/>
                    <a:pt x="6605" y="10708"/>
                    <a:pt x="6605" y="10685"/>
                  </a:cubicBezTo>
                  <a:cubicBezTo>
                    <a:pt x="6629" y="10592"/>
                    <a:pt x="6930" y="10407"/>
                    <a:pt x="7046" y="10383"/>
                  </a:cubicBezTo>
                  <a:cubicBezTo>
                    <a:pt x="7088" y="10375"/>
                    <a:pt x="7134" y="10369"/>
                    <a:pt x="7178" y="10369"/>
                  </a:cubicBezTo>
                  <a:cubicBezTo>
                    <a:pt x="7254" y="10369"/>
                    <a:pt x="7326" y="10386"/>
                    <a:pt x="7370" y="10430"/>
                  </a:cubicBezTo>
                  <a:cubicBezTo>
                    <a:pt x="7393" y="10453"/>
                    <a:pt x="7440" y="10476"/>
                    <a:pt x="7509" y="10499"/>
                  </a:cubicBezTo>
                  <a:cubicBezTo>
                    <a:pt x="7556" y="10198"/>
                    <a:pt x="7625" y="10036"/>
                    <a:pt x="7509" y="10036"/>
                  </a:cubicBezTo>
                  <a:cubicBezTo>
                    <a:pt x="7370" y="10036"/>
                    <a:pt x="7115" y="9897"/>
                    <a:pt x="6999" y="9619"/>
                  </a:cubicBezTo>
                  <a:cubicBezTo>
                    <a:pt x="6907" y="9340"/>
                    <a:pt x="6605" y="9178"/>
                    <a:pt x="6536" y="9016"/>
                  </a:cubicBezTo>
                  <a:cubicBezTo>
                    <a:pt x="6466" y="8854"/>
                    <a:pt x="6096" y="8877"/>
                    <a:pt x="6026" y="8738"/>
                  </a:cubicBezTo>
                  <a:cubicBezTo>
                    <a:pt x="5956" y="8599"/>
                    <a:pt x="6142" y="8599"/>
                    <a:pt x="6142" y="8437"/>
                  </a:cubicBezTo>
                  <a:cubicBezTo>
                    <a:pt x="6142" y="8356"/>
                    <a:pt x="6240" y="8338"/>
                    <a:pt x="6342" y="8338"/>
                  </a:cubicBezTo>
                  <a:cubicBezTo>
                    <a:pt x="6418" y="8338"/>
                    <a:pt x="6495" y="8348"/>
                    <a:pt x="6534" y="8348"/>
                  </a:cubicBezTo>
                  <a:cubicBezTo>
                    <a:pt x="6547" y="8348"/>
                    <a:pt x="6556" y="8347"/>
                    <a:pt x="6559" y="8344"/>
                  </a:cubicBezTo>
                  <a:cubicBezTo>
                    <a:pt x="6605" y="8298"/>
                    <a:pt x="6629" y="7927"/>
                    <a:pt x="6629" y="7718"/>
                  </a:cubicBezTo>
                  <a:cubicBezTo>
                    <a:pt x="6629" y="7533"/>
                    <a:pt x="6907" y="7324"/>
                    <a:pt x="6814" y="7232"/>
                  </a:cubicBezTo>
                  <a:cubicBezTo>
                    <a:pt x="6698" y="7116"/>
                    <a:pt x="6907" y="7092"/>
                    <a:pt x="7046" y="6977"/>
                  </a:cubicBezTo>
                  <a:cubicBezTo>
                    <a:pt x="7185" y="6884"/>
                    <a:pt x="7069" y="6583"/>
                    <a:pt x="7208" y="6444"/>
                  </a:cubicBezTo>
                  <a:cubicBezTo>
                    <a:pt x="7347" y="6305"/>
                    <a:pt x="7440" y="6026"/>
                    <a:pt x="7556" y="6026"/>
                  </a:cubicBezTo>
                  <a:cubicBezTo>
                    <a:pt x="7648" y="6026"/>
                    <a:pt x="7787" y="5911"/>
                    <a:pt x="7787" y="5772"/>
                  </a:cubicBezTo>
                  <a:cubicBezTo>
                    <a:pt x="7787" y="5632"/>
                    <a:pt x="8019" y="5354"/>
                    <a:pt x="7996" y="5123"/>
                  </a:cubicBezTo>
                  <a:cubicBezTo>
                    <a:pt x="7950" y="4891"/>
                    <a:pt x="7857" y="4590"/>
                    <a:pt x="8019" y="4381"/>
                  </a:cubicBezTo>
                  <a:cubicBezTo>
                    <a:pt x="8181" y="4172"/>
                    <a:pt x="8251" y="4010"/>
                    <a:pt x="8228" y="3848"/>
                  </a:cubicBezTo>
                  <a:cubicBezTo>
                    <a:pt x="8181" y="3686"/>
                    <a:pt x="8436" y="3639"/>
                    <a:pt x="8529" y="3547"/>
                  </a:cubicBezTo>
                  <a:cubicBezTo>
                    <a:pt x="8598" y="3477"/>
                    <a:pt x="8853" y="3361"/>
                    <a:pt x="9062" y="3060"/>
                  </a:cubicBezTo>
                  <a:cubicBezTo>
                    <a:pt x="8923" y="2898"/>
                    <a:pt x="8807" y="2782"/>
                    <a:pt x="8714" y="2736"/>
                  </a:cubicBezTo>
                  <a:cubicBezTo>
                    <a:pt x="8506" y="2643"/>
                    <a:pt x="8390" y="2318"/>
                    <a:pt x="8390" y="1878"/>
                  </a:cubicBezTo>
                  <a:cubicBezTo>
                    <a:pt x="8390" y="1461"/>
                    <a:pt x="8274" y="1113"/>
                    <a:pt x="8274" y="974"/>
                  </a:cubicBezTo>
                  <a:cubicBezTo>
                    <a:pt x="8251" y="835"/>
                    <a:pt x="8042" y="557"/>
                    <a:pt x="7787" y="418"/>
                  </a:cubicBezTo>
                  <a:cubicBezTo>
                    <a:pt x="7602" y="325"/>
                    <a:pt x="7509" y="163"/>
                    <a:pt x="748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59"/>
            <p:cNvSpPr/>
            <p:nvPr/>
          </p:nvSpPr>
          <p:spPr>
            <a:xfrm>
              <a:off x="4633558" y="3216884"/>
              <a:ext cx="32546" cy="31845"/>
            </a:xfrm>
            <a:custGeom>
              <a:avLst/>
              <a:gdLst/>
              <a:ahLst/>
              <a:cxnLst/>
              <a:rect l="l" t="t" r="r" b="b"/>
              <a:pathLst>
                <a:path w="1067" h="1044" extrusionOk="0">
                  <a:moveTo>
                    <a:pt x="789" y="1"/>
                  </a:moveTo>
                  <a:cubicBezTo>
                    <a:pt x="719" y="47"/>
                    <a:pt x="673" y="93"/>
                    <a:pt x="650" y="116"/>
                  </a:cubicBezTo>
                  <a:cubicBezTo>
                    <a:pt x="626" y="140"/>
                    <a:pt x="592" y="145"/>
                    <a:pt x="548" y="145"/>
                  </a:cubicBezTo>
                  <a:cubicBezTo>
                    <a:pt x="505" y="145"/>
                    <a:pt x="453" y="140"/>
                    <a:pt x="395" y="140"/>
                  </a:cubicBezTo>
                  <a:cubicBezTo>
                    <a:pt x="348" y="186"/>
                    <a:pt x="232" y="395"/>
                    <a:pt x="117" y="510"/>
                  </a:cubicBezTo>
                  <a:cubicBezTo>
                    <a:pt x="1" y="650"/>
                    <a:pt x="70" y="904"/>
                    <a:pt x="117" y="974"/>
                  </a:cubicBezTo>
                  <a:cubicBezTo>
                    <a:pt x="126" y="1003"/>
                    <a:pt x="160" y="1016"/>
                    <a:pt x="205" y="1016"/>
                  </a:cubicBezTo>
                  <a:cubicBezTo>
                    <a:pt x="268" y="1016"/>
                    <a:pt x="351" y="991"/>
                    <a:pt x="418" y="951"/>
                  </a:cubicBezTo>
                  <a:cubicBezTo>
                    <a:pt x="440" y="936"/>
                    <a:pt x="462" y="928"/>
                    <a:pt x="485" y="928"/>
                  </a:cubicBezTo>
                  <a:cubicBezTo>
                    <a:pt x="536" y="928"/>
                    <a:pt x="594" y="964"/>
                    <a:pt x="673" y="1043"/>
                  </a:cubicBezTo>
                  <a:cubicBezTo>
                    <a:pt x="742" y="951"/>
                    <a:pt x="812" y="858"/>
                    <a:pt x="905" y="765"/>
                  </a:cubicBezTo>
                  <a:cubicBezTo>
                    <a:pt x="766" y="696"/>
                    <a:pt x="626" y="696"/>
                    <a:pt x="603" y="650"/>
                  </a:cubicBezTo>
                  <a:cubicBezTo>
                    <a:pt x="557" y="603"/>
                    <a:pt x="766" y="441"/>
                    <a:pt x="928" y="395"/>
                  </a:cubicBezTo>
                  <a:cubicBezTo>
                    <a:pt x="1067" y="371"/>
                    <a:pt x="997" y="186"/>
                    <a:pt x="858" y="70"/>
                  </a:cubicBezTo>
                  <a:cubicBezTo>
                    <a:pt x="858" y="47"/>
                    <a:pt x="812" y="24"/>
                    <a:pt x="7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59"/>
            <p:cNvSpPr/>
            <p:nvPr/>
          </p:nvSpPr>
          <p:spPr>
            <a:xfrm>
              <a:off x="4545195" y="3125714"/>
              <a:ext cx="112432" cy="95625"/>
            </a:xfrm>
            <a:custGeom>
              <a:avLst/>
              <a:gdLst/>
              <a:ahLst/>
              <a:cxnLst/>
              <a:rect l="l" t="t" r="r" b="b"/>
              <a:pathLst>
                <a:path w="3686" h="3135" extrusionOk="0">
                  <a:moveTo>
                    <a:pt x="1183" y="0"/>
                  </a:moveTo>
                  <a:cubicBezTo>
                    <a:pt x="997" y="301"/>
                    <a:pt x="742" y="417"/>
                    <a:pt x="673" y="487"/>
                  </a:cubicBezTo>
                  <a:cubicBezTo>
                    <a:pt x="580" y="579"/>
                    <a:pt x="325" y="626"/>
                    <a:pt x="372" y="788"/>
                  </a:cubicBezTo>
                  <a:cubicBezTo>
                    <a:pt x="395" y="950"/>
                    <a:pt x="325" y="1136"/>
                    <a:pt x="163" y="1321"/>
                  </a:cubicBezTo>
                  <a:cubicBezTo>
                    <a:pt x="1" y="1530"/>
                    <a:pt x="94" y="1831"/>
                    <a:pt x="140" y="2063"/>
                  </a:cubicBezTo>
                  <a:cubicBezTo>
                    <a:pt x="233" y="2063"/>
                    <a:pt x="331" y="2057"/>
                    <a:pt x="412" y="2057"/>
                  </a:cubicBezTo>
                  <a:cubicBezTo>
                    <a:pt x="493" y="2057"/>
                    <a:pt x="557" y="2063"/>
                    <a:pt x="580" y="2086"/>
                  </a:cubicBezTo>
                  <a:cubicBezTo>
                    <a:pt x="606" y="2111"/>
                    <a:pt x="626" y="2123"/>
                    <a:pt x="643" y="2123"/>
                  </a:cubicBezTo>
                  <a:cubicBezTo>
                    <a:pt x="689" y="2123"/>
                    <a:pt x="715" y="2041"/>
                    <a:pt x="766" y="1924"/>
                  </a:cubicBezTo>
                  <a:cubicBezTo>
                    <a:pt x="791" y="1823"/>
                    <a:pt x="830" y="1784"/>
                    <a:pt x="878" y="1784"/>
                  </a:cubicBezTo>
                  <a:cubicBezTo>
                    <a:pt x="919" y="1784"/>
                    <a:pt x="968" y="1812"/>
                    <a:pt x="1021" y="1854"/>
                  </a:cubicBezTo>
                  <a:cubicBezTo>
                    <a:pt x="1094" y="1927"/>
                    <a:pt x="1152" y="2014"/>
                    <a:pt x="1253" y="2014"/>
                  </a:cubicBezTo>
                  <a:cubicBezTo>
                    <a:pt x="1280" y="2014"/>
                    <a:pt x="1310" y="2008"/>
                    <a:pt x="1345" y="1993"/>
                  </a:cubicBezTo>
                  <a:cubicBezTo>
                    <a:pt x="1423" y="1954"/>
                    <a:pt x="1464" y="1940"/>
                    <a:pt x="1491" y="1940"/>
                  </a:cubicBezTo>
                  <a:cubicBezTo>
                    <a:pt x="1527" y="1940"/>
                    <a:pt x="1537" y="1966"/>
                    <a:pt x="1577" y="1993"/>
                  </a:cubicBezTo>
                  <a:cubicBezTo>
                    <a:pt x="1596" y="1998"/>
                    <a:pt x="1627" y="2000"/>
                    <a:pt x="1665" y="2000"/>
                  </a:cubicBezTo>
                  <a:cubicBezTo>
                    <a:pt x="1768" y="2000"/>
                    <a:pt x="1922" y="1986"/>
                    <a:pt x="2033" y="1986"/>
                  </a:cubicBezTo>
                  <a:cubicBezTo>
                    <a:pt x="2074" y="1986"/>
                    <a:pt x="2108" y="1988"/>
                    <a:pt x="2133" y="1993"/>
                  </a:cubicBezTo>
                  <a:cubicBezTo>
                    <a:pt x="2249" y="2016"/>
                    <a:pt x="3292" y="3105"/>
                    <a:pt x="3292" y="3105"/>
                  </a:cubicBezTo>
                  <a:cubicBezTo>
                    <a:pt x="3292" y="3105"/>
                    <a:pt x="3292" y="3105"/>
                    <a:pt x="3292" y="3129"/>
                  </a:cubicBezTo>
                  <a:cubicBezTo>
                    <a:pt x="3350" y="3129"/>
                    <a:pt x="3402" y="3134"/>
                    <a:pt x="3445" y="3134"/>
                  </a:cubicBezTo>
                  <a:cubicBezTo>
                    <a:pt x="3489" y="3134"/>
                    <a:pt x="3523" y="3129"/>
                    <a:pt x="3547" y="3105"/>
                  </a:cubicBezTo>
                  <a:cubicBezTo>
                    <a:pt x="3570" y="3082"/>
                    <a:pt x="3616" y="3036"/>
                    <a:pt x="3686" y="3013"/>
                  </a:cubicBezTo>
                  <a:cubicBezTo>
                    <a:pt x="3570" y="2874"/>
                    <a:pt x="3361" y="2665"/>
                    <a:pt x="3106" y="2341"/>
                  </a:cubicBezTo>
                  <a:cubicBezTo>
                    <a:pt x="2805" y="1970"/>
                    <a:pt x="2434" y="1761"/>
                    <a:pt x="2249" y="1761"/>
                  </a:cubicBezTo>
                  <a:cubicBezTo>
                    <a:pt x="2063" y="1761"/>
                    <a:pt x="2017" y="1414"/>
                    <a:pt x="1901" y="1414"/>
                  </a:cubicBezTo>
                  <a:cubicBezTo>
                    <a:pt x="1785" y="1391"/>
                    <a:pt x="1507" y="904"/>
                    <a:pt x="1484" y="603"/>
                  </a:cubicBezTo>
                  <a:cubicBezTo>
                    <a:pt x="1484" y="440"/>
                    <a:pt x="1345" y="185"/>
                    <a:pt x="11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59"/>
            <p:cNvSpPr/>
            <p:nvPr/>
          </p:nvSpPr>
          <p:spPr>
            <a:xfrm>
              <a:off x="4487241" y="3180618"/>
              <a:ext cx="251676" cy="192715"/>
            </a:xfrm>
            <a:custGeom>
              <a:avLst/>
              <a:gdLst/>
              <a:ahLst/>
              <a:cxnLst/>
              <a:rect l="l" t="t" r="r" b="b"/>
              <a:pathLst>
                <a:path w="8251" h="6318" extrusionOk="0">
                  <a:moveTo>
                    <a:pt x="2781" y="1"/>
                  </a:moveTo>
                  <a:cubicBezTo>
                    <a:pt x="2731" y="1"/>
                    <a:pt x="2691" y="34"/>
                    <a:pt x="2666" y="124"/>
                  </a:cubicBezTo>
                  <a:cubicBezTo>
                    <a:pt x="2632" y="241"/>
                    <a:pt x="2598" y="323"/>
                    <a:pt x="2547" y="323"/>
                  </a:cubicBezTo>
                  <a:cubicBezTo>
                    <a:pt x="2527" y="323"/>
                    <a:pt x="2506" y="311"/>
                    <a:pt x="2480" y="286"/>
                  </a:cubicBezTo>
                  <a:cubicBezTo>
                    <a:pt x="2457" y="263"/>
                    <a:pt x="2225" y="263"/>
                    <a:pt x="2040" y="263"/>
                  </a:cubicBezTo>
                  <a:lnTo>
                    <a:pt x="2040" y="286"/>
                  </a:lnTo>
                  <a:cubicBezTo>
                    <a:pt x="2063" y="518"/>
                    <a:pt x="1831" y="772"/>
                    <a:pt x="1831" y="912"/>
                  </a:cubicBezTo>
                  <a:cubicBezTo>
                    <a:pt x="1831" y="1051"/>
                    <a:pt x="1692" y="1190"/>
                    <a:pt x="1600" y="1190"/>
                  </a:cubicBezTo>
                  <a:cubicBezTo>
                    <a:pt x="1484" y="1190"/>
                    <a:pt x="1391" y="1445"/>
                    <a:pt x="1252" y="1584"/>
                  </a:cubicBezTo>
                  <a:cubicBezTo>
                    <a:pt x="1113" y="1723"/>
                    <a:pt x="1229" y="2024"/>
                    <a:pt x="1090" y="2140"/>
                  </a:cubicBezTo>
                  <a:cubicBezTo>
                    <a:pt x="951" y="2232"/>
                    <a:pt x="742" y="2279"/>
                    <a:pt x="858" y="2372"/>
                  </a:cubicBezTo>
                  <a:cubicBezTo>
                    <a:pt x="951" y="2464"/>
                    <a:pt x="673" y="2673"/>
                    <a:pt x="673" y="2881"/>
                  </a:cubicBezTo>
                  <a:cubicBezTo>
                    <a:pt x="673" y="3090"/>
                    <a:pt x="649" y="3461"/>
                    <a:pt x="603" y="3484"/>
                  </a:cubicBezTo>
                  <a:cubicBezTo>
                    <a:pt x="599" y="3493"/>
                    <a:pt x="580" y="3496"/>
                    <a:pt x="553" y="3496"/>
                  </a:cubicBezTo>
                  <a:cubicBezTo>
                    <a:pt x="505" y="3496"/>
                    <a:pt x="430" y="3486"/>
                    <a:pt x="360" y="3486"/>
                  </a:cubicBezTo>
                  <a:cubicBezTo>
                    <a:pt x="268" y="3486"/>
                    <a:pt x="186" y="3503"/>
                    <a:pt x="186" y="3577"/>
                  </a:cubicBezTo>
                  <a:cubicBezTo>
                    <a:pt x="186" y="3762"/>
                    <a:pt x="0" y="3762"/>
                    <a:pt x="70" y="3901"/>
                  </a:cubicBezTo>
                  <a:cubicBezTo>
                    <a:pt x="140" y="4017"/>
                    <a:pt x="510" y="3994"/>
                    <a:pt x="580" y="4156"/>
                  </a:cubicBezTo>
                  <a:cubicBezTo>
                    <a:pt x="649" y="4318"/>
                    <a:pt x="951" y="4504"/>
                    <a:pt x="1043" y="4759"/>
                  </a:cubicBezTo>
                  <a:cubicBezTo>
                    <a:pt x="1159" y="5037"/>
                    <a:pt x="1414" y="5176"/>
                    <a:pt x="1553" y="5176"/>
                  </a:cubicBezTo>
                  <a:cubicBezTo>
                    <a:pt x="1669" y="5176"/>
                    <a:pt x="1600" y="5338"/>
                    <a:pt x="1553" y="5639"/>
                  </a:cubicBezTo>
                  <a:cubicBezTo>
                    <a:pt x="1623" y="5686"/>
                    <a:pt x="1692" y="5709"/>
                    <a:pt x="1739" y="5732"/>
                  </a:cubicBezTo>
                  <a:cubicBezTo>
                    <a:pt x="1808" y="5778"/>
                    <a:pt x="2156" y="5732"/>
                    <a:pt x="2295" y="5825"/>
                  </a:cubicBezTo>
                  <a:cubicBezTo>
                    <a:pt x="2411" y="5941"/>
                    <a:pt x="2782" y="6195"/>
                    <a:pt x="2921" y="6195"/>
                  </a:cubicBezTo>
                  <a:cubicBezTo>
                    <a:pt x="3036" y="6195"/>
                    <a:pt x="3477" y="6265"/>
                    <a:pt x="3546" y="6311"/>
                  </a:cubicBezTo>
                  <a:cubicBezTo>
                    <a:pt x="3552" y="6315"/>
                    <a:pt x="3559" y="6317"/>
                    <a:pt x="3565" y="6317"/>
                  </a:cubicBezTo>
                  <a:cubicBezTo>
                    <a:pt x="3633" y="6317"/>
                    <a:pt x="3727" y="6116"/>
                    <a:pt x="3917" y="6010"/>
                  </a:cubicBezTo>
                  <a:cubicBezTo>
                    <a:pt x="4048" y="5944"/>
                    <a:pt x="4202" y="5879"/>
                    <a:pt x="4298" y="5879"/>
                  </a:cubicBezTo>
                  <a:cubicBezTo>
                    <a:pt x="4338" y="5879"/>
                    <a:pt x="4367" y="5890"/>
                    <a:pt x="4381" y="5917"/>
                  </a:cubicBezTo>
                  <a:cubicBezTo>
                    <a:pt x="4399" y="5990"/>
                    <a:pt x="4487" y="6048"/>
                    <a:pt x="4570" y="6048"/>
                  </a:cubicBezTo>
                  <a:cubicBezTo>
                    <a:pt x="4593" y="6048"/>
                    <a:pt x="4615" y="6043"/>
                    <a:pt x="4636" y="6033"/>
                  </a:cubicBezTo>
                  <a:cubicBezTo>
                    <a:pt x="4682" y="6010"/>
                    <a:pt x="4798" y="5987"/>
                    <a:pt x="4914" y="5964"/>
                  </a:cubicBezTo>
                  <a:cubicBezTo>
                    <a:pt x="5065" y="5926"/>
                    <a:pt x="5232" y="5888"/>
                    <a:pt x="5313" y="5888"/>
                  </a:cubicBezTo>
                  <a:cubicBezTo>
                    <a:pt x="5331" y="5888"/>
                    <a:pt x="5345" y="5890"/>
                    <a:pt x="5354" y="5894"/>
                  </a:cubicBezTo>
                  <a:cubicBezTo>
                    <a:pt x="5447" y="5894"/>
                    <a:pt x="5725" y="5500"/>
                    <a:pt x="6072" y="5500"/>
                  </a:cubicBezTo>
                  <a:cubicBezTo>
                    <a:pt x="6233" y="5500"/>
                    <a:pt x="6344" y="5515"/>
                    <a:pt x="6431" y="5515"/>
                  </a:cubicBezTo>
                  <a:cubicBezTo>
                    <a:pt x="6532" y="5515"/>
                    <a:pt x="6600" y="5495"/>
                    <a:pt x="6675" y="5407"/>
                  </a:cubicBezTo>
                  <a:cubicBezTo>
                    <a:pt x="6837" y="5222"/>
                    <a:pt x="8019" y="4040"/>
                    <a:pt x="8135" y="3947"/>
                  </a:cubicBezTo>
                  <a:cubicBezTo>
                    <a:pt x="8251" y="3855"/>
                    <a:pt x="8065" y="3832"/>
                    <a:pt x="7950" y="3832"/>
                  </a:cubicBezTo>
                  <a:cubicBezTo>
                    <a:pt x="7811" y="3832"/>
                    <a:pt x="7579" y="3808"/>
                    <a:pt x="7185" y="3646"/>
                  </a:cubicBezTo>
                  <a:cubicBezTo>
                    <a:pt x="6814" y="3507"/>
                    <a:pt x="6188" y="3299"/>
                    <a:pt x="6096" y="3275"/>
                  </a:cubicBezTo>
                  <a:cubicBezTo>
                    <a:pt x="5980" y="3229"/>
                    <a:pt x="5817" y="2997"/>
                    <a:pt x="5725" y="2928"/>
                  </a:cubicBezTo>
                  <a:cubicBezTo>
                    <a:pt x="5632" y="2881"/>
                    <a:pt x="5447" y="2557"/>
                    <a:pt x="5377" y="2441"/>
                  </a:cubicBezTo>
                  <a:cubicBezTo>
                    <a:pt x="5377" y="2395"/>
                    <a:pt x="5400" y="2325"/>
                    <a:pt x="5470" y="2232"/>
                  </a:cubicBezTo>
                  <a:cubicBezTo>
                    <a:pt x="5391" y="2153"/>
                    <a:pt x="5333" y="2117"/>
                    <a:pt x="5282" y="2117"/>
                  </a:cubicBezTo>
                  <a:cubicBezTo>
                    <a:pt x="5259" y="2117"/>
                    <a:pt x="5237" y="2125"/>
                    <a:pt x="5215" y="2140"/>
                  </a:cubicBezTo>
                  <a:cubicBezTo>
                    <a:pt x="5161" y="2180"/>
                    <a:pt x="5076" y="2205"/>
                    <a:pt x="5009" y="2205"/>
                  </a:cubicBezTo>
                  <a:cubicBezTo>
                    <a:pt x="4961" y="2205"/>
                    <a:pt x="4923" y="2192"/>
                    <a:pt x="4914" y="2163"/>
                  </a:cubicBezTo>
                  <a:cubicBezTo>
                    <a:pt x="4867" y="2093"/>
                    <a:pt x="4798" y="1839"/>
                    <a:pt x="4914" y="1699"/>
                  </a:cubicBezTo>
                  <a:cubicBezTo>
                    <a:pt x="5053" y="1584"/>
                    <a:pt x="5192" y="1329"/>
                    <a:pt x="5192" y="1329"/>
                  </a:cubicBezTo>
                  <a:cubicBezTo>
                    <a:pt x="5192" y="1329"/>
                    <a:pt x="4149" y="216"/>
                    <a:pt x="4033" y="193"/>
                  </a:cubicBezTo>
                  <a:cubicBezTo>
                    <a:pt x="4016" y="190"/>
                    <a:pt x="3993" y="188"/>
                    <a:pt x="3967" y="188"/>
                  </a:cubicBezTo>
                  <a:cubicBezTo>
                    <a:pt x="3864" y="188"/>
                    <a:pt x="3708" y="209"/>
                    <a:pt x="3602" y="209"/>
                  </a:cubicBezTo>
                  <a:cubicBezTo>
                    <a:pt x="3555" y="209"/>
                    <a:pt x="3518" y="205"/>
                    <a:pt x="3500" y="193"/>
                  </a:cubicBezTo>
                  <a:cubicBezTo>
                    <a:pt x="3442" y="179"/>
                    <a:pt x="3429" y="146"/>
                    <a:pt x="3383" y="146"/>
                  </a:cubicBezTo>
                  <a:cubicBezTo>
                    <a:pt x="3355" y="146"/>
                    <a:pt x="3315" y="158"/>
                    <a:pt x="3245" y="193"/>
                  </a:cubicBezTo>
                  <a:cubicBezTo>
                    <a:pt x="3207" y="215"/>
                    <a:pt x="3175" y="224"/>
                    <a:pt x="3145" y="224"/>
                  </a:cubicBezTo>
                  <a:cubicBezTo>
                    <a:pt x="3049" y="224"/>
                    <a:pt x="2992" y="125"/>
                    <a:pt x="2921" y="54"/>
                  </a:cubicBezTo>
                  <a:cubicBezTo>
                    <a:pt x="2869" y="23"/>
                    <a:pt x="2821" y="1"/>
                    <a:pt x="2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59"/>
            <p:cNvSpPr/>
            <p:nvPr/>
          </p:nvSpPr>
          <p:spPr>
            <a:xfrm>
              <a:off x="4526832" y="2822434"/>
              <a:ext cx="25470" cy="30441"/>
            </a:xfrm>
            <a:custGeom>
              <a:avLst/>
              <a:gdLst/>
              <a:ahLst/>
              <a:cxnLst/>
              <a:rect l="l" t="t" r="r" b="b"/>
              <a:pathLst>
                <a:path w="835" h="998" extrusionOk="0">
                  <a:moveTo>
                    <a:pt x="417" y="1"/>
                  </a:moveTo>
                  <a:cubicBezTo>
                    <a:pt x="417" y="24"/>
                    <a:pt x="394" y="47"/>
                    <a:pt x="394" y="70"/>
                  </a:cubicBezTo>
                  <a:cubicBezTo>
                    <a:pt x="394" y="233"/>
                    <a:pt x="139" y="580"/>
                    <a:pt x="0" y="905"/>
                  </a:cubicBezTo>
                  <a:lnTo>
                    <a:pt x="255" y="997"/>
                  </a:lnTo>
                  <a:cubicBezTo>
                    <a:pt x="394" y="766"/>
                    <a:pt x="603" y="511"/>
                    <a:pt x="672" y="441"/>
                  </a:cubicBezTo>
                  <a:cubicBezTo>
                    <a:pt x="765" y="348"/>
                    <a:pt x="835" y="1"/>
                    <a:pt x="4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59"/>
            <p:cNvSpPr/>
            <p:nvPr/>
          </p:nvSpPr>
          <p:spPr>
            <a:xfrm>
              <a:off x="4534610" y="2775796"/>
              <a:ext cx="114537" cy="91202"/>
            </a:xfrm>
            <a:custGeom>
              <a:avLst/>
              <a:gdLst/>
              <a:ahLst/>
              <a:cxnLst/>
              <a:rect l="l" t="t" r="r" b="b"/>
              <a:pathLst>
                <a:path w="3755" h="2990" extrusionOk="0">
                  <a:moveTo>
                    <a:pt x="3546" y="0"/>
                  </a:moveTo>
                  <a:cubicBezTo>
                    <a:pt x="3546" y="0"/>
                    <a:pt x="3316" y="96"/>
                    <a:pt x="3031" y="96"/>
                  </a:cubicBezTo>
                  <a:cubicBezTo>
                    <a:pt x="3002" y="96"/>
                    <a:pt x="2973" y="95"/>
                    <a:pt x="2943" y="93"/>
                  </a:cubicBezTo>
                  <a:cubicBezTo>
                    <a:pt x="2928" y="92"/>
                    <a:pt x="2913" y="91"/>
                    <a:pt x="2899" y="91"/>
                  </a:cubicBezTo>
                  <a:cubicBezTo>
                    <a:pt x="2612" y="91"/>
                    <a:pt x="2533" y="302"/>
                    <a:pt x="2202" y="302"/>
                  </a:cubicBezTo>
                  <a:cubicBezTo>
                    <a:pt x="2002" y="302"/>
                    <a:pt x="1846" y="337"/>
                    <a:pt x="1735" y="337"/>
                  </a:cubicBezTo>
                  <a:cubicBezTo>
                    <a:pt x="1665" y="337"/>
                    <a:pt x="1612" y="323"/>
                    <a:pt x="1576" y="278"/>
                  </a:cubicBezTo>
                  <a:cubicBezTo>
                    <a:pt x="1551" y="244"/>
                    <a:pt x="1531" y="229"/>
                    <a:pt x="1506" y="229"/>
                  </a:cubicBezTo>
                  <a:cubicBezTo>
                    <a:pt x="1462" y="229"/>
                    <a:pt x="1398" y="275"/>
                    <a:pt x="1252" y="348"/>
                  </a:cubicBezTo>
                  <a:cubicBezTo>
                    <a:pt x="1131" y="403"/>
                    <a:pt x="1037" y="426"/>
                    <a:pt x="958" y="426"/>
                  </a:cubicBezTo>
                  <a:cubicBezTo>
                    <a:pt x="871" y="426"/>
                    <a:pt x="803" y="397"/>
                    <a:pt x="742" y="348"/>
                  </a:cubicBezTo>
                  <a:cubicBezTo>
                    <a:pt x="718" y="324"/>
                    <a:pt x="695" y="314"/>
                    <a:pt x="672" y="314"/>
                  </a:cubicBezTo>
                  <a:cubicBezTo>
                    <a:pt x="606" y="314"/>
                    <a:pt x="551" y="401"/>
                    <a:pt x="533" y="487"/>
                  </a:cubicBezTo>
                  <a:cubicBezTo>
                    <a:pt x="510" y="580"/>
                    <a:pt x="533" y="811"/>
                    <a:pt x="209" y="858"/>
                  </a:cubicBezTo>
                  <a:cubicBezTo>
                    <a:pt x="186" y="950"/>
                    <a:pt x="139" y="1066"/>
                    <a:pt x="209" y="1136"/>
                  </a:cubicBezTo>
                  <a:cubicBezTo>
                    <a:pt x="278" y="1252"/>
                    <a:pt x="186" y="1368"/>
                    <a:pt x="162" y="1530"/>
                  </a:cubicBezTo>
                  <a:cubicBezTo>
                    <a:pt x="175" y="1529"/>
                    <a:pt x="187" y="1529"/>
                    <a:pt x="199" y="1529"/>
                  </a:cubicBezTo>
                  <a:cubicBezTo>
                    <a:pt x="577" y="1529"/>
                    <a:pt x="530" y="1880"/>
                    <a:pt x="417" y="1970"/>
                  </a:cubicBezTo>
                  <a:cubicBezTo>
                    <a:pt x="348" y="2040"/>
                    <a:pt x="139" y="2295"/>
                    <a:pt x="0" y="2526"/>
                  </a:cubicBezTo>
                  <a:lnTo>
                    <a:pt x="23" y="2550"/>
                  </a:lnTo>
                  <a:lnTo>
                    <a:pt x="70" y="2735"/>
                  </a:lnTo>
                  <a:lnTo>
                    <a:pt x="580" y="2990"/>
                  </a:lnTo>
                  <a:cubicBezTo>
                    <a:pt x="580" y="2990"/>
                    <a:pt x="927" y="2735"/>
                    <a:pt x="1089" y="2712"/>
                  </a:cubicBezTo>
                  <a:cubicBezTo>
                    <a:pt x="1229" y="2689"/>
                    <a:pt x="2967" y="1762"/>
                    <a:pt x="2967" y="1762"/>
                  </a:cubicBezTo>
                  <a:cubicBezTo>
                    <a:pt x="2967" y="1762"/>
                    <a:pt x="3106" y="1530"/>
                    <a:pt x="3106" y="1437"/>
                  </a:cubicBezTo>
                  <a:cubicBezTo>
                    <a:pt x="3083" y="1368"/>
                    <a:pt x="3059" y="1113"/>
                    <a:pt x="3129" y="1020"/>
                  </a:cubicBezTo>
                  <a:cubicBezTo>
                    <a:pt x="3222" y="904"/>
                    <a:pt x="3036" y="742"/>
                    <a:pt x="3106" y="557"/>
                  </a:cubicBezTo>
                  <a:cubicBezTo>
                    <a:pt x="3152" y="394"/>
                    <a:pt x="3430" y="302"/>
                    <a:pt x="3430" y="302"/>
                  </a:cubicBezTo>
                  <a:lnTo>
                    <a:pt x="3755" y="70"/>
                  </a:lnTo>
                  <a:lnTo>
                    <a:pt x="3546" y="0"/>
                  </a:ln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59"/>
            <p:cNvSpPr/>
            <p:nvPr/>
          </p:nvSpPr>
          <p:spPr>
            <a:xfrm>
              <a:off x="6034594" y="2755299"/>
              <a:ext cx="63415" cy="77659"/>
            </a:xfrm>
            <a:custGeom>
              <a:avLst/>
              <a:gdLst/>
              <a:ahLst/>
              <a:cxnLst/>
              <a:rect l="l" t="t" r="r" b="b"/>
              <a:pathLst>
                <a:path w="2079" h="2546" extrusionOk="0">
                  <a:moveTo>
                    <a:pt x="1299" y="0"/>
                  </a:moveTo>
                  <a:cubicBezTo>
                    <a:pt x="1206" y="70"/>
                    <a:pt x="1137" y="116"/>
                    <a:pt x="997" y="116"/>
                  </a:cubicBezTo>
                  <a:cubicBezTo>
                    <a:pt x="812" y="116"/>
                    <a:pt x="580" y="139"/>
                    <a:pt x="511" y="232"/>
                  </a:cubicBezTo>
                  <a:cubicBezTo>
                    <a:pt x="464" y="278"/>
                    <a:pt x="302" y="371"/>
                    <a:pt x="186" y="464"/>
                  </a:cubicBezTo>
                  <a:cubicBezTo>
                    <a:pt x="256" y="556"/>
                    <a:pt x="233" y="742"/>
                    <a:pt x="349" y="765"/>
                  </a:cubicBezTo>
                  <a:cubicBezTo>
                    <a:pt x="526" y="765"/>
                    <a:pt x="512" y="998"/>
                    <a:pt x="349" y="998"/>
                  </a:cubicBezTo>
                  <a:cubicBezTo>
                    <a:pt x="341" y="998"/>
                    <a:pt x="333" y="998"/>
                    <a:pt x="325" y="997"/>
                  </a:cubicBezTo>
                  <a:cubicBezTo>
                    <a:pt x="312" y="993"/>
                    <a:pt x="299" y="992"/>
                    <a:pt x="287" y="992"/>
                  </a:cubicBezTo>
                  <a:cubicBezTo>
                    <a:pt x="141" y="992"/>
                    <a:pt x="152" y="1247"/>
                    <a:pt x="302" y="1483"/>
                  </a:cubicBezTo>
                  <a:cubicBezTo>
                    <a:pt x="464" y="1738"/>
                    <a:pt x="1" y="2016"/>
                    <a:pt x="117" y="2156"/>
                  </a:cubicBezTo>
                  <a:cubicBezTo>
                    <a:pt x="256" y="2271"/>
                    <a:pt x="140" y="2434"/>
                    <a:pt x="210" y="2526"/>
                  </a:cubicBezTo>
                  <a:cubicBezTo>
                    <a:pt x="218" y="2539"/>
                    <a:pt x="250" y="2546"/>
                    <a:pt x="297" y="2546"/>
                  </a:cubicBezTo>
                  <a:cubicBezTo>
                    <a:pt x="503" y="2546"/>
                    <a:pt x="1008" y="2423"/>
                    <a:pt x="1252" y="2179"/>
                  </a:cubicBezTo>
                  <a:cubicBezTo>
                    <a:pt x="1456" y="1975"/>
                    <a:pt x="1554" y="1919"/>
                    <a:pt x="1646" y="1919"/>
                  </a:cubicBezTo>
                  <a:cubicBezTo>
                    <a:pt x="1690" y="1919"/>
                    <a:pt x="1733" y="1932"/>
                    <a:pt x="1785" y="1947"/>
                  </a:cubicBezTo>
                  <a:cubicBezTo>
                    <a:pt x="1802" y="1952"/>
                    <a:pt x="1819" y="1955"/>
                    <a:pt x="1836" y="1955"/>
                  </a:cubicBezTo>
                  <a:cubicBezTo>
                    <a:pt x="1960" y="1955"/>
                    <a:pt x="2078" y="1817"/>
                    <a:pt x="2017" y="1715"/>
                  </a:cubicBezTo>
                  <a:cubicBezTo>
                    <a:pt x="1924" y="1599"/>
                    <a:pt x="1832" y="1298"/>
                    <a:pt x="1855" y="927"/>
                  </a:cubicBezTo>
                  <a:cubicBezTo>
                    <a:pt x="1878" y="719"/>
                    <a:pt x="1577" y="325"/>
                    <a:pt x="12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59"/>
            <p:cNvSpPr/>
            <p:nvPr/>
          </p:nvSpPr>
          <p:spPr>
            <a:xfrm>
              <a:off x="5406899" y="2982996"/>
              <a:ext cx="74945" cy="93246"/>
            </a:xfrm>
            <a:custGeom>
              <a:avLst/>
              <a:gdLst/>
              <a:ahLst/>
              <a:cxnLst/>
              <a:rect l="l" t="t" r="r" b="b"/>
              <a:pathLst>
                <a:path w="2457" h="3057" extrusionOk="0">
                  <a:moveTo>
                    <a:pt x="350" y="0"/>
                  </a:moveTo>
                  <a:cubicBezTo>
                    <a:pt x="312" y="0"/>
                    <a:pt x="271" y="29"/>
                    <a:pt x="209" y="114"/>
                  </a:cubicBezTo>
                  <a:cubicBezTo>
                    <a:pt x="0" y="368"/>
                    <a:pt x="626" y="368"/>
                    <a:pt x="557" y="577"/>
                  </a:cubicBezTo>
                  <a:cubicBezTo>
                    <a:pt x="510" y="762"/>
                    <a:pt x="302" y="623"/>
                    <a:pt x="278" y="809"/>
                  </a:cubicBezTo>
                  <a:cubicBezTo>
                    <a:pt x="232" y="971"/>
                    <a:pt x="302" y="1388"/>
                    <a:pt x="394" y="1620"/>
                  </a:cubicBezTo>
                  <a:cubicBezTo>
                    <a:pt x="487" y="1782"/>
                    <a:pt x="580" y="2246"/>
                    <a:pt x="603" y="2616"/>
                  </a:cubicBezTo>
                  <a:cubicBezTo>
                    <a:pt x="742" y="2593"/>
                    <a:pt x="812" y="2524"/>
                    <a:pt x="951" y="2524"/>
                  </a:cubicBezTo>
                  <a:cubicBezTo>
                    <a:pt x="1136" y="2524"/>
                    <a:pt x="1391" y="2501"/>
                    <a:pt x="1391" y="2315"/>
                  </a:cubicBezTo>
                  <a:cubicBezTo>
                    <a:pt x="1411" y="2154"/>
                    <a:pt x="1571" y="2028"/>
                    <a:pt x="1673" y="2028"/>
                  </a:cubicBezTo>
                  <a:cubicBezTo>
                    <a:pt x="1689" y="2028"/>
                    <a:pt x="1703" y="2031"/>
                    <a:pt x="1715" y="2037"/>
                  </a:cubicBezTo>
                  <a:cubicBezTo>
                    <a:pt x="1831" y="2107"/>
                    <a:pt x="2017" y="2547"/>
                    <a:pt x="2017" y="2779"/>
                  </a:cubicBezTo>
                  <a:cubicBezTo>
                    <a:pt x="2017" y="2848"/>
                    <a:pt x="2040" y="2964"/>
                    <a:pt x="2109" y="3057"/>
                  </a:cubicBezTo>
                  <a:cubicBezTo>
                    <a:pt x="2179" y="2964"/>
                    <a:pt x="2295" y="2895"/>
                    <a:pt x="2295" y="2895"/>
                  </a:cubicBezTo>
                  <a:cubicBezTo>
                    <a:pt x="2295" y="2895"/>
                    <a:pt x="2364" y="2640"/>
                    <a:pt x="2457" y="2547"/>
                  </a:cubicBezTo>
                  <a:cubicBezTo>
                    <a:pt x="2364" y="1991"/>
                    <a:pt x="2295" y="1481"/>
                    <a:pt x="2225" y="1481"/>
                  </a:cubicBezTo>
                  <a:cubicBezTo>
                    <a:pt x="2137" y="1481"/>
                    <a:pt x="2028" y="1901"/>
                    <a:pt x="1877" y="1901"/>
                  </a:cubicBezTo>
                  <a:cubicBezTo>
                    <a:pt x="1870" y="1901"/>
                    <a:pt x="1862" y="1900"/>
                    <a:pt x="1854" y="1898"/>
                  </a:cubicBezTo>
                  <a:cubicBezTo>
                    <a:pt x="1669" y="1875"/>
                    <a:pt x="1669" y="1319"/>
                    <a:pt x="1878" y="1319"/>
                  </a:cubicBezTo>
                  <a:cubicBezTo>
                    <a:pt x="2063" y="1319"/>
                    <a:pt x="2295" y="901"/>
                    <a:pt x="2295" y="762"/>
                  </a:cubicBezTo>
                  <a:cubicBezTo>
                    <a:pt x="2295" y="623"/>
                    <a:pt x="2109" y="623"/>
                    <a:pt x="1901" y="623"/>
                  </a:cubicBezTo>
                  <a:cubicBezTo>
                    <a:pt x="1715" y="623"/>
                    <a:pt x="1298" y="670"/>
                    <a:pt x="1298" y="670"/>
                  </a:cubicBezTo>
                  <a:cubicBezTo>
                    <a:pt x="1298" y="670"/>
                    <a:pt x="1020" y="577"/>
                    <a:pt x="1020" y="415"/>
                  </a:cubicBezTo>
                  <a:cubicBezTo>
                    <a:pt x="1020" y="229"/>
                    <a:pt x="927" y="114"/>
                    <a:pt x="672" y="114"/>
                  </a:cubicBezTo>
                  <a:cubicBezTo>
                    <a:pt x="487" y="114"/>
                    <a:pt x="425"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59"/>
            <p:cNvSpPr/>
            <p:nvPr/>
          </p:nvSpPr>
          <p:spPr>
            <a:xfrm>
              <a:off x="5087393" y="2811148"/>
              <a:ext cx="463028" cy="487765"/>
            </a:xfrm>
            <a:custGeom>
              <a:avLst/>
              <a:gdLst/>
              <a:ahLst/>
              <a:cxnLst/>
              <a:rect l="l" t="t" r="r" b="b"/>
              <a:pathLst>
                <a:path w="15180" h="15991" extrusionOk="0">
                  <a:moveTo>
                    <a:pt x="5215" y="0"/>
                  </a:moveTo>
                  <a:lnTo>
                    <a:pt x="5006" y="23"/>
                  </a:lnTo>
                  <a:cubicBezTo>
                    <a:pt x="5006" y="23"/>
                    <a:pt x="4867" y="371"/>
                    <a:pt x="4774" y="417"/>
                  </a:cubicBezTo>
                  <a:cubicBezTo>
                    <a:pt x="4705" y="464"/>
                    <a:pt x="4403" y="510"/>
                    <a:pt x="4241" y="626"/>
                  </a:cubicBezTo>
                  <a:cubicBezTo>
                    <a:pt x="4216" y="647"/>
                    <a:pt x="4179" y="656"/>
                    <a:pt x="4136" y="656"/>
                  </a:cubicBezTo>
                  <a:cubicBezTo>
                    <a:pt x="3946" y="656"/>
                    <a:pt x="3619" y="487"/>
                    <a:pt x="3430" y="487"/>
                  </a:cubicBezTo>
                  <a:cubicBezTo>
                    <a:pt x="3198" y="487"/>
                    <a:pt x="3036" y="718"/>
                    <a:pt x="3152" y="788"/>
                  </a:cubicBezTo>
                  <a:cubicBezTo>
                    <a:pt x="3245" y="834"/>
                    <a:pt x="3222" y="1298"/>
                    <a:pt x="3222" y="1298"/>
                  </a:cubicBezTo>
                  <a:cubicBezTo>
                    <a:pt x="3222" y="1298"/>
                    <a:pt x="3350" y="1810"/>
                    <a:pt x="3524" y="1810"/>
                  </a:cubicBezTo>
                  <a:cubicBezTo>
                    <a:pt x="3531" y="1810"/>
                    <a:pt x="3539" y="1810"/>
                    <a:pt x="3546" y="1808"/>
                  </a:cubicBezTo>
                  <a:cubicBezTo>
                    <a:pt x="3563" y="1804"/>
                    <a:pt x="3581" y="1802"/>
                    <a:pt x="3598" y="1802"/>
                  </a:cubicBezTo>
                  <a:cubicBezTo>
                    <a:pt x="3790" y="1802"/>
                    <a:pt x="3973" y="2020"/>
                    <a:pt x="3824" y="2063"/>
                  </a:cubicBezTo>
                  <a:cubicBezTo>
                    <a:pt x="3639" y="2086"/>
                    <a:pt x="3546" y="2294"/>
                    <a:pt x="3523" y="2457"/>
                  </a:cubicBezTo>
                  <a:cubicBezTo>
                    <a:pt x="3500" y="2642"/>
                    <a:pt x="3546" y="2851"/>
                    <a:pt x="3430" y="2874"/>
                  </a:cubicBezTo>
                  <a:cubicBezTo>
                    <a:pt x="3291" y="2897"/>
                    <a:pt x="3175" y="2943"/>
                    <a:pt x="3175" y="3175"/>
                  </a:cubicBezTo>
                  <a:cubicBezTo>
                    <a:pt x="3175" y="3407"/>
                    <a:pt x="2897" y="3337"/>
                    <a:pt x="2851" y="3430"/>
                  </a:cubicBezTo>
                  <a:cubicBezTo>
                    <a:pt x="2804" y="3523"/>
                    <a:pt x="2689" y="3940"/>
                    <a:pt x="2619" y="4009"/>
                  </a:cubicBezTo>
                  <a:cubicBezTo>
                    <a:pt x="2573" y="4079"/>
                    <a:pt x="2202" y="4102"/>
                    <a:pt x="2179" y="4287"/>
                  </a:cubicBezTo>
                  <a:cubicBezTo>
                    <a:pt x="2157" y="4486"/>
                    <a:pt x="1987" y="4706"/>
                    <a:pt x="1891" y="4706"/>
                  </a:cubicBezTo>
                  <a:cubicBezTo>
                    <a:pt x="1886" y="4706"/>
                    <a:pt x="1882" y="4706"/>
                    <a:pt x="1877" y="4705"/>
                  </a:cubicBezTo>
                  <a:cubicBezTo>
                    <a:pt x="1809" y="4691"/>
                    <a:pt x="1716" y="4653"/>
                    <a:pt x="1637" y="4653"/>
                  </a:cubicBezTo>
                  <a:cubicBezTo>
                    <a:pt x="1583" y="4653"/>
                    <a:pt x="1535" y="4671"/>
                    <a:pt x="1507" y="4728"/>
                  </a:cubicBezTo>
                  <a:cubicBezTo>
                    <a:pt x="1491" y="4759"/>
                    <a:pt x="1466" y="4770"/>
                    <a:pt x="1434" y="4770"/>
                  </a:cubicBezTo>
                  <a:cubicBezTo>
                    <a:pt x="1342" y="4770"/>
                    <a:pt x="1199" y="4669"/>
                    <a:pt x="1124" y="4669"/>
                  </a:cubicBezTo>
                  <a:cubicBezTo>
                    <a:pt x="1110" y="4669"/>
                    <a:pt x="1098" y="4673"/>
                    <a:pt x="1089" y="4681"/>
                  </a:cubicBezTo>
                  <a:cubicBezTo>
                    <a:pt x="1043" y="4751"/>
                    <a:pt x="695" y="5029"/>
                    <a:pt x="695" y="5191"/>
                  </a:cubicBezTo>
                  <a:cubicBezTo>
                    <a:pt x="695" y="5377"/>
                    <a:pt x="1066" y="5377"/>
                    <a:pt x="1043" y="5585"/>
                  </a:cubicBezTo>
                  <a:cubicBezTo>
                    <a:pt x="1020" y="5794"/>
                    <a:pt x="1159" y="6049"/>
                    <a:pt x="1275" y="6141"/>
                  </a:cubicBezTo>
                  <a:cubicBezTo>
                    <a:pt x="1368" y="6257"/>
                    <a:pt x="1553" y="6512"/>
                    <a:pt x="1460" y="6651"/>
                  </a:cubicBezTo>
                  <a:cubicBezTo>
                    <a:pt x="1397" y="6731"/>
                    <a:pt x="1323" y="6766"/>
                    <a:pt x="1223" y="6766"/>
                  </a:cubicBezTo>
                  <a:cubicBezTo>
                    <a:pt x="1177" y="6766"/>
                    <a:pt x="1125" y="6759"/>
                    <a:pt x="1066" y="6744"/>
                  </a:cubicBezTo>
                  <a:cubicBezTo>
                    <a:pt x="1047" y="6742"/>
                    <a:pt x="1029" y="6741"/>
                    <a:pt x="1013" y="6741"/>
                  </a:cubicBezTo>
                  <a:cubicBezTo>
                    <a:pt x="899" y="6741"/>
                    <a:pt x="864" y="6790"/>
                    <a:pt x="726" y="6790"/>
                  </a:cubicBezTo>
                  <a:cubicBezTo>
                    <a:pt x="677" y="6790"/>
                    <a:pt x="615" y="6784"/>
                    <a:pt x="533" y="6767"/>
                  </a:cubicBezTo>
                  <a:cubicBezTo>
                    <a:pt x="505" y="6763"/>
                    <a:pt x="479" y="6762"/>
                    <a:pt x="454" y="6762"/>
                  </a:cubicBezTo>
                  <a:cubicBezTo>
                    <a:pt x="181" y="6762"/>
                    <a:pt x="153" y="6987"/>
                    <a:pt x="47" y="7115"/>
                  </a:cubicBezTo>
                  <a:cubicBezTo>
                    <a:pt x="23" y="7138"/>
                    <a:pt x="23" y="7138"/>
                    <a:pt x="0" y="7161"/>
                  </a:cubicBezTo>
                  <a:cubicBezTo>
                    <a:pt x="162" y="7300"/>
                    <a:pt x="232" y="7509"/>
                    <a:pt x="510" y="7625"/>
                  </a:cubicBezTo>
                  <a:cubicBezTo>
                    <a:pt x="562" y="7643"/>
                    <a:pt x="613" y="7651"/>
                    <a:pt x="662" y="7651"/>
                  </a:cubicBezTo>
                  <a:cubicBezTo>
                    <a:pt x="833" y="7651"/>
                    <a:pt x="977" y="7562"/>
                    <a:pt x="1053" y="7562"/>
                  </a:cubicBezTo>
                  <a:cubicBezTo>
                    <a:pt x="1091" y="7562"/>
                    <a:pt x="1113" y="7584"/>
                    <a:pt x="1113" y="7648"/>
                  </a:cubicBezTo>
                  <a:cubicBezTo>
                    <a:pt x="1113" y="7903"/>
                    <a:pt x="371" y="7833"/>
                    <a:pt x="348" y="7903"/>
                  </a:cubicBezTo>
                  <a:cubicBezTo>
                    <a:pt x="326" y="7992"/>
                    <a:pt x="1057" y="8857"/>
                    <a:pt x="1462" y="8857"/>
                  </a:cubicBezTo>
                  <a:cubicBezTo>
                    <a:pt x="1478" y="8857"/>
                    <a:pt x="1492" y="8855"/>
                    <a:pt x="1507" y="8853"/>
                  </a:cubicBezTo>
                  <a:cubicBezTo>
                    <a:pt x="1901" y="8783"/>
                    <a:pt x="2202" y="8366"/>
                    <a:pt x="2086" y="8297"/>
                  </a:cubicBezTo>
                  <a:cubicBezTo>
                    <a:pt x="1980" y="8233"/>
                    <a:pt x="2127" y="8013"/>
                    <a:pt x="2224" y="8013"/>
                  </a:cubicBezTo>
                  <a:cubicBezTo>
                    <a:pt x="2232" y="8013"/>
                    <a:pt x="2241" y="8015"/>
                    <a:pt x="2248" y="8019"/>
                  </a:cubicBezTo>
                  <a:cubicBezTo>
                    <a:pt x="2364" y="8065"/>
                    <a:pt x="2271" y="8482"/>
                    <a:pt x="2387" y="8575"/>
                  </a:cubicBezTo>
                  <a:cubicBezTo>
                    <a:pt x="2503" y="8668"/>
                    <a:pt x="2480" y="8853"/>
                    <a:pt x="2387" y="9085"/>
                  </a:cubicBezTo>
                  <a:cubicBezTo>
                    <a:pt x="2318" y="9293"/>
                    <a:pt x="2480" y="9734"/>
                    <a:pt x="2503" y="9989"/>
                  </a:cubicBezTo>
                  <a:cubicBezTo>
                    <a:pt x="2526" y="10243"/>
                    <a:pt x="2689" y="10614"/>
                    <a:pt x="2735" y="10985"/>
                  </a:cubicBezTo>
                  <a:cubicBezTo>
                    <a:pt x="2804" y="11356"/>
                    <a:pt x="3036" y="12028"/>
                    <a:pt x="3245" y="12445"/>
                  </a:cubicBezTo>
                  <a:cubicBezTo>
                    <a:pt x="3476" y="12862"/>
                    <a:pt x="3639" y="13673"/>
                    <a:pt x="3778" y="13859"/>
                  </a:cubicBezTo>
                  <a:cubicBezTo>
                    <a:pt x="3940" y="14044"/>
                    <a:pt x="4311" y="14647"/>
                    <a:pt x="4311" y="14994"/>
                  </a:cubicBezTo>
                  <a:cubicBezTo>
                    <a:pt x="4311" y="15365"/>
                    <a:pt x="4705" y="15875"/>
                    <a:pt x="4844" y="15968"/>
                  </a:cubicBezTo>
                  <a:cubicBezTo>
                    <a:pt x="4867" y="15983"/>
                    <a:pt x="4895" y="15990"/>
                    <a:pt x="4926" y="15990"/>
                  </a:cubicBezTo>
                  <a:cubicBezTo>
                    <a:pt x="5078" y="15990"/>
                    <a:pt x="5296" y="15817"/>
                    <a:pt x="5354" y="15643"/>
                  </a:cubicBezTo>
                  <a:cubicBezTo>
                    <a:pt x="5423" y="15412"/>
                    <a:pt x="5840" y="15319"/>
                    <a:pt x="5864" y="15133"/>
                  </a:cubicBezTo>
                  <a:cubicBezTo>
                    <a:pt x="5887" y="14925"/>
                    <a:pt x="5910" y="14786"/>
                    <a:pt x="6072" y="14763"/>
                  </a:cubicBezTo>
                  <a:cubicBezTo>
                    <a:pt x="6211" y="14739"/>
                    <a:pt x="6211" y="14577"/>
                    <a:pt x="6211" y="14369"/>
                  </a:cubicBezTo>
                  <a:cubicBezTo>
                    <a:pt x="6211" y="14160"/>
                    <a:pt x="6234" y="13859"/>
                    <a:pt x="6373" y="13673"/>
                  </a:cubicBezTo>
                  <a:cubicBezTo>
                    <a:pt x="6512" y="13488"/>
                    <a:pt x="6536" y="13001"/>
                    <a:pt x="6443" y="12793"/>
                  </a:cubicBezTo>
                  <a:cubicBezTo>
                    <a:pt x="6373" y="12584"/>
                    <a:pt x="6420" y="12306"/>
                    <a:pt x="6489" y="12097"/>
                  </a:cubicBezTo>
                  <a:cubicBezTo>
                    <a:pt x="6582" y="11912"/>
                    <a:pt x="6536" y="11657"/>
                    <a:pt x="6698" y="11657"/>
                  </a:cubicBezTo>
                  <a:cubicBezTo>
                    <a:pt x="6860" y="11634"/>
                    <a:pt x="7069" y="11495"/>
                    <a:pt x="7231" y="11286"/>
                  </a:cubicBezTo>
                  <a:cubicBezTo>
                    <a:pt x="7393" y="11055"/>
                    <a:pt x="7903" y="10753"/>
                    <a:pt x="8065" y="10614"/>
                  </a:cubicBezTo>
                  <a:cubicBezTo>
                    <a:pt x="8251" y="10475"/>
                    <a:pt x="8784" y="9989"/>
                    <a:pt x="8946" y="9734"/>
                  </a:cubicBezTo>
                  <a:cubicBezTo>
                    <a:pt x="9108" y="9456"/>
                    <a:pt x="9572" y="9363"/>
                    <a:pt x="9780" y="9154"/>
                  </a:cubicBezTo>
                  <a:cubicBezTo>
                    <a:pt x="9989" y="8922"/>
                    <a:pt x="9919" y="8830"/>
                    <a:pt x="9942" y="8575"/>
                  </a:cubicBezTo>
                  <a:cubicBezTo>
                    <a:pt x="9989" y="8343"/>
                    <a:pt x="10661" y="8250"/>
                    <a:pt x="10939" y="8250"/>
                  </a:cubicBezTo>
                  <a:lnTo>
                    <a:pt x="11055" y="8250"/>
                  </a:lnTo>
                  <a:cubicBezTo>
                    <a:pt x="11055" y="7880"/>
                    <a:pt x="10939" y="7416"/>
                    <a:pt x="10869" y="7254"/>
                  </a:cubicBezTo>
                  <a:cubicBezTo>
                    <a:pt x="10777" y="7022"/>
                    <a:pt x="10707" y="6582"/>
                    <a:pt x="10753" y="6420"/>
                  </a:cubicBezTo>
                  <a:cubicBezTo>
                    <a:pt x="10777" y="6257"/>
                    <a:pt x="10962" y="6396"/>
                    <a:pt x="11032" y="6211"/>
                  </a:cubicBezTo>
                  <a:cubicBezTo>
                    <a:pt x="11101" y="6002"/>
                    <a:pt x="10475" y="6002"/>
                    <a:pt x="10684" y="5748"/>
                  </a:cubicBezTo>
                  <a:cubicBezTo>
                    <a:pt x="10746" y="5655"/>
                    <a:pt x="10787" y="5624"/>
                    <a:pt x="10825" y="5624"/>
                  </a:cubicBezTo>
                  <a:cubicBezTo>
                    <a:pt x="10900" y="5624"/>
                    <a:pt x="10962" y="5748"/>
                    <a:pt x="11147" y="5748"/>
                  </a:cubicBezTo>
                  <a:cubicBezTo>
                    <a:pt x="11402" y="5748"/>
                    <a:pt x="11495" y="5863"/>
                    <a:pt x="11495" y="6026"/>
                  </a:cubicBezTo>
                  <a:cubicBezTo>
                    <a:pt x="11495" y="6211"/>
                    <a:pt x="11750" y="6304"/>
                    <a:pt x="11750" y="6304"/>
                  </a:cubicBezTo>
                  <a:cubicBezTo>
                    <a:pt x="11750" y="6304"/>
                    <a:pt x="12190" y="6257"/>
                    <a:pt x="12376" y="6257"/>
                  </a:cubicBezTo>
                  <a:cubicBezTo>
                    <a:pt x="12584" y="6257"/>
                    <a:pt x="12770" y="6257"/>
                    <a:pt x="12770" y="6396"/>
                  </a:cubicBezTo>
                  <a:cubicBezTo>
                    <a:pt x="12770" y="6512"/>
                    <a:pt x="12538" y="6953"/>
                    <a:pt x="12353" y="6953"/>
                  </a:cubicBezTo>
                  <a:cubicBezTo>
                    <a:pt x="12144" y="6953"/>
                    <a:pt x="12144" y="7509"/>
                    <a:pt x="12306" y="7532"/>
                  </a:cubicBezTo>
                  <a:cubicBezTo>
                    <a:pt x="12315" y="7534"/>
                    <a:pt x="12324" y="7535"/>
                    <a:pt x="12332" y="7535"/>
                  </a:cubicBezTo>
                  <a:cubicBezTo>
                    <a:pt x="12503" y="7535"/>
                    <a:pt x="12612" y="7115"/>
                    <a:pt x="12700" y="7115"/>
                  </a:cubicBezTo>
                  <a:cubicBezTo>
                    <a:pt x="12770" y="7115"/>
                    <a:pt x="12839" y="7625"/>
                    <a:pt x="12932" y="8158"/>
                  </a:cubicBezTo>
                  <a:cubicBezTo>
                    <a:pt x="12955" y="8135"/>
                    <a:pt x="12978" y="8111"/>
                    <a:pt x="13001" y="8111"/>
                  </a:cubicBezTo>
                  <a:cubicBezTo>
                    <a:pt x="13141" y="8111"/>
                    <a:pt x="13071" y="7671"/>
                    <a:pt x="13164" y="7532"/>
                  </a:cubicBezTo>
                  <a:cubicBezTo>
                    <a:pt x="13233" y="7393"/>
                    <a:pt x="13210" y="6999"/>
                    <a:pt x="13256" y="6999"/>
                  </a:cubicBezTo>
                  <a:cubicBezTo>
                    <a:pt x="13306" y="6999"/>
                    <a:pt x="13521" y="7058"/>
                    <a:pt x="13632" y="7058"/>
                  </a:cubicBezTo>
                  <a:cubicBezTo>
                    <a:pt x="13676" y="7058"/>
                    <a:pt x="13703" y="7049"/>
                    <a:pt x="13697" y="7022"/>
                  </a:cubicBezTo>
                  <a:cubicBezTo>
                    <a:pt x="13674" y="6906"/>
                    <a:pt x="13928" y="6535"/>
                    <a:pt x="13882" y="6350"/>
                  </a:cubicBezTo>
                  <a:cubicBezTo>
                    <a:pt x="13836" y="6141"/>
                    <a:pt x="14044" y="5910"/>
                    <a:pt x="14044" y="5678"/>
                  </a:cubicBezTo>
                  <a:cubicBezTo>
                    <a:pt x="14044" y="5446"/>
                    <a:pt x="14253" y="5377"/>
                    <a:pt x="14415" y="5238"/>
                  </a:cubicBezTo>
                  <a:cubicBezTo>
                    <a:pt x="14523" y="5148"/>
                    <a:pt x="14701" y="5016"/>
                    <a:pt x="14797" y="5016"/>
                  </a:cubicBezTo>
                  <a:cubicBezTo>
                    <a:pt x="14824" y="5016"/>
                    <a:pt x="14845" y="5026"/>
                    <a:pt x="14856" y="5052"/>
                  </a:cubicBezTo>
                  <a:cubicBezTo>
                    <a:pt x="14882" y="5106"/>
                    <a:pt x="15002" y="5159"/>
                    <a:pt x="15071" y="5159"/>
                  </a:cubicBezTo>
                  <a:cubicBezTo>
                    <a:pt x="15122" y="5159"/>
                    <a:pt x="15146" y="5131"/>
                    <a:pt x="15087" y="5052"/>
                  </a:cubicBezTo>
                  <a:cubicBezTo>
                    <a:pt x="14971" y="4844"/>
                    <a:pt x="14971" y="4728"/>
                    <a:pt x="15064" y="4681"/>
                  </a:cubicBezTo>
                  <a:cubicBezTo>
                    <a:pt x="15134" y="4635"/>
                    <a:pt x="15180" y="4427"/>
                    <a:pt x="15180" y="4427"/>
                  </a:cubicBezTo>
                  <a:cubicBezTo>
                    <a:pt x="15180" y="4427"/>
                    <a:pt x="14902" y="4380"/>
                    <a:pt x="14856" y="4241"/>
                  </a:cubicBezTo>
                  <a:cubicBezTo>
                    <a:pt x="14809" y="4125"/>
                    <a:pt x="14647" y="3986"/>
                    <a:pt x="14647" y="3893"/>
                  </a:cubicBezTo>
                  <a:cubicBezTo>
                    <a:pt x="14647" y="3847"/>
                    <a:pt x="14620" y="3826"/>
                    <a:pt x="14581" y="3826"/>
                  </a:cubicBezTo>
                  <a:cubicBezTo>
                    <a:pt x="14523" y="3826"/>
                    <a:pt x="14438" y="3871"/>
                    <a:pt x="14369" y="3940"/>
                  </a:cubicBezTo>
                  <a:cubicBezTo>
                    <a:pt x="14344" y="3956"/>
                    <a:pt x="14317" y="3962"/>
                    <a:pt x="14287" y="3962"/>
                  </a:cubicBezTo>
                  <a:cubicBezTo>
                    <a:pt x="14188" y="3962"/>
                    <a:pt x="14061" y="3894"/>
                    <a:pt x="13914" y="3894"/>
                  </a:cubicBezTo>
                  <a:cubicBezTo>
                    <a:pt x="13852" y="3894"/>
                    <a:pt x="13787" y="3906"/>
                    <a:pt x="13720" y="3940"/>
                  </a:cubicBezTo>
                  <a:cubicBezTo>
                    <a:pt x="13460" y="4092"/>
                    <a:pt x="13382" y="4243"/>
                    <a:pt x="13259" y="4243"/>
                  </a:cubicBezTo>
                  <a:cubicBezTo>
                    <a:pt x="13251" y="4243"/>
                    <a:pt x="13242" y="4243"/>
                    <a:pt x="13233" y="4241"/>
                  </a:cubicBezTo>
                  <a:cubicBezTo>
                    <a:pt x="13225" y="4239"/>
                    <a:pt x="13217" y="4239"/>
                    <a:pt x="13210" y="4239"/>
                  </a:cubicBezTo>
                  <a:cubicBezTo>
                    <a:pt x="13120" y="4239"/>
                    <a:pt x="13132" y="4366"/>
                    <a:pt x="13025" y="4473"/>
                  </a:cubicBezTo>
                  <a:cubicBezTo>
                    <a:pt x="12909" y="4566"/>
                    <a:pt x="12839" y="4705"/>
                    <a:pt x="12770" y="4705"/>
                  </a:cubicBezTo>
                  <a:cubicBezTo>
                    <a:pt x="12700" y="4705"/>
                    <a:pt x="12492" y="4820"/>
                    <a:pt x="12492" y="4820"/>
                  </a:cubicBezTo>
                  <a:cubicBezTo>
                    <a:pt x="12492" y="4820"/>
                    <a:pt x="12631" y="5145"/>
                    <a:pt x="12538" y="5284"/>
                  </a:cubicBezTo>
                  <a:cubicBezTo>
                    <a:pt x="12513" y="5343"/>
                    <a:pt x="12466" y="5359"/>
                    <a:pt x="12406" y="5359"/>
                  </a:cubicBezTo>
                  <a:cubicBezTo>
                    <a:pt x="12333" y="5359"/>
                    <a:pt x="12240" y="5335"/>
                    <a:pt x="12140" y="5335"/>
                  </a:cubicBezTo>
                  <a:cubicBezTo>
                    <a:pt x="12096" y="5335"/>
                    <a:pt x="12050" y="5340"/>
                    <a:pt x="12005" y="5354"/>
                  </a:cubicBezTo>
                  <a:cubicBezTo>
                    <a:pt x="11963" y="5366"/>
                    <a:pt x="11925" y="5371"/>
                    <a:pt x="11889" y="5371"/>
                  </a:cubicBezTo>
                  <a:cubicBezTo>
                    <a:pt x="11755" y="5371"/>
                    <a:pt x="11661" y="5299"/>
                    <a:pt x="11556" y="5299"/>
                  </a:cubicBezTo>
                  <a:cubicBezTo>
                    <a:pt x="11536" y="5299"/>
                    <a:pt x="11516" y="5301"/>
                    <a:pt x="11495" y="5307"/>
                  </a:cubicBezTo>
                  <a:cubicBezTo>
                    <a:pt x="11472" y="5313"/>
                    <a:pt x="11450" y="5316"/>
                    <a:pt x="11429" y="5316"/>
                  </a:cubicBezTo>
                  <a:cubicBezTo>
                    <a:pt x="11297" y="5316"/>
                    <a:pt x="11218" y="5212"/>
                    <a:pt x="11143" y="5212"/>
                  </a:cubicBezTo>
                  <a:cubicBezTo>
                    <a:pt x="11137" y="5212"/>
                    <a:pt x="11131" y="5213"/>
                    <a:pt x="11124" y="5214"/>
                  </a:cubicBezTo>
                  <a:cubicBezTo>
                    <a:pt x="11120" y="5216"/>
                    <a:pt x="11115" y="5216"/>
                    <a:pt x="11110" y="5216"/>
                  </a:cubicBezTo>
                  <a:cubicBezTo>
                    <a:pt x="11020" y="5216"/>
                    <a:pt x="10918" y="5020"/>
                    <a:pt x="10962" y="4844"/>
                  </a:cubicBezTo>
                  <a:cubicBezTo>
                    <a:pt x="10981" y="4712"/>
                    <a:pt x="10908" y="4534"/>
                    <a:pt x="10830" y="4534"/>
                  </a:cubicBezTo>
                  <a:cubicBezTo>
                    <a:pt x="10812" y="4534"/>
                    <a:pt x="10794" y="4544"/>
                    <a:pt x="10777" y="4566"/>
                  </a:cubicBezTo>
                  <a:cubicBezTo>
                    <a:pt x="10684" y="4705"/>
                    <a:pt x="10568" y="4635"/>
                    <a:pt x="10568" y="4820"/>
                  </a:cubicBezTo>
                  <a:cubicBezTo>
                    <a:pt x="10568" y="5029"/>
                    <a:pt x="10661" y="5261"/>
                    <a:pt x="10545" y="5400"/>
                  </a:cubicBezTo>
                  <a:cubicBezTo>
                    <a:pt x="10456" y="5474"/>
                    <a:pt x="10150" y="5529"/>
                    <a:pt x="9904" y="5529"/>
                  </a:cubicBezTo>
                  <a:cubicBezTo>
                    <a:pt x="9765" y="5529"/>
                    <a:pt x="9645" y="5511"/>
                    <a:pt x="9595" y="5469"/>
                  </a:cubicBezTo>
                  <a:cubicBezTo>
                    <a:pt x="9456" y="5377"/>
                    <a:pt x="8899" y="5307"/>
                    <a:pt x="8876" y="5191"/>
                  </a:cubicBezTo>
                  <a:cubicBezTo>
                    <a:pt x="8853" y="5099"/>
                    <a:pt x="8691" y="4890"/>
                    <a:pt x="8575" y="4890"/>
                  </a:cubicBezTo>
                  <a:cubicBezTo>
                    <a:pt x="8499" y="4890"/>
                    <a:pt x="8265" y="5000"/>
                    <a:pt x="8133" y="5000"/>
                  </a:cubicBezTo>
                  <a:cubicBezTo>
                    <a:pt x="8105" y="5000"/>
                    <a:pt x="8082" y="4995"/>
                    <a:pt x="8065" y="4983"/>
                  </a:cubicBezTo>
                  <a:cubicBezTo>
                    <a:pt x="7972" y="4913"/>
                    <a:pt x="7764" y="4751"/>
                    <a:pt x="7602" y="4728"/>
                  </a:cubicBezTo>
                  <a:cubicBezTo>
                    <a:pt x="7463" y="4705"/>
                    <a:pt x="7208" y="4589"/>
                    <a:pt x="7208" y="4519"/>
                  </a:cubicBezTo>
                  <a:cubicBezTo>
                    <a:pt x="7185" y="4427"/>
                    <a:pt x="6837" y="4380"/>
                    <a:pt x="6767" y="4287"/>
                  </a:cubicBezTo>
                  <a:cubicBezTo>
                    <a:pt x="6698" y="4218"/>
                    <a:pt x="6489" y="4195"/>
                    <a:pt x="6489" y="4079"/>
                  </a:cubicBezTo>
                  <a:cubicBezTo>
                    <a:pt x="6489" y="3963"/>
                    <a:pt x="6582" y="3801"/>
                    <a:pt x="6582" y="3662"/>
                  </a:cubicBezTo>
                  <a:cubicBezTo>
                    <a:pt x="6582" y="3546"/>
                    <a:pt x="6837" y="3407"/>
                    <a:pt x="6837" y="3314"/>
                  </a:cubicBezTo>
                  <a:cubicBezTo>
                    <a:pt x="6837" y="3245"/>
                    <a:pt x="6582" y="3082"/>
                    <a:pt x="6582" y="3082"/>
                  </a:cubicBezTo>
                  <a:cubicBezTo>
                    <a:pt x="6582" y="3082"/>
                    <a:pt x="6443" y="2804"/>
                    <a:pt x="6258" y="2804"/>
                  </a:cubicBezTo>
                  <a:cubicBezTo>
                    <a:pt x="6095" y="2804"/>
                    <a:pt x="5956" y="2503"/>
                    <a:pt x="5817" y="2480"/>
                  </a:cubicBezTo>
                  <a:cubicBezTo>
                    <a:pt x="5655" y="2457"/>
                    <a:pt x="5701" y="2155"/>
                    <a:pt x="5632" y="2039"/>
                  </a:cubicBezTo>
                  <a:cubicBezTo>
                    <a:pt x="5556" y="1963"/>
                    <a:pt x="5589" y="1778"/>
                    <a:pt x="5680" y="1778"/>
                  </a:cubicBezTo>
                  <a:cubicBezTo>
                    <a:pt x="5700" y="1778"/>
                    <a:pt x="5723" y="1787"/>
                    <a:pt x="5748" y="1808"/>
                  </a:cubicBezTo>
                  <a:cubicBezTo>
                    <a:pt x="5794" y="1847"/>
                    <a:pt x="5849" y="1864"/>
                    <a:pt x="5902" y="1864"/>
                  </a:cubicBezTo>
                  <a:cubicBezTo>
                    <a:pt x="6036" y="1864"/>
                    <a:pt x="6155" y="1755"/>
                    <a:pt x="6072" y="1622"/>
                  </a:cubicBezTo>
                  <a:cubicBezTo>
                    <a:pt x="5979" y="1414"/>
                    <a:pt x="5771" y="1252"/>
                    <a:pt x="5771" y="1136"/>
                  </a:cubicBezTo>
                  <a:cubicBezTo>
                    <a:pt x="5771" y="1043"/>
                    <a:pt x="5910" y="718"/>
                    <a:pt x="5748" y="626"/>
                  </a:cubicBezTo>
                  <a:cubicBezTo>
                    <a:pt x="5609" y="533"/>
                    <a:pt x="5470" y="417"/>
                    <a:pt x="5423" y="255"/>
                  </a:cubicBezTo>
                  <a:cubicBezTo>
                    <a:pt x="5377" y="116"/>
                    <a:pt x="5215" y="0"/>
                    <a:pt x="5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59"/>
            <p:cNvSpPr/>
            <p:nvPr/>
          </p:nvSpPr>
          <p:spPr>
            <a:xfrm>
              <a:off x="5408302" y="2470350"/>
              <a:ext cx="523850" cy="223614"/>
            </a:xfrm>
            <a:custGeom>
              <a:avLst/>
              <a:gdLst/>
              <a:ahLst/>
              <a:cxnLst/>
              <a:rect l="l" t="t" r="r" b="b"/>
              <a:pathLst>
                <a:path w="17174" h="7331" extrusionOk="0">
                  <a:moveTo>
                    <a:pt x="5677" y="0"/>
                  </a:moveTo>
                  <a:cubicBezTo>
                    <a:pt x="5586" y="0"/>
                    <a:pt x="5581" y="124"/>
                    <a:pt x="5516" y="188"/>
                  </a:cubicBezTo>
                  <a:cubicBezTo>
                    <a:pt x="5447" y="258"/>
                    <a:pt x="5262" y="258"/>
                    <a:pt x="5215" y="373"/>
                  </a:cubicBezTo>
                  <a:cubicBezTo>
                    <a:pt x="5192" y="489"/>
                    <a:pt x="4960" y="512"/>
                    <a:pt x="5007" y="652"/>
                  </a:cubicBezTo>
                  <a:cubicBezTo>
                    <a:pt x="5030" y="791"/>
                    <a:pt x="5099" y="1046"/>
                    <a:pt x="5192" y="1115"/>
                  </a:cubicBezTo>
                  <a:cubicBezTo>
                    <a:pt x="5262" y="1161"/>
                    <a:pt x="5215" y="1370"/>
                    <a:pt x="5169" y="1440"/>
                  </a:cubicBezTo>
                  <a:cubicBezTo>
                    <a:pt x="5122" y="1486"/>
                    <a:pt x="4798" y="1532"/>
                    <a:pt x="4728" y="1648"/>
                  </a:cubicBezTo>
                  <a:cubicBezTo>
                    <a:pt x="4708" y="1682"/>
                    <a:pt x="4680" y="1696"/>
                    <a:pt x="4646" y="1696"/>
                  </a:cubicBezTo>
                  <a:cubicBezTo>
                    <a:pt x="4564" y="1696"/>
                    <a:pt x="4449" y="1614"/>
                    <a:pt x="4335" y="1532"/>
                  </a:cubicBezTo>
                  <a:cubicBezTo>
                    <a:pt x="4278" y="1500"/>
                    <a:pt x="4220" y="1488"/>
                    <a:pt x="4163" y="1488"/>
                  </a:cubicBezTo>
                  <a:cubicBezTo>
                    <a:pt x="4055" y="1488"/>
                    <a:pt x="3955" y="1533"/>
                    <a:pt x="3894" y="1579"/>
                  </a:cubicBezTo>
                  <a:cubicBezTo>
                    <a:pt x="3885" y="1588"/>
                    <a:pt x="3872" y="1592"/>
                    <a:pt x="3856" y="1592"/>
                  </a:cubicBezTo>
                  <a:cubicBezTo>
                    <a:pt x="3750" y="1592"/>
                    <a:pt x="3514" y="1413"/>
                    <a:pt x="3454" y="1393"/>
                  </a:cubicBezTo>
                  <a:cubicBezTo>
                    <a:pt x="3364" y="1393"/>
                    <a:pt x="3361" y="1091"/>
                    <a:pt x="3278" y="1091"/>
                  </a:cubicBezTo>
                  <a:cubicBezTo>
                    <a:pt x="3275" y="1091"/>
                    <a:pt x="3272" y="1091"/>
                    <a:pt x="3268" y="1092"/>
                  </a:cubicBezTo>
                  <a:cubicBezTo>
                    <a:pt x="3262" y="1094"/>
                    <a:pt x="3252" y="1095"/>
                    <a:pt x="3238" y="1095"/>
                  </a:cubicBezTo>
                  <a:cubicBezTo>
                    <a:pt x="3099" y="1095"/>
                    <a:pt x="2609" y="995"/>
                    <a:pt x="2504" y="953"/>
                  </a:cubicBezTo>
                  <a:cubicBezTo>
                    <a:pt x="2480" y="947"/>
                    <a:pt x="2447" y="944"/>
                    <a:pt x="2410" y="944"/>
                  </a:cubicBezTo>
                  <a:cubicBezTo>
                    <a:pt x="2298" y="944"/>
                    <a:pt x="2150" y="970"/>
                    <a:pt x="2133" y="1022"/>
                  </a:cubicBezTo>
                  <a:cubicBezTo>
                    <a:pt x="2087" y="1115"/>
                    <a:pt x="1808" y="1092"/>
                    <a:pt x="1762" y="1185"/>
                  </a:cubicBezTo>
                  <a:cubicBezTo>
                    <a:pt x="1716" y="1277"/>
                    <a:pt x="1484" y="1324"/>
                    <a:pt x="1391" y="1440"/>
                  </a:cubicBezTo>
                  <a:cubicBezTo>
                    <a:pt x="1322" y="1532"/>
                    <a:pt x="1044" y="1532"/>
                    <a:pt x="974" y="1671"/>
                  </a:cubicBezTo>
                  <a:cubicBezTo>
                    <a:pt x="905" y="1810"/>
                    <a:pt x="580" y="1880"/>
                    <a:pt x="464" y="1903"/>
                  </a:cubicBezTo>
                  <a:cubicBezTo>
                    <a:pt x="372" y="1903"/>
                    <a:pt x="117" y="1949"/>
                    <a:pt x="93" y="2042"/>
                  </a:cubicBezTo>
                  <a:cubicBezTo>
                    <a:pt x="93" y="2058"/>
                    <a:pt x="82" y="2075"/>
                    <a:pt x="50" y="2075"/>
                  </a:cubicBezTo>
                  <a:cubicBezTo>
                    <a:pt x="37" y="2075"/>
                    <a:pt x="21" y="2072"/>
                    <a:pt x="1" y="2065"/>
                  </a:cubicBezTo>
                  <a:lnTo>
                    <a:pt x="1" y="2065"/>
                  </a:lnTo>
                  <a:cubicBezTo>
                    <a:pt x="1" y="2088"/>
                    <a:pt x="24" y="2112"/>
                    <a:pt x="24" y="2135"/>
                  </a:cubicBezTo>
                  <a:cubicBezTo>
                    <a:pt x="93" y="2506"/>
                    <a:pt x="256" y="2506"/>
                    <a:pt x="418" y="2645"/>
                  </a:cubicBezTo>
                  <a:cubicBezTo>
                    <a:pt x="580" y="2784"/>
                    <a:pt x="719" y="2900"/>
                    <a:pt x="905" y="2923"/>
                  </a:cubicBezTo>
                  <a:cubicBezTo>
                    <a:pt x="1090" y="2923"/>
                    <a:pt x="1345" y="3131"/>
                    <a:pt x="1368" y="3294"/>
                  </a:cubicBezTo>
                  <a:cubicBezTo>
                    <a:pt x="1391" y="3456"/>
                    <a:pt x="1577" y="3641"/>
                    <a:pt x="1669" y="3711"/>
                  </a:cubicBezTo>
                  <a:cubicBezTo>
                    <a:pt x="1762" y="3780"/>
                    <a:pt x="1623" y="4058"/>
                    <a:pt x="1623" y="4267"/>
                  </a:cubicBezTo>
                  <a:cubicBezTo>
                    <a:pt x="1623" y="4452"/>
                    <a:pt x="1391" y="4499"/>
                    <a:pt x="1507" y="4707"/>
                  </a:cubicBezTo>
                  <a:cubicBezTo>
                    <a:pt x="1623" y="4893"/>
                    <a:pt x="2504" y="5008"/>
                    <a:pt x="2735" y="5008"/>
                  </a:cubicBezTo>
                  <a:cubicBezTo>
                    <a:pt x="2990" y="5008"/>
                    <a:pt x="3083" y="5240"/>
                    <a:pt x="3153" y="5240"/>
                  </a:cubicBezTo>
                  <a:cubicBezTo>
                    <a:pt x="3315" y="5287"/>
                    <a:pt x="3338" y="5472"/>
                    <a:pt x="3500" y="5495"/>
                  </a:cubicBezTo>
                  <a:cubicBezTo>
                    <a:pt x="3686" y="5542"/>
                    <a:pt x="3848" y="5634"/>
                    <a:pt x="3917" y="5959"/>
                  </a:cubicBezTo>
                  <a:cubicBezTo>
                    <a:pt x="3987" y="6260"/>
                    <a:pt x="4219" y="6376"/>
                    <a:pt x="4242" y="6515"/>
                  </a:cubicBezTo>
                  <a:cubicBezTo>
                    <a:pt x="4263" y="6578"/>
                    <a:pt x="4351" y="6593"/>
                    <a:pt x="4468" y="6593"/>
                  </a:cubicBezTo>
                  <a:cubicBezTo>
                    <a:pt x="4576" y="6593"/>
                    <a:pt x="4707" y="6580"/>
                    <a:pt x="4831" y="6580"/>
                  </a:cubicBezTo>
                  <a:cubicBezTo>
                    <a:pt x="4868" y="6580"/>
                    <a:pt x="4903" y="6582"/>
                    <a:pt x="4937" y="6584"/>
                  </a:cubicBezTo>
                  <a:cubicBezTo>
                    <a:pt x="5088" y="6608"/>
                    <a:pt x="5366" y="6608"/>
                    <a:pt x="5632" y="6608"/>
                  </a:cubicBezTo>
                  <a:cubicBezTo>
                    <a:pt x="5899" y="6608"/>
                    <a:pt x="6154" y="6608"/>
                    <a:pt x="6258" y="6631"/>
                  </a:cubicBezTo>
                  <a:cubicBezTo>
                    <a:pt x="6467" y="6654"/>
                    <a:pt x="6953" y="6631"/>
                    <a:pt x="7231" y="6839"/>
                  </a:cubicBezTo>
                  <a:cubicBezTo>
                    <a:pt x="7349" y="6927"/>
                    <a:pt x="7441" y="6945"/>
                    <a:pt x="7523" y="6945"/>
                  </a:cubicBezTo>
                  <a:cubicBezTo>
                    <a:pt x="7579" y="6945"/>
                    <a:pt x="7630" y="6937"/>
                    <a:pt x="7681" y="6937"/>
                  </a:cubicBezTo>
                  <a:cubicBezTo>
                    <a:pt x="7731" y="6937"/>
                    <a:pt x="7781" y="6945"/>
                    <a:pt x="7834" y="6978"/>
                  </a:cubicBezTo>
                  <a:cubicBezTo>
                    <a:pt x="7995" y="7059"/>
                    <a:pt x="8121" y="7122"/>
                    <a:pt x="8303" y="7122"/>
                  </a:cubicBezTo>
                  <a:cubicBezTo>
                    <a:pt x="8331" y="7122"/>
                    <a:pt x="8360" y="7120"/>
                    <a:pt x="8390" y="7117"/>
                  </a:cubicBezTo>
                  <a:cubicBezTo>
                    <a:pt x="8413" y="7113"/>
                    <a:pt x="8434" y="7111"/>
                    <a:pt x="8453" y="7111"/>
                  </a:cubicBezTo>
                  <a:cubicBezTo>
                    <a:pt x="8647" y="7111"/>
                    <a:pt x="8662" y="7305"/>
                    <a:pt x="8830" y="7326"/>
                  </a:cubicBezTo>
                  <a:cubicBezTo>
                    <a:pt x="8841" y="7329"/>
                    <a:pt x="8852" y="7330"/>
                    <a:pt x="8864" y="7330"/>
                  </a:cubicBezTo>
                  <a:cubicBezTo>
                    <a:pt x="9036" y="7330"/>
                    <a:pt x="9347" y="7034"/>
                    <a:pt x="9781" y="6839"/>
                  </a:cubicBezTo>
                  <a:cubicBezTo>
                    <a:pt x="9963" y="6753"/>
                    <a:pt x="10162" y="6726"/>
                    <a:pt x="10350" y="6726"/>
                  </a:cubicBezTo>
                  <a:cubicBezTo>
                    <a:pt x="10615" y="6726"/>
                    <a:pt x="10860" y="6779"/>
                    <a:pt x="11009" y="6793"/>
                  </a:cubicBezTo>
                  <a:cubicBezTo>
                    <a:pt x="11038" y="6799"/>
                    <a:pt x="11071" y="6802"/>
                    <a:pt x="11106" y="6802"/>
                  </a:cubicBezTo>
                  <a:cubicBezTo>
                    <a:pt x="11354" y="6802"/>
                    <a:pt x="11739" y="6660"/>
                    <a:pt x="11982" y="6376"/>
                  </a:cubicBezTo>
                  <a:cubicBezTo>
                    <a:pt x="12260" y="6051"/>
                    <a:pt x="12631" y="6121"/>
                    <a:pt x="12654" y="5843"/>
                  </a:cubicBezTo>
                  <a:cubicBezTo>
                    <a:pt x="12701" y="5565"/>
                    <a:pt x="12376" y="5472"/>
                    <a:pt x="12515" y="5217"/>
                  </a:cubicBezTo>
                  <a:cubicBezTo>
                    <a:pt x="12595" y="5070"/>
                    <a:pt x="12714" y="5023"/>
                    <a:pt x="12827" y="5023"/>
                  </a:cubicBezTo>
                  <a:cubicBezTo>
                    <a:pt x="12910" y="5023"/>
                    <a:pt x="12989" y="5049"/>
                    <a:pt x="13048" y="5078"/>
                  </a:cubicBezTo>
                  <a:cubicBezTo>
                    <a:pt x="13121" y="5114"/>
                    <a:pt x="13255" y="5156"/>
                    <a:pt x="13420" y="5156"/>
                  </a:cubicBezTo>
                  <a:cubicBezTo>
                    <a:pt x="13572" y="5156"/>
                    <a:pt x="13751" y="5120"/>
                    <a:pt x="13929" y="5008"/>
                  </a:cubicBezTo>
                  <a:cubicBezTo>
                    <a:pt x="14277" y="4754"/>
                    <a:pt x="14416" y="4800"/>
                    <a:pt x="14740" y="4754"/>
                  </a:cubicBezTo>
                  <a:cubicBezTo>
                    <a:pt x="15041" y="4730"/>
                    <a:pt x="15018" y="4522"/>
                    <a:pt x="15227" y="4290"/>
                  </a:cubicBezTo>
                  <a:cubicBezTo>
                    <a:pt x="15435" y="4081"/>
                    <a:pt x="15690" y="4012"/>
                    <a:pt x="15899" y="4012"/>
                  </a:cubicBezTo>
                  <a:cubicBezTo>
                    <a:pt x="16078" y="4012"/>
                    <a:pt x="16308" y="3859"/>
                    <a:pt x="16501" y="3859"/>
                  </a:cubicBezTo>
                  <a:cubicBezTo>
                    <a:pt x="16533" y="3859"/>
                    <a:pt x="16564" y="3863"/>
                    <a:pt x="16594" y="3873"/>
                  </a:cubicBezTo>
                  <a:cubicBezTo>
                    <a:pt x="16694" y="3906"/>
                    <a:pt x="16819" y="3934"/>
                    <a:pt x="16926" y="3934"/>
                  </a:cubicBezTo>
                  <a:cubicBezTo>
                    <a:pt x="17044" y="3934"/>
                    <a:pt x="17138" y="3900"/>
                    <a:pt x="17150" y="3803"/>
                  </a:cubicBezTo>
                  <a:cubicBezTo>
                    <a:pt x="17174" y="3641"/>
                    <a:pt x="16617" y="3270"/>
                    <a:pt x="16455" y="3062"/>
                  </a:cubicBezTo>
                  <a:cubicBezTo>
                    <a:pt x="16384" y="2981"/>
                    <a:pt x="16299" y="2949"/>
                    <a:pt x="16217" y="2949"/>
                  </a:cubicBezTo>
                  <a:cubicBezTo>
                    <a:pt x="16087" y="2949"/>
                    <a:pt x="15965" y="3032"/>
                    <a:pt x="15922" y="3131"/>
                  </a:cubicBezTo>
                  <a:cubicBezTo>
                    <a:pt x="15904" y="3181"/>
                    <a:pt x="15880" y="3199"/>
                    <a:pt x="15849" y="3199"/>
                  </a:cubicBezTo>
                  <a:cubicBezTo>
                    <a:pt x="15765" y="3199"/>
                    <a:pt x="15627" y="3062"/>
                    <a:pt x="15389" y="3062"/>
                  </a:cubicBezTo>
                  <a:cubicBezTo>
                    <a:pt x="15181" y="3062"/>
                    <a:pt x="15097" y="3138"/>
                    <a:pt x="15009" y="3138"/>
                  </a:cubicBezTo>
                  <a:cubicBezTo>
                    <a:pt x="14959" y="3138"/>
                    <a:pt x="14908" y="3114"/>
                    <a:pt x="14833" y="3039"/>
                  </a:cubicBezTo>
                  <a:cubicBezTo>
                    <a:pt x="14624" y="2830"/>
                    <a:pt x="14902" y="2760"/>
                    <a:pt x="14902" y="2760"/>
                  </a:cubicBezTo>
                  <a:lnTo>
                    <a:pt x="14926" y="2459"/>
                  </a:lnTo>
                  <a:lnTo>
                    <a:pt x="15366" y="1602"/>
                  </a:lnTo>
                  <a:cubicBezTo>
                    <a:pt x="15292" y="1558"/>
                    <a:pt x="15191" y="1542"/>
                    <a:pt x="15103" y="1542"/>
                  </a:cubicBezTo>
                  <a:cubicBezTo>
                    <a:pt x="15052" y="1542"/>
                    <a:pt x="15006" y="1547"/>
                    <a:pt x="14972" y="1555"/>
                  </a:cubicBezTo>
                  <a:cubicBezTo>
                    <a:pt x="14928" y="1570"/>
                    <a:pt x="14868" y="1578"/>
                    <a:pt x="14805" y="1578"/>
                  </a:cubicBezTo>
                  <a:cubicBezTo>
                    <a:pt x="14670" y="1578"/>
                    <a:pt x="14524" y="1542"/>
                    <a:pt x="14508" y="1463"/>
                  </a:cubicBezTo>
                  <a:cubicBezTo>
                    <a:pt x="14483" y="1399"/>
                    <a:pt x="14318" y="1363"/>
                    <a:pt x="14154" y="1363"/>
                  </a:cubicBezTo>
                  <a:cubicBezTo>
                    <a:pt x="14021" y="1363"/>
                    <a:pt x="13889" y="1387"/>
                    <a:pt x="13836" y="1440"/>
                  </a:cubicBezTo>
                  <a:cubicBezTo>
                    <a:pt x="13697" y="1532"/>
                    <a:pt x="13396" y="1602"/>
                    <a:pt x="13396" y="1718"/>
                  </a:cubicBezTo>
                  <a:cubicBezTo>
                    <a:pt x="13373" y="1833"/>
                    <a:pt x="13072" y="1810"/>
                    <a:pt x="12956" y="1880"/>
                  </a:cubicBezTo>
                  <a:cubicBezTo>
                    <a:pt x="12840" y="1973"/>
                    <a:pt x="12260" y="1996"/>
                    <a:pt x="12237" y="2065"/>
                  </a:cubicBezTo>
                  <a:cubicBezTo>
                    <a:pt x="12237" y="2100"/>
                    <a:pt x="12081" y="2117"/>
                    <a:pt x="11913" y="2117"/>
                  </a:cubicBezTo>
                  <a:cubicBezTo>
                    <a:pt x="11745" y="2117"/>
                    <a:pt x="11565" y="2100"/>
                    <a:pt x="11519" y="2065"/>
                  </a:cubicBezTo>
                  <a:cubicBezTo>
                    <a:pt x="11426" y="1973"/>
                    <a:pt x="10893" y="2065"/>
                    <a:pt x="10824" y="1926"/>
                  </a:cubicBezTo>
                  <a:cubicBezTo>
                    <a:pt x="10754" y="1810"/>
                    <a:pt x="10522" y="1741"/>
                    <a:pt x="10522" y="1625"/>
                  </a:cubicBezTo>
                  <a:cubicBezTo>
                    <a:pt x="10522" y="1509"/>
                    <a:pt x="10128" y="1509"/>
                    <a:pt x="10082" y="1416"/>
                  </a:cubicBezTo>
                  <a:cubicBezTo>
                    <a:pt x="10044" y="1340"/>
                    <a:pt x="9814" y="1295"/>
                    <a:pt x="9710" y="1295"/>
                  </a:cubicBezTo>
                  <a:cubicBezTo>
                    <a:pt x="9689" y="1295"/>
                    <a:pt x="9673" y="1296"/>
                    <a:pt x="9665" y="1300"/>
                  </a:cubicBezTo>
                  <a:cubicBezTo>
                    <a:pt x="9661" y="1303"/>
                    <a:pt x="9654" y="1303"/>
                    <a:pt x="9645" y="1303"/>
                  </a:cubicBezTo>
                  <a:cubicBezTo>
                    <a:pt x="9554" y="1303"/>
                    <a:pt x="9239" y="1206"/>
                    <a:pt x="9155" y="1185"/>
                  </a:cubicBezTo>
                  <a:cubicBezTo>
                    <a:pt x="9145" y="1182"/>
                    <a:pt x="9132" y="1181"/>
                    <a:pt x="9117" y="1181"/>
                  </a:cubicBezTo>
                  <a:cubicBezTo>
                    <a:pt x="8998" y="1181"/>
                    <a:pt x="8751" y="1254"/>
                    <a:pt x="8668" y="1254"/>
                  </a:cubicBezTo>
                  <a:cubicBezTo>
                    <a:pt x="8552" y="1254"/>
                    <a:pt x="8390" y="1440"/>
                    <a:pt x="8274" y="1440"/>
                  </a:cubicBezTo>
                  <a:cubicBezTo>
                    <a:pt x="8268" y="1441"/>
                    <a:pt x="8261" y="1441"/>
                    <a:pt x="8254" y="1441"/>
                  </a:cubicBezTo>
                  <a:cubicBezTo>
                    <a:pt x="8141" y="1441"/>
                    <a:pt x="7910" y="1294"/>
                    <a:pt x="7815" y="1294"/>
                  </a:cubicBezTo>
                  <a:cubicBezTo>
                    <a:pt x="7804" y="1294"/>
                    <a:pt x="7795" y="1296"/>
                    <a:pt x="7788" y="1300"/>
                  </a:cubicBezTo>
                  <a:cubicBezTo>
                    <a:pt x="7781" y="1305"/>
                    <a:pt x="7773" y="1307"/>
                    <a:pt x="7764" y="1307"/>
                  </a:cubicBezTo>
                  <a:cubicBezTo>
                    <a:pt x="7683" y="1307"/>
                    <a:pt x="7524" y="1129"/>
                    <a:pt x="7440" y="1046"/>
                  </a:cubicBezTo>
                  <a:cubicBezTo>
                    <a:pt x="7370" y="953"/>
                    <a:pt x="7440" y="675"/>
                    <a:pt x="7394" y="582"/>
                  </a:cubicBezTo>
                  <a:cubicBezTo>
                    <a:pt x="7324" y="466"/>
                    <a:pt x="6953" y="466"/>
                    <a:pt x="6861" y="420"/>
                  </a:cubicBezTo>
                  <a:cubicBezTo>
                    <a:pt x="6745" y="350"/>
                    <a:pt x="6559" y="258"/>
                    <a:pt x="6443" y="258"/>
                  </a:cubicBezTo>
                  <a:cubicBezTo>
                    <a:pt x="6328" y="258"/>
                    <a:pt x="6165" y="211"/>
                    <a:pt x="6119" y="165"/>
                  </a:cubicBezTo>
                  <a:cubicBezTo>
                    <a:pt x="6049" y="119"/>
                    <a:pt x="5818" y="49"/>
                    <a:pt x="5702" y="3"/>
                  </a:cubicBezTo>
                  <a:cubicBezTo>
                    <a:pt x="5693" y="1"/>
                    <a:pt x="5685" y="0"/>
                    <a:pt x="56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59"/>
            <p:cNvSpPr/>
            <p:nvPr/>
          </p:nvSpPr>
          <p:spPr>
            <a:xfrm>
              <a:off x="4525399" y="2864160"/>
              <a:ext cx="8541" cy="23334"/>
            </a:xfrm>
            <a:custGeom>
              <a:avLst/>
              <a:gdLst/>
              <a:ahLst/>
              <a:cxnLst/>
              <a:rect l="l" t="t" r="r" b="b"/>
              <a:pathLst>
                <a:path w="280" h="765" extrusionOk="0">
                  <a:moveTo>
                    <a:pt x="279" y="0"/>
                  </a:moveTo>
                  <a:cubicBezTo>
                    <a:pt x="186" y="0"/>
                    <a:pt x="140" y="0"/>
                    <a:pt x="117" y="23"/>
                  </a:cubicBezTo>
                  <a:cubicBezTo>
                    <a:pt x="24" y="47"/>
                    <a:pt x="1" y="348"/>
                    <a:pt x="1" y="417"/>
                  </a:cubicBezTo>
                  <a:cubicBezTo>
                    <a:pt x="1" y="441"/>
                    <a:pt x="47" y="603"/>
                    <a:pt x="186" y="765"/>
                  </a:cubicBezTo>
                  <a:cubicBezTo>
                    <a:pt x="233" y="510"/>
                    <a:pt x="233" y="209"/>
                    <a:pt x="256" y="116"/>
                  </a:cubicBezTo>
                  <a:cubicBezTo>
                    <a:pt x="256" y="93"/>
                    <a:pt x="279" y="47"/>
                    <a:pt x="2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59"/>
            <p:cNvSpPr/>
            <p:nvPr/>
          </p:nvSpPr>
          <p:spPr>
            <a:xfrm>
              <a:off x="4511277" y="2850007"/>
              <a:ext cx="24066" cy="69302"/>
            </a:xfrm>
            <a:custGeom>
              <a:avLst/>
              <a:gdLst/>
              <a:ahLst/>
              <a:cxnLst/>
              <a:rect l="l" t="t" r="r" b="b"/>
              <a:pathLst>
                <a:path w="789" h="2272" extrusionOk="0">
                  <a:moveTo>
                    <a:pt x="510" y="1"/>
                  </a:moveTo>
                  <a:cubicBezTo>
                    <a:pt x="464" y="93"/>
                    <a:pt x="441" y="163"/>
                    <a:pt x="418" y="256"/>
                  </a:cubicBezTo>
                  <a:cubicBezTo>
                    <a:pt x="371" y="534"/>
                    <a:pt x="116" y="1020"/>
                    <a:pt x="0" y="1229"/>
                  </a:cubicBezTo>
                  <a:lnTo>
                    <a:pt x="371" y="2179"/>
                  </a:lnTo>
                  <a:lnTo>
                    <a:pt x="348" y="2249"/>
                  </a:lnTo>
                  <a:cubicBezTo>
                    <a:pt x="371" y="2249"/>
                    <a:pt x="394" y="2272"/>
                    <a:pt x="418" y="2272"/>
                  </a:cubicBezTo>
                  <a:cubicBezTo>
                    <a:pt x="464" y="1947"/>
                    <a:pt x="533" y="1577"/>
                    <a:pt x="580" y="1484"/>
                  </a:cubicBezTo>
                  <a:cubicBezTo>
                    <a:pt x="626" y="1438"/>
                    <a:pt x="649" y="1345"/>
                    <a:pt x="649" y="1229"/>
                  </a:cubicBezTo>
                  <a:cubicBezTo>
                    <a:pt x="510" y="1067"/>
                    <a:pt x="464" y="905"/>
                    <a:pt x="464" y="881"/>
                  </a:cubicBezTo>
                  <a:cubicBezTo>
                    <a:pt x="464" y="812"/>
                    <a:pt x="487" y="511"/>
                    <a:pt x="580" y="487"/>
                  </a:cubicBezTo>
                  <a:cubicBezTo>
                    <a:pt x="591" y="476"/>
                    <a:pt x="609" y="470"/>
                    <a:pt x="635" y="470"/>
                  </a:cubicBezTo>
                  <a:cubicBezTo>
                    <a:pt x="661" y="470"/>
                    <a:pt x="696" y="476"/>
                    <a:pt x="742" y="487"/>
                  </a:cubicBezTo>
                  <a:cubicBezTo>
                    <a:pt x="742" y="372"/>
                    <a:pt x="765" y="232"/>
                    <a:pt x="788" y="117"/>
                  </a:cubicBezTo>
                  <a:lnTo>
                    <a:pt x="510" y="1"/>
                  </a:ln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59"/>
            <p:cNvSpPr/>
            <p:nvPr/>
          </p:nvSpPr>
          <p:spPr>
            <a:xfrm>
              <a:off x="4523996" y="2848604"/>
              <a:ext cx="70735" cy="77141"/>
            </a:xfrm>
            <a:custGeom>
              <a:avLst/>
              <a:gdLst/>
              <a:ahLst/>
              <a:cxnLst/>
              <a:rect l="l" t="t" r="r" b="b"/>
              <a:pathLst>
                <a:path w="2319" h="2529" extrusionOk="0">
                  <a:moveTo>
                    <a:pt x="2133" y="0"/>
                  </a:moveTo>
                  <a:cubicBezTo>
                    <a:pt x="1785" y="186"/>
                    <a:pt x="1484" y="325"/>
                    <a:pt x="1437" y="325"/>
                  </a:cubicBezTo>
                  <a:cubicBezTo>
                    <a:pt x="1275" y="348"/>
                    <a:pt x="928" y="626"/>
                    <a:pt x="928" y="626"/>
                  </a:cubicBezTo>
                  <a:lnTo>
                    <a:pt x="418" y="348"/>
                  </a:lnTo>
                  <a:lnTo>
                    <a:pt x="371" y="163"/>
                  </a:lnTo>
                  <a:cubicBezTo>
                    <a:pt x="348" y="348"/>
                    <a:pt x="325" y="557"/>
                    <a:pt x="302" y="626"/>
                  </a:cubicBezTo>
                  <a:cubicBezTo>
                    <a:pt x="279" y="765"/>
                    <a:pt x="279" y="1414"/>
                    <a:pt x="186" y="1530"/>
                  </a:cubicBezTo>
                  <a:cubicBezTo>
                    <a:pt x="116" y="1599"/>
                    <a:pt x="47" y="1993"/>
                    <a:pt x="1" y="2318"/>
                  </a:cubicBezTo>
                  <a:cubicBezTo>
                    <a:pt x="186" y="2411"/>
                    <a:pt x="395" y="2526"/>
                    <a:pt x="487" y="2526"/>
                  </a:cubicBezTo>
                  <a:cubicBezTo>
                    <a:pt x="497" y="2528"/>
                    <a:pt x="507" y="2528"/>
                    <a:pt x="517" y="2528"/>
                  </a:cubicBezTo>
                  <a:cubicBezTo>
                    <a:pt x="698" y="2528"/>
                    <a:pt x="928" y="2334"/>
                    <a:pt x="928" y="2202"/>
                  </a:cubicBezTo>
                  <a:cubicBezTo>
                    <a:pt x="928" y="2086"/>
                    <a:pt x="1090" y="2063"/>
                    <a:pt x="1275" y="2063"/>
                  </a:cubicBezTo>
                  <a:cubicBezTo>
                    <a:pt x="1437" y="2063"/>
                    <a:pt x="1461" y="1854"/>
                    <a:pt x="1600" y="1808"/>
                  </a:cubicBezTo>
                  <a:cubicBezTo>
                    <a:pt x="1716" y="1738"/>
                    <a:pt x="1298" y="1368"/>
                    <a:pt x="1183" y="1321"/>
                  </a:cubicBezTo>
                  <a:cubicBezTo>
                    <a:pt x="1043" y="1275"/>
                    <a:pt x="1298" y="997"/>
                    <a:pt x="1716" y="974"/>
                  </a:cubicBezTo>
                  <a:cubicBezTo>
                    <a:pt x="2156" y="974"/>
                    <a:pt x="2040" y="811"/>
                    <a:pt x="2272" y="811"/>
                  </a:cubicBezTo>
                  <a:lnTo>
                    <a:pt x="2318" y="811"/>
                  </a:lnTo>
                  <a:cubicBezTo>
                    <a:pt x="2272" y="626"/>
                    <a:pt x="2225" y="394"/>
                    <a:pt x="2179" y="278"/>
                  </a:cubicBezTo>
                  <a:cubicBezTo>
                    <a:pt x="2156" y="209"/>
                    <a:pt x="2133" y="93"/>
                    <a:pt x="2133"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59"/>
            <p:cNvSpPr/>
            <p:nvPr/>
          </p:nvSpPr>
          <p:spPr>
            <a:xfrm>
              <a:off x="5106457" y="2659767"/>
              <a:ext cx="181703" cy="76256"/>
            </a:xfrm>
            <a:custGeom>
              <a:avLst/>
              <a:gdLst/>
              <a:ahLst/>
              <a:cxnLst/>
              <a:rect l="l" t="t" r="r" b="b"/>
              <a:pathLst>
                <a:path w="5957" h="2500" extrusionOk="0">
                  <a:moveTo>
                    <a:pt x="2706" y="1"/>
                  </a:moveTo>
                  <a:cubicBezTo>
                    <a:pt x="2530" y="1"/>
                    <a:pt x="2295" y="79"/>
                    <a:pt x="2295" y="235"/>
                  </a:cubicBezTo>
                  <a:cubicBezTo>
                    <a:pt x="2282" y="366"/>
                    <a:pt x="2218" y="423"/>
                    <a:pt x="2114" y="423"/>
                  </a:cubicBezTo>
                  <a:cubicBezTo>
                    <a:pt x="2034" y="423"/>
                    <a:pt x="1930" y="389"/>
                    <a:pt x="1809" y="328"/>
                  </a:cubicBezTo>
                  <a:cubicBezTo>
                    <a:pt x="1664" y="261"/>
                    <a:pt x="1492" y="226"/>
                    <a:pt x="1350" y="226"/>
                  </a:cubicBezTo>
                  <a:cubicBezTo>
                    <a:pt x="1197" y="226"/>
                    <a:pt x="1079" y="267"/>
                    <a:pt x="1067" y="351"/>
                  </a:cubicBezTo>
                  <a:cubicBezTo>
                    <a:pt x="1044" y="513"/>
                    <a:pt x="835" y="652"/>
                    <a:pt x="719" y="722"/>
                  </a:cubicBezTo>
                  <a:cubicBezTo>
                    <a:pt x="673" y="722"/>
                    <a:pt x="627" y="861"/>
                    <a:pt x="557" y="1023"/>
                  </a:cubicBezTo>
                  <a:cubicBezTo>
                    <a:pt x="650" y="1046"/>
                    <a:pt x="696" y="1116"/>
                    <a:pt x="766" y="1209"/>
                  </a:cubicBezTo>
                  <a:cubicBezTo>
                    <a:pt x="818" y="1261"/>
                    <a:pt x="903" y="1285"/>
                    <a:pt x="985" y="1285"/>
                  </a:cubicBezTo>
                  <a:cubicBezTo>
                    <a:pt x="1085" y="1285"/>
                    <a:pt x="1181" y="1249"/>
                    <a:pt x="1206" y="1186"/>
                  </a:cubicBezTo>
                  <a:cubicBezTo>
                    <a:pt x="1211" y="1158"/>
                    <a:pt x="1233" y="1146"/>
                    <a:pt x="1267" y="1146"/>
                  </a:cubicBezTo>
                  <a:cubicBezTo>
                    <a:pt x="1405" y="1146"/>
                    <a:pt x="1743" y="1343"/>
                    <a:pt x="1948" y="1510"/>
                  </a:cubicBezTo>
                  <a:cubicBezTo>
                    <a:pt x="2203" y="1742"/>
                    <a:pt x="1832" y="1579"/>
                    <a:pt x="1716" y="1811"/>
                  </a:cubicBezTo>
                  <a:cubicBezTo>
                    <a:pt x="1675" y="1885"/>
                    <a:pt x="1607" y="1907"/>
                    <a:pt x="1534" y="1907"/>
                  </a:cubicBezTo>
                  <a:cubicBezTo>
                    <a:pt x="1434" y="1907"/>
                    <a:pt x="1322" y="1866"/>
                    <a:pt x="1255" y="1866"/>
                  </a:cubicBezTo>
                  <a:cubicBezTo>
                    <a:pt x="1234" y="1866"/>
                    <a:pt x="1217" y="1870"/>
                    <a:pt x="1206" y="1881"/>
                  </a:cubicBezTo>
                  <a:cubicBezTo>
                    <a:pt x="1129" y="1958"/>
                    <a:pt x="734" y="2003"/>
                    <a:pt x="509" y="2003"/>
                  </a:cubicBezTo>
                  <a:cubicBezTo>
                    <a:pt x="462" y="2003"/>
                    <a:pt x="423" y="2001"/>
                    <a:pt x="395" y="1997"/>
                  </a:cubicBezTo>
                  <a:cubicBezTo>
                    <a:pt x="388" y="1996"/>
                    <a:pt x="382" y="1995"/>
                    <a:pt x="375" y="1995"/>
                  </a:cubicBezTo>
                  <a:cubicBezTo>
                    <a:pt x="232" y="1995"/>
                    <a:pt x="1" y="2211"/>
                    <a:pt x="1" y="2321"/>
                  </a:cubicBezTo>
                  <a:cubicBezTo>
                    <a:pt x="7" y="2352"/>
                    <a:pt x="52" y="2361"/>
                    <a:pt x="119" y="2361"/>
                  </a:cubicBezTo>
                  <a:cubicBezTo>
                    <a:pt x="228" y="2361"/>
                    <a:pt x="393" y="2336"/>
                    <a:pt x="539" y="2336"/>
                  </a:cubicBezTo>
                  <a:cubicBezTo>
                    <a:pt x="641" y="2336"/>
                    <a:pt x="733" y="2349"/>
                    <a:pt x="789" y="2391"/>
                  </a:cubicBezTo>
                  <a:cubicBezTo>
                    <a:pt x="826" y="2414"/>
                    <a:pt x="863" y="2422"/>
                    <a:pt x="901" y="2422"/>
                  </a:cubicBezTo>
                  <a:cubicBezTo>
                    <a:pt x="1004" y="2422"/>
                    <a:pt x="1106" y="2358"/>
                    <a:pt x="1184" y="2358"/>
                  </a:cubicBezTo>
                  <a:cubicBezTo>
                    <a:pt x="1220" y="2358"/>
                    <a:pt x="1252" y="2372"/>
                    <a:pt x="1276" y="2414"/>
                  </a:cubicBezTo>
                  <a:cubicBezTo>
                    <a:pt x="1323" y="2471"/>
                    <a:pt x="1390" y="2485"/>
                    <a:pt x="1461" y="2485"/>
                  </a:cubicBezTo>
                  <a:cubicBezTo>
                    <a:pt x="1530" y="2485"/>
                    <a:pt x="1602" y="2472"/>
                    <a:pt x="1663" y="2472"/>
                  </a:cubicBezTo>
                  <a:cubicBezTo>
                    <a:pt x="1691" y="2472"/>
                    <a:pt x="1717" y="2475"/>
                    <a:pt x="1739" y="2483"/>
                  </a:cubicBezTo>
                  <a:cubicBezTo>
                    <a:pt x="1762" y="2495"/>
                    <a:pt x="1817" y="2499"/>
                    <a:pt x="1887" y="2499"/>
                  </a:cubicBezTo>
                  <a:cubicBezTo>
                    <a:pt x="2097" y="2499"/>
                    <a:pt x="2440" y="2460"/>
                    <a:pt x="2458" y="2460"/>
                  </a:cubicBezTo>
                  <a:cubicBezTo>
                    <a:pt x="2504" y="2367"/>
                    <a:pt x="2527" y="2275"/>
                    <a:pt x="2527" y="2182"/>
                  </a:cubicBezTo>
                  <a:cubicBezTo>
                    <a:pt x="2527" y="2043"/>
                    <a:pt x="2666" y="2066"/>
                    <a:pt x="2782" y="2043"/>
                  </a:cubicBezTo>
                  <a:cubicBezTo>
                    <a:pt x="2898" y="1997"/>
                    <a:pt x="2991" y="1834"/>
                    <a:pt x="3083" y="1834"/>
                  </a:cubicBezTo>
                  <a:cubicBezTo>
                    <a:pt x="3163" y="1834"/>
                    <a:pt x="3276" y="1732"/>
                    <a:pt x="3365" y="1732"/>
                  </a:cubicBezTo>
                  <a:cubicBezTo>
                    <a:pt x="3380" y="1732"/>
                    <a:pt x="3394" y="1735"/>
                    <a:pt x="3408" y="1742"/>
                  </a:cubicBezTo>
                  <a:cubicBezTo>
                    <a:pt x="3480" y="1760"/>
                    <a:pt x="3567" y="1863"/>
                    <a:pt x="3667" y="1863"/>
                  </a:cubicBezTo>
                  <a:cubicBezTo>
                    <a:pt x="3696" y="1863"/>
                    <a:pt x="3725" y="1855"/>
                    <a:pt x="3755" y="1834"/>
                  </a:cubicBezTo>
                  <a:cubicBezTo>
                    <a:pt x="3871" y="1742"/>
                    <a:pt x="3894" y="1834"/>
                    <a:pt x="4080" y="1626"/>
                  </a:cubicBezTo>
                  <a:cubicBezTo>
                    <a:pt x="4180" y="1497"/>
                    <a:pt x="4262" y="1466"/>
                    <a:pt x="4359" y="1466"/>
                  </a:cubicBezTo>
                  <a:cubicBezTo>
                    <a:pt x="4420" y="1466"/>
                    <a:pt x="4486" y="1478"/>
                    <a:pt x="4566" y="1487"/>
                  </a:cubicBezTo>
                  <a:cubicBezTo>
                    <a:pt x="4588" y="1489"/>
                    <a:pt x="4609" y="1490"/>
                    <a:pt x="4629" y="1490"/>
                  </a:cubicBezTo>
                  <a:cubicBezTo>
                    <a:pt x="4841" y="1490"/>
                    <a:pt x="4943" y="1380"/>
                    <a:pt x="5007" y="1232"/>
                  </a:cubicBezTo>
                  <a:cubicBezTo>
                    <a:pt x="5076" y="1093"/>
                    <a:pt x="5285" y="1093"/>
                    <a:pt x="5424" y="1000"/>
                  </a:cubicBezTo>
                  <a:cubicBezTo>
                    <a:pt x="5563" y="907"/>
                    <a:pt x="5841" y="792"/>
                    <a:pt x="5911" y="745"/>
                  </a:cubicBezTo>
                  <a:cubicBezTo>
                    <a:pt x="5957" y="722"/>
                    <a:pt x="5957" y="699"/>
                    <a:pt x="5957" y="629"/>
                  </a:cubicBezTo>
                  <a:cubicBezTo>
                    <a:pt x="5876" y="558"/>
                    <a:pt x="5812" y="554"/>
                    <a:pt x="5751" y="554"/>
                  </a:cubicBezTo>
                  <a:cubicBezTo>
                    <a:pt x="5743" y="554"/>
                    <a:pt x="5734" y="554"/>
                    <a:pt x="5725" y="554"/>
                  </a:cubicBezTo>
                  <a:cubicBezTo>
                    <a:pt x="5656" y="554"/>
                    <a:pt x="5586" y="548"/>
                    <a:pt x="5493" y="444"/>
                  </a:cubicBezTo>
                  <a:cubicBezTo>
                    <a:pt x="5396" y="335"/>
                    <a:pt x="5329" y="313"/>
                    <a:pt x="5261" y="313"/>
                  </a:cubicBezTo>
                  <a:cubicBezTo>
                    <a:pt x="5214" y="313"/>
                    <a:pt x="5168" y="324"/>
                    <a:pt x="5110" y="324"/>
                  </a:cubicBezTo>
                  <a:cubicBezTo>
                    <a:pt x="5073" y="324"/>
                    <a:pt x="5032" y="319"/>
                    <a:pt x="4984" y="305"/>
                  </a:cubicBezTo>
                  <a:cubicBezTo>
                    <a:pt x="4822" y="256"/>
                    <a:pt x="4297" y="196"/>
                    <a:pt x="3933" y="196"/>
                  </a:cubicBezTo>
                  <a:cubicBezTo>
                    <a:pt x="3776" y="196"/>
                    <a:pt x="3649" y="207"/>
                    <a:pt x="3593" y="235"/>
                  </a:cubicBezTo>
                  <a:cubicBezTo>
                    <a:pt x="3566" y="244"/>
                    <a:pt x="3536" y="248"/>
                    <a:pt x="3504" y="248"/>
                  </a:cubicBezTo>
                  <a:cubicBezTo>
                    <a:pt x="3287" y="248"/>
                    <a:pt x="2973" y="67"/>
                    <a:pt x="2851" y="27"/>
                  </a:cubicBezTo>
                  <a:cubicBezTo>
                    <a:pt x="2817" y="9"/>
                    <a:pt x="2765" y="1"/>
                    <a:pt x="27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59"/>
            <p:cNvSpPr/>
            <p:nvPr/>
          </p:nvSpPr>
          <p:spPr>
            <a:xfrm>
              <a:off x="4606717" y="2649152"/>
              <a:ext cx="115940" cy="50848"/>
            </a:xfrm>
            <a:custGeom>
              <a:avLst/>
              <a:gdLst/>
              <a:ahLst/>
              <a:cxnLst/>
              <a:rect l="l" t="t" r="r" b="b"/>
              <a:pathLst>
                <a:path w="3801" h="1667" extrusionOk="0">
                  <a:moveTo>
                    <a:pt x="264" y="0"/>
                  </a:moveTo>
                  <a:cubicBezTo>
                    <a:pt x="244" y="0"/>
                    <a:pt x="225" y="2"/>
                    <a:pt x="209" y="4"/>
                  </a:cubicBezTo>
                  <a:cubicBezTo>
                    <a:pt x="162" y="27"/>
                    <a:pt x="93" y="50"/>
                    <a:pt x="0" y="97"/>
                  </a:cubicBezTo>
                  <a:cubicBezTo>
                    <a:pt x="325" y="282"/>
                    <a:pt x="788" y="236"/>
                    <a:pt x="834" y="583"/>
                  </a:cubicBezTo>
                  <a:cubicBezTo>
                    <a:pt x="904" y="954"/>
                    <a:pt x="1136" y="815"/>
                    <a:pt x="1043" y="1140"/>
                  </a:cubicBezTo>
                  <a:cubicBezTo>
                    <a:pt x="1043" y="1209"/>
                    <a:pt x="997" y="1279"/>
                    <a:pt x="927" y="1325"/>
                  </a:cubicBezTo>
                  <a:cubicBezTo>
                    <a:pt x="1055" y="1337"/>
                    <a:pt x="1176" y="1342"/>
                    <a:pt x="1278" y="1342"/>
                  </a:cubicBezTo>
                  <a:cubicBezTo>
                    <a:pt x="1379" y="1342"/>
                    <a:pt x="1460" y="1337"/>
                    <a:pt x="1506" y="1325"/>
                  </a:cubicBezTo>
                  <a:cubicBezTo>
                    <a:pt x="1534" y="1309"/>
                    <a:pt x="1559" y="1302"/>
                    <a:pt x="1582" y="1302"/>
                  </a:cubicBezTo>
                  <a:cubicBezTo>
                    <a:pt x="1694" y="1302"/>
                    <a:pt x="1762" y="1472"/>
                    <a:pt x="1877" y="1626"/>
                  </a:cubicBezTo>
                  <a:cubicBezTo>
                    <a:pt x="1900" y="1649"/>
                    <a:pt x="1900" y="1649"/>
                    <a:pt x="1900" y="1649"/>
                  </a:cubicBezTo>
                  <a:cubicBezTo>
                    <a:pt x="2109" y="1626"/>
                    <a:pt x="2271" y="1580"/>
                    <a:pt x="2457" y="1557"/>
                  </a:cubicBezTo>
                  <a:cubicBezTo>
                    <a:pt x="2500" y="1550"/>
                    <a:pt x="2545" y="1548"/>
                    <a:pt x="2591" y="1548"/>
                  </a:cubicBezTo>
                  <a:cubicBezTo>
                    <a:pt x="2715" y="1548"/>
                    <a:pt x="2842" y="1569"/>
                    <a:pt x="2943" y="1603"/>
                  </a:cubicBezTo>
                  <a:cubicBezTo>
                    <a:pt x="2920" y="1557"/>
                    <a:pt x="2897" y="1510"/>
                    <a:pt x="2920" y="1487"/>
                  </a:cubicBezTo>
                  <a:cubicBezTo>
                    <a:pt x="2933" y="1455"/>
                    <a:pt x="2960" y="1443"/>
                    <a:pt x="2994" y="1443"/>
                  </a:cubicBezTo>
                  <a:cubicBezTo>
                    <a:pt x="3084" y="1443"/>
                    <a:pt x="3224" y="1530"/>
                    <a:pt x="3291" y="1580"/>
                  </a:cubicBezTo>
                  <a:cubicBezTo>
                    <a:pt x="3333" y="1636"/>
                    <a:pt x="3452" y="1667"/>
                    <a:pt x="3554" y="1667"/>
                  </a:cubicBezTo>
                  <a:cubicBezTo>
                    <a:pt x="3621" y="1667"/>
                    <a:pt x="3681" y="1654"/>
                    <a:pt x="3708" y="1626"/>
                  </a:cubicBezTo>
                  <a:cubicBezTo>
                    <a:pt x="3801" y="1534"/>
                    <a:pt x="3569" y="1464"/>
                    <a:pt x="3523" y="1371"/>
                  </a:cubicBezTo>
                  <a:cubicBezTo>
                    <a:pt x="3500" y="1348"/>
                    <a:pt x="3569" y="1255"/>
                    <a:pt x="3639" y="1186"/>
                  </a:cubicBezTo>
                  <a:cubicBezTo>
                    <a:pt x="3500" y="1093"/>
                    <a:pt x="3360" y="1000"/>
                    <a:pt x="3314" y="1000"/>
                  </a:cubicBezTo>
                  <a:cubicBezTo>
                    <a:pt x="3312" y="1001"/>
                    <a:pt x="3310" y="1002"/>
                    <a:pt x="3308" y="1002"/>
                  </a:cubicBezTo>
                  <a:cubicBezTo>
                    <a:pt x="3244" y="1002"/>
                    <a:pt x="3241" y="676"/>
                    <a:pt x="3129" y="676"/>
                  </a:cubicBezTo>
                  <a:cubicBezTo>
                    <a:pt x="3036" y="676"/>
                    <a:pt x="3036" y="583"/>
                    <a:pt x="2943" y="583"/>
                  </a:cubicBezTo>
                  <a:cubicBezTo>
                    <a:pt x="2851" y="583"/>
                    <a:pt x="2480" y="583"/>
                    <a:pt x="2387" y="676"/>
                  </a:cubicBezTo>
                  <a:cubicBezTo>
                    <a:pt x="2376" y="684"/>
                    <a:pt x="2365" y="688"/>
                    <a:pt x="2353" y="688"/>
                  </a:cubicBezTo>
                  <a:cubicBezTo>
                    <a:pt x="2266" y="688"/>
                    <a:pt x="2162" y="491"/>
                    <a:pt x="2040" y="491"/>
                  </a:cubicBezTo>
                  <a:cubicBezTo>
                    <a:pt x="1924" y="491"/>
                    <a:pt x="1785" y="375"/>
                    <a:pt x="1715" y="282"/>
                  </a:cubicBezTo>
                  <a:cubicBezTo>
                    <a:pt x="1695" y="256"/>
                    <a:pt x="1630" y="248"/>
                    <a:pt x="1543" y="248"/>
                  </a:cubicBezTo>
                  <a:cubicBezTo>
                    <a:pt x="1427" y="248"/>
                    <a:pt x="1273" y="261"/>
                    <a:pt x="1137" y="261"/>
                  </a:cubicBezTo>
                  <a:cubicBezTo>
                    <a:pt x="1017" y="261"/>
                    <a:pt x="912" y="251"/>
                    <a:pt x="858" y="213"/>
                  </a:cubicBezTo>
                  <a:cubicBezTo>
                    <a:pt x="712" y="88"/>
                    <a:pt x="436" y="0"/>
                    <a:pt x="2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59"/>
            <p:cNvSpPr/>
            <p:nvPr/>
          </p:nvSpPr>
          <p:spPr>
            <a:xfrm>
              <a:off x="4376245" y="2679959"/>
              <a:ext cx="313200" cy="122010"/>
            </a:xfrm>
            <a:custGeom>
              <a:avLst/>
              <a:gdLst/>
              <a:ahLst/>
              <a:cxnLst/>
              <a:rect l="l" t="t" r="r" b="b"/>
              <a:pathLst>
                <a:path w="10268" h="4000" extrusionOk="0">
                  <a:moveTo>
                    <a:pt x="628" y="0"/>
                  </a:moveTo>
                  <a:cubicBezTo>
                    <a:pt x="489" y="0"/>
                    <a:pt x="345" y="23"/>
                    <a:pt x="302" y="37"/>
                  </a:cubicBezTo>
                  <a:cubicBezTo>
                    <a:pt x="233" y="60"/>
                    <a:pt x="349" y="269"/>
                    <a:pt x="349" y="408"/>
                  </a:cubicBezTo>
                  <a:cubicBezTo>
                    <a:pt x="349" y="547"/>
                    <a:pt x="186" y="570"/>
                    <a:pt x="186" y="663"/>
                  </a:cubicBezTo>
                  <a:cubicBezTo>
                    <a:pt x="186" y="732"/>
                    <a:pt x="140" y="778"/>
                    <a:pt x="71" y="848"/>
                  </a:cubicBezTo>
                  <a:cubicBezTo>
                    <a:pt x="163" y="941"/>
                    <a:pt x="279" y="1010"/>
                    <a:pt x="395" y="1010"/>
                  </a:cubicBezTo>
                  <a:cubicBezTo>
                    <a:pt x="604" y="1010"/>
                    <a:pt x="696" y="755"/>
                    <a:pt x="882" y="686"/>
                  </a:cubicBezTo>
                  <a:cubicBezTo>
                    <a:pt x="951" y="663"/>
                    <a:pt x="1046" y="657"/>
                    <a:pt x="1146" y="657"/>
                  </a:cubicBezTo>
                  <a:cubicBezTo>
                    <a:pt x="1226" y="657"/>
                    <a:pt x="1308" y="661"/>
                    <a:pt x="1382" y="661"/>
                  </a:cubicBezTo>
                  <a:cubicBezTo>
                    <a:pt x="1493" y="661"/>
                    <a:pt x="1586" y="653"/>
                    <a:pt x="1623" y="616"/>
                  </a:cubicBezTo>
                  <a:cubicBezTo>
                    <a:pt x="1739" y="524"/>
                    <a:pt x="1345" y="408"/>
                    <a:pt x="1206" y="292"/>
                  </a:cubicBezTo>
                  <a:cubicBezTo>
                    <a:pt x="1137" y="222"/>
                    <a:pt x="1113" y="106"/>
                    <a:pt x="1067" y="14"/>
                  </a:cubicBezTo>
                  <a:cubicBezTo>
                    <a:pt x="1038" y="42"/>
                    <a:pt x="992" y="62"/>
                    <a:pt x="944" y="62"/>
                  </a:cubicBezTo>
                  <a:cubicBezTo>
                    <a:pt x="915" y="62"/>
                    <a:pt x="885" y="55"/>
                    <a:pt x="858" y="37"/>
                  </a:cubicBezTo>
                  <a:cubicBezTo>
                    <a:pt x="804" y="10"/>
                    <a:pt x="717" y="0"/>
                    <a:pt x="628" y="0"/>
                  </a:cubicBezTo>
                  <a:close/>
                  <a:moveTo>
                    <a:pt x="4341" y="23"/>
                  </a:moveTo>
                  <a:cubicBezTo>
                    <a:pt x="3692" y="23"/>
                    <a:pt x="3129" y="359"/>
                    <a:pt x="2921" y="547"/>
                  </a:cubicBezTo>
                  <a:cubicBezTo>
                    <a:pt x="2825" y="626"/>
                    <a:pt x="2642" y="648"/>
                    <a:pt x="2447" y="648"/>
                  </a:cubicBezTo>
                  <a:cubicBezTo>
                    <a:pt x="2188" y="648"/>
                    <a:pt x="1908" y="608"/>
                    <a:pt x="1779" y="608"/>
                  </a:cubicBezTo>
                  <a:cubicBezTo>
                    <a:pt x="1749" y="608"/>
                    <a:pt x="1727" y="611"/>
                    <a:pt x="1716" y="616"/>
                  </a:cubicBezTo>
                  <a:cubicBezTo>
                    <a:pt x="1646" y="663"/>
                    <a:pt x="1739" y="917"/>
                    <a:pt x="1438" y="1033"/>
                  </a:cubicBezTo>
                  <a:cubicBezTo>
                    <a:pt x="1324" y="1081"/>
                    <a:pt x="1149" y="1089"/>
                    <a:pt x="967" y="1089"/>
                  </a:cubicBezTo>
                  <a:cubicBezTo>
                    <a:pt x="862" y="1089"/>
                    <a:pt x="755" y="1087"/>
                    <a:pt x="656" y="1087"/>
                  </a:cubicBezTo>
                  <a:cubicBezTo>
                    <a:pt x="507" y="1087"/>
                    <a:pt x="377" y="1093"/>
                    <a:pt x="302" y="1126"/>
                  </a:cubicBezTo>
                  <a:cubicBezTo>
                    <a:pt x="71" y="1219"/>
                    <a:pt x="1" y="1543"/>
                    <a:pt x="186" y="1543"/>
                  </a:cubicBezTo>
                  <a:cubicBezTo>
                    <a:pt x="206" y="1541"/>
                    <a:pt x="225" y="1540"/>
                    <a:pt x="243" y="1540"/>
                  </a:cubicBezTo>
                  <a:cubicBezTo>
                    <a:pt x="390" y="1540"/>
                    <a:pt x="460" y="1620"/>
                    <a:pt x="418" y="1682"/>
                  </a:cubicBezTo>
                  <a:cubicBezTo>
                    <a:pt x="349" y="1775"/>
                    <a:pt x="557" y="2007"/>
                    <a:pt x="464" y="2099"/>
                  </a:cubicBezTo>
                  <a:cubicBezTo>
                    <a:pt x="349" y="2192"/>
                    <a:pt x="349" y="2378"/>
                    <a:pt x="488" y="2470"/>
                  </a:cubicBezTo>
                  <a:cubicBezTo>
                    <a:pt x="604" y="2563"/>
                    <a:pt x="627" y="2748"/>
                    <a:pt x="488" y="2772"/>
                  </a:cubicBezTo>
                  <a:cubicBezTo>
                    <a:pt x="325" y="2795"/>
                    <a:pt x="743" y="2980"/>
                    <a:pt x="743" y="3050"/>
                  </a:cubicBezTo>
                  <a:cubicBezTo>
                    <a:pt x="766" y="3142"/>
                    <a:pt x="1113" y="3165"/>
                    <a:pt x="1113" y="3281"/>
                  </a:cubicBezTo>
                  <a:cubicBezTo>
                    <a:pt x="1113" y="3343"/>
                    <a:pt x="1155" y="3374"/>
                    <a:pt x="1237" y="3374"/>
                  </a:cubicBezTo>
                  <a:cubicBezTo>
                    <a:pt x="1278" y="3374"/>
                    <a:pt x="1330" y="3366"/>
                    <a:pt x="1391" y="3351"/>
                  </a:cubicBezTo>
                  <a:cubicBezTo>
                    <a:pt x="1406" y="3347"/>
                    <a:pt x="1419" y="3345"/>
                    <a:pt x="1432" y="3345"/>
                  </a:cubicBezTo>
                  <a:cubicBezTo>
                    <a:pt x="1566" y="3345"/>
                    <a:pt x="1631" y="3551"/>
                    <a:pt x="1716" y="3699"/>
                  </a:cubicBezTo>
                  <a:cubicBezTo>
                    <a:pt x="1755" y="3753"/>
                    <a:pt x="1847" y="3776"/>
                    <a:pt x="1954" y="3776"/>
                  </a:cubicBezTo>
                  <a:cubicBezTo>
                    <a:pt x="2167" y="3776"/>
                    <a:pt x="2434" y="3683"/>
                    <a:pt x="2434" y="3559"/>
                  </a:cubicBezTo>
                  <a:cubicBezTo>
                    <a:pt x="2434" y="3423"/>
                    <a:pt x="2549" y="3368"/>
                    <a:pt x="2752" y="3368"/>
                  </a:cubicBezTo>
                  <a:cubicBezTo>
                    <a:pt x="2790" y="3368"/>
                    <a:pt x="2831" y="3370"/>
                    <a:pt x="2875" y="3374"/>
                  </a:cubicBezTo>
                  <a:cubicBezTo>
                    <a:pt x="3130" y="3397"/>
                    <a:pt x="3477" y="3745"/>
                    <a:pt x="3616" y="3814"/>
                  </a:cubicBezTo>
                  <a:cubicBezTo>
                    <a:pt x="3631" y="3820"/>
                    <a:pt x="3648" y="3823"/>
                    <a:pt x="3667" y="3823"/>
                  </a:cubicBezTo>
                  <a:cubicBezTo>
                    <a:pt x="3800" y="3823"/>
                    <a:pt x="4031" y="3699"/>
                    <a:pt x="4173" y="3699"/>
                  </a:cubicBezTo>
                  <a:cubicBezTo>
                    <a:pt x="4358" y="3699"/>
                    <a:pt x="4590" y="3444"/>
                    <a:pt x="4682" y="3374"/>
                  </a:cubicBezTo>
                  <a:cubicBezTo>
                    <a:pt x="4691" y="3370"/>
                    <a:pt x="4700" y="3368"/>
                    <a:pt x="4710" y="3368"/>
                  </a:cubicBezTo>
                  <a:cubicBezTo>
                    <a:pt x="4794" y="3368"/>
                    <a:pt x="4927" y="3503"/>
                    <a:pt x="5042" y="3503"/>
                  </a:cubicBezTo>
                  <a:cubicBezTo>
                    <a:pt x="5062" y="3503"/>
                    <a:pt x="5081" y="3499"/>
                    <a:pt x="5100" y="3490"/>
                  </a:cubicBezTo>
                  <a:cubicBezTo>
                    <a:pt x="5226" y="3418"/>
                    <a:pt x="5353" y="3359"/>
                    <a:pt x="5446" y="3359"/>
                  </a:cubicBezTo>
                  <a:cubicBezTo>
                    <a:pt x="5473" y="3359"/>
                    <a:pt x="5496" y="3364"/>
                    <a:pt x="5517" y="3374"/>
                  </a:cubicBezTo>
                  <a:cubicBezTo>
                    <a:pt x="5609" y="3420"/>
                    <a:pt x="5285" y="3675"/>
                    <a:pt x="5378" y="3814"/>
                  </a:cubicBezTo>
                  <a:cubicBezTo>
                    <a:pt x="5424" y="3861"/>
                    <a:pt x="5401" y="3930"/>
                    <a:pt x="5401" y="4000"/>
                  </a:cubicBezTo>
                  <a:cubicBezTo>
                    <a:pt x="5725" y="3953"/>
                    <a:pt x="5702" y="3722"/>
                    <a:pt x="5725" y="3629"/>
                  </a:cubicBezTo>
                  <a:cubicBezTo>
                    <a:pt x="5743" y="3543"/>
                    <a:pt x="5786" y="3456"/>
                    <a:pt x="5854" y="3456"/>
                  </a:cubicBezTo>
                  <a:cubicBezTo>
                    <a:pt x="5878" y="3456"/>
                    <a:pt x="5904" y="3466"/>
                    <a:pt x="5934" y="3490"/>
                  </a:cubicBezTo>
                  <a:cubicBezTo>
                    <a:pt x="5995" y="3539"/>
                    <a:pt x="6063" y="3568"/>
                    <a:pt x="6147" y="3568"/>
                  </a:cubicBezTo>
                  <a:cubicBezTo>
                    <a:pt x="6222" y="3568"/>
                    <a:pt x="6311" y="3545"/>
                    <a:pt x="6421" y="3490"/>
                  </a:cubicBezTo>
                  <a:cubicBezTo>
                    <a:pt x="6583" y="3416"/>
                    <a:pt x="6652" y="3361"/>
                    <a:pt x="6698" y="3361"/>
                  </a:cubicBezTo>
                  <a:cubicBezTo>
                    <a:pt x="6724" y="3361"/>
                    <a:pt x="6743" y="3379"/>
                    <a:pt x="6768" y="3420"/>
                  </a:cubicBezTo>
                  <a:cubicBezTo>
                    <a:pt x="6804" y="3465"/>
                    <a:pt x="6853" y="3479"/>
                    <a:pt x="6920" y="3479"/>
                  </a:cubicBezTo>
                  <a:cubicBezTo>
                    <a:pt x="7027" y="3479"/>
                    <a:pt x="7180" y="3444"/>
                    <a:pt x="7394" y="3444"/>
                  </a:cubicBezTo>
                  <a:cubicBezTo>
                    <a:pt x="7725" y="3444"/>
                    <a:pt x="7804" y="3233"/>
                    <a:pt x="8091" y="3233"/>
                  </a:cubicBezTo>
                  <a:cubicBezTo>
                    <a:pt x="8105" y="3233"/>
                    <a:pt x="8120" y="3234"/>
                    <a:pt x="8135" y="3235"/>
                  </a:cubicBezTo>
                  <a:cubicBezTo>
                    <a:pt x="8165" y="3237"/>
                    <a:pt x="8194" y="3238"/>
                    <a:pt x="8223" y="3238"/>
                  </a:cubicBezTo>
                  <a:cubicBezTo>
                    <a:pt x="8508" y="3238"/>
                    <a:pt x="8738" y="3142"/>
                    <a:pt x="8738" y="3142"/>
                  </a:cubicBezTo>
                  <a:lnTo>
                    <a:pt x="8947" y="3212"/>
                  </a:lnTo>
                  <a:cubicBezTo>
                    <a:pt x="9016" y="3119"/>
                    <a:pt x="9016" y="3026"/>
                    <a:pt x="9178" y="3026"/>
                  </a:cubicBezTo>
                  <a:cubicBezTo>
                    <a:pt x="9204" y="3022"/>
                    <a:pt x="9229" y="3020"/>
                    <a:pt x="9252" y="3020"/>
                  </a:cubicBezTo>
                  <a:cubicBezTo>
                    <a:pt x="9424" y="3020"/>
                    <a:pt x="9525" y="3133"/>
                    <a:pt x="9614" y="3133"/>
                  </a:cubicBezTo>
                  <a:cubicBezTo>
                    <a:pt x="9631" y="3133"/>
                    <a:pt x="9648" y="3129"/>
                    <a:pt x="9665" y="3119"/>
                  </a:cubicBezTo>
                  <a:cubicBezTo>
                    <a:pt x="9675" y="3114"/>
                    <a:pt x="9687" y="3112"/>
                    <a:pt x="9700" y="3112"/>
                  </a:cubicBezTo>
                  <a:cubicBezTo>
                    <a:pt x="9819" y="3112"/>
                    <a:pt x="10034" y="3305"/>
                    <a:pt x="10157" y="3305"/>
                  </a:cubicBezTo>
                  <a:cubicBezTo>
                    <a:pt x="10201" y="3305"/>
                    <a:pt x="10233" y="3280"/>
                    <a:pt x="10244" y="3212"/>
                  </a:cubicBezTo>
                  <a:cubicBezTo>
                    <a:pt x="10268" y="3142"/>
                    <a:pt x="10082" y="2795"/>
                    <a:pt x="9989" y="2772"/>
                  </a:cubicBezTo>
                  <a:cubicBezTo>
                    <a:pt x="9897" y="2748"/>
                    <a:pt x="10036" y="2285"/>
                    <a:pt x="9989" y="2192"/>
                  </a:cubicBezTo>
                  <a:cubicBezTo>
                    <a:pt x="9943" y="2099"/>
                    <a:pt x="9827" y="1752"/>
                    <a:pt x="9966" y="1752"/>
                  </a:cubicBezTo>
                  <a:cubicBezTo>
                    <a:pt x="10082" y="1752"/>
                    <a:pt x="9966" y="1474"/>
                    <a:pt x="10105" y="1451"/>
                  </a:cubicBezTo>
                  <a:cubicBezTo>
                    <a:pt x="10082" y="1358"/>
                    <a:pt x="10036" y="1288"/>
                    <a:pt x="10013" y="1265"/>
                  </a:cubicBezTo>
                  <a:cubicBezTo>
                    <a:pt x="9987" y="1246"/>
                    <a:pt x="9950" y="1243"/>
                    <a:pt x="9908" y="1243"/>
                  </a:cubicBezTo>
                  <a:cubicBezTo>
                    <a:pt x="9889" y="1243"/>
                    <a:pt x="9868" y="1243"/>
                    <a:pt x="9846" y="1243"/>
                  </a:cubicBezTo>
                  <a:cubicBezTo>
                    <a:pt x="9752" y="1243"/>
                    <a:pt x="9650" y="1229"/>
                    <a:pt x="9596" y="1080"/>
                  </a:cubicBezTo>
                  <a:cubicBezTo>
                    <a:pt x="9503" y="848"/>
                    <a:pt x="9596" y="802"/>
                    <a:pt x="9456" y="616"/>
                  </a:cubicBezTo>
                  <a:cubicBezTo>
                    <a:pt x="9322" y="462"/>
                    <a:pt x="9267" y="292"/>
                    <a:pt x="9146" y="292"/>
                  </a:cubicBezTo>
                  <a:cubicBezTo>
                    <a:pt x="9121" y="292"/>
                    <a:pt x="9094" y="299"/>
                    <a:pt x="9062" y="315"/>
                  </a:cubicBezTo>
                  <a:cubicBezTo>
                    <a:pt x="9016" y="327"/>
                    <a:pt x="8935" y="332"/>
                    <a:pt x="8834" y="332"/>
                  </a:cubicBezTo>
                  <a:cubicBezTo>
                    <a:pt x="8732" y="332"/>
                    <a:pt x="8611" y="327"/>
                    <a:pt x="8483" y="315"/>
                  </a:cubicBezTo>
                  <a:cubicBezTo>
                    <a:pt x="8268" y="530"/>
                    <a:pt x="7823" y="679"/>
                    <a:pt x="7577" y="679"/>
                  </a:cubicBezTo>
                  <a:cubicBezTo>
                    <a:pt x="7532" y="679"/>
                    <a:pt x="7493" y="674"/>
                    <a:pt x="7463" y="663"/>
                  </a:cubicBezTo>
                  <a:cubicBezTo>
                    <a:pt x="7407" y="644"/>
                    <a:pt x="7334" y="637"/>
                    <a:pt x="7252" y="637"/>
                  </a:cubicBezTo>
                  <a:cubicBezTo>
                    <a:pt x="7034" y="637"/>
                    <a:pt x="6749" y="686"/>
                    <a:pt x="6513" y="686"/>
                  </a:cubicBezTo>
                  <a:cubicBezTo>
                    <a:pt x="6226" y="686"/>
                    <a:pt x="6129" y="476"/>
                    <a:pt x="5900" y="476"/>
                  </a:cubicBezTo>
                  <a:cubicBezTo>
                    <a:pt x="5888" y="476"/>
                    <a:pt x="5876" y="476"/>
                    <a:pt x="5864" y="477"/>
                  </a:cubicBezTo>
                  <a:cubicBezTo>
                    <a:pt x="5853" y="478"/>
                    <a:pt x="5843" y="479"/>
                    <a:pt x="5833" y="479"/>
                  </a:cubicBezTo>
                  <a:cubicBezTo>
                    <a:pt x="5632" y="479"/>
                    <a:pt x="5622" y="269"/>
                    <a:pt x="5401" y="269"/>
                  </a:cubicBezTo>
                  <a:cubicBezTo>
                    <a:pt x="5146" y="269"/>
                    <a:pt x="5331" y="130"/>
                    <a:pt x="4566" y="37"/>
                  </a:cubicBezTo>
                  <a:cubicBezTo>
                    <a:pt x="4490" y="27"/>
                    <a:pt x="4415" y="23"/>
                    <a:pt x="4341" y="2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59"/>
            <p:cNvSpPr/>
            <p:nvPr/>
          </p:nvSpPr>
          <p:spPr>
            <a:xfrm>
              <a:off x="5250669" y="2804011"/>
              <a:ext cx="39623" cy="36145"/>
            </a:xfrm>
            <a:custGeom>
              <a:avLst/>
              <a:gdLst/>
              <a:ahLst/>
              <a:cxnLst/>
              <a:rect l="l" t="t" r="r" b="b"/>
              <a:pathLst>
                <a:path w="1299" h="1185" extrusionOk="0">
                  <a:moveTo>
                    <a:pt x="570" y="0"/>
                  </a:moveTo>
                  <a:cubicBezTo>
                    <a:pt x="376" y="0"/>
                    <a:pt x="44" y="175"/>
                    <a:pt x="1" y="350"/>
                  </a:cubicBezTo>
                  <a:cubicBezTo>
                    <a:pt x="24" y="396"/>
                    <a:pt x="70" y="443"/>
                    <a:pt x="93" y="512"/>
                  </a:cubicBezTo>
                  <a:cubicBezTo>
                    <a:pt x="140" y="651"/>
                    <a:pt x="256" y="790"/>
                    <a:pt x="418" y="860"/>
                  </a:cubicBezTo>
                  <a:cubicBezTo>
                    <a:pt x="511" y="929"/>
                    <a:pt x="487" y="1068"/>
                    <a:pt x="464" y="1184"/>
                  </a:cubicBezTo>
                  <a:cubicBezTo>
                    <a:pt x="557" y="1184"/>
                    <a:pt x="650" y="1184"/>
                    <a:pt x="696" y="1161"/>
                  </a:cubicBezTo>
                  <a:cubicBezTo>
                    <a:pt x="858" y="1138"/>
                    <a:pt x="1206" y="651"/>
                    <a:pt x="1252" y="512"/>
                  </a:cubicBezTo>
                  <a:cubicBezTo>
                    <a:pt x="1298" y="373"/>
                    <a:pt x="812" y="2"/>
                    <a:pt x="603" y="2"/>
                  </a:cubicBezTo>
                  <a:cubicBezTo>
                    <a:pt x="593" y="1"/>
                    <a:pt x="581" y="0"/>
                    <a:pt x="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59"/>
            <p:cNvSpPr/>
            <p:nvPr/>
          </p:nvSpPr>
          <p:spPr>
            <a:xfrm>
              <a:off x="6002812" y="2664800"/>
              <a:ext cx="114537" cy="106423"/>
            </a:xfrm>
            <a:custGeom>
              <a:avLst/>
              <a:gdLst/>
              <a:ahLst/>
              <a:cxnLst/>
              <a:rect l="l" t="t" r="r" b="b"/>
              <a:pathLst>
                <a:path w="3755" h="3489" extrusionOk="0">
                  <a:moveTo>
                    <a:pt x="3152" y="1"/>
                  </a:moveTo>
                  <a:cubicBezTo>
                    <a:pt x="2966" y="1"/>
                    <a:pt x="3013" y="418"/>
                    <a:pt x="2827" y="418"/>
                  </a:cubicBezTo>
                  <a:cubicBezTo>
                    <a:pt x="2642" y="418"/>
                    <a:pt x="2688" y="673"/>
                    <a:pt x="2433" y="696"/>
                  </a:cubicBezTo>
                  <a:cubicBezTo>
                    <a:pt x="2202" y="742"/>
                    <a:pt x="2132" y="742"/>
                    <a:pt x="2225" y="928"/>
                  </a:cubicBezTo>
                  <a:cubicBezTo>
                    <a:pt x="2287" y="1015"/>
                    <a:pt x="2242" y="1035"/>
                    <a:pt x="2155" y="1035"/>
                  </a:cubicBezTo>
                  <a:cubicBezTo>
                    <a:pt x="2080" y="1035"/>
                    <a:pt x="1974" y="1021"/>
                    <a:pt x="1877" y="1021"/>
                  </a:cubicBezTo>
                  <a:cubicBezTo>
                    <a:pt x="1669" y="1021"/>
                    <a:pt x="1669" y="881"/>
                    <a:pt x="1530" y="881"/>
                  </a:cubicBezTo>
                  <a:cubicBezTo>
                    <a:pt x="1391" y="881"/>
                    <a:pt x="1275" y="1136"/>
                    <a:pt x="1182" y="1252"/>
                  </a:cubicBezTo>
                  <a:cubicBezTo>
                    <a:pt x="1066" y="1414"/>
                    <a:pt x="371" y="1716"/>
                    <a:pt x="162" y="1832"/>
                  </a:cubicBezTo>
                  <a:cubicBezTo>
                    <a:pt x="93" y="1855"/>
                    <a:pt x="46" y="1948"/>
                    <a:pt x="0" y="2063"/>
                  </a:cubicBezTo>
                  <a:cubicBezTo>
                    <a:pt x="255" y="2087"/>
                    <a:pt x="510" y="2226"/>
                    <a:pt x="626" y="2365"/>
                  </a:cubicBezTo>
                  <a:cubicBezTo>
                    <a:pt x="788" y="2573"/>
                    <a:pt x="464" y="2782"/>
                    <a:pt x="301" y="2967"/>
                  </a:cubicBezTo>
                  <a:cubicBezTo>
                    <a:pt x="162" y="3129"/>
                    <a:pt x="394" y="3153"/>
                    <a:pt x="394" y="3292"/>
                  </a:cubicBezTo>
                  <a:cubicBezTo>
                    <a:pt x="410" y="3390"/>
                    <a:pt x="508" y="3488"/>
                    <a:pt x="588" y="3488"/>
                  </a:cubicBezTo>
                  <a:cubicBezTo>
                    <a:pt x="621" y="3488"/>
                    <a:pt x="652" y="3471"/>
                    <a:pt x="672" y="3431"/>
                  </a:cubicBezTo>
                  <a:cubicBezTo>
                    <a:pt x="714" y="3347"/>
                    <a:pt x="781" y="3331"/>
                    <a:pt x="872" y="3331"/>
                  </a:cubicBezTo>
                  <a:cubicBezTo>
                    <a:pt x="934" y="3331"/>
                    <a:pt x="1006" y="3338"/>
                    <a:pt x="1089" y="3338"/>
                  </a:cubicBezTo>
                  <a:cubicBezTo>
                    <a:pt x="1159" y="3338"/>
                    <a:pt x="1205" y="3384"/>
                    <a:pt x="1228" y="3431"/>
                  </a:cubicBezTo>
                  <a:cubicBezTo>
                    <a:pt x="1344" y="3315"/>
                    <a:pt x="1506" y="3222"/>
                    <a:pt x="1553" y="3176"/>
                  </a:cubicBezTo>
                  <a:cubicBezTo>
                    <a:pt x="1646" y="3083"/>
                    <a:pt x="1854" y="3083"/>
                    <a:pt x="2039" y="3083"/>
                  </a:cubicBezTo>
                  <a:cubicBezTo>
                    <a:pt x="2155" y="3083"/>
                    <a:pt x="2248" y="3037"/>
                    <a:pt x="2341" y="2967"/>
                  </a:cubicBezTo>
                  <a:cubicBezTo>
                    <a:pt x="2132" y="2735"/>
                    <a:pt x="1924" y="2550"/>
                    <a:pt x="1854" y="2504"/>
                  </a:cubicBezTo>
                  <a:cubicBezTo>
                    <a:pt x="1669" y="2388"/>
                    <a:pt x="1785" y="2087"/>
                    <a:pt x="2016" y="2017"/>
                  </a:cubicBezTo>
                  <a:cubicBezTo>
                    <a:pt x="2225" y="1971"/>
                    <a:pt x="2781" y="1530"/>
                    <a:pt x="2966" y="1438"/>
                  </a:cubicBezTo>
                  <a:cubicBezTo>
                    <a:pt x="3129" y="1345"/>
                    <a:pt x="3013" y="1021"/>
                    <a:pt x="3152" y="766"/>
                  </a:cubicBezTo>
                  <a:cubicBezTo>
                    <a:pt x="3221" y="650"/>
                    <a:pt x="3500" y="395"/>
                    <a:pt x="3754" y="186"/>
                  </a:cubicBezTo>
                  <a:cubicBezTo>
                    <a:pt x="3724" y="186"/>
                    <a:pt x="3682" y="176"/>
                    <a:pt x="3651" y="176"/>
                  </a:cubicBezTo>
                  <a:cubicBezTo>
                    <a:pt x="3636" y="176"/>
                    <a:pt x="3623" y="178"/>
                    <a:pt x="3615" y="186"/>
                  </a:cubicBezTo>
                  <a:cubicBezTo>
                    <a:pt x="3588" y="195"/>
                    <a:pt x="3562" y="198"/>
                    <a:pt x="3539" y="198"/>
                  </a:cubicBezTo>
                  <a:cubicBezTo>
                    <a:pt x="3366" y="198"/>
                    <a:pt x="3295" y="1"/>
                    <a:pt x="31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59"/>
            <p:cNvSpPr/>
            <p:nvPr/>
          </p:nvSpPr>
          <p:spPr>
            <a:xfrm>
              <a:off x="5285319" y="2908907"/>
              <a:ext cx="127958" cy="71589"/>
            </a:xfrm>
            <a:custGeom>
              <a:avLst/>
              <a:gdLst/>
              <a:ahLst/>
              <a:cxnLst/>
              <a:rect l="l" t="t" r="r" b="b"/>
              <a:pathLst>
                <a:path w="4195" h="2347" extrusionOk="0">
                  <a:moveTo>
                    <a:pt x="805" y="0"/>
                  </a:moveTo>
                  <a:cubicBezTo>
                    <a:pt x="735" y="0"/>
                    <a:pt x="682" y="23"/>
                    <a:pt x="672" y="63"/>
                  </a:cubicBezTo>
                  <a:cubicBezTo>
                    <a:pt x="649" y="132"/>
                    <a:pt x="533" y="132"/>
                    <a:pt x="348" y="155"/>
                  </a:cubicBezTo>
                  <a:cubicBezTo>
                    <a:pt x="302" y="248"/>
                    <a:pt x="93" y="364"/>
                    <a:pt x="93" y="480"/>
                  </a:cubicBezTo>
                  <a:cubicBezTo>
                    <a:pt x="93" y="596"/>
                    <a:pt x="0" y="781"/>
                    <a:pt x="0" y="897"/>
                  </a:cubicBezTo>
                  <a:cubicBezTo>
                    <a:pt x="0" y="990"/>
                    <a:pt x="209" y="1013"/>
                    <a:pt x="278" y="1106"/>
                  </a:cubicBezTo>
                  <a:cubicBezTo>
                    <a:pt x="348" y="1198"/>
                    <a:pt x="696" y="1222"/>
                    <a:pt x="719" y="1314"/>
                  </a:cubicBezTo>
                  <a:cubicBezTo>
                    <a:pt x="742" y="1407"/>
                    <a:pt x="974" y="1500"/>
                    <a:pt x="1113" y="1523"/>
                  </a:cubicBezTo>
                  <a:cubicBezTo>
                    <a:pt x="1275" y="1546"/>
                    <a:pt x="1483" y="1731"/>
                    <a:pt x="1576" y="1801"/>
                  </a:cubicBezTo>
                  <a:cubicBezTo>
                    <a:pt x="1589" y="1808"/>
                    <a:pt x="1607" y="1810"/>
                    <a:pt x="1629" y="1810"/>
                  </a:cubicBezTo>
                  <a:cubicBezTo>
                    <a:pt x="1757" y="1810"/>
                    <a:pt x="2007" y="1708"/>
                    <a:pt x="2086" y="1708"/>
                  </a:cubicBezTo>
                  <a:cubicBezTo>
                    <a:pt x="2202" y="1708"/>
                    <a:pt x="2387" y="1894"/>
                    <a:pt x="2387" y="2009"/>
                  </a:cubicBezTo>
                  <a:cubicBezTo>
                    <a:pt x="2410" y="2102"/>
                    <a:pt x="2990" y="2172"/>
                    <a:pt x="3106" y="2288"/>
                  </a:cubicBezTo>
                  <a:cubicBezTo>
                    <a:pt x="3155" y="2328"/>
                    <a:pt x="3272" y="2346"/>
                    <a:pt x="3409" y="2346"/>
                  </a:cubicBezTo>
                  <a:cubicBezTo>
                    <a:pt x="3661" y="2346"/>
                    <a:pt x="3981" y="2285"/>
                    <a:pt x="4056" y="2195"/>
                  </a:cubicBezTo>
                  <a:cubicBezTo>
                    <a:pt x="4195" y="2079"/>
                    <a:pt x="4079" y="1824"/>
                    <a:pt x="4079" y="1639"/>
                  </a:cubicBezTo>
                  <a:cubicBezTo>
                    <a:pt x="4079" y="1569"/>
                    <a:pt x="4102" y="1546"/>
                    <a:pt x="4125" y="1523"/>
                  </a:cubicBezTo>
                  <a:cubicBezTo>
                    <a:pt x="4079" y="1500"/>
                    <a:pt x="4033" y="1500"/>
                    <a:pt x="3986" y="1500"/>
                  </a:cubicBezTo>
                  <a:cubicBezTo>
                    <a:pt x="3966" y="1501"/>
                    <a:pt x="3946" y="1502"/>
                    <a:pt x="3927" y="1502"/>
                  </a:cubicBezTo>
                  <a:cubicBezTo>
                    <a:pt x="3677" y="1502"/>
                    <a:pt x="3492" y="1381"/>
                    <a:pt x="3329" y="1381"/>
                  </a:cubicBezTo>
                  <a:cubicBezTo>
                    <a:pt x="3316" y="1381"/>
                    <a:pt x="3304" y="1382"/>
                    <a:pt x="3291" y="1384"/>
                  </a:cubicBezTo>
                  <a:cubicBezTo>
                    <a:pt x="3083" y="1384"/>
                    <a:pt x="2480" y="1152"/>
                    <a:pt x="2225" y="943"/>
                  </a:cubicBezTo>
                  <a:cubicBezTo>
                    <a:pt x="1970" y="758"/>
                    <a:pt x="1275" y="318"/>
                    <a:pt x="1113" y="132"/>
                  </a:cubicBezTo>
                  <a:cubicBezTo>
                    <a:pt x="1020" y="40"/>
                    <a:pt x="898" y="0"/>
                    <a:pt x="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59"/>
            <p:cNvSpPr/>
            <p:nvPr/>
          </p:nvSpPr>
          <p:spPr>
            <a:xfrm>
              <a:off x="5471227" y="2943709"/>
              <a:ext cx="142111" cy="312102"/>
            </a:xfrm>
            <a:custGeom>
              <a:avLst/>
              <a:gdLst/>
              <a:ahLst/>
              <a:cxnLst/>
              <a:rect l="l" t="t" r="r" b="b"/>
              <a:pathLst>
                <a:path w="4659" h="10232" extrusionOk="0">
                  <a:moveTo>
                    <a:pt x="2805" y="1"/>
                  </a:moveTo>
                  <a:cubicBezTo>
                    <a:pt x="2764" y="1"/>
                    <a:pt x="2723" y="11"/>
                    <a:pt x="2689" y="34"/>
                  </a:cubicBezTo>
                  <a:cubicBezTo>
                    <a:pt x="2665" y="57"/>
                    <a:pt x="2642" y="57"/>
                    <a:pt x="2596" y="81"/>
                  </a:cubicBezTo>
                  <a:cubicBezTo>
                    <a:pt x="2596" y="81"/>
                    <a:pt x="2619" y="104"/>
                    <a:pt x="2619" y="104"/>
                  </a:cubicBezTo>
                  <a:cubicBezTo>
                    <a:pt x="2619" y="104"/>
                    <a:pt x="2573" y="312"/>
                    <a:pt x="2480" y="359"/>
                  </a:cubicBezTo>
                  <a:cubicBezTo>
                    <a:pt x="2387" y="405"/>
                    <a:pt x="2387" y="521"/>
                    <a:pt x="2526" y="706"/>
                  </a:cubicBezTo>
                  <a:cubicBezTo>
                    <a:pt x="2577" y="796"/>
                    <a:pt x="2544" y="830"/>
                    <a:pt x="2490" y="830"/>
                  </a:cubicBezTo>
                  <a:cubicBezTo>
                    <a:pt x="2418" y="830"/>
                    <a:pt x="2308" y="772"/>
                    <a:pt x="2295" y="706"/>
                  </a:cubicBezTo>
                  <a:cubicBezTo>
                    <a:pt x="2285" y="687"/>
                    <a:pt x="2267" y="679"/>
                    <a:pt x="2243" y="679"/>
                  </a:cubicBezTo>
                  <a:cubicBezTo>
                    <a:pt x="2148" y="679"/>
                    <a:pt x="1960" y="804"/>
                    <a:pt x="1831" y="915"/>
                  </a:cubicBezTo>
                  <a:cubicBezTo>
                    <a:pt x="1692" y="1031"/>
                    <a:pt x="1460" y="1100"/>
                    <a:pt x="1460" y="1332"/>
                  </a:cubicBezTo>
                  <a:cubicBezTo>
                    <a:pt x="1460" y="1587"/>
                    <a:pt x="1275" y="1819"/>
                    <a:pt x="1321" y="2004"/>
                  </a:cubicBezTo>
                  <a:cubicBezTo>
                    <a:pt x="1368" y="2213"/>
                    <a:pt x="1090" y="2583"/>
                    <a:pt x="1113" y="2676"/>
                  </a:cubicBezTo>
                  <a:cubicBezTo>
                    <a:pt x="1120" y="2710"/>
                    <a:pt x="1092" y="2722"/>
                    <a:pt x="1049" y="2722"/>
                  </a:cubicBezTo>
                  <a:cubicBezTo>
                    <a:pt x="944" y="2722"/>
                    <a:pt x="745" y="2653"/>
                    <a:pt x="696" y="2653"/>
                  </a:cubicBezTo>
                  <a:cubicBezTo>
                    <a:pt x="626" y="2653"/>
                    <a:pt x="672" y="3070"/>
                    <a:pt x="580" y="3209"/>
                  </a:cubicBezTo>
                  <a:cubicBezTo>
                    <a:pt x="487" y="3325"/>
                    <a:pt x="557" y="3789"/>
                    <a:pt x="441" y="3789"/>
                  </a:cubicBezTo>
                  <a:cubicBezTo>
                    <a:pt x="302" y="3789"/>
                    <a:pt x="186" y="4183"/>
                    <a:pt x="186" y="4183"/>
                  </a:cubicBezTo>
                  <a:cubicBezTo>
                    <a:pt x="186" y="4183"/>
                    <a:pt x="93" y="4275"/>
                    <a:pt x="0" y="4345"/>
                  </a:cubicBezTo>
                  <a:cubicBezTo>
                    <a:pt x="116" y="4576"/>
                    <a:pt x="302" y="4808"/>
                    <a:pt x="510" y="4901"/>
                  </a:cubicBezTo>
                  <a:cubicBezTo>
                    <a:pt x="835" y="5017"/>
                    <a:pt x="1043" y="5666"/>
                    <a:pt x="1136" y="5990"/>
                  </a:cubicBezTo>
                  <a:cubicBezTo>
                    <a:pt x="1229" y="6338"/>
                    <a:pt x="1159" y="6685"/>
                    <a:pt x="1043" y="6871"/>
                  </a:cubicBezTo>
                  <a:cubicBezTo>
                    <a:pt x="951" y="7079"/>
                    <a:pt x="1090" y="7079"/>
                    <a:pt x="1275" y="7172"/>
                  </a:cubicBezTo>
                  <a:cubicBezTo>
                    <a:pt x="1368" y="7218"/>
                    <a:pt x="1466" y="7253"/>
                    <a:pt x="1559" y="7253"/>
                  </a:cubicBezTo>
                  <a:cubicBezTo>
                    <a:pt x="1652" y="7253"/>
                    <a:pt x="1738" y="7218"/>
                    <a:pt x="1808" y="7126"/>
                  </a:cubicBezTo>
                  <a:cubicBezTo>
                    <a:pt x="1947" y="6917"/>
                    <a:pt x="2225" y="6778"/>
                    <a:pt x="2272" y="6570"/>
                  </a:cubicBezTo>
                  <a:cubicBezTo>
                    <a:pt x="2283" y="6511"/>
                    <a:pt x="2299" y="6488"/>
                    <a:pt x="2319" y="6488"/>
                  </a:cubicBezTo>
                  <a:cubicBezTo>
                    <a:pt x="2376" y="6488"/>
                    <a:pt x="2463" y="6691"/>
                    <a:pt x="2550" y="6778"/>
                  </a:cubicBezTo>
                  <a:cubicBezTo>
                    <a:pt x="2665" y="6894"/>
                    <a:pt x="2758" y="7103"/>
                    <a:pt x="2781" y="7381"/>
                  </a:cubicBezTo>
                  <a:cubicBezTo>
                    <a:pt x="2805" y="7659"/>
                    <a:pt x="2828" y="8354"/>
                    <a:pt x="3059" y="8563"/>
                  </a:cubicBezTo>
                  <a:cubicBezTo>
                    <a:pt x="3291" y="8794"/>
                    <a:pt x="3338" y="9258"/>
                    <a:pt x="3268" y="9420"/>
                  </a:cubicBezTo>
                  <a:cubicBezTo>
                    <a:pt x="3199" y="9606"/>
                    <a:pt x="3384" y="9884"/>
                    <a:pt x="3338" y="10069"/>
                  </a:cubicBezTo>
                  <a:cubicBezTo>
                    <a:pt x="3338" y="10115"/>
                    <a:pt x="3314" y="10162"/>
                    <a:pt x="3314" y="10231"/>
                  </a:cubicBezTo>
                  <a:cubicBezTo>
                    <a:pt x="3317" y="10232"/>
                    <a:pt x="3319" y="10232"/>
                    <a:pt x="3321" y="10232"/>
                  </a:cubicBezTo>
                  <a:cubicBezTo>
                    <a:pt x="3507" y="10232"/>
                    <a:pt x="3778" y="9327"/>
                    <a:pt x="3778" y="9327"/>
                  </a:cubicBezTo>
                  <a:cubicBezTo>
                    <a:pt x="3778" y="9096"/>
                    <a:pt x="3592" y="9072"/>
                    <a:pt x="3592" y="8910"/>
                  </a:cubicBezTo>
                  <a:cubicBezTo>
                    <a:pt x="3592" y="8748"/>
                    <a:pt x="3592" y="8424"/>
                    <a:pt x="3384" y="8238"/>
                  </a:cubicBezTo>
                  <a:cubicBezTo>
                    <a:pt x="3175" y="8053"/>
                    <a:pt x="3059" y="7775"/>
                    <a:pt x="3199" y="7659"/>
                  </a:cubicBezTo>
                  <a:cubicBezTo>
                    <a:pt x="3310" y="7547"/>
                    <a:pt x="3207" y="7264"/>
                    <a:pt x="3261" y="7264"/>
                  </a:cubicBezTo>
                  <a:cubicBezTo>
                    <a:pt x="3263" y="7264"/>
                    <a:pt x="3265" y="7264"/>
                    <a:pt x="3268" y="7265"/>
                  </a:cubicBezTo>
                  <a:cubicBezTo>
                    <a:pt x="3272" y="7266"/>
                    <a:pt x="3275" y="7267"/>
                    <a:pt x="3279" y="7267"/>
                  </a:cubicBezTo>
                  <a:cubicBezTo>
                    <a:pt x="3347" y="7267"/>
                    <a:pt x="3423" y="7076"/>
                    <a:pt x="3291" y="7010"/>
                  </a:cubicBezTo>
                  <a:cubicBezTo>
                    <a:pt x="3175" y="6940"/>
                    <a:pt x="3291" y="6685"/>
                    <a:pt x="3199" y="6639"/>
                  </a:cubicBezTo>
                  <a:cubicBezTo>
                    <a:pt x="3083" y="6593"/>
                    <a:pt x="2781" y="6245"/>
                    <a:pt x="2781" y="6152"/>
                  </a:cubicBezTo>
                  <a:cubicBezTo>
                    <a:pt x="2781" y="6037"/>
                    <a:pt x="2874" y="5434"/>
                    <a:pt x="2897" y="5295"/>
                  </a:cubicBezTo>
                  <a:cubicBezTo>
                    <a:pt x="2897" y="5133"/>
                    <a:pt x="3129" y="5110"/>
                    <a:pt x="3199" y="5110"/>
                  </a:cubicBezTo>
                  <a:cubicBezTo>
                    <a:pt x="3210" y="5110"/>
                    <a:pt x="3236" y="5111"/>
                    <a:pt x="3270" y="5111"/>
                  </a:cubicBezTo>
                  <a:cubicBezTo>
                    <a:pt x="3371" y="5111"/>
                    <a:pt x="3540" y="5098"/>
                    <a:pt x="3592" y="4994"/>
                  </a:cubicBezTo>
                  <a:cubicBezTo>
                    <a:pt x="3685" y="4831"/>
                    <a:pt x="4056" y="4808"/>
                    <a:pt x="4102" y="4692"/>
                  </a:cubicBezTo>
                  <a:cubicBezTo>
                    <a:pt x="4149" y="4600"/>
                    <a:pt x="4380" y="4600"/>
                    <a:pt x="4380" y="4461"/>
                  </a:cubicBezTo>
                  <a:cubicBezTo>
                    <a:pt x="4380" y="4345"/>
                    <a:pt x="4659" y="4020"/>
                    <a:pt x="4659" y="4020"/>
                  </a:cubicBezTo>
                  <a:cubicBezTo>
                    <a:pt x="4650" y="3996"/>
                    <a:pt x="4637" y="3986"/>
                    <a:pt x="4616" y="3986"/>
                  </a:cubicBezTo>
                  <a:cubicBezTo>
                    <a:pt x="4578" y="3986"/>
                    <a:pt x="4517" y="4021"/>
                    <a:pt x="4427" y="4067"/>
                  </a:cubicBezTo>
                  <a:cubicBezTo>
                    <a:pt x="4369" y="4088"/>
                    <a:pt x="4319" y="4097"/>
                    <a:pt x="4276" y="4097"/>
                  </a:cubicBezTo>
                  <a:cubicBezTo>
                    <a:pt x="4127" y="4097"/>
                    <a:pt x="4061" y="3989"/>
                    <a:pt x="4079" y="3881"/>
                  </a:cubicBezTo>
                  <a:cubicBezTo>
                    <a:pt x="4102" y="3742"/>
                    <a:pt x="3917" y="3742"/>
                    <a:pt x="3778" y="3742"/>
                  </a:cubicBezTo>
                  <a:cubicBezTo>
                    <a:pt x="3639" y="3742"/>
                    <a:pt x="3732" y="3510"/>
                    <a:pt x="3778" y="3371"/>
                  </a:cubicBezTo>
                  <a:cubicBezTo>
                    <a:pt x="3824" y="3232"/>
                    <a:pt x="3732" y="3140"/>
                    <a:pt x="3569" y="3140"/>
                  </a:cubicBezTo>
                  <a:cubicBezTo>
                    <a:pt x="3407" y="3116"/>
                    <a:pt x="3338" y="2792"/>
                    <a:pt x="3407" y="2676"/>
                  </a:cubicBezTo>
                  <a:cubicBezTo>
                    <a:pt x="3440" y="2611"/>
                    <a:pt x="3264" y="2545"/>
                    <a:pt x="3093" y="2545"/>
                  </a:cubicBezTo>
                  <a:cubicBezTo>
                    <a:pt x="3022" y="2545"/>
                    <a:pt x="2952" y="2556"/>
                    <a:pt x="2897" y="2583"/>
                  </a:cubicBezTo>
                  <a:cubicBezTo>
                    <a:pt x="2871" y="2598"/>
                    <a:pt x="2852" y="2605"/>
                    <a:pt x="2839" y="2605"/>
                  </a:cubicBezTo>
                  <a:cubicBezTo>
                    <a:pt x="2768" y="2605"/>
                    <a:pt x="2843" y="2426"/>
                    <a:pt x="2805" y="2329"/>
                  </a:cubicBezTo>
                  <a:cubicBezTo>
                    <a:pt x="2758" y="2189"/>
                    <a:pt x="3036" y="1795"/>
                    <a:pt x="3268" y="1564"/>
                  </a:cubicBezTo>
                  <a:cubicBezTo>
                    <a:pt x="3477" y="1332"/>
                    <a:pt x="3384" y="1031"/>
                    <a:pt x="3384" y="753"/>
                  </a:cubicBezTo>
                  <a:cubicBezTo>
                    <a:pt x="3384" y="498"/>
                    <a:pt x="3291" y="498"/>
                    <a:pt x="3175" y="498"/>
                  </a:cubicBezTo>
                  <a:cubicBezTo>
                    <a:pt x="3059" y="498"/>
                    <a:pt x="3059" y="335"/>
                    <a:pt x="3059" y="196"/>
                  </a:cubicBezTo>
                  <a:cubicBezTo>
                    <a:pt x="3059" y="92"/>
                    <a:pt x="2929" y="1"/>
                    <a:pt x="2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59"/>
            <p:cNvSpPr/>
            <p:nvPr/>
          </p:nvSpPr>
          <p:spPr>
            <a:xfrm>
              <a:off x="5422455" y="2948193"/>
              <a:ext cx="50207" cy="26873"/>
            </a:xfrm>
            <a:custGeom>
              <a:avLst/>
              <a:gdLst/>
              <a:ahLst/>
              <a:cxnLst/>
              <a:rect l="l" t="t" r="r" b="b"/>
              <a:pathLst>
                <a:path w="1646" h="881" extrusionOk="0">
                  <a:moveTo>
                    <a:pt x="643" y="0"/>
                  </a:moveTo>
                  <a:cubicBezTo>
                    <a:pt x="595" y="0"/>
                    <a:pt x="553" y="15"/>
                    <a:pt x="510" y="49"/>
                  </a:cubicBezTo>
                  <a:cubicBezTo>
                    <a:pt x="394" y="119"/>
                    <a:pt x="232" y="119"/>
                    <a:pt x="116" y="374"/>
                  </a:cubicBezTo>
                  <a:cubicBezTo>
                    <a:pt x="93" y="467"/>
                    <a:pt x="47" y="559"/>
                    <a:pt x="0" y="606"/>
                  </a:cubicBezTo>
                  <a:cubicBezTo>
                    <a:pt x="47" y="698"/>
                    <a:pt x="93" y="745"/>
                    <a:pt x="139" y="745"/>
                  </a:cubicBezTo>
                  <a:cubicBezTo>
                    <a:pt x="146" y="743"/>
                    <a:pt x="154" y="742"/>
                    <a:pt x="161" y="742"/>
                  </a:cubicBezTo>
                  <a:cubicBezTo>
                    <a:pt x="243" y="742"/>
                    <a:pt x="342" y="840"/>
                    <a:pt x="473" y="840"/>
                  </a:cubicBezTo>
                  <a:cubicBezTo>
                    <a:pt x="485" y="840"/>
                    <a:pt x="498" y="839"/>
                    <a:pt x="510" y="837"/>
                  </a:cubicBezTo>
                  <a:cubicBezTo>
                    <a:pt x="534" y="830"/>
                    <a:pt x="557" y="828"/>
                    <a:pt x="580" y="828"/>
                  </a:cubicBezTo>
                  <a:cubicBezTo>
                    <a:pt x="678" y="828"/>
                    <a:pt x="766" y="880"/>
                    <a:pt x="889" y="880"/>
                  </a:cubicBezTo>
                  <a:cubicBezTo>
                    <a:pt x="929" y="880"/>
                    <a:pt x="972" y="875"/>
                    <a:pt x="1020" y="861"/>
                  </a:cubicBezTo>
                  <a:cubicBezTo>
                    <a:pt x="1059" y="853"/>
                    <a:pt x="1098" y="851"/>
                    <a:pt x="1135" y="851"/>
                  </a:cubicBezTo>
                  <a:cubicBezTo>
                    <a:pt x="1252" y="851"/>
                    <a:pt x="1355" y="878"/>
                    <a:pt x="1437" y="878"/>
                  </a:cubicBezTo>
                  <a:cubicBezTo>
                    <a:pt x="1496" y="878"/>
                    <a:pt x="1543" y="864"/>
                    <a:pt x="1576" y="814"/>
                  </a:cubicBezTo>
                  <a:cubicBezTo>
                    <a:pt x="1646" y="652"/>
                    <a:pt x="1507" y="327"/>
                    <a:pt x="1507" y="327"/>
                  </a:cubicBezTo>
                  <a:cubicBezTo>
                    <a:pt x="1507" y="327"/>
                    <a:pt x="1553" y="304"/>
                    <a:pt x="1599" y="281"/>
                  </a:cubicBezTo>
                  <a:cubicBezTo>
                    <a:pt x="1465" y="157"/>
                    <a:pt x="1371" y="127"/>
                    <a:pt x="1291" y="127"/>
                  </a:cubicBezTo>
                  <a:cubicBezTo>
                    <a:pt x="1220" y="127"/>
                    <a:pt x="1160" y="151"/>
                    <a:pt x="1094" y="151"/>
                  </a:cubicBezTo>
                  <a:cubicBezTo>
                    <a:pt x="1057" y="151"/>
                    <a:pt x="1018" y="144"/>
                    <a:pt x="974" y="119"/>
                  </a:cubicBezTo>
                  <a:cubicBezTo>
                    <a:pt x="827" y="46"/>
                    <a:pt x="727" y="0"/>
                    <a:pt x="6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59"/>
            <p:cNvSpPr/>
            <p:nvPr/>
          </p:nvSpPr>
          <p:spPr>
            <a:xfrm>
              <a:off x="5631697" y="3036161"/>
              <a:ext cx="123017" cy="252652"/>
            </a:xfrm>
            <a:custGeom>
              <a:avLst/>
              <a:gdLst/>
              <a:ahLst/>
              <a:cxnLst/>
              <a:rect l="l" t="t" r="r" b="b"/>
              <a:pathLst>
                <a:path w="4033" h="8283" extrusionOk="0">
                  <a:moveTo>
                    <a:pt x="1788" y="1"/>
                  </a:moveTo>
                  <a:cubicBezTo>
                    <a:pt x="1683" y="1"/>
                    <a:pt x="1470" y="156"/>
                    <a:pt x="1391" y="294"/>
                  </a:cubicBezTo>
                  <a:cubicBezTo>
                    <a:pt x="1370" y="336"/>
                    <a:pt x="1346" y="348"/>
                    <a:pt x="1319" y="348"/>
                  </a:cubicBezTo>
                  <a:cubicBezTo>
                    <a:pt x="1279" y="348"/>
                    <a:pt x="1230" y="323"/>
                    <a:pt x="1163" y="323"/>
                  </a:cubicBezTo>
                  <a:cubicBezTo>
                    <a:pt x="1122" y="323"/>
                    <a:pt x="1075" y="333"/>
                    <a:pt x="1020" y="364"/>
                  </a:cubicBezTo>
                  <a:cubicBezTo>
                    <a:pt x="990" y="379"/>
                    <a:pt x="960" y="385"/>
                    <a:pt x="930" y="385"/>
                  </a:cubicBezTo>
                  <a:cubicBezTo>
                    <a:pt x="823" y="385"/>
                    <a:pt x="721" y="308"/>
                    <a:pt x="643" y="308"/>
                  </a:cubicBezTo>
                  <a:cubicBezTo>
                    <a:pt x="609" y="308"/>
                    <a:pt x="580" y="322"/>
                    <a:pt x="556" y="364"/>
                  </a:cubicBezTo>
                  <a:cubicBezTo>
                    <a:pt x="533" y="398"/>
                    <a:pt x="504" y="410"/>
                    <a:pt x="470" y="410"/>
                  </a:cubicBezTo>
                  <a:cubicBezTo>
                    <a:pt x="396" y="410"/>
                    <a:pt x="303" y="353"/>
                    <a:pt x="224" y="353"/>
                  </a:cubicBezTo>
                  <a:cubicBezTo>
                    <a:pt x="193" y="353"/>
                    <a:pt x="164" y="362"/>
                    <a:pt x="139" y="387"/>
                  </a:cubicBezTo>
                  <a:cubicBezTo>
                    <a:pt x="116" y="456"/>
                    <a:pt x="46" y="479"/>
                    <a:pt x="0" y="503"/>
                  </a:cubicBezTo>
                  <a:cubicBezTo>
                    <a:pt x="93" y="618"/>
                    <a:pt x="186" y="711"/>
                    <a:pt x="186" y="804"/>
                  </a:cubicBezTo>
                  <a:cubicBezTo>
                    <a:pt x="186" y="943"/>
                    <a:pt x="464" y="1036"/>
                    <a:pt x="464" y="1221"/>
                  </a:cubicBezTo>
                  <a:cubicBezTo>
                    <a:pt x="464" y="1354"/>
                    <a:pt x="697" y="1471"/>
                    <a:pt x="845" y="1471"/>
                  </a:cubicBezTo>
                  <a:cubicBezTo>
                    <a:pt x="877" y="1471"/>
                    <a:pt x="906" y="1465"/>
                    <a:pt x="927" y="1453"/>
                  </a:cubicBezTo>
                  <a:cubicBezTo>
                    <a:pt x="970" y="1421"/>
                    <a:pt x="1048" y="1388"/>
                    <a:pt x="1121" y="1388"/>
                  </a:cubicBezTo>
                  <a:cubicBezTo>
                    <a:pt x="1206" y="1388"/>
                    <a:pt x="1285" y="1432"/>
                    <a:pt x="1298" y="1569"/>
                  </a:cubicBezTo>
                  <a:cubicBezTo>
                    <a:pt x="1344" y="1800"/>
                    <a:pt x="1483" y="1800"/>
                    <a:pt x="1483" y="1986"/>
                  </a:cubicBezTo>
                  <a:cubicBezTo>
                    <a:pt x="1483" y="2148"/>
                    <a:pt x="1136" y="2055"/>
                    <a:pt x="1066" y="2218"/>
                  </a:cubicBezTo>
                  <a:cubicBezTo>
                    <a:pt x="997" y="2380"/>
                    <a:pt x="1646" y="2588"/>
                    <a:pt x="1646" y="2727"/>
                  </a:cubicBezTo>
                  <a:cubicBezTo>
                    <a:pt x="1646" y="2866"/>
                    <a:pt x="1854" y="3052"/>
                    <a:pt x="1924" y="3214"/>
                  </a:cubicBezTo>
                  <a:cubicBezTo>
                    <a:pt x="1993" y="3400"/>
                    <a:pt x="2318" y="3608"/>
                    <a:pt x="2364" y="3817"/>
                  </a:cubicBezTo>
                  <a:cubicBezTo>
                    <a:pt x="2433" y="4025"/>
                    <a:pt x="2712" y="4118"/>
                    <a:pt x="2827" y="4211"/>
                  </a:cubicBezTo>
                  <a:cubicBezTo>
                    <a:pt x="2920" y="4327"/>
                    <a:pt x="2967" y="4558"/>
                    <a:pt x="2920" y="4767"/>
                  </a:cubicBezTo>
                  <a:cubicBezTo>
                    <a:pt x="2897" y="4975"/>
                    <a:pt x="2897" y="5369"/>
                    <a:pt x="3106" y="5671"/>
                  </a:cubicBezTo>
                  <a:cubicBezTo>
                    <a:pt x="3314" y="5995"/>
                    <a:pt x="2851" y="6134"/>
                    <a:pt x="2712" y="6296"/>
                  </a:cubicBezTo>
                  <a:cubicBezTo>
                    <a:pt x="2594" y="6453"/>
                    <a:pt x="2625" y="6642"/>
                    <a:pt x="2402" y="6642"/>
                  </a:cubicBezTo>
                  <a:cubicBezTo>
                    <a:pt x="2360" y="6642"/>
                    <a:pt x="2310" y="6635"/>
                    <a:pt x="2248" y="6621"/>
                  </a:cubicBezTo>
                  <a:cubicBezTo>
                    <a:pt x="2200" y="6608"/>
                    <a:pt x="2165" y="6602"/>
                    <a:pt x="2138" y="6602"/>
                  </a:cubicBezTo>
                  <a:cubicBezTo>
                    <a:pt x="1935" y="6602"/>
                    <a:pt x="2310" y="6961"/>
                    <a:pt x="2248" y="7084"/>
                  </a:cubicBezTo>
                  <a:cubicBezTo>
                    <a:pt x="2233" y="7114"/>
                    <a:pt x="2197" y="7125"/>
                    <a:pt x="2149" y="7125"/>
                  </a:cubicBezTo>
                  <a:cubicBezTo>
                    <a:pt x="2017" y="7125"/>
                    <a:pt x="1796" y="7044"/>
                    <a:pt x="1687" y="7044"/>
                  </a:cubicBezTo>
                  <a:cubicBezTo>
                    <a:pt x="1647" y="7044"/>
                    <a:pt x="1622" y="7055"/>
                    <a:pt x="1622" y="7084"/>
                  </a:cubicBezTo>
                  <a:cubicBezTo>
                    <a:pt x="1622" y="7177"/>
                    <a:pt x="1437" y="7293"/>
                    <a:pt x="1275" y="7362"/>
                  </a:cubicBezTo>
                  <a:cubicBezTo>
                    <a:pt x="1344" y="7432"/>
                    <a:pt x="1414" y="7478"/>
                    <a:pt x="1530" y="7548"/>
                  </a:cubicBezTo>
                  <a:cubicBezTo>
                    <a:pt x="1646" y="7617"/>
                    <a:pt x="1367" y="7756"/>
                    <a:pt x="1367" y="8011"/>
                  </a:cubicBezTo>
                  <a:cubicBezTo>
                    <a:pt x="1367" y="8195"/>
                    <a:pt x="1476" y="8282"/>
                    <a:pt x="1562" y="8282"/>
                  </a:cubicBezTo>
                  <a:cubicBezTo>
                    <a:pt x="1596" y="8282"/>
                    <a:pt x="1626" y="8269"/>
                    <a:pt x="1646" y="8243"/>
                  </a:cubicBezTo>
                  <a:cubicBezTo>
                    <a:pt x="1715" y="8127"/>
                    <a:pt x="2016" y="7895"/>
                    <a:pt x="2132" y="7849"/>
                  </a:cubicBezTo>
                  <a:cubicBezTo>
                    <a:pt x="2248" y="7826"/>
                    <a:pt x="2132" y="7641"/>
                    <a:pt x="2271" y="7641"/>
                  </a:cubicBezTo>
                  <a:cubicBezTo>
                    <a:pt x="2277" y="7642"/>
                    <a:pt x="2283" y="7642"/>
                    <a:pt x="2288" y="7642"/>
                  </a:cubicBezTo>
                  <a:cubicBezTo>
                    <a:pt x="2385" y="7642"/>
                    <a:pt x="2366" y="7450"/>
                    <a:pt x="2410" y="7362"/>
                  </a:cubicBezTo>
                  <a:cubicBezTo>
                    <a:pt x="2436" y="7298"/>
                    <a:pt x="2476" y="7284"/>
                    <a:pt x="2542" y="7284"/>
                  </a:cubicBezTo>
                  <a:cubicBezTo>
                    <a:pt x="2595" y="7284"/>
                    <a:pt x="2665" y="7293"/>
                    <a:pt x="2758" y="7293"/>
                  </a:cubicBezTo>
                  <a:cubicBezTo>
                    <a:pt x="2769" y="7294"/>
                    <a:pt x="2779" y="7295"/>
                    <a:pt x="2791" y="7295"/>
                  </a:cubicBezTo>
                  <a:cubicBezTo>
                    <a:pt x="2975" y="7295"/>
                    <a:pt x="3237" y="7120"/>
                    <a:pt x="3500" y="6945"/>
                  </a:cubicBezTo>
                  <a:cubicBezTo>
                    <a:pt x="3778" y="6760"/>
                    <a:pt x="3824" y="6737"/>
                    <a:pt x="3917" y="6227"/>
                  </a:cubicBezTo>
                  <a:cubicBezTo>
                    <a:pt x="4033" y="5717"/>
                    <a:pt x="3801" y="5091"/>
                    <a:pt x="3801" y="4952"/>
                  </a:cubicBezTo>
                  <a:cubicBezTo>
                    <a:pt x="3778" y="4790"/>
                    <a:pt x="3407" y="4095"/>
                    <a:pt x="3268" y="4095"/>
                  </a:cubicBezTo>
                  <a:cubicBezTo>
                    <a:pt x="3129" y="4095"/>
                    <a:pt x="2503" y="3446"/>
                    <a:pt x="2387" y="3353"/>
                  </a:cubicBezTo>
                  <a:cubicBezTo>
                    <a:pt x="2271" y="3237"/>
                    <a:pt x="2318" y="3075"/>
                    <a:pt x="2155" y="2936"/>
                  </a:cubicBezTo>
                  <a:cubicBezTo>
                    <a:pt x="1993" y="2797"/>
                    <a:pt x="1970" y="2449"/>
                    <a:pt x="2016" y="2194"/>
                  </a:cubicBezTo>
                  <a:cubicBezTo>
                    <a:pt x="2063" y="1939"/>
                    <a:pt x="2410" y="1893"/>
                    <a:pt x="2410" y="1708"/>
                  </a:cubicBezTo>
                  <a:cubicBezTo>
                    <a:pt x="2387" y="1545"/>
                    <a:pt x="2433" y="1406"/>
                    <a:pt x="2619" y="1383"/>
                  </a:cubicBezTo>
                  <a:cubicBezTo>
                    <a:pt x="2781" y="1383"/>
                    <a:pt x="2967" y="1244"/>
                    <a:pt x="3036" y="1105"/>
                  </a:cubicBezTo>
                  <a:cubicBezTo>
                    <a:pt x="3059" y="1082"/>
                    <a:pt x="3059" y="1082"/>
                    <a:pt x="3082" y="1059"/>
                  </a:cubicBezTo>
                  <a:cubicBezTo>
                    <a:pt x="3036" y="1012"/>
                    <a:pt x="2990" y="989"/>
                    <a:pt x="2967" y="989"/>
                  </a:cubicBezTo>
                  <a:cubicBezTo>
                    <a:pt x="2827" y="966"/>
                    <a:pt x="2433" y="688"/>
                    <a:pt x="2433" y="572"/>
                  </a:cubicBezTo>
                  <a:cubicBezTo>
                    <a:pt x="2433" y="456"/>
                    <a:pt x="2619" y="294"/>
                    <a:pt x="2271" y="248"/>
                  </a:cubicBezTo>
                  <a:cubicBezTo>
                    <a:pt x="1947" y="201"/>
                    <a:pt x="1900" y="62"/>
                    <a:pt x="1831" y="16"/>
                  </a:cubicBezTo>
                  <a:cubicBezTo>
                    <a:pt x="1821" y="6"/>
                    <a:pt x="1806" y="1"/>
                    <a:pt x="17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59"/>
            <p:cNvSpPr/>
            <p:nvPr/>
          </p:nvSpPr>
          <p:spPr>
            <a:xfrm>
              <a:off x="5630965" y="3188609"/>
              <a:ext cx="101848" cy="72138"/>
            </a:xfrm>
            <a:custGeom>
              <a:avLst/>
              <a:gdLst/>
              <a:ahLst/>
              <a:cxnLst/>
              <a:rect l="l" t="t" r="r" b="b"/>
              <a:pathLst>
                <a:path w="3339" h="2365" extrusionOk="0">
                  <a:moveTo>
                    <a:pt x="2944" y="1"/>
                  </a:moveTo>
                  <a:cubicBezTo>
                    <a:pt x="2859" y="72"/>
                    <a:pt x="2765" y="99"/>
                    <a:pt x="2684" y="99"/>
                  </a:cubicBezTo>
                  <a:cubicBezTo>
                    <a:pt x="2632" y="99"/>
                    <a:pt x="2586" y="88"/>
                    <a:pt x="2550" y="70"/>
                  </a:cubicBezTo>
                  <a:cubicBezTo>
                    <a:pt x="2505" y="52"/>
                    <a:pt x="2439" y="37"/>
                    <a:pt x="2374" y="37"/>
                  </a:cubicBezTo>
                  <a:cubicBezTo>
                    <a:pt x="2274" y="37"/>
                    <a:pt x="2179" y="73"/>
                    <a:pt x="2179" y="186"/>
                  </a:cubicBezTo>
                  <a:cubicBezTo>
                    <a:pt x="2179" y="310"/>
                    <a:pt x="2097" y="371"/>
                    <a:pt x="2049" y="371"/>
                  </a:cubicBezTo>
                  <a:cubicBezTo>
                    <a:pt x="2025" y="371"/>
                    <a:pt x="2009" y="356"/>
                    <a:pt x="2017" y="325"/>
                  </a:cubicBezTo>
                  <a:cubicBezTo>
                    <a:pt x="2040" y="232"/>
                    <a:pt x="1832" y="256"/>
                    <a:pt x="1716" y="116"/>
                  </a:cubicBezTo>
                  <a:cubicBezTo>
                    <a:pt x="1682" y="76"/>
                    <a:pt x="1622" y="63"/>
                    <a:pt x="1548" y="63"/>
                  </a:cubicBezTo>
                  <a:cubicBezTo>
                    <a:pt x="1408" y="63"/>
                    <a:pt x="1221" y="109"/>
                    <a:pt x="1074" y="109"/>
                  </a:cubicBezTo>
                  <a:cubicBezTo>
                    <a:pt x="1028" y="109"/>
                    <a:pt x="986" y="105"/>
                    <a:pt x="951" y="93"/>
                  </a:cubicBezTo>
                  <a:cubicBezTo>
                    <a:pt x="921" y="83"/>
                    <a:pt x="889" y="79"/>
                    <a:pt x="855" y="79"/>
                  </a:cubicBezTo>
                  <a:cubicBezTo>
                    <a:pt x="652" y="79"/>
                    <a:pt x="388" y="246"/>
                    <a:pt x="210" y="464"/>
                  </a:cubicBezTo>
                  <a:cubicBezTo>
                    <a:pt x="1" y="719"/>
                    <a:pt x="233" y="719"/>
                    <a:pt x="233" y="974"/>
                  </a:cubicBezTo>
                  <a:cubicBezTo>
                    <a:pt x="233" y="1206"/>
                    <a:pt x="372" y="1206"/>
                    <a:pt x="302" y="1391"/>
                  </a:cubicBezTo>
                  <a:cubicBezTo>
                    <a:pt x="511" y="1484"/>
                    <a:pt x="418" y="1739"/>
                    <a:pt x="441" y="1901"/>
                  </a:cubicBezTo>
                  <a:cubicBezTo>
                    <a:pt x="451" y="1961"/>
                    <a:pt x="495" y="1978"/>
                    <a:pt x="551" y="1978"/>
                  </a:cubicBezTo>
                  <a:cubicBezTo>
                    <a:pt x="626" y="1978"/>
                    <a:pt x="723" y="1947"/>
                    <a:pt x="789" y="1947"/>
                  </a:cubicBezTo>
                  <a:cubicBezTo>
                    <a:pt x="905" y="1947"/>
                    <a:pt x="719" y="2133"/>
                    <a:pt x="812" y="2249"/>
                  </a:cubicBezTo>
                  <a:cubicBezTo>
                    <a:pt x="830" y="2267"/>
                    <a:pt x="855" y="2273"/>
                    <a:pt x="884" y="2273"/>
                  </a:cubicBezTo>
                  <a:cubicBezTo>
                    <a:pt x="965" y="2273"/>
                    <a:pt x="1078" y="2222"/>
                    <a:pt x="1160" y="2222"/>
                  </a:cubicBezTo>
                  <a:cubicBezTo>
                    <a:pt x="1201" y="2222"/>
                    <a:pt x="1234" y="2235"/>
                    <a:pt x="1252" y="2272"/>
                  </a:cubicBezTo>
                  <a:cubicBezTo>
                    <a:pt x="1252" y="2318"/>
                    <a:pt x="1276" y="2341"/>
                    <a:pt x="1299" y="2364"/>
                  </a:cubicBezTo>
                  <a:cubicBezTo>
                    <a:pt x="1461" y="2295"/>
                    <a:pt x="1646" y="2179"/>
                    <a:pt x="1646" y="2110"/>
                  </a:cubicBezTo>
                  <a:cubicBezTo>
                    <a:pt x="1646" y="2080"/>
                    <a:pt x="1670" y="2069"/>
                    <a:pt x="1708" y="2069"/>
                  </a:cubicBezTo>
                  <a:cubicBezTo>
                    <a:pt x="1813" y="2069"/>
                    <a:pt x="2025" y="2150"/>
                    <a:pt x="2152" y="2150"/>
                  </a:cubicBezTo>
                  <a:cubicBezTo>
                    <a:pt x="2199" y="2150"/>
                    <a:pt x="2234" y="2139"/>
                    <a:pt x="2249" y="2110"/>
                  </a:cubicBezTo>
                  <a:cubicBezTo>
                    <a:pt x="2311" y="1986"/>
                    <a:pt x="1950" y="1604"/>
                    <a:pt x="2149" y="1604"/>
                  </a:cubicBezTo>
                  <a:cubicBezTo>
                    <a:pt x="2173" y="1604"/>
                    <a:pt x="2206" y="1610"/>
                    <a:pt x="2249" y="1623"/>
                  </a:cubicBezTo>
                  <a:cubicBezTo>
                    <a:pt x="2314" y="1637"/>
                    <a:pt x="2368" y="1644"/>
                    <a:pt x="2413" y="1644"/>
                  </a:cubicBezTo>
                  <a:cubicBezTo>
                    <a:pt x="2656" y="1644"/>
                    <a:pt x="2638" y="1455"/>
                    <a:pt x="2736" y="1298"/>
                  </a:cubicBezTo>
                  <a:cubicBezTo>
                    <a:pt x="2875" y="1136"/>
                    <a:pt x="3338" y="997"/>
                    <a:pt x="3130" y="673"/>
                  </a:cubicBezTo>
                  <a:cubicBezTo>
                    <a:pt x="2967" y="464"/>
                    <a:pt x="2944" y="209"/>
                    <a:pt x="2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59"/>
            <p:cNvSpPr/>
            <p:nvPr/>
          </p:nvSpPr>
          <p:spPr>
            <a:xfrm>
              <a:off x="5598450" y="3051838"/>
              <a:ext cx="123749" cy="148822"/>
            </a:xfrm>
            <a:custGeom>
              <a:avLst/>
              <a:gdLst/>
              <a:ahLst/>
              <a:cxnLst/>
              <a:rect l="l" t="t" r="r" b="b"/>
              <a:pathLst>
                <a:path w="4057" h="4879" extrusionOk="0">
                  <a:moveTo>
                    <a:pt x="858" y="1"/>
                  </a:moveTo>
                  <a:cubicBezTo>
                    <a:pt x="794" y="1"/>
                    <a:pt x="727" y="228"/>
                    <a:pt x="789" y="290"/>
                  </a:cubicBezTo>
                  <a:cubicBezTo>
                    <a:pt x="855" y="356"/>
                    <a:pt x="921" y="734"/>
                    <a:pt x="789" y="734"/>
                  </a:cubicBezTo>
                  <a:cubicBezTo>
                    <a:pt x="782" y="734"/>
                    <a:pt x="774" y="733"/>
                    <a:pt x="766" y="730"/>
                  </a:cubicBezTo>
                  <a:cubicBezTo>
                    <a:pt x="589" y="686"/>
                    <a:pt x="581" y="474"/>
                    <a:pt x="500" y="474"/>
                  </a:cubicBezTo>
                  <a:cubicBezTo>
                    <a:pt x="496" y="474"/>
                    <a:pt x="492" y="474"/>
                    <a:pt x="488" y="475"/>
                  </a:cubicBezTo>
                  <a:cubicBezTo>
                    <a:pt x="488" y="475"/>
                    <a:pt x="209" y="800"/>
                    <a:pt x="209" y="916"/>
                  </a:cubicBezTo>
                  <a:cubicBezTo>
                    <a:pt x="209" y="1008"/>
                    <a:pt x="94" y="1031"/>
                    <a:pt x="1" y="1078"/>
                  </a:cubicBezTo>
                  <a:cubicBezTo>
                    <a:pt x="70" y="1124"/>
                    <a:pt x="94" y="1171"/>
                    <a:pt x="117" y="1194"/>
                  </a:cubicBezTo>
                  <a:cubicBezTo>
                    <a:pt x="163" y="1263"/>
                    <a:pt x="94" y="1449"/>
                    <a:pt x="163" y="1611"/>
                  </a:cubicBezTo>
                  <a:cubicBezTo>
                    <a:pt x="182" y="1656"/>
                    <a:pt x="214" y="1669"/>
                    <a:pt x="252" y="1669"/>
                  </a:cubicBezTo>
                  <a:cubicBezTo>
                    <a:pt x="301" y="1669"/>
                    <a:pt x="360" y="1647"/>
                    <a:pt x="413" y="1647"/>
                  </a:cubicBezTo>
                  <a:cubicBezTo>
                    <a:pt x="464" y="1647"/>
                    <a:pt x="509" y="1668"/>
                    <a:pt x="534" y="1750"/>
                  </a:cubicBezTo>
                  <a:cubicBezTo>
                    <a:pt x="603" y="1982"/>
                    <a:pt x="488" y="2098"/>
                    <a:pt x="488" y="2329"/>
                  </a:cubicBezTo>
                  <a:cubicBezTo>
                    <a:pt x="488" y="2561"/>
                    <a:pt x="302" y="2538"/>
                    <a:pt x="348" y="2746"/>
                  </a:cubicBezTo>
                  <a:cubicBezTo>
                    <a:pt x="361" y="2803"/>
                    <a:pt x="389" y="2825"/>
                    <a:pt x="427" y="2825"/>
                  </a:cubicBezTo>
                  <a:cubicBezTo>
                    <a:pt x="528" y="2825"/>
                    <a:pt x="700" y="2662"/>
                    <a:pt x="835" y="2561"/>
                  </a:cubicBezTo>
                  <a:cubicBezTo>
                    <a:pt x="928" y="2492"/>
                    <a:pt x="1009" y="2463"/>
                    <a:pt x="1076" y="2463"/>
                  </a:cubicBezTo>
                  <a:cubicBezTo>
                    <a:pt x="1142" y="2463"/>
                    <a:pt x="1194" y="2492"/>
                    <a:pt x="1229" y="2538"/>
                  </a:cubicBezTo>
                  <a:cubicBezTo>
                    <a:pt x="1252" y="2568"/>
                    <a:pt x="1293" y="2581"/>
                    <a:pt x="1341" y="2581"/>
                  </a:cubicBezTo>
                  <a:cubicBezTo>
                    <a:pt x="1442" y="2581"/>
                    <a:pt x="1569" y="2524"/>
                    <a:pt x="1600" y="2445"/>
                  </a:cubicBezTo>
                  <a:cubicBezTo>
                    <a:pt x="1626" y="2380"/>
                    <a:pt x="1749" y="2336"/>
                    <a:pt x="1872" y="2336"/>
                  </a:cubicBezTo>
                  <a:cubicBezTo>
                    <a:pt x="1966" y="2336"/>
                    <a:pt x="2060" y="2362"/>
                    <a:pt x="2110" y="2422"/>
                  </a:cubicBezTo>
                  <a:cubicBezTo>
                    <a:pt x="2226" y="2561"/>
                    <a:pt x="2342" y="2723"/>
                    <a:pt x="2504" y="2816"/>
                  </a:cubicBezTo>
                  <a:cubicBezTo>
                    <a:pt x="2666" y="2909"/>
                    <a:pt x="2388" y="3419"/>
                    <a:pt x="2550" y="3465"/>
                  </a:cubicBezTo>
                  <a:cubicBezTo>
                    <a:pt x="2712" y="3511"/>
                    <a:pt x="2944" y="3766"/>
                    <a:pt x="2921" y="4044"/>
                  </a:cubicBezTo>
                  <a:cubicBezTo>
                    <a:pt x="2898" y="4299"/>
                    <a:pt x="3037" y="4461"/>
                    <a:pt x="2851" y="4670"/>
                  </a:cubicBezTo>
                  <a:cubicBezTo>
                    <a:pt x="2967" y="4740"/>
                    <a:pt x="3106" y="4740"/>
                    <a:pt x="3083" y="4832"/>
                  </a:cubicBezTo>
                  <a:cubicBezTo>
                    <a:pt x="3075" y="4863"/>
                    <a:pt x="3091" y="4879"/>
                    <a:pt x="3115" y="4879"/>
                  </a:cubicBezTo>
                  <a:cubicBezTo>
                    <a:pt x="3163" y="4879"/>
                    <a:pt x="3245" y="4817"/>
                    <a:pt x="3245" y="4693"/>
                  </a:cubicBezTo>
                  <a:cubicBezTo>
                    <a:pt x="3245" y="4580"/>
                    <a:pt x="3340" y="4545"/>
                    <a:pt x="3440" y="4545"/>
                  </a:cubicBezTo>
                  <a:cubicBezTo>
                    <a:pt x="3505" y="4545"/>
                    <a:pt x="3571" y="4559"/>
                    <a:pt x="3616" y="4577"/>
                  </a:cubicBezTo>
                  <a:cubicBezTo>
                    <a:pt x="3645" y="4584"/>
                    <a:pt x="3680" y="4589"/>
                    <a:pt x="3719" y="4589"/>
                  </a:cubicBezTo>
                  <a:cubicBezTo>
                    <a:pt x="3807" y="4589"/>
                    <a:pt x="3914" y="4565"/>
                    <a:pt x="4010" y="4485"/>
                  </a:cubicBezTo>
                  <a:cubicBezTo>
                    <a:pt x="4010" y="4415"/>
                    <a:pt x="4010" y="4322"/>
                    <a:pt x="4033" y="4276"/>
                  </a:cubicBezTo>
                  <a:cubicBezTo>
                    <a:pt x="4057" y="4067"/>
                    <a:pt x="4033" y="3813"/>
                    <a:pt x="3917" y="3720"/>
                  </a:cubicBezTo>
                  <a:cubicBezTo>
                    <a:pt x="3825" y="3604"/>
                    <a:pt x="3547" y="3511"/>
                    <a:pt x="3477" y="3303"/>
                  </a:cubicBezTo>
                  <a:cubicBezTo>
                    <a:pt x="3408" y="3094"/>
                    <a:pt x="3083" y="2886"/>
                    <a:pt x="3014" y="2723"/>
                  </a:cubicBezTo>
                  <a:cubicBezTo>
                    <a:pt x="2944" y="2538"/>
                    <a:pt x="2736" y="2352"/>
                    <a:pt x="2736" y="2237"/>
                  </a:cubicBezTo>
                  <a:cubicBezTo>
                    <a:pt x="2736" y="2098"/>
                    <a:pt x="2087" y="1889"/>
                    <a:pt x="2156" y="1704"/>
                  </a:cubicBezTo>
                  <a:cubicBezTo>
                    <a:pt x="2226" y="1541"/>
                    <a:pt x="2573" y="1634"/>
                    <a:pt x="2573" y="1472"/>
                  </a:cubicBezTo>
                  <a:cubicBezTo>
                    <a:pt x="2573" y="1286"/>
                    <a:pt x="2434" y="1286"/>
                    <a:pt x="2388" y="1055"/>
                  </a:cubicBezTo>
                  <a:cubicBezTo>
                    <a:pt x="2375" y="918"/>
                    <a:pt x="2296" y="874"/>
                    <a:pt x="2211" y="874"/>
                  </a:cubicBezTo>
                  <a:cubicBezTo>
                    <a:pt x="2138" y="874"/>
                    <a:pt x="2060" y="907"/>
                    <a:pt x="2017" y="939"/>
                  </a:cubicBezTo>
                  <a:cubicBezTo>
                    <a:pt x="1996" y="951"/>
                    <a:pt x="1967" y="957"/>
                    <a:pt x="1935" y="957"/>
                  </a:cubicBezTo>
                  <a:cubicBezTo>
                    <a:pt x="1787" y="957"/>
                    <a:pt x="1554" y="840"/>
                    <a:pt x="1554" y="707"/>
                  </a:cubicBezTo>
                  <a:cubicBezTo>
                    <a:pt x="1554" y="522"/>
                    <a:pt x="1276" y="429"/>
                    <a:pt x="1276" y="290"/>
                  </a:cubicBezTo>
                  <a:cubicBezTo>
                    <a:pt x="1276" y="220"/>
                    <a:pt x="1183" y="104"/>
                    <a:pt x="1090" y="12"/>
                  </a:cubicBezTo>
                  <a:cubicBezTo>
                    <a:pt x="1037" y="25"/>
                    <a:pt x="983" y="39"/>
                    <a:pt x="943" y="39"/>
                  </a:cubicBezTo>
                  <a:cubicBezTo>
                    <a:pt x="914" y="39"/>
                    <a:pt x="891" y="31"/>
                    <a:pt x="882" y="12"/>
                  </a:cubicBezTo>
                  <a:cubicBezTo>
                    <a:pt x="874" y="4"/>
                    <a:pt x="866" y="1"/>
                    <a:pt x="8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59"/>
            <p:cNvSpPr/>
            <p:nvPr/>
          </p:nvSpPr>
          <p:spPr>
            <a:xfrm>
              <a:off x="5556053" y="3084689"/>
              <a:ext cx="135035" cy="252317"/>
            </a:xfrm>
            <a:custGeom>
              <a:avLst/>
              <a:gdLst/>
              <a:ahLst/>
              <a:cxnLst/>
              <a:rect l="l" t="t" r="r" b="b"/>
              <a:pathLst>
                <a:path w="4427" h="8272" extrusionOk="0">
                  <a:moveTo>
                    <a:pt x="1391" y="1"/>
                  </a:moveTo>
                  <a:cubicBezTo>
                    <a:pt x="1345" y="24"/>
                    <a:pt x="1321" y="47"/>
                    <a:pt x="1298" y="70"/>
                  </a:cubicBezTo>
                  <a:cubicBezTo>
                    <a:pt x="1252" y="186"/>
                    <a:pt x="904" y="209"/>
                    <a:pt x="811" y="348"/>
                  </a:cubicBezTo>
                  <a:cubicBezTo>
                    <a:pt x="739" y="475"/>
                    <a:pt x="569" y="489"/>
                    <a:pt x="464" y="489"/>
                  </a:cubicBezTo>
                  <a:cubicBezTo>
                    <a:pt x="434" y="489"/>
                    <a:pt x="410" y="488"/>
                    <a:pt x="394" y="488"/>
                  </a:cubicBezTo>
                  <a:cubicBezTo>
                    <a:pt x="325" y="488"/>
                    <a:pt x="116" y="511"/>
                    <a:pt x="93" y="650"/>
                  </a:cubicBezTo>
                  <a:cubicBezTo>
                    <a:pt x="70" y="812"/>
                    <a:pt x="0" y="1415"/>
                    <a:pt x="0" y="1530"/>
                  </a:cubicBezTo>
                  <a:cubicBezTo>
                    <a:pt x="0" y="1623"/>
                    <a:pt x="302" y="1971"/>
                    <a:pt x="394" y="2017"/>
                  </a:cubicBezTo>
                  <a:cubicBezTo>
                    <a:pt x="510" y="2063"/>
                    <a:pt x="371" y="2318"/>
                    <a:pt x="510" y="2388"/>
                  </a:cubicBezTo>
                  <a:cubicBezTo>
                    <a:pt x="620" y="2454"/>
                    <a:pt x="563" y="2645"/>
                    <a:pt x="498" y="2645"/>
                  </a:cubicBezTo>
                  <a:cubicBezTo>
                    <a:pt x="494" y="2645"/>
                    <a:pt x="491" y="2644"/>
                    <a:pt x="487" y="2643"/>
                  </a:cubicBezTo>
                  <a:cubicBezTo>
                    <a:pt x="484" y="2642"/>
                    <a:pt x="482" y="2642"/>
                    <a:pt x="480" y="2642"/>
                  </a:cubicBezTo>
                  <a:cubicBezTo>
                    <a:pt x="426" y="2642"/>
                    <a:pt x="528" y="2925"/>
                    <a:pt x="394" y="3037"/>
                  </a:cubicBezTo>
                  <a:cubicBezTo>
                    <a:pt x="278" y="3129"/>
                    <a:pt x="371" y="3431"/>
                    <a:pt x="603" y="3616"/>
                  </a:cubicBezTo>
                  <a:cubicBezTo>
                    <a:pt x="811" y="3802"/>
                    <a:pt x="811" y="4103"/>
                    <a:pt x="811" y="4288"/>
                  </a:cubicBezTo>
                  <a:cubicBezTo>
                    <a:pt x="811" y="4450"/>
                    <a:pt x="974" y="4474"/>
                    <a:pt x="974" y="4682"/>
                  </a:cubicBezTo>
                  <a:cubicBezTo>
                    <a:pt x="974" y="4682"/>
                    <a:pt x="731" y="5588"/>
                    <a:pt x="525" y="5588"/>
                  </a:cubicBezTo>
                  <a:cubicBezTo>
                    <a:pt x="520" y="5588"/>
                    <a:pt x="515" y="5587"/>
                    <a:pt x="510" y="5586"/>
                  </a:cubicBezTo>
                  <a:cubicBezTo>
                    <a:pt x="464" y="5818"/>
                    <a:pt x="418" y="6189"/>
                    <a:pt x="348" y="6397"/>
                  </a:cubicBezTo>
                  <a:cubicBezTo>
                    <a:pt x="302" y="6652"/>
                    <a:pt x="232" y="6861"/>
                    <a:pt x="394" y="6884"/>
                  </a:cubicBezTo>
                  <a:cubicBezTo>
                    <a:pt x="533" y="6907"/>
                    <a:pt x="835" y="7231"/>
                    <a:pt x="1113" y="7579"/>
                  </a:cubicBezTo>
                  <a:cubicBezTo>
                    <a:pt x="1182" y="7672"/>
                    <a:pt x="1229" y="7765"/>
                    <a:pt x="1275" y="7857"/>
                  </a:cubicBezTo>
                  <a:cubicBezTo>
                    <a:pt x="1368" y="7857"/>
                    <a:pt x="1484" y="7857"/>
                    <a:pt x="1576" y="7880"/>
                  </a:cubicBezTo>
                  <a:cubicBezTo>
                    <a:pt x="1808" y="7927"/>
                    <a:pt x="1854" y="8089"/>
                    <a:pt x="1854" y="8205"/>
                  </a:cubicBezTo>
                  <a:cubicBezTo>
                    <a:pt x="1854" y="8256"/>
                    <a:pt x="1968" y="8272"/>
                    <a:pt x="2081" y="8272"/>
                  </a:cubicBezTo>
                  <a:cubicBezTo>
                    <a:pt x="2172" y="8272"/>
                    <a:pt x="2264" y="8262"/>
                    <a:pt x="2295" y="8251"/>
                  </a:cubicBezTo>
                  <a:cubicBezTo>
                    <a:pt x="2341" y="8251"/>
                    <a:pt x="2272" y="8089"/>
                    <a:pt x="2457" y="8043"/>
                  </a:cubicBezTo>
                  <a:cubicBezTo>
                    <a:pt x="2341" y="7880"/>
                    <a:pt x="2063" y="7695"/>
                    <a:pt x="1831" y="7672"/>
                  </a:cubicBezTo>
                  <a:cubicBezTo>
                    <a:pt x="1553" y="7649"/>
                    <a:pt x="1414" y="7231"/>
                    <a:pt x="1437" y="7046"/>
                  </a:cubicBezTo>
                  <a:cubicBezTo>
                    <a:pt x="1460" y="6861"/>
                    <a:pt x="1252" y="6698"/>
                    <a:pt x="1252" y="6536"/>
                  </a:cubicBezTo>
                  <a:cubicBezTo>
                    <a:pt x="1252" y="6374"/>
                    <a:pt x="1090" y="6351"/>
                    <a:pt x="904" y="6281"/>
                  </a:cubicBezTo>
                  <a:cubicBezTo>
                    <a:pt x="719" y="6189"/>
                    <a:pt x="927" y="5632"/>
                    <a:pt x="951" y="5401"/>
                  </a:cubicBezTo>
                  <a:cubicBezTo>
                    <a:pt x="974" y="5169"/>
                    <a:pt x="1368" y="4497"/>
                    <a:pt x="1252" y="4288"/>
                  </a:cubicBezTo>
                  <a:cubicBezTo>
                    <a:pt x="1176" y="4152"/>
                    <a:pt x="1367" y="4036"/>
                    <a:pt x="1528" y="4036"/>
                  </a:cubicBezTo>
                  <a:cubicBezTo>
                    <a:pt x="1614" y="4036"/>
                    <a:pt x="1691" y="4069"/>
                    <a:pt x="1715" y="4149"/>
                  </a:cubicBezTo>
                  <a:cubicBezTo>
                    <a:pt x="1779" y="4362"/>
                    <a:pt x="1804" y="4477"/>
                    <a:pt x="2057" y="4477"/>
                  </a:cubicBezTo>
                  <a:cubicBezTo>
                    <a:pt x="2080" y="4477"/>
                    <a:pt x="2105" y="4476"/>
                    <a:pt x="2132" y="4474"/>
                  </a:cubicBezTo>
                  <a:cubicBezTo>
                    <a:pt x="2457" y="4474"/>
                    <a:pt x="2457" y="4705"/>
                    <a:pt x="2712" y="4798"/>
                  </a:cubicBezTo>
                  <a:lnTo>
                    <a:pt x="2758" y="4798"/>
                  </a:lnTo>
                  <a:cubicBezTo>
                    <a:pt x="2828" y="4613"/>
                    <a:pt x="2689" y="4613"/>
                    <a:pt x="2689" y="4381"/>
                  </a:cubicBezTo>
                  <a:cubicBezTo>
                    <a:pt x="2689" y="4149"/>
                    <a:pt x="2457" y="4149"/>
                    <a:pt x="2666" y="3894"/>
                  </a:cubicBezTo>
                  <a:cubicBezTo>
                    <a:pt x="2844" y="3656"/>
                    <a:pt x="3108" y="3486"/>
                    <a:pt x="3311" y="3486"/>
                  </a:cubicBezTo>
                  <a:cubicBezTo>
                    <a:pt x="3345" y="3486"/>
                    <a:pt x="3377" y="3490"/>
                    <a:pt x="3407" y="3500"/>
                  </a:cubicBezTo>
                  <a:cubicBezTo>
                    <a:pt x="3442" y="3512"/>
                    <a:pt x="3484" y="3516"/>
                    <a:pt x="3530" y="3516"/>
                  </a:cubicBezTo>
                  <a:cubicBezTo>
                    <a:pt x="3677" y="3516"/>
                    <a:pt x="3864" y="3470"/>
                    <a:pt x="4004" y="3470"/>
                  </a:cubicBezTo>
                  <a:cubicBezTo>
                    <a:pt x="4078" y="3470"/>
                    <a:pt x="4138" y="3483"/>
                    <a:pt x="4172" y="3523"/>
                  </a:cubicBezTo>
                  <a:cubicBezTo>
                    <a:pt x="4195" y="3547"/>
                    <a:pt x="4218" y="3570"/>
                    <a:pt x="4241" y="3593"/>
                  </a:cubicBezTo>
                  <a:cubicBezTo>
                    <a:pt x="4427" y="3384"/>
                    <a:pt x="4288" y="3222"/>
                    <a:pt x="4311" y="2967"/>
                  </a:cubicBezTo>
                  <a:cubicBezTo>
                    <a:pt x="4334" y="2689"/>
                    <a:pt x="4102" y="2434"/>
                    <a:pt x="3940" y="2388"/>
                  </a:cubicBezTo>
                  <a:cubicBezTo>
                    <a:pt x="3778" y="2342"/>
                    <a:pt x="4056" y="1832"/>
                    <a:pt x="3894" y="1739"/>
                  </a:cubicBezTo>
                  <a:cubicBezTo>
                    <a:pt x="3732" y="1646"/>
                    <a:pt x="3616" y="1484"/>
                    <a:pt x="3477" y="1345"/>
                  </a:cubicBezTo>
                  <a:cubicBezTo>
                    <a:pt x="3426" y="1285"/>
                    <a:pt x="3332" y="1259"/>
                    <a:pt x="3239" y="1259"/>
                  </a:cubicBezTo>
                  <a:cubicBezTo>
                    <a:pt x="3116" y="1259"/>
                    <a:pt x="2993" y="1303"/>
                    <a:pt x="2967" y="1368"/>
                  </a:cubicBezTo>
                  <a:cubicBezTo>
                    <a:pt x="2935" y="1447"/>
                    <a:pt x="2819" y="1504"/>
                    <a:pt x="2726" y="1504"/>
                  </a:cubicBezTo>
                  <a:cubicBezTo>
                    <a:pt x="2681" y="1504"/>
                    <a:pt x="2642" y="1491"/>
                    <a:pt x="2619" y="1461"/>
                  </a:cubicBezTo>
                  <a:cubicBezTo>
                    <a:pt x="2584" y="1415"/>
                    <a:pt x="2532" y="1386"/>
                    <a:pt x="2466" y="1386"/>
                  </a:cubicBezTo>
                  <a:cubicBezTo>
                    <a:pt x="2399" y="1386"/>
                    <a:pt x="2318" y="1415"/>
                    <a:pt x="2225" y="1484"/>
                  </a:cubicBezTo>
                  <a:cubicBezTo>
                    <a:pt x="2090" y="1585"/>
                    <a:pt x="1918" y="1748"/>
                    <a:pt x="1817" y="1748"/>
                  </a:cubicBezTo>
                  <a:cubicBezTo>
                    <a:pt x="1779" y="1748"/>
                    <a:pt x="1751" y="1726"/>
                    <a:pt x="1738" y="1669"/>
                  </a:cubicBezTo>
                  <a:cubicBezTo>
                    <a:pt x="1692" y="1461"/>
                    <a:pt x="1878" y="1484"/>
                    <a:pt x="1878" y="1252"/>
                  </a:cubicBezTo>
                  <a:cubicBezTo>
                    <a:pt x="1878" y="1021"/>
                    <a:pt x="1993" y="905"/>
                    <a:pt x="1924" y="673"/>
                  </a:cubicBezTo>
                  <a:cubicBezTo>
                    <a:pt x="1899" y="591"/>
                    <a:pt x="1854" y="570"/>
                    <a:pt x="1803" y="570"/>
                  </a:cubicBezTo>
                  <a:cubicBezTo>
                    <a:pt x="1750" y="570"/>
                    <a:pt x="1691" y="592"/>
                    <a:pt x="1642" y="592"/>
                  </a:cubicBezTo>
                  <a:cubicBezTo>
                    <a:pt x="1604" y="592"/>
                    <a:pt x="1572" y="579"/>
                    <a:pt x="1553" y="534"/>
                  </a:cubicBezTo>
                  <a:cubicBezTo>
                    <a:pt x="1484" y="372"/>
                    <a:pt x="1553" y="186"/>
                    <a:pt x="1507" y="117"/>
                  </a:cubicBezTo>
                  <a:cubicBezTo>
                    <a:pt x="1484" y="94"/>
                    <a:pt x="1437" y="47"/>
                    <a:pt x="13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59"/>
            <p:cNvSpPr/>
            <p:nvPr/>
          </p:nvSpPr>
          <p:spPr>
            <a:xfrm>
              <a:off x="4186098" y="2402270"/>
              <a:ext cx="161206" cy="129666"/>
            </a:xfrm>
            <a:custGeom>
              <a:avLst/>
              <a:gdLst/>
              <a:ahLst/>
              <a:cxnLst/>
              <a:rect l="l" t="t" r="r" b="b"/>
              <a:pathLst>
                <a:path w="5285" h="4251" extrusionOk="0">
                  <a:moveTo>
                    <a:pt x="2199" y="0"/>
                  </a:moveTo>
                  <a:cubicBezTo>
                    <a:pt x="1952" y="0"/>
                    <a:pt x="1300" y="175"/>
                    <a:pt x="1113" y="381"/>
                  </a:cubicBezTo>
                  <a:cubicBezTo>
                    <a:pt x="858" y="612"/>
                    <a:pt x="279" y="520"/>
                    <a:pt x="256" y="659"/>
                  </a:cubicBezTo>
                  <a:cubicBezTo>
                    <a:pt x="238" y="731"/>
                    <a:pt x="191" y="789"/>
                    <a:pt x="139" y="789"/>
                  </a:cubicBezTo>
                  <a:cubicBezTo>
                    <a:pt x="124" y="789"/>
                    <a:pt x="109" y="785"/>
                    <a:pt x="94" y="775"/>
                  </a:cubicBezTo>
                  <a:cubicBezTo>
                    <a:pt x="94" y="821"/>
                    <a:pt x="94" y="844"/>
                    <a:pt x="94" y="844"/>
                  </a:cubicBezTo>
                  <a:cubicBezTo>
                    <a:pt x="140" y="960"/>
                    <a:pt x="163" y="1284"/>
                    <a:pt x="70" y="1424"/>
                  </a:cubicBezTo>
                  <a:cubicBezTo>
                    <a:pt x="1" y="1563"/>
                    <a:pt x="24" y="1586"/>
                    <a:pt x="117" y="1655"/>
                  </a:cubicBezTo>
                  <a:cubicBezTo>
                    <a:pt x="209" y="1702"/>
                    <a:pt x="233" y="1817"/>
                    <a:pt x="233" y="1910"/>
                  </a:cubicBezTo>
                  <a:cubicBezTo>
                    <a:pt x="233" y="2003"/>
                    <a:pt x="302" y="2003"/>
                    <a:pt x="302" y="2211"/>
                  </a:cubicBezTo>
                  <a:cubicBezTo>
                    <a:pt x="325" y="2397"/>
                    <a:pt x="372" y="2559"/>
                    <a:pt x="441" y="2629"/>
                  </a:cubicBezTo>
                  <a:cubicBezTo>
                    <a:pt x="511" y="2698"/>
                    <a:pt x="488" y="2814"/>
                    <a:pt x="464" y="2884"/>
                  </a:cubicBezTo>
                  <a:cubicBezTo>
                    <a:pt x="557" y="2953"/>
                    <a:pt x="673" y="3023"/>
                    <a:pt x="766" y="3069"/>
                  </a:cubicBezTo>
                  <a:cubicBezTo>
                    <a:pt x="1021" y="3162"/>
                    <a:pt x="1113" y="3231"/>
                    <a:pt x="1136" y="3324"/>
                  </a:cubicBezTo>
                  <a:cubicBezTo>
                    <a:pt x="1153" y="3391"/>
                    <a:pt x="1266" y="3494"/>
                    <a:pt x="1346" y="3494"/>
                  </a:cubicBezTo>
                  <a:cubicBezTo>
                    <a:pt x="1376" y="3494"/>
                    <a:pt x="1402" y="3478"/>
                    <a:pt x="1415" y="3440"/>
                  </a:cubicBezTo>
                  <a:cubicBezTo>
                    <a:pt x="1446" y="3387"/>
                    <a:pt x="1492" y="3373"/>
                    <a:pt x="1544" y="3373"/>
                  </a:cubicBezTo>
                  <a:cubicBezTo>
                    <a:pt x="1606" y="3373"/>
                    <a:pt x="1676" y="3393"/>
                    <a:pt x="1739" y="3393"/>
                  </a:cubicBezTo>
                  <a:cubicBezTo>
                    <a:pt x="1832" y="3393"/>
                    <a:pt x="1855" y="3509"/>
                    <a:pt x="1878" y="3579"/>
                  </a:cubicBezTo>
                  <a:cubicBezTo>
                    <a:pt x="1901" y="3672"/>
                    <a:pt x="2156" y="3625"/>
                    <a:pt x="2249" y="3672"/>
                  </a:cubicBezTo>
                  <a:cubicBezTo>
                    <a:pt x="2342" y="3741"/>
                    <a:pt x="2365" y="3926"/>
                    <a:pt x="2504" y="3996"/>
                  </a:cubicBezTo>
                  <a:cubicBezTo>
                    <a:pt x="2525" y="4009"/>
                    <a:pt x="2546" y="4014"/>
                    <a:pt x="2568" y="4014"/>
                  </a:cubicBezTo>
                  <a:cubicBezTo>
                    <a:pt x="2640" y="4014"/>
                    <a:pt x="2711" y="3955"/>
                    <a:pt x="2775" y="3955"/>
                  </a:cubicBezTo>
                  <a:cubicBezTo>
                    <a:pt x="2793" y="3955"/>
                    <a:pt x="2811" y="3960"/>
                    <a:pt x="2828" y="3973"/>
                  </a:cubicBezTo>
                  <a:cubicBezTo>
                    <a:pt x="2877" y="4006"/>
                    <a:pt x="3019" y="4038"/>
                    <a:pt x="3147" y="4038"/>
                  </a:cubicBezTo>
                  <a:cubicBezTo>
                    <a:pt x="3200" y="4038"/>
                    <a:pt x="3251" y="4033"/>
                    <a:pt x="3292" y="4019"/>
                  </a:cubicBezTo>
                  <a:cubicBezTo>
                    <a:pt x="3320" y="4010"/>
                    <a:pt x="3345" y="4006"/>
                    <a:pt x="3371" y="4006"/>
                  </a:cubicBezTo>
                  <a:cubicBezTo>
                    <a:pt x="3472" y="4006"/>
                    <a:pt x="3561" y="4065"/>
                    <a:pt x="3709" y="4065"/>
                  </a:cubicBezTo>
                  <a:cubicBezTo>
                    <a:pt x="3731" y="4062"/>
                    <a:pt x="3755" y="4061"/>
                    <a:pt x="3780" y="4061"/>
                  </a:cubicBezTo>
                  <a:cubicBezTo>
                    <a:pt x="3937" y="4061"/>
                    <a:pt x="4132" y="4118"/>
                    <a:pt x="4172" y="4158"/>
                  </a:cubicBezTo>
                  <a:cubicBezTo>
                    <a:pt x="4196" y="4181"/>
                    <a:pt x="4358" y="4228"/>
                    <a:pt x="4497" y="4251"/>
                  </a:cubicBezTo>
                  <a:cubicBezTo>
                    <a:pt x="4520" y="4158"/>
                    <a:pt x="4450" y="3926"/>
                    <a:pt x="4474" y="3880"/>
                  </a:cubicBezTo>
                  <a:cubicBezTo>
                    <a:pt x="4474" y="3811"/>
                    <a:pt x="4914" y="3440"/>
                    <a:pt x="4984" y="3347"/>
                  </a:cubicBezTo>
                  <a:cubicBezTo>
                    <a:pt x="5053" y="3278"/>
                    <a:pt x="5169" y="3278"/>
                    <a:pt x="5215" y="3162"/>
                  </a:cubicBezTo>
                  <a:cubicBezTo>
                    <a:pt x="5285" y="3046"/>
                    <a:pt x="5053" y="2698"/>
                    <a:pt x="5007" y="2629"/>
                  </a:cubicBezTo>
                  <a:cubicBezTo>
                    <a:pt x="4960" y="2559"/>
                    <a:pt x="4937" y="2258"/>
                    <a:pt x="4960" y="2142"/>
                  </a:cubicBezTo>
                  <a:cubicBezTo>
                    <a:pt x="5007" y="2026"/>
                    <a:pt x="4775" y="1957"/>
                    <a:pt x="4775" y="1864"/>
                  </a:cubicBezTo>
                  <a:cubicBezTo>
                    <a:pt x="4775" y="1794"/>
                    <a:pt x="4984" y="1632"/>
                    <a:pt x="5099" y="1586"/>
                  </a:cubicBezTo>
                  <a:cubicBezTo>
                    <a:pt x="5215" y="1539"/>
                    <a:pt x="5169" y="1215"/>
                    <a:pt x="5076" y="1122"/>
                  </a:cubicBezTo>
                  <a:cubicBezTo>
                    <a:pt x="4984" y="1030"/>
                    <a:pt x="4937" y="867"/>
                    <a:pt x="4984" y="705"/>
                  </a:cubicBezTo>
                  <a:cubicBezTo>
                    <a:pt x="5053" y="543"/>
                    <a:pt x="4636" y="404"/>
                    <a:pt x="4566" y="404"/>
                  </a:cubicBezTo>
                  <a:cubicBezTo>
                    <a:pt x="4566" y="404"/>
                    <a:pt x="4566" y="404"/>
                    <a:pt x="4543" y="381"/>
                  </a:cubicBezTo>
                  <a:cubicBezTo>
                    <a:pt x="4448" y="398"/>
                    <a:pt x="4313" y="406"/>
                    <a:pt x="4164" y="406"/>
                  </a:cubicBezTo>
                  <a:cubicBezTo>
                    <a:pt x="3732" y="406"/>
                    <a:pt x="3181" y="346"/>
                    <a:pt x="3130" y="311"/>
                  </a:cubicBezTo>
                  <a:cubicBezTo>
                    <a:pt x="3083" y="311"/>
                    <a:pt x="2967" y="265"/>
                    <a:pt x="2851" y="218"/>
                  </a:cubicBezTo>
                  <a:cubicBezTo>
                    <a:pt x="2805" y="288"/>
                    <a:pt x="2712" y="381"/>
                    <a:pt x="2550" y="381"/>
                  </a:cubicBezTo>
                  <a:cubicBezTo>
                    <a:pt x="2318" y="381"/>
                    <a:pt x="2318" y="126"/>
                    <a:pt x="2295" y="33"/>
                  </a:cubicBezTo>
                  <a:cubicBezTo>
                    <a:pt x="2295" y="10"/>
                    <a:pt x="2259" y="0"/>
                    <a:pt x="2199"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59"/>
            <p:cNvSpPr/>
            <p:nvPr/>
          </p:nvSpPr>
          <p:spPr>
            <a:xfrm>
              <a:off x="4209614" y="2614899"/>
              <a:ext cx="59937" cy="56308"/>
            </a:xfrm>
            <a:custGeom>
              <a:avLst/>
              <a:gdLst/>
              <a:ahLst/>
              <a:cxnLst/>
              <a:rect l="l" t="t" r="r" b="b"/>
              <a:pathLst>
                <a:path w="1965" h="1846" extrusionOk="0">
                  <a:moveTo>
                    <a:pt x="546" y="0"/>
                  </a:moveTo>
                  <a:cubicBezTo>
                    <a:pt x="464" y="0"/>
                    <a:pt x="382" y="98"/>
                    <a:pt x="300" y="98"/>
                  </a:cubicBezTo>
                  <a:cubicBezTo>
                    <a:pt x="284" y="98"/>
                    <a:pt x="267" y="94"/>
                    <a:pt x="250" y="84"/>
                  </a:cubicBezTo>
                  <a:cubicBezTo>
                    <a:pt x="226" y="60"/>
                    <a:pt x="198" y="50"/>
                    <a:pt x="169" y="50"/>
                  </a:cubicBezTo>
                  <a:cubicBezTo>
                    <a:pt x="86" y="50"/>
                    <a:pt x="1" y="137"/>
                    <a:pt x="18" y="223"/>
                  </a:cubicBezTo>
                  <a:cubicBezTo>
                    <a:pt x="41" y="339"/>
                    <a:pt x="273" y="409"/>
                    <a:pt x="273" y="594"/>
                  </a:cubicBezTo>
                  <a:cubicBezTo>
                    <a:pt x="273" y="779"/>
                    <a:pt x="713" y="1034"/>
                    <a:pt x="713" y="1150"/>
                  </a:cubicBezTo>
                  <a:cubicBezTo>
                    <a:pt x="713" y="1196"/>
                    <a:pt x="991" y="1382"/>
                    <a:pt x="1153" y="1637"/>
                  </a:cubicBezTo>
                  <a:cubicBezTo>
                    <a:pt x="1246" y="1706"/>
                    <a:pt x="1339" y="1776"/>
                    <a:pt x="1431" y="1845"/>
                  </a:cubicBezTo>
                  <a:cubicBezTo>
                    <a:pt x="1455" y="1776"/>
                    <a:pt x="1455" y="1706"/>
                    <a:pt x="1455" y="1683"/>
                  </a:cubicBezTo>
                  <a:cubicBezTo>
                    <a:pt x="1431" y="1567"/>
                    <a:pt x="1779" y="1081"/>
                    <a:pt x="1872" y="1081"/>
                  </a:cubicBezTo>
                  <a:cubicBezTo>
                    <a:pt x="1941" y="1081"/>
                    <a:pt x="1965" y="594"/>
                    <a:pt x="1941" y="339"/>
                  </a:cubicBezTo>
                  <a:cubicBezTo>
                    <a:pt x="1663" y="154"/>
                    <a:pt x="1455" y="84"/>
                    <a:pt x="1455" y="84"/>
                  </a:cubicBezTo>
                  <a:cubicBezTo>
                    <a:pt x="1455" y="84"/>
                    <a:pt x="713" y="61"/>
                    <a:pt x="597" y="15"/>
                  </a:cubicBezTo>
                  <a:cubicBezTo>
                    <a:pt x="580" y="4"/>
                    <a:pt x="563" y="0"/>
                    <a:pt x="5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59"/>
            <p:cNvSpPr/>
            <p:nvPr/>
          </p:nvSpPr>
          <p:spPr>
            <a:xfrm>
              <a:off x="4179753" y="2587051"/>
              <a:ext cx="89098" cy="77781"/>
            </a:xfrm>
            <a:custGeom>
              <a:avLst/>
              <a:gdLst/>
              <a:ahLst/>
              <a:cxnLst/>
              <a:rect l="l" t="t" r="r" b="b"/>
              <a:pathLst>
                <a:path w="2921" h="2550" extrusionOk="0">
                  <a:moveTo>
                    <a:pt x="1368" y="1"/>
                  </a:moveTo>
                  <a:cubicBezTo>
                    <a:pt x="1321" y="47"/>
                    <a:pt x="1136" y="209"/>
                    <a:pt x="1043" y="232"/>
                  </a:cubicBezTo>
                  <a:cubicBezTo>
                    <a:pt x="950" y="232"/>
                    <a:pt x="1020" y="487"/>
                    <a:pt x="904" y="487"/>
                  </a:cubicBezTo>
                  <a:cubicBezTo>
                    <a:pt x="811" y="487"/>
                    <a:pt x="742" y="673"/>
                    <a:pt x="719" y="742"/>
                  </a:cubicBezTo>
                  <a:cubicBezTo>
                    <a:pt x="714" y="757"/>
                    <a:pt x="701" y="762"/>
                    <a:pt x="683" y="762"/>
                  </a:cubicBezTo>
                  <a:cubicBezTo>
                    <a:pt x="626" y="762"/>
                    <a:pt x="516" y="709"/>
                    <a:pt x="428" y="709"/>
                  </a:cubicBezTo>
                  <a:cubicBezTo>
                    <a:pt x="408" y="709"/>
                    <a:pt x="388" y="712"/>
                    <a:pt x="371" y="719"/>
                  </a:cubicBezTo>
                  <a:cubicBezTo>
                    <a:pt x="302" y="742"/>
                    <a:pt x="116" y="788"/>
                    <a:pt x="0" y="788"/>
                  </a:cubicBezTo>
                  <a:cubicBezTo>
                    <a:pt x="23" y="904"/>
                    <a:pt x="0" y="1020"/>
                    <a:pt x="93" y="1020"/>
                  </a:cubicBezTo>
                  <a:cubicBezTo>
                    <a:pt x="232" y="1020"/>
                    <a:pt x="510" y="1020"/>
                    <a:pt x="510" y="1206"/>
                  </a:cubicBezTo>
                  <a:cubicBezTo>
                    <a:pt x="510" y="1391"/>
                    <a:pt x="881" y="1831"/>
                    <a:pt x="997" y="1970"/>
                  </a:cubicBezTo>
                  <a:cubicBezTo>
                    <a:pt x="1136" y="2109"/>
                    <a:pt x="1414" y="2086"/>
                    <a:pt x="1437" y="2202"/>
                  </a:cubicBezTo>
                  <a:cubicBezTo>
                    <a:pt x="1460" y="2318"/>
                    <a:pt x="1669" y="2434"/>
                    <a:pt x="1901" y="2457"/>
                  </a:cubicBezTo>
                  <a:cubicBezTo>
                    <a:pt x="1970" y="2457"/>
                    <a:pt x="2040" y="2503"/>
                    <a:pt x="2132" y="2550"/>
                  </a:cubicBezTo>
                  <a:cubicBezTo>
                    <a:pt x="1970" y="2318"/>
                    <a:pt x="1692" y="2133"/>
                    <a:pt x="1692" y="2063"/>
                  </a:cubicBezTo>
                  <a:cubicBezTo>
                    <a:pt x="1692" y="1970"/>
                    <a:pt x="1252" y="1692"/>
                    <a:pt x="1252" y="1507"/>
                  </a:cubicBezTo>
                  <a:cubicBezTo>
                    <a:pt x="1252" y="1322"/>
                    <a:pt x="1020" y="1252"/>
                    <a:pt x="997" y="1136"/>
                  </a:cubicBezTo>
                  <a:cubicBezTo>
                    <a:pt x="980" y="1050"/>
                    <a:pt x="1065" y="963"/>
                    <a:pt x="1148" y="963"/>
                  </a:cubicBezTo>
                  <a:cubicBezTo>
                    <a:pt x="1177" y="963"/>
                    <a:pt x="1205" y="973"/>
                    <a:pt x="1229" y="997"/>
                  </a:cubicBezTo>
                  <a:cubicBezTo>
                    <a:pt x="1250" y="1014"/>
                    <a:pt x="1272" y="1021"/>
                    <a:pt x="1293" y="1021"/>
                  </a:cubicBezTo>
                  <a:cubicBezTo>
                    <a:pt x="1376" y="1021"/>
                    <a:pt x="1458" y="921"/>
                    <a:pt x="1541" y="921"/>
                  </a:cubicBezTo>
                  <a:cubicBezTo>
                    <a:pt x="1552" y="921"/>
                    <a:pt x="1564" y="923"/>
                    <a:pt x="1576" y="928"/>
                  </a:cubicBezTo>
                  <a:cubicBezTo>
                    <a:pt x="1715" y="974"/>
                    <a:pt x="2434" y="997"/>
                    <a:pt x="2434" y="997"/>
                  </a:cubicBezTo>
                  <a:cubicBezTo>
                    <a:pt x="2434" y="997"/>
                    <a:pt x="2642" y="1067"/>
                    <a:pt x="2920" y="1252"/>
                  </a:cubicBezTo>
                  <a:cubicBezTo>
                    <a:pt x="2920" y="1206"/>
                    <a:pt x="2897" y="1159"/>
                    <a:pt x="2897" y="1136"/>
                  </a:cubicBezTo>
                  <a:cubicBezTo>
                    <a:pt x="2828" y="997"/>
                    <a:pt x="2897" y="812"/>
                    <a:pt x="2712" y="742"/>
                  </a:cubicBezTo>
                  <a:cubicBezTo>
                    <a:pt x="2619" y="719"/>
                    <a:pt x="2596" y="557"/>
                    <a:pt x="2573" y="418"/>
                  </a:cubicBezTo>
                  <a:cubicBezTo>
                    <a:pt x="2503" y="441"/>
                    <a:pt x="2434" y="464"/>
                    <a:pt x="2387" y="464"/>
                  </a:cubicBezTo>
                  <a:cubicBezTo>
                    <a:pt x="2345" y="478"/>
                    <a:pt x="2288" y="486"/>
                    <a:pt x="2226" y="486"/>
                  </a:cubicBezTo>
                  <a:cubicBezTo>
                    <a:pt x="2083" y="486"/>
                    <a:pt x="1912" y="445"/>
                    <a:pt x="1831" y="348"/>
                  </a:cubicBezTo>
                  <a:cubicBezTo>
                    <a:pt x="1738" y="232"/>
                    <a:pt x="1507" y="93"/>
                    <a:pt x="13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59"/>
            <p:cNvSpPr/>
            <p:nvPr/>
          </p:nvSpPr>
          <p:spPr>
            <a:xfrm>
              <a:off x="4265280" y="2668338"/>
              <a:ext cx="31143" cy="61524"/>
            </a:xfrm>
            <a:custGeom>
              <a:avLst/>
              <a:gdLst/>
              <a:ahLst/>
              <a:cxnLst/>
              <a:rect l="l" t="t" r="r" b="b"/>
              <a:pathLst>
                <a:path w="1021" h="2017" extrusionOk="0">
                  <a:moveTo>
                    <a:pt x="279" y="1"/>
                  </a:moveTo>
                  <a:cubicBezTo>
                    <a:pt x="209" y="1"/>
                    <a:pt x="70" y="209"/>
                    <a:pt x="24" y="395"/>
                  </a:cubicBezTo>
                  <a:cubicBezTo>
                    <a:pt x="232" y="511"/>
                    <a:pt x="325" y="603"/>
                    <a:pt x="186" y="742"/>
                  </a:cubicBezTo>
                  <a:cubicBezTo>
                    <a:pt x="24" y="881"/>
                    <a:pt x="0" y="1414"/>
                    <a:pt x="163" y="1553"/>
                  </a:cubicBezTo>
                  <a:cubicBezTo>
                    <a:pt x="325" y="1669"/>
                    <a:pt x="371" y="1947"/>
                    <a:pt x="534" y="2017"/>
                  </a:cubicBezTo>
                  <a:cubicBezTo>
                    <a:pt x="557" y="1878"/>
                    <a:pt x="603" y="1739"/>
                    <a:pt x="673" y="1716"/>
                  </a:cubicBezTo>
                  <a:cubicBezTo>
                    <a:pt x="812" y="1692"/>
                    <a:pt x="719" y="1600"/>
                    <a:pt x="812" y="1507"/>
                  </a:cubicBezTo>
                  <a:cubicBezTo>
                    <a:pt x="904" y="1438"/>
                    <a:pt x="997" y="1252"/>
                    <a:pt x="997" y="1206"/>
                  </a:cubicBezTo>
                  <a:cubicBezTo>
                    <a:pt x="997" y="1183"/>
                    <a:pt x="1020" y="1183"/>
                    <a:pt x="1020" y="1183"/>
                  </a:cubicBezTo>
                  <a:cubicBezTo>
                    <a:pt x="858" y="1067"/>
                    <a:pt x="742" y="974"/>
                    <a:pt x="696" y="835"/>
                  </a:cubicBezTo>
                  <a:cubicBezTo>
                    <a:pt x="673" y="719"/>
                    <a:pt x="696" y="464"/>
                    <a:pt x="765" y="279"/>
                  </a:cubicBezTo>
                  <a:cubicBezTo>
                    <a:pt x="673" y="209"/>
                    <a:pt x="371" y="1"/>
                    <a:pt x="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59"/>
            <p:cNvSpPr/>
            <p:nvPr/>
          </p:nvSpPr>
          <p:spPr>
            <a:xfrm>
              <a:off x="4111185" y="2534038"/>
              <a:ext cx="123718" cy="55179"/>
            </a:xfrm>
            <a:custGeom>
              <a:avLst/>
              <a:gdLst/>
              <a:ahLst/>
              <a:cxnLst/>
              <a:rect l="l" t="t" r="r" b="b"/>
              <a:pathLst>
                <a:path w="4056" h="1809" extrusionOk="0">
                  <a:moveTo>
                    <a:pt x="2920" y="0"/>
                  </a:moveTo>
                  <a:cubicBezTo>
                    <a:pt x="2920" y="0"/>
                    <a:pt x="2897" y="163"/>
                    <a:pt x="2828" y="232"/>
                  </a:cubicBezTo>
                  <a:cubicBezTo>
                    <a:pt x="2801" y="286"/>
                    <a:pt x="2702" y="309"/>
                    <a:pt x="2592" y="309"/>
                  </a:cubicBezTo>
                  <a:cubicBezTo>
                    <a:pt x="2514" y="309"/>
                    <a:pt x="2431" y="298"/>
                    <a:pt x="2364" y="279"/>
                  </a:cubicBezTo>
                  <a:cubicBezTo>
                    <a:pt x="2318" y="325"/>
                    <a:pt x="2086" y="371"/>
                    <a:pt x="2063" y="464"/>
                  </a:cubicBezTo>
                  <a:cubicBezTo>
                    <a:pt x="2017" y="580"/>
                    <a:pt x="1762" y="510"/>
                    <a:pt x="1854" y="812"/>
                  </a:cubicBezTo>
                  <a:cubicBezTo>
                    <a:pt x="1893" y="968"/>
                    <a:pt x="1844" y="1007"/>
                    <a:pt x="1777" y="1007"/>
                  </a:cubicBezTo>
                  <a:cubicBezTo>
                    <a:pt x="1726" y="1007"/>
                    <a:pt x="1663" y="984"/>
                    <a:pt x="1623" y="974"/>
                  </a:cubicBezTo>
                  <a:cubicBezTo>
                    <a:pt x="1604" y="961"/>
                    <a:pt x="1562" y="956"/>
                    <a:pt x="1509" y="956"/>
                  </a:cubicBezTo>
                  <a:cubicBezTo>
                    <a:pt x="1364" y="956"/>
                    <a:pt x="1134" y="999"/>
                    <a:pt x="1066" y="1066"/>
                  </a:cubicBezTo>
                  <a:cubicBezTo>
                    <a:pt x="1020" y="1124"/>
                    <a:pt x="962" y="1148"/>
                    <a:pt x="907" y="1148"/>
                  </a:cubicBezTo>
                  <a:cubicBezTo>
                    <a:pt x="852" y="1148"/>
                    <a:pt x="800" y="1124"/>
                    <a:pt x="765" y="1090"/>
                  </a:cubicBezTo>
                  <a:cubicBezTo>
                    <a:pt x="725" y="1070"/>
                    <a:pt x="671" y="1054"/>
                    <a:pt x="618" y="1054"/>
                  </a:cubicBezTo>
                  <a:cubicBezTo>
                    <a:pt x="549" y="1054"/>
                    <a:pt x="480" y="1080"/>
                    <a:pt x="441" y="1159"/>
                  </a:cubicBezTo>
                  <a:cubicBezTo>
                    <a:pt x="422" y="1183"/>
                    <a:pt x="402" y="1192"/>
                    <a:pt x="382" y="1192"/>
                  </a:cubicBezTo>
                  <a:cubicBezTo>
                    <a:pt x="306" y="1192"/>
                    <a:pt x="220" y="1065"/>
                    <a:pt x="133" y="1065"/>
                  </a:cubicBezTo>
                  <a:cubicBezTo>
                    <a:pt x="127" y="1065"/>
                    <a:pt x="122" y="1065"/>
                    <a:pt x="116" y="1066"/>
                  </a:cubicBezTo>
                  <a:cubicBezTo>
                    <a:pt x="0" y="1066"/>
                    <a:pt x="47" y="1298"/>
                    <a:pt x="47" y="1345"/>
                  </a:cubicBezTo>
                  <a:cubicBezTo>
                    <a:pt x="47" y="1404"/>
                    <a:pt x="184" y="1516"/>
                    <a:pt x="282" y="1516"/>
                  </a:cubicBezTo>
                  <a:cubicBezTo>
                    <a:pt x="297" y="1516"/>
                    <a:pt x="312" y="1513"/>
                    <a:pt x="325" y="1507"/>
                  </a:cubicBezTo>
                  <a:cubicBezTo>
                    <a:pt x="357" y="1494"/>
                    <a:pt x="391" y="1488"/>
                    <a:pt x="426" y="1488"/>
                  </a:cubicBezTo>
                  <a:cubicBezTo>
                    <a:pt x="515" y="1488"/>
                    <a:pt x="606" y="1526"/>
                    <a:pt x="672" y="1576"/>
                  </a:cubicBezTo>
                  <a:cubicBezTo>
                    <a:pt x="690" y="1585"/>
                    <a:pt x="710" y="1589"/>
                    <a:pt x="733" y="1589"/>
                  </a:cubicBezTo>
                  <a:cubicBezTo>
                    <a:pt x="830" y="1589"/>
                    <a:pt x="963" y="1517"/>
                    <a:pt x="1020" y="1460"/>
                  </a:cubicBezTo>
                  <a:cubicBezTo>
                    <a:pt x="1066" y="1391"/>
                    <a:pt x="1414" y="1391"/>
                    <a:pt x="1437" y="1391"/>
                  </a:cubicBezTo>
                  <a:cubicBezTo>
                    <a:pt x="1483" y="1391"/>
                    <a:pt x="1507" y="1599"/>
                    <a:pt x="1553" y="1623"/>
                  </a:cubicBezTo>
                  <a:cubicBezTo>
                    <a:pt x="1623" y="1669"/>
                    <a:pt x="1854" y="1692"/>
                    <a:pt x="2063" y="1692"/>
                  </a:cubicBezTo>
                  <a:cubicBezTo>
                    <a:pt x="2248" y="1715"/>
                    <a:pt x="2573" y="1808"/>
                    <a:pt x="2665" y="1808"/>
                  </a:cubicBezTo>
                  <a:cubicBezTo>
                    <a:pt x="2758" y="1808"/>
                    <a:pt x="2920" y="1646"/>
                    <a:pt x="3129" y="1646"/>
                  </a:cubicBezTo>
                  <a:cubicBezTo>
                    <a:pt x="3321" y="1646"/>
                    <a:pt x="3455" y="1527"/>
                    <a:pt x="3492" y="1527"/>
                  </a:cubicBezTo>
                  <a:cubicBezTo>
                    <a:pt x="3495" y="1527"/>
                    <a:pt x="3498" y="1528"/>
                    <a:pt x="3500" y="1530"/>
                  </a:cubicBezTo>
                  <a:cubicBezTo>
                    <a:pt x="3523" y="1460"/>
                    <a:pt x="3546" y="1391"/>
                    <a:pt x="3592" y="1391"/>
                  </a:cubicBezTo>
                  <a:cubicBezTo>
                    <a:pt x="3685" y="1391"/>
                    <a:pt x="3616" y="1229"/>
                    <a:pt x="3685" y="1159"/>
                  </a:cubicBezTo>
                  <a:cubicBezTo>
                    <a:pt x="3755" y="1066"/>
                    <a:pt x="3639" y="927"/>
                    <a:pt x="3755" y="927"/>
                  </a:cubicBezTo>
                  <a:cubicBezTo>
                    <a:pt x="3793" y="935"/>
                    <a:pt x="3832" y="943"/>
                    <a:pt x="3866" y="943"/>
                  </a:cubicBezTo>
                  <a:cubicBezTo>
                    <a:pt x="3935" y="943"/>
                    <a:pt x="3986" y="912"/>
                    <a:pt x="3986" y="788"/>
                  </a:cubicBezTo>
                  <a:cubicBezTo>
                    <a:pt x="3986" y="742"/>
                    <a:pt x="4033" y="696"/>
                    <a:pt x="4056" y="649"/>
                  </a:cubicBezTo>
                  <a:cubicBezTo>
                    <a:pt x="3940" y="487"/>
                    <a:pt x="3847" y="209"/>
                    <a:pt x="3847" y="209"/>
                  </a:cubicBezTo>
                  <a:cubicBezTo>
                    <a:pt x="3847" y="209"/>
                    <a:pt x="3751" y="249"/>
                    <a:pt x="3644" y="249"/>
                  </a:cubicBezTo>
                  <a:cubicBezTo>
                    <a:pt x="3568" y="249"/>
                    <a:pt x="3487" y="229"/>
                    <a:pt x="3430" y="163"/>
                  </a:cubicBezTo>
                  <a:cubicBezTo>
                    <a:pt x="3291" y="0"/>
                    <a:pt x="2920" y="0"/>
                    <a:pt x="2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59"/>
            <p:cNvSpPr/>
            <p:nvPr/>
          </p:nvSpPr>
          <p:spPr>
            <a:xfrm>
              <a:off x="4217911" y="2541786"/>
              <a:ext cx="108894" cy="60090"/>
            </a:xfrm>
            <a:custGeom>
              <a:avLst/>
              <a:gdLst/>
              <a:ahLst/>
              <a:cxnLst/>
              <a:rect l="l" t="t" r="r" b="b"/>
              <a:pathLst>
                <a:path w="3570" h="1970" extrusionOk="0">
                  <a:moveTo>
                    <a:pt x="2452" y="0"/>
                  </a:moveTo>
                  <a:cubicBezTo>
                    <a:pt x="2389" y="0"/>
                    <a:pt x="2060" y="326"/>
                    <a:pt x="1947" y="326"/>
                  </a:cubicBezTo>
                  <a:cubicBezTo>
                    <a:pt x="1832" y="326"/>
                    <a:pt x="1368" y="372"/>
                    <a:pt x="1368" y="488"/>
                  </a:cubicBezTo>
                  <a:cubicBezTo>
                    <a:pt x="1368" y="560"/>
                    <a:pt x="1212" y="601"/>
                    <a:pt x="1039" y="601"/>
                  </a:cubicBezTo>
                  <a:cubicBezTo>
                    <a:pt x="879" y="601"/>
                    <a:pt x="704" y="566"/>
                    <a:pt x="626" y="488"/>
                  </a:cubicBezTo>
                  <a:cubicBezTo>
                    <a:pt x="603" y="465"/>
                    <a:pt x="580" y="442"/>
                    <a:pt x="557" y="418"/>
                  </a:cubicBezTo>
                  <a:cubicBezTo>
                    <a:pt x="511" y="442"/>
                    <a:pt x="487" y="488"/>
                    <a:pt x="487" y="558"/>
                  </a:cubicBezTo>
                  <a:cubicBezTo>
                    <a:pt x="487" y="684"/>
                    <a:pt x="417" y="698"/>
                    <a:pt x="332" y="698"/>
                  </a:cubicBezTo>
                  <a:cubicBezTo>
                    <a:pt x="307" y="698"/>
                    <a:pt x="281" y="697"/>
                    <a:pt x="256" y="697"/>
                  </a:cubicBezTo>
                  <a:cubicBezTo>
                    <a:pt x="248" y="695"/>
                    <a:pt x="241" y="694"/>
                    <a:pt x="236" y="694"/>
                  </a:cubicBezTo>
                  <a:cubicBezTo>
                    <a:pt x="154" y="694"/>
                    <a:pt x="251" y="840"/>
                    <a:pt x="186" y="905"/>
                  </a:cubicBezTo>
                  <a:cubicBezTo>
                    <a:pt x="117" y="975"/>
                    <a:pt x="186" y="1137"/>
                    <a:pt x="93" y="1137"/>
                  </a:cubicBezTo>
                  <a:cubicBezTo>
                    <a:pt x="47" y="1160"/>
                    <a:pt x="24" y="1206"/>
                    <a:pt x="1" y="1276"/>
                  </a:cubicBezTo>
                  <a:cubicBezTo>
                    <a:pt x="47" y="1299"/>
                    <a:pt x="140" y="1485"/>
                    <a:pt x="140" y="1485"/>
                  </a:cubicBezTo>
                  <a:lnTo>
                    <a:pt x="117" y="1485"/>
                  </a:lnTo>
                  <a:cubicBezTo>
                    <a:pt x="232" y="1554"/>
                    <a:pt x="487" y="1716"/>
                    <a:pt x="580" y="1832"/>
                  </a:cubicBezTo>
                  <a:cubicBezTo>
                    <a:pt x="645" y="1929"/>
                    <a:pt x="822" y="1970"/>
                    <a:pt x="971" y="1970"/>
                  </a:cubicBezTo>
                  <a:cubicBezTo>
                    <a:pt x="1035" y="1970"/>
                    <a:pt x="1094" y="1962"/>
                    <a:pt x="1136" y="1948"/>
                  </a:cubicBezTo>
                  <a:cubicBezTo>
                    <a:pt x="1275" y="1925"/>
                    <a:pt x="1901" y="1716"/>
                    <a:pt x="1901" y="1716"/>
                  </a:cubicBezTo>
                  <a:cubicBezTo>
                    <a:pt x="1901" y="1716"/>
                    <a:pt x="2040" y="1786"/>
                    <a:pt x="2133" y="1786"/>
                  </a:cubicBezTo>
                  <a:cubicBezTo>
                    <a:pt x="2156" y="1809"/>
                    <a:pt x="2202" y="1809"/>
                    <a:pt x="2272" y="1809"/>
                  </a:cubicBezTo>
                  <a:cubicBezTo>
                    <a:pt x="2318" y="1763"/>
                    <a:pt x="2457" y="1739"/>
                    <a:pt x="2596" y="1600"/>
                  </a:cubicBezTo>
                  <a:cubicBezTo>
                    <a:pt x="2782" y="1415"/>
                    <a:pt x="3037" y="812"/>
                    <a:pt x="3106" y="766"/>
                  </a:cubicBezTo>
                  <a:cubicBezTo>
                    <a:pt x="3176" y="720"/>
                    <a:pt x="3361" y="604"/>
                    <a:pt x="3477" y="534"/>
                  </a:cubicBezTo>
                  <a:cubicBezTo>
                    <a:pt x="3570" y="465"/>
                    <a:pt x="3547" y="395"/>
                    <a:pt x="3431" y="349"/>
                  </a:cubicBezTo>
                  <a:cubicBezTo>
                    <a:pt x="3384" y="326"/>
                    <a:pt x="3338" y="303"/>
                    <a:pt x="3315" y="279"/>
                  </a:cubicBezTo>
                  <a:cubicBezTo>
                    <a:pt x="3153" y="233"/>
                    <a:pt x="3014" y="187"/>
                    <a:pt x="2967" y="164"/>
                  </a:cubicBezTo>
                  <a:cubicBezTo>
                    <a:pt x="2874" y="71"/>
                    <a:pt x="2504" y="1"/>
                    <a:pt x="2457" y="1"/>
                  </a:cubicBezTo>
                  <a:cubicBezTo>
                    <a:pt x="2456" y="1"/>
                    <a:pt x="2454" y="0"/>
                    <a:pt x="2452"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59"/>
            <p:cNvSpPr/>
            <p:nvPr/>
          </p:nvSpPr>
          <p:spPr>
            <a:xfrm>
              <a:off x="4154284" y="2490207"/>
              <a:ext cx="105386" cy="53044"/>
            </a:xfrm>
            <a:custGeom>
              <a:avLst/>
              <a:gdLst/>
              <a:ahLst/>
              <a:cxnLst/>
              <a:rect l="l" t="t" r="r" b="b"/>
              <a:pathLst>
                <a:path w="3455" h="1739" extrusionOk="0">
                  <a:moveTo>
                    <a:pt x="1507" y="1"/>
                  </a:moveTo>
                  <a:cubicBezTo>
                    <a:pt x="1484" y="24"/>
                    <a:pt x="1484" y="47"/>
                    <a:pt x="1461" y="47"/>
                  </a:cubicBezTo>
                  <a:cubicBezTo>
                    <a:pt x="1449" y="64"/>
                    <a:pt x="1431" y="70"/>
                    <a:pt x="1408" y="70"/>
                  </a:cubicBezTo>
                  <a:cubicBezTo>
                    <a:pt x="1362" y="70"/>
                    <a:pt x="1301" y="47"/>
                    <a:pt x="1249" y="47"/>
                  </a:cubicBezTo>
                  <a:cubicBezTo>
                    <a:pt x="1223" y="47"/>
                    <a:pt x="1200" y="53"/>
                    <a:pt x="1183" y="70"/>
                  </a:cubicBezTo>
                  <a:cubicBezTo>
                    <a:pt x="1113" y="140"/>
                    <a:pt x="858" y="163"/>
                    <a:pt x="719" y="279"/>
                  </a:cubicBezTo>
                  <a:cubicBezTo>
                    <a:pt x="604" y="395"/>
                    <a:pt x="325" y="464"/>
                    <a:pt x="163" y="487"/>
                  </a:cubicBezTo>
                  <a:cubicBezTo>
                    <a:pt x="1" y="534"/>
                    <a:pt x="140" y="673"/>
                    <a:pt x="210" y="789"/>
                  </a:cubicBezTo>
                  <a:cubicBezTo>
                    <a:pt x="256" y="881"/>
                    <a:pt x="256" y="1159"/>
                    <a:pt x="395" y="1229"/>
                  </a:cubicBezTo>
                  <a:cubicBezTo>
                    <a:pt x="511" y="1322"/>
                    <a:pt x="905" y="1576"/>
                    <a:pt x="951" y="1669"/>
                  </a:cubicBezTo>
                  <a:cubicBezTo>
                    <a:pt x="974" y="1669"/>
                    <a:pt x="951" y="1692"/>
                    <a:pt x="951" y="1692"/>
                  </a:cubicBezTo>
                  <a:cubicBezTo>
                    <a:pt x="1024" y="1713"/>
                    <a:pt x="1116" y="1725"/>
                    <a:pt x="1199" y="1725"/>
                  </a:cubicBezTo>
                  <a:cubicBezTo>
                    <a:pt x="1300" y="1725"/>
                    <a:pt x="1389" y="1707"/>
                    <a:pt x="1415" y="1669"/>
                  </a:cubicBezTo>
                  <a:cubicBezTo>
                    <a:pt x="1484" y="1576"/>
                    <a:pt x="1507" y="1414"/>
                    <a:pt x="1507" y="1414"/>
                  </a:cubicBezTo>
                  <a:cubicBezTo>
                    <a:pt x="1507" y="1414"/>
                    <a:pt x="1878" y="1414"/>
                    <a:pt x="2017" y="1576"/>
                  </a:cubicBezTo>
                  <a:cubicBezTo>
                    <a:pt x="2082" y="1652"/>
                    <a:pt x="2177" y="1672"/>
                    <a:pt x="2260" y="1672"/>
                  </a:cubicBezTo>
                  <a:cubicBezTo>
                    <a:pt x="2355" y="1672"/>
                    <a:pt x="2434" y="1646"/>
                    <a:pt x="2434" y="1646"/>
                  </a:cubicBezTo>
                  <a:cubicBezTo>
                    <a:pt x="2434" y="1646"/>
                    <a:pt x="2458" y="1692"/>
                    <a:pt x="2481" y="1739"/>
                  </a:cubicBezTo>
                  <a:cubicBezTo>
                    <a:pt x="2504" y="1669"/>
                    <a:pt x="2573" y="1576"/>
                    <a:pt x="2620" y="1576"/>
                  </a:cubicBezTo>
                  <a:cubicBezTo>
                    <a:pt x="2782" y="1553"/>
                    <a:pt x="2991" y="1530"/>
                    <a:pt x="3153" y="1322"/>
                  </a:cubicBezTo>
                  <a:cubicBezTo>
                    <a:pt x="3222" y="1206"/>
                    <a:pt x="3361" y="1113"/>
                    <a:pt x="3454" y="1043"/>
                  </a:cubicBezTo>
                  <a:cubicBezTo>
                    <a:pt x="3385" y="974"/>
                    <a:pt x="3338" y="835"/>
                    <a:pt x="3269" y="789"/>
                  </a:cubicBezTo>
                  <a:cubicBezTo>
                    <a:pt x="3199" y="742"/>
                    <a:pt x="2944" y="789"/>
                    <a:pt x="2921" y="696"/>
                  </a:cubicBezTo>
                  <a:cubicBezTo>
                    <a:pt x="2898" y="626"/>
                    <a:pt x="2875" y="510"/>
                    <a:pt x="2782" y="510"/>
                  </a:cubicBezTo>
                  <a:cubicBezTo>
                    <a:pt x="2719" y="510"/>
                    <a:pt x="2649" y="490"/>
                    <a:pt x="2587" y="490"/>
                  </a:cubicBezTo>
                  <a:cubicBezTo>
                    <a:pt x="2535" y="490"/>
                    <a:pt x="2489" y="504"/>
                    <a:pt x="2458" y="557"/>
                  </a:cubicBezTo>
                  <a:cubicBezTo>
                    <a:pt x="2445" y="595"/>
                    <a:pt x="2419" y="611"/>
                    <a:pt x="2389" y="611"/>
                  </a:cubicBezTo>
                  <a:cubicBezTo>
                    <a:pt x="2309" y="611"/>
                    <a:pt x="2196" y="508"/>
                    <a:pt x="2179" y="441"/>
                  </a:cubicBezTo>
                  <a:cubicBezTo>
                    <a:pt x="2156" y="348"/>
                    <a:pt x="2064" y="279"/>
                    <a:pt x="1809" y="186"/>
                  </a:cubicBezTo>
                  <a:cubicBezTo>
                    <a:pt x="1716" y="140"/>
                    <a:pt x="1600" y="70"/>
                    <a:pt x="15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59"/>
            <p:cNvSpPr/>
            <p:nvPr/>
          </p:nvSpPr>
          <p:spPr>
            <a:xfrm>
              <a:off x="4229929" y="2522722"/>
              <a:ext cx="93338" cy="37427"/>
            </a:xfrm>
            <a:custGeom>
              <a:avLst/>
              <a:gdLst/>
              <a:ahLst/>
              <a:cxnLst/>
              <a:rect l="l" t="t" r="r" b="b"/>
              <a:pathLst>
                <a:path w="3060" h="1227" extrusionOk="0">
                  <a:moveTo>
                    <a:pt x="974" y="1"/>
                  </a:moveTo>
                  <a:cubicBezTo>
                    <a:pt x="881" y="47"/>
                    <a:pt x="742" y="140"/>
                    <a:pt x="673" y="256"/>
                  </a:cubicBezTo>
                  <a:cubicBezTo>
                    <a:pt x="511" y="464"/>
                    <a:pt x="302" y="487"/>
                    <a:pt x="140" y="510"/>
                  </a:cubicBezTo>
                  <a:cubicBezTo>
                    <a:pt x="93" y="510"/>
                    <a:pt x="24" y="603"/>
                    <a:pt x="1" y="696"/>
                  </a:cubicBezTo>
                  <a:cubicBezTo>
                    <a:pt x="47" y="812"/>
                    <a:pt x="140" y="1020"/>
                    <a:pt x="232" y="1113"/>
                  </a:cubicBezTo>
                  <a:cubicBezTo>
                    <a:pt x="310" y="1191"/>
                    <a:pt x="485" y="1226"/>
                    <a:pt x="645" y="1226"/>
                  </a:cubicBezTo>
                  <a:cubicBezTo>
                    <a:pt x="818" y="1226"/>
                    <a:pt x="974" y="1185"/>
                    <a:pt x="974" y="1113"/>
                  </a:cubicBezTo>
                  <a:cubicBezTo>
                    <a:pt x="974" y="997"/>
                    <a:pt x="1461" y="951"/>
                    <a:pt x="1553" y="951"/>
                  </a:cubicBezTo>
                  <a:cubicBezTo>
                    <a:pt x="1666" y="951"/>
                    <a:pt x="1995" y="625"/>
                    <a:pt x="2058" y="625"/>
                  </a:cubicBezTo>
                  <a:cubicBezTo>
                    <a:pt x="2060" y="625"/>
                    <a:pt x="2062" y="626"/>
                    <a:pt x="2063" y="626"/>
                  </a:cubicBezTo>
                  <a:cubicBezTo>
                    <a:pt x="2110" y="626"/>
                    <a:pt x="2480" y="696"/>
                    <a:pt x="2573" y="789"/>
                  </a:cubicBezTo>
                  <a:cubicBezTo>
                    <a:pt x="2620" y="812"/>
                    <a:pt x="2759" y="858"/>
                    <a:pt x="2921" y="904"/>
                  </a:cubicBezTo>
                  <a:cubicBezTo>
                    <a:pt x="2851" y="835"/>
                    <a:pt x="2805" y="765"/>
                    <a:pt x="2805" y="719"/>
                  </a:cubicBezTo>
                  <a:cubicBezTo>
                    <a:pt x="2805" y="626"/>
                    <a:pt x="2990" y="371"/>
                    <a:pt x="3037" y="302"/>
                  </a:cubicBezTo>
                  <a:lnTo>
                    <a:pt x="3060" y="302"/>
                  </a:lnTo>
                  <a:cubicBezTo>
                    <a:pt x="2921" y="279"/>
                    <a:pt x="2759" y="256"/>
                    <a:pt x="2735" y="209"/>
                  </a:cubicBezTo>
                  <a:cubicBezTo>
                    <a:pt x="2675" y="169"/>
                    <a:pt x="2494" y="112"/>
                    <a:pt x="2342" y="112"/>
                  </a:cubicBezTo>
                  <a:cubicBezTo>
                    <a:pt x="2318" y="112"/>
                    <a:pt x="2294" y="113"/>
                    <a:pt x="2272" y="116"/>
                  </a:cubicBezTo>
                  <a:cubicBezTo>
                    <a:pt x="2124" y="116"/>
                    <a:pt x="2035" y="57"/>
                    <a:pt x="1934" y="57"/>
                  </a:cubicBezTo>
                  <a:cubicBezTo>
                    <a:pt x="1908" y="57"/>
                    <a:pt x="1883" y="61"/>
                    <a:pt x="1855" y="70"/>
                  </a:cubicBezTo>
                  <a:cubicBezTo>
                    <a:pt x="1807" y="84"/>
                    <a:pt x="1754" y="89"/>
                    <a:pt x="1700" y="89"/>
                  </a:cubicBezTo>
                  <a:cubicBezTo>
                    <a:pt x="1569" y="89"/>
                    <a:pt x="1434" y="57"/>
                    <a:pt x="1368" y="24"/>
                  </a:cubicBezTo>
                  <a:cubicBezTo>
                    <a:pt x="1355" y="11"/>
                    <a:pt x="1341" y="6"/>
                    <a:pt x="1325" y="6"/>
                  </a:cubicBezTo>
                  <a:cubicBezTo>
                    <a:pt x="1271" y="6"/>
                    <a:pt x="1200" y="65"/>
                    <a:pt x="1118" y="65"/>
                  </a:cubicBezTo>
                  <a:cubicBezTo>
                    <a:pt x="1094" y="65"/>
                    <a:pt x="1069" y="60"/>
                    <a:pt x="1044" y="47"/>
                  </a:cubicBezTo>
                  <a:cubicBezTo>
                    <a:pt x="1020" y="47"/>
                    <a:pt x="997" y="24"/>
                    <a:pt x="9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59"/>
            <p:cNvSpPr/>
            <p:nvPr/>
          </p:nvSpPr>
          <p:spPr>
            <a:xfrm>
              <a:off x="3786708" y="2678739"/>
              <a:ext cx="62957" cy="102061"/>
            </a:xfrm>
            <a:custGeom>
              <a:avLst/>
              <a:gdLst/>
              <a:ahLst/>
              <a:cxnLst/>
              <a:rect l="l" t="t" r="r" b="b"/>
              <a:pathLst>
                <a:path w="2064" h="3346" extrusionOk="0">
                  <a:moveTo>
                    <a:pt x="813" y="1"/>
                  </a:moveTo>
                  <a:cubicBezTo>
                    <a:pt x="780" y="1"/>
                    <a:pt x="738" y="25"/>
                    <a:pt x="696" y="77"/>
                  </a:cubicBezTo>
                  <a:cubicBezTo>
                    <a:pt x="673" y="123"/>
                    <a:pt x="603" y="146"/>
                    <a:pt x="557" y="146"/>
                  </a:cubicBezTo>
                  <a:cubicBezTo>
                    <a:pt x="534" y="309"/>
                    <a:pt x="511" y="448"/>
                    <a:pt x="557" y="517"/>
                  </a:cubicBezTo>
                  <a:cubicBezTo>
                    <a:pt x="673" y="679"/>
                    <a:pt x="441" y="1583"/>
                    <a:pt x="233" y="1838"/>
                  </a:cubicBezTo>
                  <a:cubicBezTo>
                    <a:pt x="1" y="2070"/>
                    <a:pt x="209" y="2139"/>
                    <a:pt x="441" y="2302"/>
                  </a:cubicBezTo>
                  <a:cubicBezTo>
                    <a:pt x="650" y="2464"/>
                    <a:pt x="511" y="3090"/>
                    <a:pt x="511" y="3229"/>
                  </a:cubicBezTo>
                  <a:cubicBezTo>
                    <a:pt x="511" y="3333"/>
                    <a:pt x="615" y="3346"/>
                    <a:pt x="765" y="3346"/>
                  </a:cubicBezTo>
                  <a:cubicBezTo>
                    <a:pt x="815" y="3346"/>
                    <a:pt x="870" y="3345"/>
                    <a:pt x="928" y="3345"/>
                  </a:cubicBezTo>
                  <a:cubicBezTo>
                    <a:pt x="1067" y="3345"/>
                    <a:pt x="1206" y="3275"/>
                    <a:pt x="1368" y="3252"/>
                  </a:cubicBezTo>
                  <a:cubicBezTo>
                    <a:pt x="1322" y="3182"/>
                    <a:pt x="1276" y="3113"/>
                    <a:pt x="1276" y="3066"/>
                  </a:cubicBezTo>
                  <a:cubicBezTo>
                    <a:pt x="1276" y="2951"/>
                    <a:pt x="1276" y="2788"/>
                    <a:pt x="1507" y="2742"/>
                  </a:cubicBezTo>
                  <a:cubicBezTo>
                    <a:pt x="1716" y="2696"/>
                    <a:pt x="1438" y="2533"/>
                    <a:pt x="1368" y="2464"/>
                  </a:cubicBezTo>
                  <a:cubicBezTo>
                    <a:pt x="1322" y="2418"/>
                    <a:pt x="1391" y="2163"/>
                    <a:pt x="1507" y="2163"/>
                  </a:cubicBezTo>
                  <a:cubicBezTo>
                    <a:pt x="1646" y="2163"/>
                    <a:pt x="1507" y="2024"/>
                    <a:pt x="1368" y="1884"/>
                  </a:cubicBezTo>
                  <a:cubicBezTo>
                    <a:pt x="1206" y="1722"/>
                    <a:pt x="1368" y="1653"/>
                    <a:pt x="1507" y="1653"/>
                  </a:cubicBezTo>
                  <a:cubicBezTo>
                    <a:pt x="1646" y="1653"/>
                    <a:pt x="1461" y="1421"/>
                    <a:pt x="1600" y="1282"/>
                  </a:cubicBezTo>
                  <a:cubicBezTo>
                    <a:pt x="1739" y="1143"/>
                    <a:pt x="1554" y="888"/>
                    <a:pt x="1554" y="772"/>
                  </a:cubicBezTo>
                  <a:cubicBezTo>
                    <a:pt x="1554" y="656"/>
                    <a:pt x="1762" y="610"/>
                    <a:pt x="1901" y="471"/>
                  </a:cubicBezTo>
                  <a:cubicBezTo>
                    <a:pt x="2063" y="309"/>
                    <a:pt x="1762" y="355"/>
                    <a:pt x="1762" y="239"/>
                  </a:cubicBezTo>
                  <a:cubicBezTo>
                    <a:pt x="1762" y="170"/>
                    <a:pt x="1696" y="126"/>
                    <a:pt x="1614" y="126"/>
                  </a:cubicBezTo>
                  <a:cubicBezTo>
                    <a:pt x="1558" y="126"/>
                    <a:pt x="1494" y="146"/>
                    <a:pt x="1438" y="193"/>
                  </a:cubicBezTo>
                  <a:cubicBezTo>
                    <a:pt x="1391" y="224"/>
                    <a:pt x="1366" y="234"/>
                    <a:pt x="1348" y="234"/>
                  </a:cubicBezTo>
                  <a:cubicBezTo>
                    <a:pt x="1312" y="234"/>
                    <a:pt x="1306" y="193"/>
                    <a:pt x="1229" y="193"/>
                  </a:cubicBezTo>
                  <a:cubicBezTo>
                    <a:pt x="1196" y="193"/>
                    <a:pt x="1153" y="195"/>
                    <a:pt x="1110" y="195"/>
                  </a:cubicBezTo>
                  <a:cubicBezTo>
                    <a:pt x="1000" y="195"/>
                    <a:pt x="882" y="183"/>
                    <a:pt x="882" y="100"/>
                  </a:cubicBezTo>
                  <a:cubicBezTo>
                    <a:pt x="882" y="36"/>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59"/>
            <p:cNvSpPr/>
            <p:nvPr/>
          </p:nvSpPr>
          <p:spPr>
            <a:xfrm>
              <a:off x="4004429" y="2436493"/>
              <a:ext cx="68600" cy="57985"/>
            </a:xfrm>
            <a:custGeom>
              <a:avLst/>
              <a:gdLst/>
              <a:ahLst/>
              <a:cxnLst/>
              <a:rect l="l" t="t" r="r" b="b"/>
              <a:pathLst>
                <a:path w="2249" h="1901" extrusionOk="0">
                  <a:moveTo>
                    <a:pt x="2179" y="0"/>
                  </a:moveTo>
                  <a:cubicBezTo>
                    <a:pt x="2163" y="33"/>
                    <a:pt x="2147" y="66"/>
                    <a:pt x="2106" y="66"/>
                  </a:cubicBezTo>
                  <a:cubicBezTo>
                    <a:pt x="2089" y="66"/>
                    <a:pt x="2067" y="60"/>
                    <a:pt x="2040" y="47"/>
                  </a:cubicBezTo>
                  <a:cubicBezTo>
                    <a:pt x="1998" y="21"/>
                    <a:pt x="1946" y="11"/>
                    <a:pt x="1885" y="11"/>
                  </a:cubicBezTo>
                  <a:cubicBezTo>
                    <a:pt x="1782" y="11"/>
                    <a:pt x="1654" y="40"/>
                    <a:pt x="1507" y="70"/>
                  </a:cubicBezTo>
                  <a:cubicBezTo>
                    <a:pt x="1252" y="116"/>
                    <a:pt x="1183" y="348"/>
                    <a:pt x="1275" y="441"/>
                  </a:cubicBezTo>
                  <a:cubicBezTo>
                    <a:pt x="1329" y="494"/>
                    <a:pt x="1243" y="532"/>
                    <a:pt x="1156" y="532"/>
                  </a:cubicBezTo>
                  <a:cubicBezTo>
                    <a:pt x="1093" y="532"/>
                    <a:pt x="1030" y="512"/>
                    <a:pt x="1021" y="464"/>
                  </a:cubicBezTo>
                  <a:cubicBezTo>
                    <a:pt x="1013" y="416"/>
                    <a:pt x="978" y="396"/>
                    <a:pt x="936" y="396"/>
                  </a:cubicBezTo>
                  <a:cubicBezTo>
                    <a:pt x="856" y="396"/>
                    <a:pt x="750" y="473"/>
                    <a:pt x="766" y="580"/>
                  </a:cubicBezTo>
                  <a:cubicBezTo>
                    <a:pt x="789" y="765"/>
                    <a:pt x="488" y="811"/>
                    <a:pt x="511" y="1020"/>
                  </a:cubicBezTo>
                  <a:cubicBezTo>
                    <a:pt x="534" y="1252"/>
                    <a:pt x="256" y="1437"/>
                    <a:pt x="70" y="1530"/>
                  </a:cubicBezTo>
                  <a:cubicBezTo>
                    <a:pt x="47" y="1553"/>
                    <a:pt x="24" y="1576"/>
                    <a:pt x="1" y="1599"/>
                  </a:cubicBezTo>
                  <a:cubicBezTo>
                    <a:pt x="70" y="1622"/>
                    <a:pt x="163" y="1669"/>
                    <a:pt x="186" y="1669"/>
                  </a:cubicBezTo>
                  <a:cubicBezTo>
                    <a:pt x="325" y="1669"/>
                    <a:pt x="603" y="1576"/>
                    <a:pt x="696" y="1483"/>
                  </a:cubicBezTo>
                  <a:cubicBezTo>
                    <a:pt x="740" y="1448"/>
                    <a:pt x="791" y="1433"/>
                    <a:pt x="843" y="1433"/>
                  </a:cubicBezTo>
                  <a:cubicBezTo>
                    <a:pt x="926" y="1433"/>
                    <a:pt x="1010" y="1473"/>
                    <a:pt x="1067" y="1530"/>
                  </a:cubicBezTo>
                  <a:cubicBezTo>
                    <a:pt x="1183" y="1622"/>
                    <a:pt x="1322" y="1646"/>
                    <a:pt x="1461" y="1808"/>
                  </a:cubicBezTo>
                  <a:cubicBezTo>
                    <a:pt x="1507" y="1854"/>
                    <a:pt x="1554" y="1877"/>
                    <a:pt x="1600" y="1901"/>
                  </a:cubicBezTo>
                  <a:cubicBezTo>
                    <a:pt x="1600" y="1808"/>
                    <a:pt x="1600" y="1599"/>
                    <a:pt x="1646" y="1483"/>
                  </a:cubicBezTo>
                  <a:cubicBezTo>
                    <a:pt x="1693" y="1368"/>
                    <a:pt x="1600" y="1229"/>
                    <a:pt x="1693" y="1229"/>
                  </a:cubicBezTo>
                  <a:cubicBezTo>
                    <a:pt x="1762" y="1229"/>
                    <a:pt x="1994" y="1229"/>
                    <a:pt x="1994" y="1089"/>
                  </a:cubicBezTo>
                  <a:cubicBezTo>
                    <a:pt x="1994" y="950"/>
                    <a:pt x="2063" y="997"/>
                    <a:pt x="2110" y="904"/>
                  </a:cubicBezTo>
                  <a:cubicBezTo>
                    <a:pt x="2156" y="835"/>
                    <a:pt x="1971" y="672"/>
                    <a:pt x="1924" y="626"/>
                  </a:cubicBezTo>
                  <a:cubicBezTo>
                    <a:pt x="1901" y="580"/>
                    <a:pt x="2063" y="556"/>
                    <a:pt x="2202" y="371"/>
                  </a:cubicBezTo>
                  <a:cubicBezTo>
                    <a:pt x="2249" y="302"/>
                    <a:pt x="2226" y="139"/>
                    <a:pt x="2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59"/>
            <p:cNvSpPr/>
            <p:nvPr/>
          </p:nvSpPr>
          <p:spPr>
            <a:xfrm>
              <a:off x="4047559" y="2510704"/>
              <a:ext cx="11347" cy="14885"/>
            </a:xfrm>
            <a:custGeom>
              <a:avLst/>
              <a:gdLst/>
              <a:ahLst/>
              <a:cxnLst/>
              <a:rect l="l" t="t" r="r" b="b"/>
              <a:pathLst>
                <a:path w="372" h="488" extrusionOk="0">
                  <a:moveTo>
                    <a:pt x="209" y="1"/>
                  </a:moveTo>
                  <a:cubicBezTo>
                    <a:pt x="93" y="47"/>
                    <a:pt x="1" y="186"/>
                    <a:pt x="24" y="464"/>
                  </a:cubicBezTo>
                  <a:cubicBezTo>
                    <a:pt x="51" y="457"/>
                    <a:pt x="84" y="455"/>
                    <a:pt x="120" y="455"/>
                  </a:cubicBezTo>
                  <a:cubicBezTo>
                    <a:pt x="205" y="455"/>
                    <a:pt x="306" y="471"/>
                    <a:pt x="371" y="487"/>
                  </a:cubicBezTo>
                  <a:cubicBezTo>
                    <a:pt x="348" y="186"/>
                    <a:pt x="232" y="93"/>
                    <a:pt x="209" y="47"/>
                  </a:cubicBezTo>
                  <a:cubicBezTo>
                    <a:pt x="209" y="24"/>
                    <a:pt x="209" y="1"/>
                    <a:pt x="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59"/>
            <p:cNvSpPr/>
            <p:nvPr/>
          </p:nvSpPr>
          <p:spPr>
            <a:xfrm>
              <a:off x="3993144" y="2480172"/>
              <a:ext cx="64330" cy="44747"/>
            </a:xfrm>
            <a:custGeom>
              <a:avLst/>
              <a:gdLst/>
              <a:ahLst/>
              <a:cxnLst/>
              <a:rect l="l" t="t" r="r" b="b"/>
              <a:pathLst>
                <a:path w="2109" h="1467" extrusionOk="0">
                  <a:moveTo>
                    <a:pt x="1213" y="1"/>
                  </a:moveTo>
                  <a:cubicBezTo>
                    <a:pt x="1161" y="1"/>
                    <a:pt x="1110" y="16"/>
                    <a:pt x="1066" y="51"/>
                  </a:cubicBezTo>
                  <a:cubicBezTo>
                    <a:pt x="973" y="144"/>
                    <a:pt x="695" y="214"/>
                    <a:pt x="556" y="214"/>
                  </a:cubicBezTo>
                  <a:cubicBezTo>
                    <a:pt x="533" y="214"/>
                    <a:pt x="464" y="190"/>
                    <a:pt x="371" y="144"/>
                  </a:cubicBezTo>
                  <a:cubicBezTo>
                    <a:pt x="255" y="214"/>
                    <a:pt x="116" y="283"/>
                    <a:pt x="0" y="306"/>
                  </a:cubicBezTo>
                  <a:cubicBezTo>
                    <a:pt x="23" y="353"/>
                    <a:pt x="70" y="330"/>
                    <a:pt x="70" y="376"/>
                  </a:cubicBezTo>
                  <a:cubicBezTo>
                    <a:pt x="70" y="452"/>
                    <a:pt x="164" y="608"/>
                    <a:pt x="223" y="608"/>
                  </a:cubicBezTo>
                  <a:cubicBezTo>
                    <a:pt x="236" y="608"/>
                    <a:pt x="247" y="601"/>
                    <a:pt x="255" y="584"/>
                  </a:cubicBezTo>
                  <a:cubicBezTo>
                    <a:pt x="262" y="574"/>
                    <a:pt x="272" y="569"/>
                    <a:pt x="283" y="569"/>
                  </a:cubicBezTo>
                  <a:cubicBezTo>
                    <a:pt x="343" y="569"/>
                    <a:pt x="455" y="708"/>
                    <a:pt x="533" y="747"/>
                  </a:cubicBezTo>
                  <a:cubicBezTo>
                    <a:pt x="649" y="816"/>
                    <a:pt x="858" y="886"/>
                    <a:pt x="881" y="955"/>
                  </a:cubicBezTo>
                  <a:cubicBezTo>
                    <a:pt x="881" y="1016"/>
                    <a:pt x="916" y="1149"/>
                    <a:pt x="1004" y="1149"/>
                  </a:cubicBezTo>
                  <a:cubicBezTo>
                    <a:pt x="1016" y="1149"/>
                    <a:pt x="1029" y="1146"/>
                    <a:pt x="1043" y="1141"/>
                  </a:cubicBezTo>
                  <a:cubicBezTo>
                    <a:pt x="1116" y="1104"/>
                    <a:pt x="1217" y="997"/>
                    <a:pt x="1257" y="997"/>
                  </a:cubicBezTo>
                  <a:cubicBezTo>
                    <a:pt x="1268" y="997"/>
                    <a:pt x="1275" y="1005"/>
                    <a:pt x="1275" y="1025"/>
                  </a:cubicBezTo>
                  <a:cubicBezTo>
                    <a:pt x="1275" y="1112"/>
                    <a:pt x="1316" y="1282"/>
                    <a:pt x="1417" y="1282"/>
                  </a:cubicBezTo>
                  <a:cubicBezTo>
                    <a:pt x="1424" y="1282"/>
                    <a:pt x="1430" y="1281"/>
                    <a:pt x="1437" y="1280"/>
                  </a:cubicBezTo>
                  <a:cubicBezTo>
                    <a:pt x="1442" y="1279"/>
                    <a:pt x="1448" y="1278"/>
                    <a:pt x="1453" y="1278"/>
                  </a:cubicBezTo>
                  <a:cubicBezTo>
                    <a:pt x="1552" y="1278"/>
                    <a:pt x="1600" y="1467"/>
                    <a:pt x="1699" y="1467"/>
                  </a:cubicBezTo>
                  <a:cubicBezTo>
                    <a:pt x="1704" y="1467"/>
                    <a:pt x="1709" y="1466"/>
                    <a:pt x="1715" y="1465"/>
                  </a:cubicBezTo>
                  <a:cubicBezTo>
                    <a:pt x="1738" y="1465"/>
                    <a:pt x="1761" y="1465"/>
                    <a:pt x="1808" y="1442"/>
                  </a:cubicBezTo>
                  <a:cubicBezTo>
                    <a:pt x="1785" y="1187"/>
                    <a:pt x="1877" y="1048"/>
                    <a:pt x="1993" y="978"/>
                  </a:cubicBezTo>
                  <a:cubicBezTo>
                    <a:pt x="2016" y="932"/>
                    <a:pt x="2086" y="886"/>
                    <a:pt x="2109" y="839"/>
                  </a:cubicBezTo>
                  <a:cubicBezTo>
                    <a:pt x="2109" y="747"/>
                    <a:pt x="1947" y="584"/>
                    <a:pt x="1947" y="492"/>
                  </a:cubicBezTo>
                  <a:cubicBezTo>
                    <a:pt x="1947" y="492"/>
                    <a:pt x="1970" y="469"/>
                    <a:pt x="1970" y="469"/>
                  </a:cubicBezTo>
                  <a:cubicBezTo>
                    <a:pt x="1924" y="445"/>
                    <a:pt x="1877" y="399"/>
                    <a:pt x="1831" y="376"/>
                  </a:cubicBezTo>
                  <a:cubicBezTo>
                    <a:pt x="1692" y="214"/>
                    <a:pt x="1553" y="190"/>
                    <a:pt x="1437" y="98"/>
                  </a:cubicBezTo>
                  <a:cubicBezTo>
                    <a:pt x="1380" y="41"/>
                    <a:pt x="1296" y="1"/>
                    <a:pt x="1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59"/>
            <p:cNvSpPr/>
            <p:nvPr/>
          </p:nvSpPr>
          <p:spPr>
            <a:xfrm>
              <a:off x="4286479" y="2548161"/>
              <a:ext cx="151323" cy="97608"/>
            </a:xfrm>
            <a:custGeom>
              <a:avLst/>
              <a:gdLst/>
              <a:ahLst/>
              <a:cxnLst/>
              <a:rect l="l" t="t" r="r" b="b"/>
              <a:pathLst>
                <a:path w="4961" h="3200" extrusionOk="0">
                  <a:moveTo>
                    <a:pt x="3454" y="1"/>
                  </a:moveTo>
                  <a:cubicBezTo>
                    <a:pt x="3315" y="47"/>
                    <a:pt x="3199" y="94"/>
                    <a:pt x="3176" y="117"/>
                  </a:cubicBezTo>
                  <a:cubicBezTo>
                    <a:pt x="3129" y="209"/>
                    <a:pt x="2967" y="279"/>
                    <a:pt x="2874" y="279"/>
                  </a:cubicBezTo>
                  <a:cubicBezTo>
                    <a:pt x="2828" y="279"/>
                    <a:pt x="2782" y="267"/>
                    <a:pt x="2735" y="267"/>
                  </a:cubicBezTo>
                  <a:cubicBezTo>
                    <a:pt x="2689" y="267"/>
                    <a:pt x="2643" y="279"/>
                    <a:pt x="2596" y="325"/>
                  </a:cubicBezTo>
                  <a:cubicBezTo>
                    <a:pt x="2551" y="370"/>
                    <a:pt x="2487" y="396"/>
                    <a:pt x="2435" y="396"/>
                  </a:cubicBezTo>
                  <a:cubicBezTo>
                    <a:pt x="2406" y="396"/>
                    <a:pt x="2381" y="388"/>
                    <a:pt x="2365" y="372"/>
                  </a:cubicBezTo>
                  <a:cubicBezTo>
                    <a:pt x="2318" y="325"/>
                    <a:pt x="2156" y="279"/>
                    <a:pt x="2040" y="279"/>
                  </a:cubicBezTo>
                  <a:cubicBezTo>
                    <a:pt x="1924" y="279"/>
                    <a:pt x="1553" y="186"/>
                    <a:pt x="1484" y="186"/>
                  </a:cubicBezTo>
                  <a:cubicBezTo>
                    <a:pt x="1438" y="186"/>
                    <a:pt x="1368" y="186"/>
                    <a:pt x="1275" y="209"/>
                  </a:cubicBezTo>
                  <a:cubicBezTo>
                    <a:pt x="1299" y="233"/>
                    <a:pt x="1275" y="279"/>
                    <a:pt x="1229" y="325"/>
                  </a:cubicBezTo>
                  <a:cubicBezTo>
                    <a:pt x="1113" y="395"/>
                    <a:pt x="928" y="511"/>
                    <a:pt x="858" y="557"/>
                  </a:cubicBezTo>
                  <a:cubicBezTo>
                    <a:pt x="789" y="603"/>
                    <a:pt x="534" y="1206"/>
                    <a:pt x="348" y="1368"/>
                  </a:cubicBezTo>
                  <a:cubicBezTo>
                    <a:pt x="186" y="1530"/>
                    <a:pt x="24" y="1577"/>
                    <a:pt x="24" y="1623"/>
                  </a:cubicBezTo>
                  <a:cubicBezTo>
                    <a:pt x="1" y="1693"/>
                    <a:pt x="209" y="1855"/>
                    <a:pt x="209" y="1948"/>
                  </a:cubicBezTo>
                  <a:cubicBezTo>
                    <a:pt x="209" y="2040"/>
                    <a:pt x="256" y="2133"/>
                    <a:pt x="395" y="2133"/>
                  </a:cubicBezTo>
                  <a:cubicBezTo>
                    <a:pt x="534" y="2133"/>
                    <a:pt x="372" y="2457"/>
                    <a:pt x="464" y="2481"/>
                  </a:cubicBezTo>
                  <a:cubicBezTo>
                    <a:pt x="557" y="2504"/>
                    <a:pt x="1067" y="2527"/>
                    <a:pt x="1067" y="2666"/>
                  </a:cubicBezTo>
                  <a:cubicBezTo>
                    <a:pt x="1067" y="2759"/>
                    <a:pt x="1136" y="2828"/>
                    <a:pt x="1113" y="2898"/>
                  </a:cubicBezTo>
                  <a:cubicBezTo>
                    <a:pt x="1245" y="2920"/>
                    <a:pt x="1356" y="3108"/>
                    <a:pt x="1407" y="3108"/>
                  </a:cubicBezTo>
                  <a:cubicBezTo>
                    <a:pt x="1409" y="3108"/>
                    <a:pt x="1412" y="3108"/>
                    <a:pt x="1414" y="3106"/>
                  </a:cubicBezTo>
                  <a:cubicBezTo>
                    <a:pt x="1422" y="3104"/>
                    <a:pt x="1434" y="3103"/>
                    <a:pt x="1450" y="3103"/>
                  </a:cubicBezTo>
                  <a:cubicBezTo>
                    <a:pt x="1577" y="3103"/>
                    <a:pt x="1932" y="3176"/>
                    <a:pt x="1994" y="3176"/>
                  </a:cubicBezTo>
                  <a:cubicBezTo>
                    <a:pt x="2025" y="3168"/>
                    <a:pt x="2086" y="3166"/>
                    <a:pt x="2159" y="3166"/>
                  </a:cubicBezTo>
                  <a:cubicBezTo>
                    <a:pt x="2305" y="3166"/>
                    <a:pt x="2496" y="3176"/>
                    <a:pt x="2573" y="3176"/>
                  </a:cubicBezTo>
                  <a:cubicBezTo>
                    <a:pt x="2591" y="3179"/>
                    <a:pt x="2609" y="3180"/>
                    <a:pt x="2627" y="3180"/>
                  </a:cubicBezTo>
                  <a:cubicBezTo>
                    <a:pt x="2748" y="3180"/>
                    <a:pt x="2866" y="3115"/>
                    <a:pt x="2967" y="3014"/>
                  </a:cubicBezTo>
                  <a:cubicBezTo>
                    <a:pt x="3056" y="2943"/>
                    <a:pt x="3306" y="2913"/>
                    <a:pt x="3482" y="2913"/>
                  </a:cubicBezTo>
                  <a:cubicBezTo>
                    <a:pt x="3536" y="2913"/>
                    <a:pt x="3583" y="2916"/>
                    <a:pt x="3616" y="2921"/>
                  </a:cubicBezTo>
                  <a:cubicBezTo>
                    <a:pt x="3732" y="2921"/>
                    <a:pt x="4010" y="2967"/>
                    <a:pt x="4056" y="3037"/>
                  </a:cubicBezTo>
                  <a:cubicBezTo>
                    <a:pt x="4080" y="3083"/>
                    <a:pt x="4219" y="3153"/>
                    <a:pt x="4381" y="3199"/>
                  </a:cubicBezTo>
                  <a:cubicBezTo>
                    <a:pt x="4404" y="3106"/>
                    <a:pt x="4381" y="3014"/>
                    <a:pt x="4381" y="2921"/>
                  </a:cubicBezTo>
                  <a:cubicBezTo>
                    <a:pt x="4381" y="2736"/>
                    <a:pt x="4474" y="2481"/>
                    <a:pt x="4659" y="2457"/>
                  </a:cubicBezTo>
                  <a:cubicBezTo>
                    <a:pt x="4821" y="2457"/>
                    <a:pt x="4960" y="2457"/>
                    <a:pt x="4937" y="2179"/>
                  </a:cubicBezTo>
                  <a:lnTo>
                    <a:pt x="4937" y="2133"/>
                  </a:lnTo>
                  <a:cubicBezTo>
                    <a:pt x="4844" y="2063"/>
                    <a:pt x="4775" y="2017"/>
                    <a:pt x="4752" y="2017"/>
                  </a:cubicBezTo>
                  <a:cubicBezTo>
                    <a:pt x="4687" y="2017"/>
                    <a:pt x="4525" y="2136"/>
                    <a:pt x="4463" y="2136"/>
                  </a:cubicBezTo>
                  <a:cubicBezTo>
                    <a:pt x="4458" y="2136"/>
                    <a:pt x="4454" y="2135"/>
                    <a:pt x="4450" y="2133"/>
                  </a:cubicBezTo>
                  <a:cubicBezTo>
                    <a:pt x="4334" y="2133"/>
                    <a:pt x="4172" y="2087"/>
                    <a:pt x="4242" y="2017"/>
                  </a:cubicBezTo>
                  <a:cubicBezTo>
                    <a:pt x="4242" y="2017"/>
                    <a:pt x="4242" y="1994"/>
                    <a:pt x="4242" y="1994"/>
                  </a:cubicBezTo>
                  <a:cubicBezTo>
                    <a:pt x="4103" y="1878"/>
                    <a:pt x="4056" y="1484"/>
                    <a:pt x="4149" y="1368"/>
                  </a:cubicBezTo>
                  <a:cubicBezTo>
                    <a:pt x="4265" y="1252"/>
                    <a:pt x="3964" y="789"/>
                    <a:pt x="3801" y="603"/>
                  </a:cubicBezTo>
                  <a:cubicBezTo>
                    <a:pt x="3732" y="534"/>
                    <a:pt x="3593" y="256"/>
                    <a:pt x="34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59"/>
            <p:cNvSpPr/>
            <p:nvPr/>
          </p:nvSpPr>
          <p:spPr>
            <a:xfrm>
              <a:off x="4391801" y="2545293"/>
              <a:ext cx="50939" cy="63689"/>
            </a:xfrm>
            <a:custGeom>
              <a:avLst/>
              <a:gdLst/>
              <a:ahLst/>
              <a:cxnLst/>
              <a:rect l="l" t="t" r="r" b="b"/>
              <a:pathLst>
                <a:path w="1670" h="2088" extrusionOk="0">
                  <a:moveTo>
                    <a:pt x="410" y="1"/>
                  </a:moveTo>
                  <a:cubicBezTo>
                    <a:pt x="405" y="1"/>
                    <a:pt x="400" y="1"/>
                    <a:pt x="395" y="2"/>
                  </a:cubicBezTo>
                  <a:cubicBezTo>
                    <a:pt x="325" y="2"/>
                    <a:pt x="140" y="49"/>
                    <a:pt x="1" y="95"/>
                  </a:cubicBezTo>
                  <a:cubicBezTo>
                    <a:pt x="140" y="350"/>
                    <a:pt x="279" y="628"/>
                    <a:pt x="348" y="721"/>
                  </a:cubicBezTo>
                  <a:cubicBezTo>
                    <a:pt x="511" y="883"/>
                    <a:pt x="812" y="1346"/>
                    <a:pt x="696" y="1485"/>
                  </a:cubicBezTo>
                  <a:cubicBezTo>
                    <a:pt x="603" y="1578"/>
                    <a:pt x="650" y="1972"/>
                    <a:pt x="789" y="2088"/>
                  </a:cubicBezTo>
                  <a:cubicBezTo>
                    <a:pt x="858" y="1995"/>
                    <a:pt x="1090" y="1694"/>
                    <a:pt x="1090" y="1601"/>
                  </a:cubicBezTo>
                  <a:cubicBezTo>
                    <a:pt x="1090" y="1519"/>
                    <a:pt x="1108" y="1362"/>
                    <a:pt x="1244" y="1362"/>
                  </a:cubicBezTo>
                  <a:cubicBezTo>
                    <a:pt x="1260" y="1362"/>
                    <a:pt x="1279" y="1365"/>
                    <a:pt x="1299" y="1370"/>
                  </a:cubicBezTo>
                  <a:cubicBezTo>
                    <a:pt x="1459" y="1405"/>
                    <a:pt x="1592" y="1454"/>
                    <a:pt x="1645" y="1454"/>
                  </a:cubicBezTo>
                  <a:cubicBezTo>
                    <a:pt x="1661" y="1454"/>
                    <a:pt x="1669" y="1450"/>
                    <a:pt x="1669" y="1439"/>
                  </a:cubicBezTo>
                  <a:cubicBezTo>
                    <a:pt x="1669" y="1370"/>
                    <a:pt x="1623" y="1161"/>
                    <a:pt x="1554" y="1068"/>
                  </a:cubicBezTo>
                  <a:cubicBezTo>
                    <a:pt x="1461" y="999"/>
                    <a:pt x="1275" y="744"/>
                    <a:pt x="1206" y="535"/>
                  </a:cubicBezTo>
                  <a:cubicBezTo>
                    <a:pt x="1136" y="303"/>
                    <a:pt x="928" y="234"/>
                    <a:pt x="835" y="234"/>
                  </a:cubicBezTo>
                  <a:cubicBezTo>
                    <a:pt x="724" y="234"/>
                    <a:pt x="529" y="1"/>
                    <a:pt x="4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59"/>
            <p:cNvSpPr/>
            <p:nvPr/>
          </p:nvSpPr>
          <p:spPr>
            <a:xfrm>
              <a:off x="4315455" y="2636525"/>
              <a:ext cx="104654" cy="57284"/>
            </a:xfrm>
            <a:custGeom>
              <a:avLst/>
              <a:gdLst/>
              <a:ahLst/>
              <a:cxnLst/>
              <a:rect l="l" t="t" r="r" b="b"/>
              <a:pathLst>
                <a:path w="3431" h="1878" extrusionOk="0">
                  <a:moveTo>
                    <a:pt x="163" y="1"/>
                  </a:moveTo>
                  <a:cubicBezTo>
                    <a:pt x="140" y="24"/>
                    <a:pt x="140" y="47"/>
                    <a:pt x="117" y="47"/>
                  </a:cubicBezTo>
                  <a:cubicBezTo>
                    <a:pt x="1" y="117"/>
                    <a:pt x="1" y="325"/>
                    <a:pt x="117" y="441"/>
                  </a:cubicBezTo>
                  <a:cubicBezTo>
                    <a:pt x="233" y="534"/>
                    <a:pt x="395" y="789"/>
                    <a:pt x="279" y="789"/>
                  </a:cubicBezTo>
                  <a:cubicBezTo>
                    <a:pt x="186" y="789"/>
                    <a:pt x="94" y="928"/>
                    <a:pt x="94" y="997"/>
                  </a:cubicBezTo>
                  <a:cubicBezTo>
                    <a:pt x="117" y="1067"/>
                    <a:pt x="70" y="1229"/>
                    <a:pt x="94" y="1275"/>
                  </a:cubicBezTo>
                  <a:cubicBezTo>
                    <a:pt x="140" y="1299"/>
                    <a:pt x="395" y="1554"/>
                    <a:pt x="395" y="1623"/>
                  </a:cubicBezTo>
                  <a:cubicBezTo>
                    <a:pt x="418" y="1669"/>
                    <a:pt x="511" y="1716"/>
                    <a:pt x="511" y="1762"/>
                  </a:cubicBezTo>
                  <a:cubicBezTo>
                    <a:pt x="615" y="1762"/>
                    <a:pt x="771" y="1756"/>
                    <a:pt x="916" y="1756"/>
                  </a:cubicBezTo>
                  <a:cubicBezTo>
                    <a:pt x="1061" y="1756"/>
                    <a:pt x="1194" y="1762"/>
                    <a:pt x="1252" y="1785"/>
                  </a:cubicBezTo>
                  <a:cubicBezTo>
                    <a:pt x="1368" y="1832"/>
                    <a:pt x="1832" y="1878"/>
                    <a:pt x="1832" y="1878"/>
                  </a:cubicBezTo>
                  <a:cubicBezTo>
                    <a:pt x="1948" y="1878"/>
                    <a:pt x="2064" y="1832"/>
                    <a:pt x="2040" y="1739"/>
                  </a:cubicBezTo>
                  <a:cubicBezTo>
                    <a:pt x="2017" y="1669"/>
                    <a:pt x="2179" y="1623"/>
                    <a:pt x="2295" y="1623"/>
                  </a:cubicBezTo>
                  <a:cubicBezTo>
                    <a:pt x="2272" y="1554"/>
                    <a:pt x="2272" y="1484"/>
                    <a:pt x="2295" y="1461"/>
                  </a:cubicBezTo>
                  <a:cubicBezTo>
                    <a:pt x="2338" y="1447"/>
                    <a:pt x="2482" y="1424"/>
                    <a:pt x="2621" y="1424"/>
                  </a:cubicBezTo>
                  <a:cubicBezTo>
                    <a:pt x="2710" y="1424"/>
                    <a:pt x="2797" y="1434"/>
                    <a:pt x="2851" y="1461"/>
                  </a:cubicBezTo>
                  <a:cubicBezTo>
                    <a:pt x="2878" y="1479"/>
                    <a:pt x="2908" y="1486"/>
                    <a:pt x="2939" y="1486"/>
                  </a:cubicBezTo>
                  <a:cubicBezTo>
                    <a:pt x="2988" y="1486"/>
                    <a:pt x="3040" y="1466"/>
                    <a:pt x="3083" y="1438"/>
                  </a:cubicBezTo>
                  <a:cubicBezTo>
                    <a:pt x="3060" y="1368"/>
                    <a:pt x="3037" y="1299"/>
                    <a:pt x="2991" y="1299"/>
                  </a:cubicBezTo>
                  <a:cubicBezTo>
                    <a:pt x="2898" y="1299"/>
                    <a:pt x="2782" y="905"/>
                    <a:pt x="2875" y="881"/>
                  </a:cubicBezTo>
                  <a:cubicBezTo>
                    <a:pt x="2991" y="858"/>
                    <a:pt x="3153" y="487"/>
                    <a:pt x="3315" y="418"/>
                  </a:cubicBezTo>
                  <a:cubicBezTo>
                    <a:pt x="3384" y="395"/>
                    <a:pt x="3431" y="348"/>
                    <a:pt x="3431" y="302"/>
                  </a:cubicBezTo>
                  <a:cubicBezTo>
                    <a:pt x="3292" y="256"/>
                    <a:pt x="3130" y="186"/>
                    <a:pt x="3106" y="140"/>
                  </a:cubicBezTo>
                  <a:cubicBezTo>
                    <a:pt x="3060" y="70"/>
                    <a:pt x="2805" y="47"/>
                    <a:pt x="2666" y="24"/>
                  </a:cubicBezTo>
                  <a:cubicBezTo>
                    <a:pt x="2635" y="19"/>
                    <a:pt x="2591" y="16"/>
                    <a:pt x="2540" y="16"/>
                  </a:cubicBezTo>
                  <a:cubicBezTo>
                    <a:pt x="2364" y="16"/>
                    <a:pt x="2107" y="50"/>
                    <a:pt x="2017" y="140"/>
                  </a:cubicBezTo>
                  <a:cubicBezTo>
                    <a:pt x="1901" y="233"/>
                    <a:pt x="1762" y="302"/>
                    <a:pt x="1623" y="302"/>
                  </a:cubicBezTo>
                  <a:cubicBezTo>
                    <a:pt x="1541" y="286"/>
                    <a:pt x="1332" y="269"/>
                    <a:pt x="1183" y="269"/>
                  </a:cubicBezTo>
                  <a:cubicBezTo>
                    <a:pt x="1122" y="269"/>
                    <a:pt x="1071" y="272"/>
                    <a:pt x="1044" y="279"/>
                  </a:cubicBezTo>
                  <a:cubicBezTo>
                    <a:pt x="1037" y="281"/>
                    <a:pt x="1028" y="282"/>
                    <a:pt x="1016" y="282"/>
                  </a:cubicBezTo>
                  <a:cubicBezTo>
                    <a:pt x="909" y="282"/>
                    <a:pt x="600" y="206"/>
                    <a:pt x="492" y="206"/>
                  </a:cubicBezTo>
                  <a:cubicBezTo>
                    <a:pt x="480" y="206"/>
                    <a:pt x="471" y="207"/>
                    <a:pt x="464" y="209"/>
                  </a:cubicBezTo>
                  <a:cubicBezTo>
                    <a:pt x="462" y="211"/>
                    <a:pt x="459" y="211"/>
                    <a:pt x="457" y="211"/>
                  </a:cubicBezTo>
                  <a:cubicBezTo>
                    <a:pt x="406" y="211"/>
                    <a:pt x="295" y="23"/>
                    <a:pt x="16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59"/>
            <p:cNvSpPr/>
            <p:nvPr/>
          </p:nvSpPr>
          <p:spPr>
            <a:xfrm>
              <a:off x="4285777" y="2671876"/>
              <a:ext cx="45967" cy="32546"/>
            </a:xfrm>
            <a:custGeom>
              <a:avLst/>
              <a:gdLst/>
              <a:ahLst/>
              <a:cxnLst/>
              <a:rect l="l" t="t" r="r" b="b"/>
              <a:pathLst>
                <a:path w="1507" h="1067" extrusionOk="0">
                  <a:moveTo>
                    <a:pt x="1067" y="1"/>
                  </a:moveTo>
                  <a:cubicBezTo>
                    <a:pt x="696" y="70"/>
                    <a:pt x="140" y="186"/>
                    <a:pt x="140" y="186"/>
                  </a:cubicBezTo>
                  <a:cubicBezTo>
                    <a:pt x="140" y="186"/>
                    <a:pt x="116" y="163"/>
                    <a:pt x="93" y="163"/>
                  </a:cubicBezTo>
                  <a:cubicBezTo>
                    <a:pt x="47" y="348"/>
                    <a:pt x="1" y="603"/>
                    <a:pt x="47" y="719"/>
                  </a:cubicBezTo>
                  <a:cubicBezTo>
                    <a:pt x="70" y="858"/>
                    <a:pt x="186" y="951"/>
                    <a:pt x="348" y="1067"/>
                  </a:cubicBezTo>
                  <a:cubicBezTo>
                    <a:pt x="348" y="1067"/>
                    <a:pt x="348" y="1067"/>
                    <a:pt x="371" y="1043"/>
                  </a:cubicBezTo>
                  <a:lnTo>
                    <a:pt x="649" y="1043"/>
                  </a:lnTo>
                  <a:cubicBezTo>
                    <a:pt x="673" y="1043"/>
                    <a:pt x="696" y="1043"/>
                    <a:pt x="719" y="1020"/>
                  </a:cubicBezTo>
                  <a:cubicBezTo>
                    <a:pt x="841" y="1000"/>
                    <a:pt x="891" y="873"/>
                    <a:pt x="949" y="873"/>
                  </a:cubicBezTo>
                  <a:cubicBezTo>
                    <a:pt x="957" y="873"/>
                    <a:pt x="965" y="875"/>
                    <a:pt x="974" y="881"/>
                  </a:cubicBezTo>
                  <a:cubicBezTo>
                    <a:pt x="978" y="883"/>
                    <a:pt x="983" y="883"/>
                    <a:pt x="989" y="883"/>
                  </a:cubicBezTo>
                  <a:cubicBezTo>
                    <a:pt x="1088" y="883"/>
                    <a:pt x="1440" y="715"/>
                    <a:pt x="1484" y="649"/>
                  </a:cubicBezTo>
                  <a:cubicBezTo>
                    <a:pt x="1484" y="626"/>
                    <a:pt x="1484" y="626"/>
                    <a:pt x="1484" y="626"/>
                  </a:cubicBezTo>
                  <a:cubicBezTo>
                    <a:pt x="1507" y="557"/>
                    <a:pt x="1391" y="534"/>
                    <a:pt x="1391" y="464"/>
                  </a:cubicBezTo>
                  <a:cubicBezTo>
                    <a:pt x="1368" y="395"/>
                    <a:pt x="1113" y="140"/>
                    <a:pt x="1090" y="116"/>
                  </a:cubicBezTo>
                  <a:cubicBezTo>
                    <a:pt x="1067" y="93"/>
                    <a:pt x="1067" y="93"/>
                    <a:pt x="1067" y="70"/>
                  </a:cubicBezTo>
                  <a:cubicBezTo>
                    <a:pt x="1067" y="47"/>
                    <a:pt x="1067" y="24"/>
                    <a:pt x="10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59"/>
            <p:cNvSpPr/>
            <p:nvPr/>
          </p:nvSpPr>
          <p:spPr>
            <a:xfrm>
              <a:off x="4314754" y="2459583"/>
              <a:ext cx="297643" cy="171241"/>
            </a:xfrm>
            <a:custGeom>
              <a:avLst/>
              <a:gdLst/>
              <a:ahLst/>
              <a:cxnLst/>
              <a:rect l="l" t="t" r="r" b="b"/>
              <a:pathLst>
                <a:path w="9758" h="5614" extrusionOk="0">
                  <a:moveTo>
                    <a:pt x="6123" y="1"/>
                  </a:moveTo>
                  <a:cubicBezTo>
                    <a:pt x="6046" y="1"/>
                    <a:pt x="5972" y="12"/>
                    <a:pt x="5934" y="31"/>
                  </a:cubicBezTo>
                  <a:cubicBezTo>
                    <a:pt x="5919" y="35"/>
                    <a:pt x="5903" y="36"/>
                    <a:pt x="5884" y="36"/>
                  </a:cubicBezTo>
                  <a:cubicBezTo>
                    <a:pt x="5827" y="36"/>
                    <a:pt x="5754" y="23"/>
                    <a:pt x="5688" y="23"/>
                  </a:cubicBezTo>
                  <a:cubicBezTo>
                    <a:pt x="5640" y="23"/>
                    <a:pt x="5596" y="30"/>
                    <a:pt x="5563" y="54"/>
                  </a:cubicBezTo>
                  <a:cubicBezTo>
                    <a:pt x="5493" y="101"/>
                    <a:pt x="5424" y="170"/>
                    <a:pt x="5308" y="170"/>
                  </a:cubicBezTo>
                  <a:cubicBezTo>
                    <a:pt x="5238" y="170"/>
                    <a:pt x="5192" y="170"/>
                    <a:pt x="5169" y="101"/>
                  </a:cubicBezTo>
                  <a:cubicBezTo>
                    <a:pt x="5030" y="170"/>
                    <a:pt x="4821" y="193"/>
                    <a:pt x="4821" y="193"/>
                  </a:cubicBezTo>
                  <a:cubicBezTo>
                    <a:pt x="4821" y="193"/>
                    <a:pt x="4497" y="448"/>
                    <a:pt x="4497" y="541"/>
                  </a:cubicBezTo>
                  <a:cubicBezTo>
                    <a:pt x="4497" y="618"/>
                    <a:pt x="4481" y="743"/>
                    <a:pt x="4422" y="743"/>
                  </a:cubicBezTo>
                  <a:cubicBezTo>
                    <a:pt x="4410" y="743"/>
                    <a:pt x="4396" y="738"/>
                    <a:pt x="4381" y="726"/>
                  </a:cubicBezTo>
                  <a:cubicBezTo>
                    <a:pt x="4340" y="672"/>
                    <a:pt x="4204" y="650"/>
                    <a:pt x="4084" y="650"/>
                  </a:cubicBezTo>
                  <a:cubicBezTo>
                    <a:pt x="3999" y="650"/>
                    <a:pt x="3923" y="661"/>
                    <a:pt x="3894" y="680"/>
                  </a:cubicBezTo>
                  <a:cubicBezTo>
                    <a:pt x="3886" y="684"/>
                    <a:pt x="3877" y="686"/>
                    <a:pt x="3868" y="686"/>
                  </a:cubicBezTo>
                  <a:cubicBezTo>
                    <a:pt x="3793" y="686"/>
                    <a:pt x="3702" y="551"/>
                    <a:pt x="3585" y="551"/>
                  </a:cubicBezTo>
                  <a:cubicBezTo>
                    <a:pt x="3565" y="551"/>
                    <a:pt x="3545" y="555"/>
                    <a:pt x="3523" y="564"/>
                  </a:cubicBezTo>
                  <a:cubicBezTo>
                    <a:pt x="3497" y="582"/>
                    <a:pt x="3469" y="589"/>
                    <a:pt x="3441" y="589"/>
                  </a:cubicBezTo>
                  <a:cubicBezTo>
                    <a:pt x="3348" y="589"/>
                    <a:pt x="3253" y="517"/>
                    <a:pt x="3205" y="517"/>
                  </a:cubicBezTo>
                  <a:cubicBezTo>
                    <a:pt x="3190" y="517"/>
                    <a:pt x="3180" y="523"/>
                    <a:pt x="3176" y="541"/>
                  </a:cubicBezTo>
                  <a:cubicBezTo>
                    <a:pt x="3168" y="565"/>
                    <a:pt x="3137" y="575"/>
                    <a:pt x="3095" y="575"/>
                  </a:cubicBezTo>
                  <a:cubicBezTo>
                    <a:pt x="3016" y="575"/>
                    <a:pt x="2896" y="540"/>
                    <a:pt x="2805" y="495"/>
                  </a:cubicBezTo>
                  <a:cubicBezTo>
                    <a:pt x="2753" y="469"/>
                    <a:pt x="2684" y="465"/>
                    <a:pt x="2613" y="465"/>
                  </a:cubicBezTo>
                  <a:cubicBezTo>
                    <a:pt x="2589" y="465"/>
                    <a:pt x="2565" y="466"/>
                    <a:pt x="2541" y="466"/>
                  </a:cubicBezTo>
                  <a:cubicBezTo>
                    <a:pt x="2446" y="466"/>
                    <a:pt x="2353" y="460"/>
                    <a:pt x="2295" y="402"/>
                  </a:cubicBezTo>
                  <a:cubicBezTo>
                    <a:pt x="2202" y="286"/>
                    <a:pt x="1577" y="286"/>
                    <a:pt x="1368" y="286"/>
                  </a:cubicBezTo>
                  <a:cubicBezTo>
                    <a:pt x="1159" y="286"/>
                    <a:pt x="1113" y="402"/>
                    <a:pt x="1020" y="518"/>
                  </a:cubicBezTo>
                  <a:cubicBezTo>
                    <a:pt x="928" y="587"/>
                    <a:pt x="835" y="587"/>
                    <a:pt x="719" y="587"/>
                  </a:cubicBezTo>
                  <a:cubicBezTo>
                    <a:pt x="719" y="657"/>
                    <a:pt x="742" y="726"/>
                    <a:pt x="766" y="773"/>
                  </a:cubicBezTo>
                  <a:cubicBezTo>
                    <a:pt x="812" y="842"/>
                    <a:pt x="1044" y="1190"/>
                    <a:pt x="974" y="1283"/>
                  </a:cubicBezTo>
                  <a:cubicBezTo>
                    <a:pt x="928" y="1399"/>
                    <a:pt x="812" y="1399"/>
                    <a:pt x="742" y="1491"/>
                  </a:cubicBezTo>
                  <a:cubicBezTo>
                    <a:pt x="673" y="1584"/>
                    <a:pt x="232" y="1955"/>
                    <a:pt x="232" y="2001"/>
                  </a:cubicBezTo>
                  <a:cubicBezTo>
                    <a:pt x="209" y="2071"/>
                    <a:pt x="302" y="2349"/>
                    <a:pt x="232" y="2395"/>
                  </a:cubicBezTo>
                  <a:cubicBezTo>
                    <a:pt x="186" y="2441"/>
                    <a:pt x="1" y="2696"/>
                    <a:pt x="1" y="2789"/>
                  </a:cubicBezTo>
                  <a:cubicBezTo>
                    <a:pt x="1" y="2882"/>
                    <a:pt x="140" y="3021"/>
                    <a:pt x="232" y="3044"/>
                  </a:cubicBezTo>
                  <a:cubicBezTo>
                    <a:pt x="279" y="3067"/>
                    <a:pt x="325" y="3090"/>
                    <a:pt x="325" y="3113"/>
                  </a:cubicBezTo>
                  <a:cubicBezTo>
                    <a:pt x="418" y="3113"/>
                    <a:pt x="487" y="3090"/>
                    <a:pt x="534" y="3090"/>
                  </a:cubicBezTo>
                  <a:cubicBezTo>
                    <a:pt x="626" y="3090"/>
                    <a:pt x="974" y="3206"/>
                    <a:pt x="1090" y="3206"/>
                  </a:cubicBezTo>
                  <a:cubicBezTo>
                    <a:pt x="1206" y="3206"/>
                    <a:pt x="1368" y="3253"/>
                    <a:pt x="1414" y="3299"/>
                  </a:cubicBezTo>
                  <a:cubicBezTo>
                    <a:pt x="1430" y="3314"/>
                    <a:pt x="1453" y="3322"/>
                    <a:pt x="1481" y="3322"/>
                  </a:cubicBezTo>
                  <a:cubicBezTo>
                    <a:pt x="1535" y="3322"/>
                    <a:pt x="1608" y="3291"/>
                    <a:pt x="1669" y="3229"/>
                  </a:cubicBezTo>
                  <a:cubicBezTo>
                    <a:pt x="1699" y="3200"/>
                    <a:pt x="1733" y="3191"/>
                    <a:pt x="1772" y="3191"/>
                  </a:cubicBezTo>
                  <a:cubicBezTo>
                    <a:pt x="1823" y="3191"/>
                    <a:pt x="1881" y="3206"/>
                    <a:pt x="1947" y="3206"/>
                  </a:cubicBezTo>
                  <a:cubicBezTo>
                    <a:pt x="2040" y="3206"/>
                    <a:pt x="2202" y="3113"/>
                    <a:pt x="2249" y="3044"/>
                  </a:cubicBezTo>
                  <a:cubicBezTo>
                    <a:pt x="2295" y="2951"/>
                    <a:pt x="2782" y="2812"/>
                    <a:pt x="2898" y="2812"/>
                  </a:cubicBezTo>
                  <a:cubicBezTo>
                    <a:pt x="2904" y="2811"/>
                    <a:pt x="2910" y="2811"/>
                    <a:pt x="2916" y="2811"/>
                  </a:cubicBezTo>
                  <a:cubicBezTo>
                    <a:pt x="3053" y="2811"/>
                    <a:pt x="3227" y="3044"/>
                    <a:pt x="3338" y="3044"/>
                  </a:cubicBezTo>
                  <a:cubicBezTo>
                    <a:pt x="3454" y="3044"/>
                    <a:pt x="3662" y="3137"/>
                    <a:pt x="3732" y="3345"/>
                  </a:cubicBezTo>
                  <a:cubicBezTo>
                    <a:pt x="3801" y="3554"/>
                    <a:pt x="3987" y="3809"/>
                    <a:pt x="4080" y="3878"/>
                  </a:cubicBezTo>
                  <a:cubicBezTo>
                    <a:pt x="4149" y="3971"/>
                    <a:pt x="4195" y="4180"/>
                    <a:pt x="4195" y="4249"/>
                  </a:cubicBezTo>
                  <a:cubicBezTo>
                    <a:pt x="4195" y="4267"/>
                    <a:pt x="4185" y="4274"/>
                    <a:pt x="4165" y="4274"/>
                  </a:cubicBezTo>
                  <a:cubicBezTo>
                    <a:pt x="4109" y="4274"/>
                    <a:pt x="3980" y="4214"/>
                    <a:pt x="3825" y="4180"/>
                  </a:cubicBezTo>
                  <a:cubicBezTo>
                    <a:pt x="3805" y="4175"/>
                    <a:pt x="3787" y="4172"/>
                    <a:pt x="3770" y="4172"/>
                  </a:cubicBezTo>
                  <a:cubicBezTo>
                    <a:pt x="3635" y="4172"/>
                    <a:pt x="3616" y="4331"/>
                    <a:pt x="3616" y="4434"/>
                  </a:cubicBezTo>
                  <a:cubicBezTo>
                    <a:pt x="3616" y="4527"/>
                    <a:pt x="3338" y="4852"/>
                    <a:pt x="3292" y="4921"/>
                  </a:cubicBezTo>
                  <a:cubicBezTo>
                    <a:pt x="3245" y="4991"/>
                    <a:pt x="3384" y="5037"/>
                    <a:pt x="3500" y="5060"/>
                  </a:cubicBezTo>
                  <a:cubicBezTo>
                    <a:pt x="3547" y="5060"/>
                    <a:pt x="3755" y="4921"/>
                    <a:pt x="3825" y="4921"/>
                  </a:cubicBezTo>
                  <a:cubicBezTo>
                    <a:pt x="3848" y="4921"/>
                    <a:pt x="3917" y="4991"/>
                    <a:pt x="4010" y="5060"/>
                  </a:cubicBezTo>
                  <a:cubicBezTo>
                    <a:pt x="3987" y="4805"/>
                    <a:pt x="4033" y="4828"/>
                    <a:pt x="4265" y="4643"/>
                  </a:cubicBezTo>
                  <a:cubicBezTo>
                    <a:pt x="4497" y="4481"/>
                    <a:pt x="4520" y="4133"/>
                    <a:pt x="4728" y="4110"/>
                  </a:cubicBezTo>
                  <a:cubicBezTo>
                    <a:pt x="4897" y="4073"/>
                    <a:pt x="4990" y="4005"/>
                    <a:pt x="5179" y="4005"/>
                  </a:cubicBezTo>
                  <a:cubicBezTo>
                    <a:pt x="5224" y="4005"/>
                    <a:pt x="5273" y="4008"/>
                    <a:pt x="5331" y="4017"/>
                  </a:cubicBezTo>
                  <a:cubicBezTo>
                    <a:pt x="5655" y="4064"/>
                    <a:pt x="5192" y="4249"/>
                    <a:pt x="5401" y="4365"/>
                  </a:cubicBezTo>
                  <a:cubicBezTo>
                    <a:pt x="5487" y="4413"/>
                    <a:pt x="5651" y="4417"/>
                    <a:pt x="5813" y="4417"/>
                  </a:cubicBezTo>
                  <a:cubicBezTo>
                    <a:pt x="5846" y="4417"/>
                    <a:pt x="5879" y="4417"/>
                    <a:pt x="5910" y="4417"/>
                  </a:cubicBezTo>
                  <a:cubicBezTo>
                    <a:pt x="6102" y="4417"/>
                    <a:pt x="6270" y="4423"/>
                    <a:pt x="6281" y="4504"/>
                  </a:cubicBezTo>
                  <a:cubicBezTo>
                    <a:pt x="6328" y="4666"/>
                    <a:pt x="5540" y="4828"/>
                    <a:pt x="5563" y="4898"/>
                  </a:cubicBezTo>
                  <a:cubicBezTo>
                    <a:pt x="5586" y="4991"/>
                    <a:pt x="5980" y="5060"/>
                    <a:pt x="6119" y="5153"/>
                  </a:cubicBezTo>
                  <a:cubicBezTo>
                    <a:pt x="6235" y="5246"/>
                    <a:pt x="6073" y="5501"/>
                    <a:pt x="6142" y="5570"/>
                  </a:cubicBezTo>
                  <a:cubicBezTo>
                    <a:pt x="6157" y="5600"/>
                    <a:pt x="6189" y="5613"/>
                    <a:pt x="6232" y="5613"/>
                  </a:cubicBezTo>
                  <a:cubicBezTo>
                    <a:pt x="6321" y="5613"/>
                    <a:pt x="6457" y="5556"/>
                    <a:pt x="6582" y="5477"/>
                  </a:cubicBezTo>
                  <a:cubicBezTo>
                    <a:pt x="6745" y="5338"/>
                    <a:pt x="6884" y="5385"/>
                    <a:pt x="7092" y="5246"/>
                  </a:cubicBezTo>
                  <a:cubicBezTo>
                    <a:pt x="7208" y="5176"/>
                    <a:pt x="7376" y="5170"/>
                    <a:pt x="7524" y="5170"/>
                  </a:cubicBezTo>
                  <a:cubicBezTo>
                    <a:pt x="7554" y="5170"/>
                    <a:pt x="7582" y="5171"/>
                    <a:pt x="7610" y="5171"/>
                  </a:cubicBezTo>
                  <a:cubicBezTo>
                    <a:pt x="7719" y="5171"/>
                    <a:pt x="7806" y="5167"/>
                    <a:pt x="7834" y="5130"/>
                  </a:cubicBezTo>
                  <a:cubicBezTo>
                    <a:pt x="7874" y="5049"/>
                    <a:pt x="7740" y="4986"/>
                    <a:pt x="7430" y="4986"/>
                  </a:cubicBezTo>
                  <a:cubicBezTo>
                    <a:pt x="7383" y="4986"/>
                    <a:pt x="7333" y="4988"/>
                    <a:pt x="7278" y="4991"/>
                  </a:cubicBezTo>
                  <a:cubicBezTo>
                    <a:pt x="7266" y="4991"/>
                    <a:pt x="7254" y="4992"/>
                    <a:pt x="7243" y="4992"/>
                  </a:cubicBezTo>
                  <a:cubicBezTo>
                    <a:pt x="6859" y="4992"/>
                    <a:pt x="6837" y="4618"/>
                    <a:pt x="6837" y="4550"/>
                  </a:cubicBezTo>
                  <a:cubicBezTo>
                    <a:pt x="6837" y="4458"/>
                    <a:pt x="7278" y="4133"/>
                    <a:pt x="7509" y="4110"/>
                  </a:cubicBezTo>
                  <a:cubicBezTo>
                    <a:pt x="7764" y="4087"/>
                    <a:pt x="7973" y="4017"/>
                    <a:pt x="8205" y="3901"/>
                  </a:cubicBezTo>
                  <a:cubicBezTo>
                    <a:pt x="8321" y="3855"/>
                    <a:pt x="8483" y="3809"/>
                    <a:pt x="8668" y="3786"/>
                  </a:cubicBezTo>
                  <a:cubicBezTo>
                    <a:pt x="8645" y="3647"/>
                    <a:pt x="8599" y="3507"/>
                    <a:pt x="8668" y="3507"/>
                  </a:cubicBezTo>
                  <a:cubicBezTo>
                    <a:pt x="8761" y="3507"/>
                    <a:pt x="9016" y="3229"/>
                    <a:pt x="9109" y="3229"/>
                  </a:cubicBezTo>
                  <a:cubicBezTo>
                    <a:pt x="9155" y="3229"/>
                    <a:pt x="9335" y="3260"/>
                    <a:pt x="9450" y="3260"/>
                  </a:cubicBezTo>
                  <a:cubicBezTo>
                    <a:pt x="9508" y="3260"/>
                    <a:pt x="9549" y="3253"/>
                    <a:pt x="9549" y="3229"/>
                  </a:cubicBezTo>
                  <a:cubicBezTo>
                    <a:pt x="9549" y="3160"/>
                    <a:pt x="9665" y="2974"/>
                    <a:pt x="9642" y="2905"/>
                  </a:cubicBezTo>
                  <a:cubicBezTo>
                    <a:pt x="9618" y="2835"/>
                    <a:pt x="9503" y="2766"/>
                    <a:pt x="9526" y="2696"/>
                  </a:cubicBezTo>
                  <a:cubicBezTo>
                    <a:pt x="9549" y="2627"/>
                    <a:pt x="9711" y="2627"/>
                    <a:pt x="9711" y="2557"/>
                  </a:cubicBezTo>
                  <a:cubicBezTo>
                    <a:pt x="9711" y="2488"/>
                    <a:pt x="9595" y="2465"/>
                    <a:pt x="9595" y="2418"/>
                  </a:cubicBezTo>
                  <a:cubicBezTo>
                    <a:pt x="9595" y="2349"/>
                    <a:pt x="9757" y="2279"/>
                    <a:pt x="9734" y="2186"/>
                  </a:cubicBezTo>
                  <a:cubicBezTo>
                    <a:pt x="9734" y="2094"/>
                    <a:pt x="9595" y="2071"/>
                    <a:pt x="9433" y="1978"/>
                  </a:cubicBezTo>
                  <a:cubicBezTo>
                    <a:pt x="9271" y="1908"/>
                    <a:pt x="9109" y="1932"/>
                    <a:pt x="8970" y="1862"/>
                  </a:cubicBezTo>
                  <a:cubicBezTo>
                    <a:pt x="8830" y="1793"/>
                    <a:pt x="8506" y="1839"/>
                    <a:pt x="8506" y="1793"/>
                  </a:cubicBezTo>
                  <a:cubicBezTo>
                    <a:pt x="8506" y="1746"/>
                    <a:pt x="8321" y="1584"/>
                    <a:pt x="8274" y="1491"/>
                  </a:cubicBezTo>
                  <a:cubicBezTo>
                    <a:pt x="8257" y="1466"/>
                    <a:pt x="8225" y="1456"/>
                    <a:pt x="8185" y="1456"/>
                  </a:cubicBezTo>
                  <a:cubicBezTo>
                    <a:pt x="8118" y="1456"/>
                    <a:pt x="8032" y="1485"/>
                    <a:pt x="7973" y="1514"/>
                  </a:cubicBezTo>
                  <a:cubicBezTo>
                    <a:pt x="7919" y="1555"/>
                    <a:pt x="7865" y="1580"/>
                    <a:pt x="7811" y="1580"/>
                  </a:cubicBezTo>
                  <a:cubicBezTo>
                    <a:pt x="7773" y="1580"/>
                    <a:pt x="7734" y="1567"/>
                    <a:pt x="7695" y="1538"/>
                  </a:cubicBezTo>
                  <a:cubicBezTo>
                    <a:pt x="7612" y="1496"/>
                    <a:pt x="7530" y="1418"/>
                    <a:pt x="7447" y="1418"/>
                  </a:cubicBezTo>
                  <a:cubicBezTo>
                    <a:pt x="7437" y="1418"/>
                    <a:pt x="7427" y="1419"/>
                    <a:pt x="7417" y="1422"/>
                  </a:cubicBezTo>
                  <a:cubicBezTo>
                    <a:pt x="7396" y="1436"/>
                    <a:pt x="7366" y="1443"/>
                    <a:pt x="7336" y="1443"/>
                  </a:cubicBezTo>
                  <a:cubicBezTo>
                    <a:pt x="7266" y="1443"/>
                    <a:pt x="7192" y="1403"/>
                    <a:pt x="7208" y="1306"/>
                  </a:cubicBezTo>
                  <a:cubicBezTo>
                    <a:pt x="7255" y="1190"/>
                    <a:pt x="7069" y="935"/>
                    <a:pt x="6976" y="889"/>
                  </a:cubicBezTo>
                  <a:cubicBezTo>
                    <a:pt x="6884" y="865"/>
                    <a:pt x="6629" y="912"/>
                    <a:pt x="6582" y="796"/>
                  </a:cubicBezTo>
                  <a:cubicBezTo>
                    <a:pt x="6513" y="680"/>
                    <a:pt x="6397" y="587"/>
                    <a:pt x="6443" y="495"/>
                  </a:cubicBezTo>
                  <a:cubicBezTo>
                    <a:pt x="6513" y="402"/>
                    <a:pt x="6443" y="170"/>
                    <a:pt x="6374" y="78"/>
                  </a:cubicBezTo>
                  <a:cubicBezTo>
                    <a:pt x="6347" y="23"/>
                    <a:pt x="6232" y="1"/>
                    <a:pt x="612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59"/>
            <p:cNvSpPr/>
            <p:nvPr/>
          </p:nvSpPr>
          <p:spPr>
            <a:xfrm>
              <a:off x="4331713" y="2370731"/>
              <a:ext cx="156966" cy="111151"/>
            </a:xfrm>
            <a:custGeom>
              <a:avLst/>
              <a:gdLst/>
              <a:ahLst/>
              <a:cxnLst/>
              <a:rect l="l" t="t" r="r" b="b"/>
              <a:pathLst>
                <a:path w="5146" h="3644" extrusionOk="0">
                  <a:moveTo>
                    <a:pt x="2736" y="1"/>
                  </a:moveTo>
                  <a:cubicBezTo>
                    <a:pt x="2689" y="24"/>
                    <a:pt x="2620" y="47"/>
                    <a:pt x="2573" y="70"/>
                  </a:cubicBezTo>
                  <a:cubicBezTo>
                    <a:pt x="2481" y="140"/>
                    <a:pt x="2481" y="256"/>
                    <a:pt x="2365" y="256"/>
                  </a:cubicBezTo>
                  <a:cubicBezTo>
                    <a:pt x="2313" y="256"/>
                    <a:pt x="2257" y="247"/>
                    <a:pt x="2201" y="247"/>
                  </a:cubicBezTo>
                  <a:cubicBezTo>
                    <a:pt x="2130" y="247"/>
                    <a:pt x="2058" y="261"/>
                    <a:pt x="1994" y="325"/>
                  </a:cubicBezTo>
                  <a:cubicBezTo>
                    <a:pt x="1855" y="418"/>
                    <a:pt x="1832" y="534"/>
                    <a:pt x="1832" y="603"/>
                  </a:cubicBezTo>
                  <a:cubicBezTo>
                    <a:pt x="1855" y="696"/>
                    <a:pt x="1878" y="812"/>
                    <a:pt x="1785" y="812"/>
                  </a:cubicBezTo>
                  <a:cubicBezTo>
                    <a:pt x="1670" y="812"/>
                    <a:pt x="1693" y="928"/>
                    <a:pt x="1600" y="951"/>
                  </a:cubicBezTo>
                  <a:cubicBezTo>
                    <a:pt x="1507" y="997"/>
                    <a:pt x="1345" y="1137"/>
                    <a:pt x="1322" y="1229"/>
                  </a:cubicBezTo>
                  <a:cubicBezTo>
                    <a:pt x="1322" y="1299"/>
                    <a:pt x="1322" y="1484"/>
                    <a:pt x="1252" y="1484"/>
                  </a:cubicBezTo>
                  <a:cubicBezTo>
                    <a:pt x="1183" y="1484"/>
                    <a:pt x="951" y="1507"/>
                    <a:pt x="882" y="1600"/>
                  </a:cubicBezTo>
                  <a:cubicBezTo>
                    <a:pt x="844" y="1657"/>
                    <a:pt x="776" y="1728"/>
                    <a:pt x="677" y="1728"/>
                  </a:cubicBezTo>
                  <a:cubicBezTo>
                    <a:pt x="654" y="1728"/>
                    <a:pt x="630" y="1725"/>
                    <a:pt x="603" y="1716"/>
                  </a:cubicBezTo>
                  <a:cubicBezTo>
                    <a:pt x="557" y="1693"/>
                    <a:pt x="372" y="1693"/>
                    <a:pt x="210" y="1693"/>
                  </a:cubicBezTo>
                  <a:cubicBezTo>
                    <a:pt x="210" y="1716"/>
                    <a:pt x="210" y="1716"/>
                    <a:pt x="210" y="1739"/>
                  </a:cubicBezTo>
                  <a:cubicBezTo>
                    <a:pt x="140" y="1901"/>
                    <a:pt x="210" y="2064"/>
                    <a:pt x="302" y="2156"/>
                  </a:cubicBezTo>
                  <a:cubicBezTo>
                    <a:pt x="395" y="2226"/>
                    <a:pt x="418" y="2573"/>
                    <a:pt x="325" y="2620"/>
                  </a:cubicBezTo>
                  <a:cubicBezTo>
                    <a:pt x="210" y="2666"/>
                    <a:pt x="1" y="2828"/>
                    <a:pt x="1" y="2898"/>
                  </a:cubicBezTo>
                  <a:cubicBezTo>
                    <a:pt x="1" y="2991"/>
                    <a:pt x="210" y="3060"/>
                    <a:pt x="186" y="3176"/>
                  </a:cubicBezTo>
                  <a:cubicBezTo>
                    <a:pt x="163" y="3245"/>
                    <a:pt x="163" y="3361"/>
                    <a:pt x="186" y="3477"/>
                  </a:cubicBezTo>
                  <a:cubicBezTo>
                    <a:pt x="217" y="3477"/>
                    <a:pt x="248" y="3480"/>
                    <a:pt x="279" y="3480"/>
                  </a:cubicBezTo>
                  <a:cubicBezTo>
                    <a:pt x="341" y="3480"/>
                    <a:pt x="403" y="3469"/>
                    <a:pt x="464" y="3408"/>
                  </a:cubicBezTo>
                  <a:cubicBezTo>
                    <a:pt x="557" y="3315"/>
                    <a:pt x="603" y="3199"/>
                    <a:pt x="835" y="3199"/>
                  </a:cubicBezTo>
                  <a:cubicBezTo>
                    <a:pt x="1044" y="3199"/>
                    <a:pt x="1670" y="3199"/>
                    <a:pt x="1762" y="3315"/>
                  </a:cubicBezTo>
                  <a:cubicBezTo>
                    <a:pt x="1803" y="3366"/>
                    <a:pt x="1874" y="3376"/>
                    <a:pt x="1955" y="3376"/>
                  </a:cubicBezTo>
                  <a:cubicBezTo>
                    <a:pt x="2016" y="3376"/>
                    <a:pt x="2082" y="3370"/>
                    <a:pt x="2145" y="3370"/>
                  </a:cubicBezTo>
                  <a:cubicBezTo>
                    <a:pt x="2190" y="3370"/>
                    <a:pt x="2234" y="3374"/>
                    <a:pt x="2272" y="3385"/>
                  </a:cubicBezTo>
                  <a:cubicBezTo>
                    <a:pt x="2363" y="3430"/>
                    <a:pt x="2484" y="3476"/>
                    <a:pt x="2563" y="3476"/>
                  </a:cubicBezTo>
                  <a:cubicBezTo>
                    <a:pt x="2605" y="3476"/>
                    <a:pt x="2635" y="3463"/>
                    <a:pt x="2643" y="3431"/>
                  </a:cubicBezTo>
                  <a:cubicBezTo>
                    <a:pt x="2643" y="3420"/>
                    <a:pt x="2648" y="3415"/>
                    <a:pt x="2658" y="3415"/>
                  </a:cubicBezTo>
                  <a:cubicBezTo>
                    <a:pt x="2699" y="3415"/>
                    <a:pt x="2814" y="3493"/>
                    <a:pt x="2918" y="3493"/>
                  </a:cubicBezTo>
                  <a:cubicBezTo>
                    <a:pt x="2943" y="3493"/>
                    <a:pt x="2968" y="3489"/>
                    <a:pt x="2991" y="3477"/>
                  </a:cubicBezTo>
                  <a:cubicBezTo>
                    <a:pt x="3012" y="3463"/>
                    <a:pt x="3034" y="3457"/>
                    <a:pt x="3055" y="3457"/>
                  </a:cubicBezTo>
                  <a:cubicBezTo>
                    <a:pt x="3160" y="3457"/>
                    <a:pt x="3258" y="3599"/>
                    <a:pt x="3319" y="3599"/>
                  </a:cubicBezTo>
                  <a:cubicBezTo>
                    <a:pt x="3326" y="3599"/>
                    <a:pt x="3332" y="3597"/>
                    <a:pt x="3338" y="3593"/>
                  </a:cubicBezTo>
                  <a:cubicBezTo>
                    <a:pt x="3380" y="3572"/>
                    <a:pt x="3468" y="3561"/>
                    <a:pt x="3562" y="3561"/>
                  </a:cubicBezTo>
                  <a:cubicBezTo>
                    <a:pt x="3676" y="3561"/>
                    <a:pt x="3797" y="3578"/>
                    <a:pt x="3848" y="3616"/>
                  </a:cubicBezTo>
                  <a:cubicBezTo>
                    <a:pt x="3862" y="3635"/>
                    <a:pt x="3875" y="3644"/>
                    <a:pt x="3885" y="3644"/>
                  </a:cubicBezTo>
                  <a:cubicBezTo>
                    <a:pt x="3926" y="3644"/>
                    <a:pt x="3941" y="3523"/>
                    <a:pt x="3941" y="3431"/>
                  </a:cubicBezTo>
                  <a:cubicBezTo>
                    <a:pt x="3941" y="3338"/>
                    <a:pt x="4265" y="3083"/>
                    <a:pt x="4265" y="3083"/>
                  </a:cubicBezTo>
                  <a:cubicBezTo>
                    <a:pt x="4265" y="3083"/>
                    <a:pt x="4497" y="3083"/>
                    <a:pt x="4613" y="3014"/>
                  </a:cubicBezTo>
                  <a:cubicBezTo>
                    <a:pt x="4590" y="2967"/>
                    <a:pt x="4566" y="2898"/>
                    <a:pt x="4543" y="2782"/>
                  </a:cubicBezTo>
                  <a:cubicBezTo>
                    <a:pt x="4474" y="2527"/>
                    <a:pt x="4381" y="2365"/>
                    <a:pt x="4451" y="2272"/>
                  </a:cubicBezTo>
                  <a:cubicBezTo>
                    <a:pt x="4463" y="2255"/>
                    <a:pt x="4481" y="2248"/>
                    <a:pt x="4502" y="2248"/>
                  </a:cubicBezTo>
                  <a:cubicBezTo>
                    <a:pt x="4583" y="2248"/>
                    <a:pt x="4712" y="2348"/>
                    <a:pt x="4806" y="2348"/>
                  </a:cubicBezTo>
                  <a:cubicBezTo>
                    <a:pt x="4820" y="2348"/>
                    <a:pt x="4833" y="2346"/>
                    <a:pt x="4845" y="2342"/>
                  </a:cubicBezTo>
                  <a:cubicBezTo>
                    <a:pt x="4960" y="2295"/>
                    <a:pt x="5146" y="2179"/>
                    <a:pt x="5123" y="2087"/>
                  </a:cubicBezTo>
                  <a:cubicBezTo>
                    <a:pt x="5099" y="1994"/>
                    <a:pt x="4914" y="1832"/>
                    <a:pt x="4821" y="1809"/>
                  </a:cubicBezTo>
                  <a:cubicBezTo>
                    <a:pt x="4729" y="1785"/>
                    <a:pt x="4659" y="1577"/>
                    <a:pt x="4497" y="1507"/>
                  </a:cubicBezTo>
                  <a:cubicBezTo>
                    <a:pt x="4335" y="1461"/>
                    <a:pt x="4381" y="1252"/>
                    <a:pt x="4242" y="1160"/>
                  </a:cubicBezTo>
                  <a:cubicBezTo>
                    <a:pt x="4103" y="1090"/>
                    <a:pt x="4196" y="905"/>
                    <a:pt x="4172" y="789"/>
                  </a:cubicBezTo>
                  <a:cubicBezTo>
                    <a:pt x="4172" y="650"/>
                    <a:pt x="4196" y="441"/>
                    <a:pt x="4126" y="395"/>
                  </a:cubicBezTo>
                  <a:cubicBezTo>
                    <a:pt x="4065" y="375"/>
                    <a:pt x="3826" y="248"/>
                    <a:pt x="3675" y="248"/>
                  </a:cubicBezTo>
                  <a:cubicBezTo>
                    <a:pt x="3653" y="248"/>
                    <a:pt x="3633" y="250"/>
                    <a:pt x="3616" y="256"/>
                  </a:cubicBezTo>
                  <a:cubicBezTo>
                    <a:pt x="3551" y="295"/>
                    <a:pt x="3487" y="326"/>
                    <a:pt x="3434" y="326"/>
                  </a:cubicBezTo>
                  <a:cubicBezTo>
                    <a:pt x="3392" y="326"/>
                    <a:pt x="3359" y="307"/>
                    <a:pt x="3338" y="256"/>
                  </a:cubicBezTo>
                  <a:cubicBezTo>
                    <a:pt x="3287" y="170"/>
                    <a:pt x="3235" y="122"/>
                    <a:pt x="3155" y="122"/>
                  </a:cubicBezTo>
                  <a:cubicBezTo>
                    <a:pt x="3127" y="122"/>
                    <a:pt x="3096" y="128"/>
                    <a:pt x="3060" y="140"/>
                  </a:cubicBezTo>
                  <a:cubicBezTo>
                    <a:pt x="3035" y="144"/>
                    <a:pt x="3012" y="146"/>
                    <a:pt x="2990" y="146"/>
                  </a:cubicBezTo>
                  <a:cubicBezTo>
                    <a:pt x="2889" y="146"/>
                    <a:pt x="2816" y="105"/>
                    <a:pt x="2759" y="47"/>
                  </a:cubicBezTo>
                  <a:cubicBezTo>
                    <a:pt x="2759" y="47"/>
                    <a:pt x="2736" y="24"/>
                    <a:pt x="273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59"/>
            <p:cNvSpPr/>
            <p:nvPr/>
          </p:nvSpPr>
          <p:spPr>
            <a:xfrm>
              <a:off x="4292854" y="2326107"/>
              <a:ext cx="122315" cy="58107"/>
            </a:xfrm>
            <a:custGeom>
              <a:avLst/>
              <a:gdLst/>
              <a:ahLst/>
              <a:cxnLst/>
              <a:rect l="l" t="t" r="r" b="b"/>
              <a:pathLst>
                <a:path w="4010" h="1905" extrusionOk="0">
                  <a:moveTo>
                    <a:pt x="2340" y="0"/>
                  </a:moveTo>
                  <a:cubicBezTo>
                    <a:pt x="2226" y="0"/>
                    <a:pt x="2071" y="14"/>
                    <a:pt x="1924" y="27"/>
                  </a:cubicBezTo>
                  <a:cubicBezTo>
                    <a:pt x="1762" y="189"/>
                    <a:pt x="1877" y="305"/>
                    <a:pt x="1877" y="560"/>
                  </a:cubicBezTo>
                  <a:cubicBezTo>
                    <a:pt x="1861" y="747"/>
                    <a:pt x="1706" y="772"/>
                    <a:pt x="1571" y="772"/>
                  </a:cubicBezTo>
                  <a:cubicBezTo>
                    <a:pt x="1521" y="772"/>
                    <a:pt x="1474" y="769"/>
                    <a:pt x="1437" y="769"/>
                  </a:cubicBezTo>
                  <a:cubicBezTo>
                    <a:pt x="1275" y="769"/>
                    <a:pt x="1020" y="305"/>
                    <a:pt x="950" y="212"/>
                  </a:cubicBezTo>
                  <a:cubicBezTo>
                    <a:pt x="934" y="192"/>
                    <a:pt x="912" y="183"/>
                    <a:pt x="886" y="183"/>
                  </a:cubicBezTo>
                  <a:cubicBezTo>
                    <a:pt x="769" y="183"/>
                    <a:pt x="570" y="368"/>
                    <a:pt x="417" y="444"/>
                  </a:cubicBezTo>
                  <a:cubicBezTo>
                    <a:pt x="232" y="560"/>
                    <a:pt x="325" y="792"/>
                    <a:pt x="209" y="885"/>
                  </a:cubicBezTo>
                  <a:cubicBezTo>
                    <a:pt x="70" y="1000"/>
                    <a:pt x="0" y="1186"/>
                    <a:pt x="116" y="1418"/>
                  </a:cubicBezTo>
                  <a:cubicBezTo>
                    <a:pt x="116" y="1418"/>
                    <a:pt x="139" y="1418"/>
                    <a:pt x="139" y="1441"/>
                  </a:cubicBezTo>
                  <a:cubicBezTo>
                    <a:pt x="302" y="1418"/>
                    <a:pt x="464" y="1394"/>
                    <a:pt x="557" y="1325"/>
                  </a:cubicBezTo>
                  <a:cubicBezTo>
                    <a:pt x="618" y="1286"/>
                    <a:pt x="711" y="1273"/>
                    <a:pt x="812" y="1273"/>
                  </a:cubicBezTo>
                  <a:cubicBezTo>
                    <a:pt x="1015" y="1273"/>
                    <a:pt x="1252" y="1325"/>
                    <a:pt x="1344" y="1325"/>
                  </a:cubicBezTo>
                  <a:cubicBezTo>
                    <a:pt x="1453" y="1325"/>
                    <a:pt x="1643" y="1356"/>
                    <a:pt x="1813" y="1356"/>
                  </a:cubicBezTo>
                  <a:cubicBezTo>
                    <a:pt x="1898" y="1356"/>
                    <a:pt x="1978" y="1348"/>
                    <a:pt x="2040" y="1325"/>
                  </a:cubicBezTo>
                  <a:cubicBezTo>
                    <a:pt x="2070" y="1315"/>
                    <a:pt x="2095" y="1311"/>
                    <a:pt x="2118" y="1311"/>
                  </a:cubicBezTo>
                  <a:cubicBezTo>
                    <a:pt x="2242" y="1311"/>
                    <a:pt x="2263" y="1443"/>
                    <a:pt x="2347" y="1443"/>
                  </a:cubicBezTo>
                  <a:cubicBezTo>
                    <a:pt x="2352" y="1443"/>
                    <a:pt x="2358" y="1442"/>
                    <a:pt x="2364" y="1441"/>
                  </a:cubicBezTo>
                  <a:cubicBezTo>
                    <a:pt x="2371" y="1439"/>
                    <a:pt x="2378" y="1439"/>
                    <a:pt x="2386" y="1439"/>
                  </a:cubicBezTo>
                  <a:cubicBezTo>
                    <a:pt x="2509" y="1439"/>
                    <a:pt x="2743" y="1610"/>
                    <a:pt x="2874" y="1719"/>
                  </a:cubicBezTo>
                  <a:cubicBezTo>
                    <a:pt x="2967" y="1788"/>
                    <a:pt x="3059" y="1835"/>
                    <a:pt x="3152" y="1904"/>
                  </a:cubicBezTo>
                  <a:cubicBezTo>
                    <a:pt x="3175" y="1858"/>
                    <a:pt x="3222" y="1812"/>
                    <a:pt x="3268" y="1788"/>
                  </a:cubicBezTo>
                  <a:cubicBezTo>
                    <a:pt x="3338" y="1742"/>
                    <a:pt x="3401" y="1730"/>
                    <a:pt x="3462" y="1730"/>
                  </a:cubicBezTo>
                  <a:cubicBezTo>
                    <a:pt x="3523" y="1730"/>
                    <a:pt x="3581" y="1742"/>
                    <a:pt x="3639" y="1742"/>
                  </a:cubicBezTo>
                  <a:cubicBezTo>
                    <a:pt x="3755" y="1742"/>
                    <a:pt x="3778" y="1603"/>
                    <a:pt x="3847" y="1533"/>
                  </a:cubicBezTo>
                  <a:cubicBezTo>
                    <a:pt x="3894" y="1510"/>
                    <a:pt x="3963" y="1487"/>
                    <a:pt x="4010" y="1464"/>
                  </a:cubicBezTo>
                  <a:cubicBezTo>
                    <a:pt x="3986" y="1371"/>
                    <a:pt x="3963" y="1209"/>
                    <a:pt x="3894" y="1139"/>
                  </a:cubicBezTo>
                  <a:cubicBezTo>
                    <a:pt x="3824" y="1047"/>
                    <a:pt x="3685" y="908"/>
                    <a:pt x="3732" y="815"/>
                  </a:cubicBezTo>
                  <a:cubicBezTo>
                    <a:pt x="3778" y="746"/>
                    <a:pt x="3778" y="606"/>
                    <a:pt x="3662" y="514"/>
                  </a:cubicBezTo>
                  <a:cubicBezTo>
                    <a:pt x="3639" y="467"/>
                    <a:pt x="3592" y="421"/>
                    <a:pt x="3569" y="375"/>
                  </a:cubicBezTo>
                  <a:cubicBezTo>
                    <a:pt x="3438" y="358"/>
                    <a:pt x="3261" y="342"/>
                    <a:pt x="3152" y="342"/>
                  </a:cubicBezTo>
                  <a:cubicBezTo>
                    <a:pt x="3106" y="342"/>
                    <a:pt x="3073" y="345"/>
                    <a:pt x="3059" y="352"/>
                  </a:cubicBezTo>
                  <a:cubicBezTo>
                    <a:pt x="3056" y="352"/>
                    <a:pt x="3052" y="353"/>
                    <a:pt x="3048" y="353"/>
                  </a:cubicBezTo>
                  <a:cubicBezTo>
                    <a:pt x="2938" y="353"/>
                    <a:pt x="2570" y="72"/>
                    <a:pt x="2503" y="27"/>
                  </a:cubicBezTo>
                  <a:cubicBezTo>
                    <a:pt x="2484" y="7"/>
                    <a:pt x="2423" y="0"/>
                    <a:pt x="23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59"/>
            <p:cNvSpPr/>
            <p:nvPr/>
          </p:nvSpPr>
          <p:spPr>
            <a:xfrm>
              <a:off x="4292152" y="2364631"/>
              <a:ext cx="96876" cy="58839"/>
            </a:xfrm>
            <a:custGeom>
              <a:avLst/>
              <a:gdLst/>
              <a:ahLst/>
              <a:cxnLst/>
              <a:rect l="l" t="t" r="r" b="b"/>
              <a:pathLst>
                <a:path w="3176" h="1929" extrusionOk="0">
                  <a:moveTo>
                    <a:pt x="825" y="0"/>
                  </a:moveTo>
                  <a:cubicBezTo>
                    <a:pt x="724" y="0"/>
                    <a:pt x="634" y="16"/>
                    <a:pt x="580" y="62"/>
                  </a:cubicBezTo>
                  <a:cubicBezTo>
                    <a:pt x="487" y="131"/>
                    <a:pt x="301" y="155"/>
                    <a:pt x="139" y="178"/>
                  </a:cubicBezTo>
                  <a:cubicBezTo>
                    <a:pt x="255" y="386"/>
                    <a:pt x="209" y="618"/>
                    <a:pt x="93" y="757"/>
                  </a:cubicBezTo>
                  <a:cubicBezTo>
                    <a:pt x="0" y="873"/>
                    <a:pt x="46" y="873"/>
                    <a:pt x="116" y="919"/>
                  </a:cubicBezTo>
                  <a:cubicBezTo>
                    <a:pt x="195" y="919"/>
                    <a:pt x="275" y="904"/>
                    <a:pt x="341" y="904"/>
                  </a:cubicBezTo>
                  <a:cubicBezTo>
                    <a:pt x="391" y="904"/>
                    <a:pt x="434" y="913"/>
                    <a:pt x="464" y="943"/>
                  </a:cubicBezTo>
                  <a:cubicBezTo>
                    <a:pt x="504" y="1023"/>
                    <a:pt x="667" y="1086"/>
                    <a:pt x="754" y="1086"/>
                  </a:cubicBezTo>
                  <a:cubicBezTo>
                    <a:pt x="767" y="1086"/>
                    <a:pt x="779" y="1085"/>
                    <a:pt x="788" y="1082"/>
                  </a:cubicBezTo>
                  <a:cubicBezTo>
                    <a:pt x="799" y="1074"/>
                    <a:pt x="814" y="1071"/>
                    <a:pt x="831" y="1071"/>
                  </a:cubicBezTo>
                  <a:cubicBezTo>
                    <a:pt x="925" y="1071"/>
                    <a:pt x="1089" y="1166"/>
                    <a:pt x="1089" y="1244"/>
                  </a:cubicBezTo>
                  <a:cubicBezTo>
                    <a:pt x="1089" y="1337"/>
                    <a:pt x="1020" y="1638"/>
                    <a:pt x="1089" y="1638"/>
                  </a:cubicBezTo>
                  <a:cubicBezTo>
                    <a:pt x="1136" y="1638"/>
                    <a:pt x="1483" y="1754"/>
                    <a:pt x="1507" y="1893"/>
                  </a:cubicBezTo>
                  <a:cubicBezTo>
                    <a:pt x="1669" y="1893"/>
                    <a:pt x="1854" y="1916"/>
                    <a:pt x="1900" y="1916"/>
                  </a:cubicBezTo>
                  <a:cubicBezTo>
                    <a:pt x="1927" y="1925"/>
                    <a:pt x="1951" y="1928"/>
                    <a:pt x="1974" y="1928"/>
                  </a:cubicBezTo>
                  <a:cubicBezTo>
                    <a:pt x="2073" y="1928"/>
                    <a:pt x="2141" y="1857"/>
                    <a:pt x="2179" y="1800"/>
                  </a:cubicBezTo>
                  <a:cubicBezTo>
                    <a:pt x="2248" y="1707"/>
                    <a:pt x="2480" y="1684"/>
                    <a:pt x="2549" y="1684"/>
                  </a:cubicBezTo>
                  <a:cubicBezTo>
                    <a:pt x="2596" y="1684"/>
                    <a:pt x="2596" y="1499"/>
                    <a:pt x="2619" y="1429"/>
                  </a:cubicBezTo>
                  <a:cubicBezTo>
                    <a:pt x="2642" y="1337"/>
                    <a:pt x="2804" y="1197"/>
                    <a:pt x="2897" y="1174"/>
                  </a:cubicBezTo>
                  <a:cubicBezTo>
                    <a:pt x="2990" y="1128"/>
                    <a:pt x="2990" y="1012"/>
                    <a:pt x="3082" y="1012"/>
                  </a:cubicBezTo>
                  <a:cubicBezTo>
                    <a:pt x="3175" y="1012"/>
                    <a:pt x="3152" y="896"/>
                    <a:pt x="3129" y="803"/>
                  </a:cubicBezTo>
                  <a:cubicBezTo>
                    <a:pt x="3129" y="757"/>
                    <a:pt x="3152" y="711"/>
                    <a:pt x="3175" y="641"/>
                  </a:cubicBezTo>
                  <a:cubicBezTo>
                    <a:pt x="3082" y="572"/>
                    <a:pt x="2990" y="525"/>
                    <a:pt x="2897" y="456"/>
                  </a:cubicBezTo>
                  <a:cubicBezTo>
                    <a:pt x="2766" y="347"/>
                    <a:pt x="2532" y="176"/>
                    <a:pt x="2409" y="176"/>
                  </a:cubicBezTo>
                  <a:cubicBezTo>
                    <a:pt x="2401" y="176"/>
                    <a:pt x="2394" y="176"/>
                    <a:pt x="2387" y="178"/>
                  </a:cubicBezTo>
                  <a:cubicBezTo>
                    <a:pt x="2380" y="179"/>
                    <a:pt x="2373" y="180"/>
                    <a:pt x="2366" y="180"/>
                  </a:cubicBezTo>
                  <a:cubicBezTo>
                    <a:pt x="2266" y="180"/>
                    <a:pt x="2244" y="48"/>
                    <a:pt x="2132" y="48"/>
                  </a:cubicBezTo>
                  <a:cubicBezTo>
                    <a:pt x="2112" y="48"/>
                    <a:pt x="2089" y="52"/>
                    <a:pt x="2063" y="62"/>
                  </a:cubicBezTo>
                  <a:cubicBezTo>
                    <a:pt x="1993" y="85"/>
                    <a:pt x="1908" y="93"/>
                    <a:pt x="1821" y="93"/>
                  </a:cubicBezTo>
                  <a:cubicBezTo>
                    <a:pt x="1646" y="93"/>
                    <a:pt x="1460" y="62"/>
                    <a:pt x="1367" y="62"/>
                  </a:cubicBezTo>
                  <a:cubicBezTo>
                    <a:pt x="1275" y="62"/>
                    <a:pt x="1028" y="0"/>
                    <a:pt x="825"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59"/>
            <p:cNvSpPr/>
            <p:nvPr/>
          </p:nvSpPr>
          <p:spPr>
            <a:xfrm>
              <a:off x="4054605" y="2563381"/>
              <a:ext cx="74975" cy="39257"/>
            </a:xfrm>
            <a:custGeom>
              <a:avLst/>
              <a:gdLst/>
              <a:ahLst/>
              <a:cxnLst/>
              <a:rect l="l" t="t" r="r" b="b"/>
              <a:pathLst>
                <a:path w="2458" h="1287" extrusionOk="0">
                  <a:moveTo>
                    <a:pt x="1398" y="0"/>
                  </a:moveTo>
                  <a:cubicBezTo>
                    <a:pt x="1340" y="0"/>
                    <a:pt x="1287" y="12"/>
                    <a:pt x="1230" y="35"/>
                  </a:cubicBezTo>
                  <a:cubicBezTo>
                    <a:pt x="1175" y="62"/>
                    <a:pt x="1073" y="73"/>
                    <a:pt x="970" y="73"/>
                  </a:cubicBezTo>
                  <a:cubicBezTo>
                    <a:pt x="897" y="73"/>
                    <a:pt x="824" y="68"/>
                    <a:pt x="766" y="58"/>
                  </a:cubicBezTo>
                  <a:cubicBezTo>
                    <a:pt x="743" y="104"/>
                    <a:pt x="720" y="151"/>
                    <a:pt x="673" y="151"/>
                  </a:cubicBezTo>
                  <a:cubicBezTo>
                    <a:pt x="581" y="151"/>
                    <a:pt x="418" y="244"/>
                    <a:pt x="395" y="359"/>
                  </a:cubicBezTo>
                  <a:cubicBezTo>
                    <a:pt x="372" y="498"/>
                    <a:pt x="117" y="591"/>
                    <a:pt x="48" y="800"/>
                  </a:cubicBezTo>
                  <a:cubicBezTo>
                    <a:pt x="0" y="957"/>
                    <a:pt x="7" y="1050"/>
                    <a:pt x="45" y="1050"/>
                  </a:cubicBezTo>
                  <a:cubicBezTo>
                    <a:pt x="62" y="1050"/>
                    <a:pt x="87" y="1030"/>
                    <a:pt x="117" y="985"/>
                  </a:cubicBezTo>
                  <a:cubicBezTo>
                    <a:pt x="166" y="936"/>
                    <a:pt x="219" y="916"/>
                    <a:pt x="263" y="916"/>
                  </a:cubicBezTo>
                  <a:cubicBezTo>
                    <a:pt x="325" y="916"/>
                    <a:pt x="372" y="955"/>
                    <a:pt x="372" y="1008"/>
                  </a:cubicBezTo>
                  <a:cubicBezTo>
                    <a:pt x="372" y="1124"/>
                    <a:pt x="511" y="1124"/>
                    <a:pt x="465" y="1286"/>
                  </a:cubicBezTo>
                  <a:cubicBezTo>
                    <a:pt x="627" y="1263"/>
                    <a:pt x="859" y="1263"/>
                    <a:pt x="928" y="1263"/>
                  </a:cubicBezTo>
                  <a:cubicBezTo>
                    <a:pt x="1044" y="1263"/>
                    <a:pt x="1160" y="892"/>
                    <a:pt x="1206" y="869"/>
                  </a:cubicBezTo>
                  <a:cubicBezTo>
                    <a:pt x="1210" y="866"/>
                    <a:pt x="1213" y="864"/>
                    <a:pt x="1218" y="864"/>
                  </a:cubicBezTo>
                  <a:cubicBezTo>
                    <a:pt x="1272" y="864"/>
                    <a:pt x="1400" y="1132"/>
                    <a:pt x="1508" y="1240"/>
                  </a:cubicBezTo>
                  <a:cubicBezTo>
                    <a:pt x="1536" y="1264"/>
                    <a:pt x="1560" y="1274"/>
                    <a:pt x="1580" y="1274"/>
                  </a:cubicBezTo>
                  <a:cubicBezTo>
                    <a:pt x="1655" y="1274"/>
                    <a:pt x="1670" y="1123"/>
                    <a:pt x="1670" y="1031"/>
                  </a:cubicBezTo>
                  <a:cubicBezTo>
                    <a:pt x="1670" y="961"/>
                    <a:pt x="1724" y="930"/>
                    <a:pt x="1791" y="930"/>
                  </a:cubicBezTo>
                  <a:cubicBezTo>
                    <a:pt x="1812" y="930"/>
                    <a:pt x="1833" y="933"/>
                    <a:pt x="1855" y="939"/>
                  </a:cubicBezTo>
                  <a:cubicBezTo>
                    <a:pt x="1886" y="939"/>
                    <a:pt x="1940" y="948"/>
                    <a:pt x="1990" y="948"/>
                  </a:cubicBezTo>
                  <a:cubicBezTo>
                    <a:pt x="2053" y="948"/>
                    <a:pt x="2110" y="934"/>
                    <a:pt x="2110" y="869"/>
                  </a:cubicBezTo>
                  <a:cubicBezTo>
                    <a:pt x="2110" y="805"/>
                    <a:pt x="2139" y="791"/>
                    <a:pt x="2176" y="791"/>
                  </a:cubicBezTo>
                  <a:cubicBezTo>
                    <a:pt x="2206" y="791"/>
                    <a:pt x="2242" y="800"/>
                    <a:pt x="2272" y="800"/>
                  </a:cubicBezTo>
                  <a:cubicBezTo>
                    <a:pt x="2342" y="800"/>
                    <a:pt x="2365" y="661"/>
                    <a:pt x="2365" y="661"/>
                  </a:cubicBezTo>
                  <a:lnTo>
                    <a:pt x="2458" y="568"/>
                  </a:lnTo>
                  <a:cubicBezTo>
                    <a:pt x="2401" y="539"/>
                    <a:pt x="2343" y="520"/>
                    <a:pt x="2286" y="520"/>
                  </a:cubicBezTo>
                  <a:cubicBezTo>
                    <a:pt x="2251" y="520"/>
                    <a:pt x="2215" y="527"/>
                    <a:pt x="2180" y="545"/>
                  </a:cubicBezTo>
                  <a:cubicBezTo>
                    <a:pt x="2164" y="551"/>
                    <a:pt x="2146" y="554"/>
                    <a:pt x="2129" y="554"/>
                  </a:cubicBezTo>
                  <a:cubicBezTo>
                    <a:pt x="2022" y="554"/>
                    <a:pt x="1902" y="446"/>
                    <a:pt x="1902" y="406"/>
                  </a:cubicBezTo>
                  <a:cubicBezTo>
                    <a:pt x="1902" y="359"/>
                    <a:pt x="1878" y="244"/>
                    <a:pt x="1902" y="174"/>
                  </a:cubicBezTo>
                  <a:cubicBezTo>
                    <a:pt x="1809" y="128"/>
                    <a:pt x="1693" y="58"/>
                    <a:pt x="1600" y="35"/>
                  </a:cubicBezTo>
                  <a:cubicBezTo>
                    <a:pt x="1519" y="12"/>
                    <a:pt x="1456" y="0"/>
                    <a:pt x="13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59"/>
            <p:cNvSpPr/>
            <p:nvPr/>
          </p:nvSpPr>
          <p:spPr>
            <a:xfrm>
              <a:off x="4052500" y="2403978"/>
              <a:ext cx="149188" cy="166513"/>
            </a:xfrm>
            <a:custGeom>
              <a:avLst/>
              <a:gdLst/>
              <a:ahLst/>
              <a:cxnLst/>
              <a:rect l="l" t="t" r="r" b="b"/>
              <a:pathLst>
                <a:path w="4891" h="5459" extrusionOk="0">
                  <a:moveTo>
                    <a:pt x="1438" y="0"/>
                  </a:moveTo>
                  <a:cubicBezTo>
                    <a:pt x="1484" y="93"/>
                    <a:pt x="1553" y="186"/>
                    <a:pt x="1530" y="255"/>
                  </a:cubicBezTo>
                  <a:cubicBezTo>
                    <a:pt x="1461" y="394"/>
                    <a:pt x="1553" y="510"/>
                    <a:pt x="1669" y="719"/>
                  </a:cubicBezTo>
                  <a:cubicBezTo>
                    <a:pt x="1762" y="927"/>
                    <a:pt x="1438" y="811"/>
                    <a:pt x="1438" y="927"/>
                  </a:cubicBezTo>
                  <a:cubicBezTo>
                    <a:pt x="1430" y="971"/>
                    <a:pt x="1397" y="987"/>
                    <a:pt x="1352" y="987"/>
                  </a:cubicBezTo>
                  <a:cubicBezTo>
                    <a:pt x="1254" y="987"/>
                    <a:pt x="1100" y="912"/>
                    <a:pt x="1020" y="881"/>
                  </a:cubicBezTo>
                  <a:cubicBezTo>
                    <a:pt x="990" y="865"/>
                    <a:pt x="933" y="858"/>
                    <a:pt x="872" y="858"/>
                  </a:cubicBezTo>
                  <a:cubicBezTo>
                    <a:pt x="750" y="858"/>
                    <a:pt x="611" y="889"/>
                    <a:pt x="626" y="950"/>
                  </a:cubicBezTo>
                  <a:cubicBezTo>
                    <a:pt x="626" y="974"/>
                    <a:pt x="626" y="1020"/>
                    <a:pt x="603" y="1066"/>
                  </a:cubicBezTo>
                  <a:cubicBezTo>
                    <a:pt x="650" y="1205"/>
                    <a:pt x="673" y="1344"/>
                    <a:pt x="626" y="1437"/>
                  </a:cubicBezTo>
                  <a:cubicBezTo>
                    <a:pt x="487" y="1622"/>
                    <a:pt x="325" y="1646"/>
                    <a:pt x="348" y="1692"/>
                  </a:cubicBezTo>
                  <a:cubicBezTo>
                    <a:pt x="372" y="1738"/>
                    <a:pt x="580" y="1901"/>
                    <a:pt x="534" y="1970"/>
                  </a:cubicBezTo>
                  <a:cubicBezTo>
                    <a:pt x="487" y="2063"/>
                    <a:pt x="418" y="2016"/>
                    <a:pt x="418" y="2155"/>
                  </a:cubicBezTo>
                  <a:cubicBezTo>
                    <a:pt x="418" y="2295"/>
                    <a:pt x="186" y="2295"/>
                    <a:pt x="117" y="2295"/>
                  </a:cubicBezTo>
                  <a:cubicBezTo>
                    <a:pt x="24" y="2295"/>
                    <a:pt x="117" y="2434"/>
                    <a:pt x="70" y="2549"/>
                  </a:cubicBezTo>
                  <a:cubicBezTo>
                    <a:pt x="24" y="2665"/>
                    <a:pt x="24" y="2897"/>
                    <a:pt x="1" y="2990"/>
                  </a:cubicBezTo>
                  <a:cubicBezTo>
                    <a:pt x="1" y="3082"/>
                    <a:pt x="163" y="3245"/>
                    <a:pt x="163" y="3337"/>
                  </a:cubicBezTo>
                  <a:cubicBezTo>
                    <a:pt x="140" y="3407"/>
                    <a:pt x="1" y="3476"/>
                    <a:pt x="47" y="3546"/>
                  </a:cubicBezTo>
                  <a:cubicBezTo>
                    <a:pt x="70" y="3616"/>
                    <a:pt x="186" y="3685"/>
                    <a:pt x="209" y="3986"/>
                  </a:cubicBezTo>
                  <a:cubicBezTo>
                    <a:pt x="279" y="4009"/>
                    <a:pt x="325" y="4033"/>
                    <a:pt x="348" y="4056"/>
                  </a:cubicBezTo>
                  <a:cubicBezTo>
                    <a:pt x="418" y="4149"/>
                    <a:pt x="534" y="4218"/>
                    <a:pt x="696" y="4218"/>
                  </a:cubicBezTo>
                  <a:cubicBezTo>
                    <a:pt x="835" y="4218"/>
                    <a:pt x="905" y="4334"/>
                    <a:pt x="974" y="4334"/>
                  </a:cubicBezTo>
                  <a:cubicBezTo>
                    <a:pt x="983" y="4331"/>
                    <a:pt x="994" y="4330"/>
                    <a:pt x="1006" y="4330"/>
                  </a:cubicBezTo>
                  <a:cubicBezTo>
                    <a:pt x="1091" y="4330"/>
                    <a:pt x="1232" y="4398"/>
                    <a:pt x="1090" y="4519"/>
                  </a:cubicBezTo>
                  <a:cubicBezTo>
                    <a:pt x="928" y="4635"/>
                    <a:pt x="905" y="4797"/>
                    <a:pt x="881" y="4960"/>
                  </a:cubicBezTo>
                  <a:cubicBezTo>
                    <a:pt x="858" y="5052"/>
                    <a:pt x="858" y="5191"/>
                    <a:pt x="835" y="5284"/>
                  </a:cubicBezTo>
                  <a:cubicBezTo>
                    <a:pt x="893" y="5294"/>
                    <a:pt x="966" y="5299"/>
                    <a:pt x="1039" y="5299"/>
                  </a:cubicBezTo>
                  <a:cubicBezTo>
                    <a:pt x="1142" y="5299"/>
                    <a:pt x="1244" y="5288"/>
                    <a:pt x="1299" y="5261"/>
                  </a:cubicBezTo>
                  <a:cubicBezTo>
                    <a:pt x="1356" y="5238"/>
                    <a:pt x="1409" y="5226"/>
                    <a:pt x="1467" y="5226"/>
                  </a:cubicBezTo>
                  <a:cubicBezTo>
                    <a:pt x="1525" y="5226"/>
                    <a:pt x="1588" y="5238"/>
                    <a:pt x="1669" y="5261"/>
                  </a:cubicBezTo>
                  <a:cubicBezTo>
                    <a:pt x="1762" y="5284"/>
                    <a:pt x="1878" y="5354"/>
                    <a:pt x="1971" y="5400"/>
                  </a:cubicBezTo>
                  <a:cubicBezTo>
                    <a:pt x="1971" y="5354"/>
                    <a:pt x="1994" y="5330"/>
                    <a:pt x="2040" y="5330"/>
                  </a:cubicBezTo>
                  <a:cubicBezTo>
                    <a:pt x="2113" y="5330"/>
                    <a:pt x="2214" y="5458"/>
                    <a:pt x="2287" y="5458"/>
                  </a:cubicBezTo>
                  <a:cubicBezTo>
                    <a:pt x="2308" y="5458"/>
                    <a:pt x="2326" y="5448"/>
                    <a:pt x="2341" y="5423"/>
                  </a:cubicBezTo>
                  <a:cubicBezTo>
                    <a:pt x="2376" y="5354"/>
                    <a:pt x="2440" y="5330"/>
                    <a:pt x="2504" y="5330"/>
                  </a:cubicBezTo>
                  <a:cubicBezTo>
                    <a:pt x="2567" y="5330"/>
                    <a:pt x="2631" y="5354"/>
                    <a:pt x="2666" y="5377"/>
                  </a:cubicBezTo>
                  <a:cubicBezTo>
                    <a:pt x="2712" y="5400"/>
                    <a:pt x="2770" y="5417"/>
                    <a:pt x="2828" y="5417"/>
                  </a:cubicBezTo>
                  <a:cubicBezTo>
                    <a:pt x="2886" y="5417"/>
                    <a:pt x="2944" y="5400"/>
                    <a:pt x="2990" y="5354"/>
                  </a:cubicBezTo>
                  <a:cubicBezTo>
                    <a:pt x="3059" y="5268"/>
                    <a:pt x="3281" y="5220"/>
                    <a:pt x="3429" y="5220"/>
                  </a:cubicBezTo>
                  <a:cubicBezTo>
                    <a:pt x="3480" y="5220"/>
                    <a:pt x="3523" y="5226"/>
                    <a:pt x="3547" y="5238"/>
                  </a:cubicBezTo>
                  <a:cubicBezTo>
                    <a:pt x="3589" y="5248"/>
                    <a:pt x="3657" y="5279"/>
                    <a:pt x="3708" y="5279"/>
                  </a:cubicBezTo>
                  <a:cubicBezTo>
                    <a:pt x="3768" y="5279"/>
                    <a:pt x="3805" y="5238"/>
                    <a:pt x="3755" y="5076"/>
                  </a:cubicBezTo>
                  <a:cubicBezTo>
                    <a:pt x="3686" y="4797"/>
                    <a:pt x="3941" y="4844"/>
                    <a:pt x="3987" y="4728"/>
                  </a:cubicBezTo>
                  <a:cubicBezTo>
                    <a:pt x="4010" y="4635"/>
                    <a:pt x="4335" y="4589"/>
                    <a:pt x="4288" y="4496"/>
                  </a:cubicBezTo>
                  <a:cubicBezTo>
                    <a:pt x="4242" y="4403"/>
                    <a:pt x="3848" y="4149"/>
                    <a:pt x="3709" y="4079"/>
                  </a:cubicBezTo>
                  <a:cubicBezTo>
                    <a:pt x="3593" y="3986"/>
                    <a:pt x="3593" y="3731"/>
                    <a:pt x="3523" y="3616"/>
                  </a:cubicBezTo>
                  <a:cubicBezTo>
                    <a:pt x="3477" y="3500"/>
                    <a:pt x="3338" y="3361"/>
                    <a:pt x="3500" y="3314"/>
                  </a:cubicBezTo>
                  <a:cubicBezTo>
                    <a:pt x="3662" y="3291"/>
                    <a:pt x="3941" y="3222"/>
                    <a:pt x="4056" y="3106"/>
                  </a:cubicBezTo>
                  <a:cubicBezTo>
                    <a:pt x="4195" y="2990"/>
                    <a:pt x="4450" y="2967"/>
                    <a:pt x="4520" y="2897"/>
                  </a:cubicBezTo>
                  <a:cubicBezTo>
                    <a:pt x="4535" y="2882"/>
                    <a:pt x="4553" y="2877"/>
                    <a:pt x="4574" y="2877"/>
                  </a:cubicBezTo>
                  <a:cubicBezTo>
                    <a:pt x="4632" y="2877"/>
                    <a:pt x="4705" y="2917"/>
                    <a:pt x="4755" y="2917"/>
                  </a:cubicBezTo>
                  <a:cubicBezTo>
                    <a:pt x="4773" y="2917"/>
                    <a:pt x="4788" y="2912"/>
                    <a:pt x="4798" y="2897"/>
                  </a:cubicBezTo>
                  <a:cubicBezTo>
                    <a:pt x="4844" y="2804"/>
                    <a:pt x="4891" y="2665"/>
                    <a:pt x="4821" y="2596"/>
                  </a:cubicBezTo>
                  <a:cubicBezTo>
                    <a:pt x="4752" y="2503"/>
                    <a:pt x="4682" y="2364"/>
                    <a:pt x="4682" y="2155"/>
                  </a:cubicBezTo>
                  <a:cubicBezTo>
                    <a:pt x="4659" y="1947"/>
                    <a:pt x="4613" y="1947"/>
                    <a:pt x="4613" y="1854"/>
                  </a:cubicBezTo>
                  <a:cubicBezTo>
                    <a:pt x="4613" y="1761"/>
                    <a:pt x="4566" y="1646"/>
                    <a:pt x="4497" y="1599"/>
                  </a:cubicBezTo>
                  <a:cubicBezTo>
                    <a:pt x="4404" y="1553"/>
                    <a:pt x="4358" y="1507"/>
                    <a:pt x="4450" y="1368"/>
                  </a:cubicBezTo>
                  <a:cubicBezTo>
                    <a:pt x="4543" y="1252"/>
                    <a:pt x="4497" y="904"/>
                    <a:pt x="4450" y="811"/>
                  </a:cubicBezTo>
                  <a:cubicBezTo>
                    <a:pt x="4450" y="788"/>
                    <a:pt x="4450" y="765"/>
                    <a:pt x="4450" y="742"/>
                  </a:cubicBezTo>
                  <a:cubicBezTo>
                    <a:pt x="4427" y="719"/>
                    <a:pt x="4427" y="695"/>
                    <a:pt x="4404" y="672"/>
                  </a:cubicBezTo>
                  <a:cubicBezTo>
                    <a:pt x="4381" y="533"/>
                    <a:pt x="4288" y="487"/>
                    <a:pt x="4080" y="487"/>
                  </a:cubicBezTo>
                  <a:cubicBezTo>
                    <a:pt x="3871" y="487"/>
                    <a:pt x="4219" y="278"/>
                    <a:pt x="4149" y="186"/>
                  </a:cubicBezTo>
                  <a:cubicBezTo>
                    <a:pt x="4134" y="167"/>
                    <a:pt x="4115" y="159"/>
                    <a:pt x="4095" y="159"/>
                  </a:cubicBezTo>
                  <a:cubicBezTo>
                    <a:pt x="4002" y="159"/>
                    <a:pt x="3860" y="312"/>
                    <a:pt x="3722" y="312"/>
                  </a:cubicBezTo>
                  <a:cubicBezTo>
                    <a:pt x="3702" y="312"/>
                    <a:pt x="3682" y="309"/>
                    <a:pt x="3662" y="301"/>
                  </a:cubicBezTo>
                  <a:cubicBezTo>
                    <a:pt x="3641" y="294"/>
                    <a:pt x="3620" y="291"/>
                    <a:pt x="3599" y="291"/>
                  </a:cubicBezTo>
                  <a:cubicBezTo>
                    <a:pt x="3407" y="291"/>
                    <a:pt x="3203" y="547"/>
                    <a:pt x="3037" y="672"/>
                  </a:cubicBezTo>
                  <a:cubicBezTo>
                    <a:pt x="2996" y="702"/>
                    <a:pt x="2948" y="715"/>
                    <a:pt x="2903" y="715"/>
                  </a:cubicBezTo>
                  <a:cubicBezTo>
                    <a:pt x="2771" y="715"/>
                    <a:pt x="2655" y="602"/>
                    <a:pt x="2759" y="464"/>
                  </a:cubicBezTo>
                  <a:cubicBezTo>
                    <a:pt x="2830" y="349"/>
                    <a:pt x="2813" y="305"/>
                    <a:pt x="2745" y="305"/>
                  </a:cubicBezTo>
                  <a:cubicBezTo>
                    <a:pt x="2704" y="305"/>
                    <a:pt x="2644" y="321"/>
                    <a:pt x="2573" y="348"/>
                  </a:cubicBezTo>
                  <a:cubicBezTo>
                    <a:pt x="2517" y="373"/>
                    <a:pt x="2460" y="384"/>
                    <a:pt x="2406" y="384"/>
                  </a:cubicBezTo>
                  <a:cubicBezTo>
                    <a:pt x="2259" y="384"/>
                    <a:pt x="2139" y="298"/>
                    <a:pt x="2156" y="162"/>
                  </a:cubicBezTo>
                  <a:cubicBezTo>
                    <a:pt x="2156" y="116"/>
                    <a:pt x="2156" y="70"/>
                    <a:pt x="2133" y="47"/>
                  </a:cubicBezTo>
                  <a:lnTo>
                    <a:pt x="1924" y="47"/>
                  </a:lnTo>
                  <a:cubicBezTo>
                    <a:pt x="1832" y="23"/>
                    <a:pt x="1646" y="0"/>
                    <a:pt x="1438"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59"/>
            <p:cNvSpPr/>
            <p:nvPr/>
          </p:nvSpPr>
          <p:spPr>
            <a:xfrm>
              <a:off x="4295690" y="2001079"/>
              <a:ext cx="175328" cy="276383"/>
            </a:xfrm>
            <a:custGeom>
              <a:avLst/>
              <a:gdLst/>
              <a:ahLst/>
              <a:cxnLst/>
              <a:rect l="l" t="t" r="r" b="b"/>
              <a:pathLst>
                <a:path w="5748" h="9061" extrusionOk="0">
                  <a:moveTo>
                    <a:pt x="3749" y="1"/>
                  </a:moveTo>
                  <a:cubicBezTo>
                    <a:pt x="3653" y="1"/>
                    <a:pt x="3551" y="51"/>
                    <a:pt x="3499" y="115"/>
                  </a:cubicBezTo>
                  <a:cubicBezTo>
                    <a:pt x="3478" y="144"/>
                    <a:pt x="3418" y="150"/>
                    <a:pt x="3346" y="150"/>
                  </a:cubicBezTo>
                  <a:cubicBezTo>
                    <a:pt x="3288" y="150"/>
                    <a:pt x="3224" y="147"/>
                    <a:pt x="3164" y="147"/>
                  </a:cubicBezTo>
                  <a:cubicBezTo>
                    <a:pt x="3057" y="147"/>
                    <a:pt x="2966" y="159"/>
                    <a:pt x="2966" y="231"/>
                  </a:cubicBezTo>
                  <a:cubicBezTo>
                    <a:pt x="2966" y="393"/>
                    <a:pt x="2619" y="416"/>
                    <a:pt x="2619" y="602"/>
                  </a:cubicBezTo>
                  <a:cubicBezTo>
                    <a:pt x="2619" y="781"/>
                    <a:pt x="2769" y="1067"/>
                    <a:pt x="2552" y="1067"/>
                  </a:cubicBezTo>
                  <a:cubicBezTo>
                    <a:pt x="2544" y="1067"/>
                    <a:pt x="2535" y="1066"/>
                    <a:pt x="2526" y="1065"/>
                  </a:cubicBezTo>
                  <a:cubicBezTo>
                    <a:pt x="2505" y="1063"/>
                    <a:pt x="2486" y="1062"/>
                    <a:pt x="2470" y="1062"/>
                  </a:cubicBezTo>
                  <a:cubicBezTo>
                    <a:pt x="2296" y="1062"/>
                    <a:pt x="2422" y="1176"/>
                    <a:pt x="2294" y="1367"/>
                  </a:cubicBezTo>
                  <a:cubicBezTo>
                    <a:pt x="2254" y="1418"/>
                    <a:pt x="2224" y="1437"/>
                    <a:pt x="2199" y="1437"/>
                  </a:cubicBezTo>
                  <a:cubicBezTo>
                    <a:pt x="2129" y="1437"/>
                    <a:pt x="2098" y="1293"/>
                    <a:pt x="2001" y="1293"/>
                  </a:cubicBezTo>
                  <a:cubicBezTo>
                    <a:pt x="1991" y="1293"/>
                    <a:pt x="1981" y="1294"/>
                    <a:pt x="1970" y="1297"/>
                  </a:cubicBezTo>
                  <a:cubicBezTo>
                    <a:pt x="1953" y="1302"/>
                    <a:pt x="1936" y="1304"/>
                    <a:pt x="1920" y="1304"/>
                  </a:cubicBezTo>
                  <a:cubicBezTo>
                    <a:pt x="1816" y="1304"/>
                    <a:pt x="1716" y="1225"/>
                    <a:pt x="1637" y="1225"/>
                  </a:cubicBezTo>
                  <a:cubicBezTo>
                    <a:pt x="1605" y="1225"/>
                    <a:pt x="1577" y="1238"/>
                    <a:pt x="1553" y="1274"/>
                  </a:cubicBezTo>
                  <a:cubicBezTo>
                    <a:pt x="1528" y="1323"/>
                    <a:pt x="1481" y="1340"/>
                    <a:pt x="1419" y="1340"/>
                  </a:cubicBezTo>
                  <a:cubicBezTo>
                    <a:pt x="1304" y="1340"/>
                    <a:pt x="1139" y="1281"/>
                    <a:pt x="973" y="1251"/>
                  </a:cubicBezTo>
                  <a:cubicBezTo>
                    <a:pt x="695" y="1204"/>
                    <a:pt x="579" y="834"/>
                    <a:pt x="371" y="810"/>
                  </a:cubicBezTo>
                  <a:cubicBezTo>
                    <a:pt x="359" y="808"/>
                    <a:pt x="347" y="808"/>
                    <a:pt x="335" y="808"/>
                  </a:cubicBezTo>
                  <a:cubicBezTo>
                    <a:pt x="208" y="808"/>
                    <a:pt x="85" y="917"/>
                    <a:pt x="0" y="1065"/>
                  </a:cubicBezTo>
                  <a:cubicBezTo>
                    <a:pt x="209" y="1204"/>
                    <a:pt x="348" y="1390"/>
                    <a:pt x="603" y="1506"/>
                  </a:cubicBezTo>
                  <a:cubicBezTo>
                    <a:pt x="881" y="1645"/>
                    <a:pt x="1414" y="1784"/>
                    <a:pt x="1391" y="1969"/>
                  </a:cubicBezTo>
                  <a:cubicBezTo>
                    <a:pt x="1344" y="2155"/>
                    <a:pt x="1275" y="2410"/>
                    <a:pt x="1414" y="2502"/>
                  </a:cubicBezTo>
                  <a:cubicBezTo>
                    <a:pt x="1530" y="2572"/>
                    <a:pt x="1391" y="2896"/>
                    <a:pt x="1530" y="2989"/>
                  </a:cubicBezTo>
                  <a:cubicBezTo>
                    <a:pt x="1692" y="3058"/>
                    <a:pt x="1645" y="3452"/>
                    <a:pt x="1506" y="3452"/>
                  </a:cubicBezTo>
                  <a:cubicBezTo>
                    <a:pt x="1391" y="3452"/>
                    <a:pt x="1530" y="3661"/>
                    <a:pt x="1622" y="3731"/>
                  </a:cubicBezTo>
                  <a:cubicBezTo>
                    <a:pt x="1645" y="3777"/>
                    <a:pt x="1669" y="3870"/>
                    <a:pt x="1692" y="4009"/>
                  </a:cubicBezTo>
                  <a:cubicBezTo>
                    <a:pt x="1854" y="4032"/>
                    <a:pt x="1993" y="4125"/>
                    <a:pt x="2132" y="4194"/>
                  </a:cubicBezTo>
                  <a:cubicBezTo>
                    <a:pt x="2341" y="4287"/>
                    <a:pt x="2318" y="4426"/>
                    <a:pt x="2318" y="4611"/>
                  </a:cubicBezTo>
                  <a:cubicBezTo>
                    <a:pt x="2335" y="4736"/>
                    <a:pt x="2339" y="4820"/>
                    <a:pt x="2287" y="4820"/>
                  </a:cubicBezTo>
                  <a:cubicBezTo>
                    <a:pt x="2272" y="4820"/>
                    <a:pt x="2251" y="4813"/>
                    <a:pt x="2225" y="4797"/>
                  </a:cubicBezTo>
                  <a:cubicBezTo>
                    <a:pt x="2197" y="4780"/>
                    <a:pt x="2169" y="4771"/>
                    <a:pt x="2142" y="4771"/>
                  </a:cubicBezTo>
                  <a:cubicBezTo>
                    <a:pt x="2056" y="4771"/>
                    <a:pt x="1976" y="4858"/>
                    <a:pt x="1924" y="5052"/>
                  </a:cubicBezTo>
                  <a:cubicBezTo>
                    <a:pt x="1877" y="5283"/>
                    <a:pt x="1553" y="5585"/>
                    <a:pt x="1367" y="5585"/>
                  </a:cubicBezTo>
                  <a:cubicBezTo>
                    <a:pt x="1182" y="5608"/>
                    <a:pt x="1205" y="5793"/>
                    <a:pt x="1043" y="5839"/>
                  </a:cubicBezTo>
                  <a:cubicBezTo>
                    <a:pt x="904" y="5886"/>
                    <a:pt x="765" y="5979"/>
                    <a:pt x="765" y="6141"/>
                  </a:cubicBezTo>
                  <a:cubicBezTo>
                    <a:pt x="765" y="6303"/>
                    <a:pt x="533" y="6326"/>
                    <a:pt x="394" y="6326"/>
                  </a:cubicBezTo>
                  <a:cubicBezTo>
                    <a:pt x="232" y="6326"/>
                    <a:pt x="255" y="6604"/>
                    <a:pt x="139" y="6674"/>
                  </a:cubicBezTo>
                  <a:cubicBezTo>
                    <a:pt x="23" y="6743"/>
                    <a:pt x="46" y="6836"/>
                    <a:pt x="162" y="6998"/>
                  </a:cubicBezTo>
                  <a:cubicBezTo>
                    <a:pt x="278" y="7137"/>
                    <a:pt x="185" y="7253"/>
                    <a:pt x="209" y="7369"/>
                  </a:cubicBezTo>
                  <a:cubicBezTo>
                    <a:pt x="255" y="7462"/>
                    <a:pt x="440" y="7717"/>
                    <a:pt x="301" y="7972"/>
                  </a:cubicBezTo>
                  <a:cubicBezTo>
                    <a:pt x="189" y="8240"/>
                    <a:pt x="77" y="8552"/>
                    <a:pt x="153" y="8552"/>
                  </a:cubicBezTo>
                  <a:cubicBezTo>
                    <a:pt x="156" y="8552"/>
                    <a:pt x="159" y="8552"/>
                    <a:pt x="162" y="8551"/>
                  </a:cubicBezTo>
                  <a:cubicBezTo>
                    <a:pt x="172" y="8547"/>
                    <a:pt x="182" y="8545"/>
                    <a:pt x="194" y="8545"/>
                  </a:cubicBezTo>
                  <a:cubicBezTo>
                    <a:pt x="316" y="8545"/>
                    <a:pt x="523" y="8760"/>
                    <a:pt x="672" y="8760"/>
                  </a:cubicBezTo>
                  <a:cubicBezTo>
                    <a:pt x="680" y="8758"/>
                    <a:pt x="687" y="8758"/>
                    <a:pt x="694" y="8758"/>
                  </a:cubicBezTo>
                  <a:cubicBezTo>
                    <a:pt x="823" y="8758"/>
                    <a:pt x="858" y="8928"/>
                    <a:pt x="961" y="8928"/>
                  </a:cubicBezTo>
                  <a:cubicBezTo>
                    <a:pt x="972" y="8928"/>
                    <a:pt x="984" y="8926"/>
                    <a:pt x="997" y="8922"/>
                  </a:cubicBezTo>
                  <a:cubicBezTo>
                    <a:pt x="1015" y="8917"/>
                    <a:pt x="1031" y="8914"/>
                    <a:pt x="1045" y="8914"/>
                  </a:cubicBezTo>
                  <a:cubicBezTo>
                    <a:pt x="1164" y="8914"/>
                    <a:pt x="1208" y="9061"/>
                    <a:pt x="1599" y="9061"/>
                  </a:cubicBezTo>
                  <a:cubicBezTo>
                    <a:pt x="2039" y="9038"/>
                    <a:pt x="2943" y="8667"/>
                    <a:pt x="3291" y="8667"/>
                  </a:cubicBezTo>
                  <a:cubicBezTo>
                    <a:pt x="3499" y="8667"/>
                    <a:pt x="3662" y="8644"/>
                    <a:pt x="3778" y="8620"/>
                  </a:cubicBezTo>
                  <a:cubicBezTo>
                    <a:pt x="3870" y="8505"/>
                    <a:pt x="3963" y="8366"/>
                    <a:pt x="4056" y="8273"/>
                  </a:cubicBezTo>
                  <a:cubicBezTo>
                    <a:pt x="4264" y="8064"/>
                    <a:pt x="4751" y="7902"/>
                    <a:pt x="4890" y="7601"/>
                  </a:cubicBezTo>
                  <a:cubicBezTo>
                    <a:pt x="5006" y="7323"/>
                    <a:pt x="5585" y="7091"/>
                    <a:pt x="5678" y="6836"/>
                  </a:cubicBezTo>
                  <a:cubicBezTo>
                    <a:pt x="5747" y="6697"/>
                    <a:pt x="5747" y="6627"/>
                    <a:pt x="5539" y="6396"/>
                  </a:cubicBezTo>
                  <a:cubicBezTo>
                    <a:pt x="5330" y="6141"/>
                    <a:pt x="4867" y="6002"/>
                    <a:pt x="4844" y="5863"/>
                  </a:cubicBezTo>
                  <a:cubicBezTo>
                    <a:pt x="4820" y="5724"/>
                    <a:pt x="5214" y="5724"/>
                    <a:pt x="5191" y="5561"/>
                  </a:cubicBezTo>
                  <a:cubicBezTo>
                    <a:pt x="5168" y="5399"/>
                    <a:pt x="4983" y="5399"/>
                    <a:pt x="4890" y="5260"/>
                  </a:cubicBezTo>
                  <a:cubicBezTo>
                    <a:pt x="4820" y="5144"/>
                    <a:pt x="4983" y="5052"/>
                    <a:pt x="4983" y="4982"/>
                  </a:cubicBezTo>
                  <a:cubicBezTo>
                    <a:pt x="4959" y="4936"/>
                    <a:pt x="4728" y="4889"/>
                    <a:pt x="4705" y="4820"/>
                  </a:cubicBezTo>
                  <a:cubicBezTo>
                    <a:pt x="4681" y="4727"/>
                    <a:pt x="4867" y="4750"/>
                    <a:pt x="4844" y="4658"/>
                  </a:cubicBezTo>
                  <a:cubicBezTo>
                    <a:pt x="4797" y="4542"/>
                    <a:pt x="4635" y="4379"/>
                    <a:pt x="4751" y="4217"/>
                  </a:cubicBezTo>
                  <a:cubicBezTo>
                    <a:pt x="4867" y="4078"/>
                    <a:pt x="5099" y="4217"/>
                    <a:pt x="4936" y="3893"/>
                  </a:cubicBezTo>
                  <a:cubicBezTo>
                    <a:pt x="4751" y="3591"/>
                    <a:pt x="4473" y="3174"/>
                    <a:pt x="4403" y="3082"/>
                  </a:cubicBezTo>
                  <a:cubicBezTo>
                    <a:pt x="4357" y="2989"/>
                    <a:pt x="4473" y="2827"/>
                    <a:pt x="4566" y="2757"/>
                  </a:cubicBezTo>
                  <a:cubicBezTo>
                    <a:pt x="4681" y="2688"/>
                    <a:pt x="4913" y="2456"/>
                    <a:pt x="4913" y="2363"/>
                  </a:cubicBezTo>
                  <a:cubicBezTo>
                    <a:pt x="4913" y="2247"/>
                    <a:pt x="4612" y="1992"/>
                    <a:pt x="4519" y="1946"/>
                  </a:cubicBezTo>
                  <a:cubicBezTo>
                    <a:pt x="4450" y="1900"/>
                    <a:pt x="4264" y="1923"/>
                    <a:pt x="4195" y="1761"/>
                  </a:cubicBezTo>
                  <a:cubicBezTo>
                    <a:pt x="4102" y="1598"/>
                    <a:pt x="4032" y="1552"/>
                    <a:pt x="4102" y="1459"/>
                  </a:cubicBezTo>
                  <a:cubicBezTo>
                    <a:pt x="4195" y="1344"/>
                    <a:pt x="4195" y="1251"/>
                    <a:pt x="4195" y="1158"/>
                  </a:cubicBezTo>
                  <a:cubicBezTo>
                    <a:pt x="4195" y="1065"/>
                    <a:pt x="4357" y="1135"/>
                    <a:pt x="4403" y="996"/>
                  </a:cubicBezTo>
                  <a:cubicBezTo>
                    <a:pt x="4403" y="926"/>
                    <a:pt x="4450" y="857"/>
                    <a:pt x="4519" y="787"/>
                  </a:cubicBezTo>
                  <a:cubicBezTo>
                    <a:pt x="4519" y="695"/>
                    <a:pt x="4519" y="579"/>
                    <a:pt x="4519" y="486"/>
                  </a:cubicBezTo>
                  <a:cubicBezTo>
                    <a:pt x="4496" y="347"/>
                    <a:pt x="4056" y="277"/>
                    <a:pt x="3940" y="115"/>
                  </a:cubicBezTo>
                  <a:cubicBezTo>
                    <a:pt x="3899" y="33"/>
                    <a:pt x="3825" y="1"/>
                    <a:pt x="37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59"/>
            <p:cNvSpPr/>
            <p:nvPr/>
          </p:nvSpPr>
          <p:spPr>
            <a:xfrm>
              <a:off x="4519055" y="2873036"/>
              <a:ext cx="351358" cy="280989"/>
            </a:xfrm>
            <a:custGeom>
              <a:avLst/>
              <a:gdLst/>
              <a:ahLst/>
              <a:cxnLst/>
              <a:rect l="l" t="t" r="r" b="b"/>
              <a:pathLst>
                <a:path w="11519" h="9212" extrusionOk="0">
                  <a:moveTo>
                    <a:pt x="2736" y="0"/>
                  </a:moveTo>
                  <a:cubicBezTo>
                    <a:pt x="2650" y="0"/>
                    <a:pt x="2588" y="10"/>
                    <a:pt x="2434" y="10"/>
                  </a:cubicBezTo>
                  <a:cubicBezTo>
                    <a:pt x="2202" y="10"/>
                    <a:pt x="2318" y="150"/>
                    <a:pt x="1878" y="173"/>
                  </a:cubicBezTo>
                  <a:cubicBezTo>
                    <a:pt x="1437" y="196"/>
                    <a:pt x="1205" y="474"/>
                    <a:pt x="1345" y="520"/>
                  </a:cubicBezTo>
                  <a:cubicBezTo>
                    <a:pt x="1460" y="567"/>
                    <a:pt x="1878" y="937"/>
                    <a:pt x="1739" y="984"/>
                  </a:cubicBezTo>
                  <a:cubicBezTo>
                    <a:pt x="1623" y="1053"/>
                    <a:pt x="1599" y="1239"/>
                    <a:pt x="1414" y="1239"/>
                  </a:cubicBezTo>
                  <a:cubicBezTo>
                    <a:pt x="1252" y="1239"/>
                    <a:pt x="1066" y="1262"/>
                    <a:pt x="1066" y="1401"/>
                  </a:cubicBezTo>
                  <a:cubicBezTo>
                    <a:pt x="1066" y="1533"/>
                    <a:pt x="858" y="1727"/>
                    <a:pt x="678" y="1727"/>
                  </a:cubicBezTo>
                  <a:cubicBezTo>
                    <a:pt x="669" y="1727"/>
                    <a:pt x="659" y="1727"/>
                    <a:pt x="649" y="1725"/>
                  </a:cubicBezTo>
                  <a:cubicBezTo>
                    <a:pt x="533" y="1702"/>
                    <a:pt x="302" y="1586"/>
                    <a:pt x="93" y="1494"/>
                  </a:cubicBezTo>
                  <a:lnTo>
                    <a:pt x="47" y="1633"/>
                  </a:lnTo>
                  <a:lnTo>
                    <a:pt x="24" y="1795"/>
                  </a:lnTo>
                  <a:cubicBezTo>
                    <a:pt x="70" y="1911"/>
                    <a:pt x="0" y="2374"/>
                    <a:pt x="116" y="2421"/>
                  </a:cubicBezTo>
                  <a:cubicBezTo>
                    <a:pt x="232" y="2444"/>
                    <a:pt x="302" y="2676"/>
                    <a:pt x="557" y="2954"/>
                  </a:cubicBezTo>
                  <a:cubicBezTo>
                    <a:pt x="811" y="3232"/>
                    <a:pt x="1345" y="3997"/>
                    <a:pt x="1345" y="4182"/>
                  </a:cubicBezTo>
                  <a:cubicBezTo>
                    <a:pt x="1368" y="4367"/>
                    <a:pt x="1437" y="4576"/>
                    <a:pt x="1762" y="4785"/>
                  </a:cubicBezTo>
                  <a:cubicBezTo>
                    <a:pt x="2086" y="5016"/>
                    <a:pt x="2086" y="5271"/>
                    <a:pt x="2272" y="5410"/>
                  </a:cubicBezTo>
                  <a:cubicBezTo>
                    <a:pt x="2434" y="5526"/>
                    <a:pt x="2387" y="5688"/>
                    <a:pt x="2411" y="6013"/>
                  </a:cubicBezTo>
                  <a:cubicBezTo>
                    <a:pt x="2411" y="6337"/>
                    <a:pt x="2550" y="6754"/>
                    <a:pt x="2851" y="6917"/>
                  </a:cubicBezTo>
                  <a:cubicBezTo>
                    <a:pt x="3129" y="7102"/>
                    <a:pt x="3338" y="7287"/>
                    <a:pt x="3477" y="7635"/>
                  </a:cubicBezTo>
                  <a:cubicBezTo>
                    <a:pt x="3616" y="7983"/>
                    <a:pt x="3778" y="8284"/>
                    <a:pt x="3963" y="8469"/>
                  </a:cubicBezTo>
                  <a:cubicBezTo>
                    <a:pt x="4149" y="8655"/>
                    <a:pt x="4056" y="8748"/>
                    <a:pt x="4149" y="8887"/>
                  </a:cubicBezTo>
                  <a:cubicBezTo>
                    <a:pt x="4218" y="8956"/>
                    <a:pt x="4288" y="9095"/>
                    <a:pt x="4334" y="9211"/>
                  </a:cubicBezTo>
                  <a:cubicBezTo>
                    <a:pt x="4473" y="9141"/>
                    <a:pt x="4589" y="9095"/>
                    <a:pt x="4589" y="9072"/>
                  </a:cubicBezTo>
                  <a:cubicBezTo>
                    <a:pt x="4612" y="9002"/>
                    <a:pt x="4520" y="8840"/>
                    <a:pt x="4566" y="8771"/>
                  </a:cubicBezTo>
                  <a:cubicBezTo>
                    <a:pt x="4612" y="8724"/>
                    <a:pt x="4705" y="8608"/>
                    <a:pt x="4821" y="8585"/>
                  </a:cubicBezTo>
                  <a:cubicBezTo>
                    <a:pt x="4834" y="8578"/>
                    <a:pt x="4848" y="8576"/>
                    <a:pt x="4862" y="8576"/>
                  </a:cubicBezTo>
                  <a:cubicBezTo>
                    <a:pt x="4929" y="8576"/>
                    <a:pt x="5005" y="8641"/>
                    <a:pt x="5130" y="8641"/>
                  </a:cubicBezTo>
                  <a:cubicBezTo>
                    <a:pt x="5156" y="8641"/>
                    <a:pt x="5184" y="8638"/>
                    <a:pt x="5215" y="8632"/>
                  </a:cubicBezTo>
                  <a:cubicBezTo>
                    <a:pt x="5253" y="8627"/>
                    <a:pt x="5298" y="8625"/>
                    <a:pt x="5347" y="8625"/>
                  </a:cubicBezTo>
                  <a:cubicBezTo>
                    <a:pt x="5564" y="8625"/>
                    <a:pt x="5849" y="8663"/>
                    <a:pt x="5887" y="8701"/>
                  </a:cubicBezTo>
                  <a:cubicBezTo>
                    <a:pt x="5933" y="8748"/>
                    <a:pt x="6513" y="8724"/>
                    <a:pt x="6652" y="8817"/>
                  </a:cubicBezTo>
                  <a:cubicBezTo>
                    <a:pt x="6705" y="8861"/>
                    <a:pt x="6757" y="8885"/>
                    <a:pt x="6808" y="8885"/>
                  </a:cubicBezTo>
                  <a:cubicBezTo>
                    <a:pt x="6890" y="8885"/>
                    <a:pt x="6965" y="8822"/>
                    <a:pt x="7022" y="8678"/>
                  </a:cubicBezTo>
                  <a:cubicBezTo>
                    <a:pt x="7115" y="8469"/>
                    <a:pt x="7764" y="8006"/>
                    <a:pt x="7880" y="7960"/>
                  </a:cubicBezTo>
                  <a:cubicBezTo>
                    <a:pt x="7973" y="7913"/>
                    <a:pt x="8668" y="7960"/>
                    <a:pt x="8946" y="7890"/>
                  </a:cubicBezTo>
                  <a:cubicBezTo>
                    <a:pt x="9224" y="7821"/>
                    <a:pt x="11078" y="7241"/>
                    <a:pt x="11148" y="7172"/>
                  </a:cubicBezTo>
                  <a:cubicBezTo>
                    <a:pt x="11217" y="7102"/>
                    <a:pt x="11518" y="6129"/>
                    <a:pt x="11518" y="6036"/>
                  </a:cubicBezTo>
                  <a:cubicBezTo>
                    <a:pt x="11518" y="5924"/>
                    <a:pt x="11389" y="5641"/>
                    <a:pt x="11256" y="5641"/>
                  </a:cubicBezTo>
                  <a:cubicBezTo>
                    <a:pt x="11251" y="5641"/>
                    <a:pt x="11245" y="5641"/>
                    <a:pt x="11240" y="5642"/>
                  </a:cubicBezTo>
                  <a:cubicBezTo>
                    <a:pt x="11101" y="5642"/>
                    <a:pt x="9943" y="5526"/>
                    <a:pt x="9873" y="5480"/>
                  </a:cubicBezTo>
                  <a:cubicBezTo>
                    <a:pt x="9803" y="5433"/>
                    <a:pt x="9502" y="5202"/>
                    <a:pt x="9456" y="4900"/>
                  </a:cubicBezTo>
                  <a:cubicBezTo>
                    <a:pt x="9363" y="4831"/>
                    <a:pt x="9270" y="4669"/>
                    <a:pt x="9224" y="4553"/>
                  </a:cubicBezTo>
                  <a:cubicBezTo>
                    <a:pt x="9108" y="4553"/>
                    <a:pt x="8900" y="4530"/>
                    <a:pt x="8784" y="4228"/>
                  </a:cubicBezTo>
                  <a:cubicBezTo>
                    <a:pt x="8668" y="4159"/>
                    <a:pt x="8390" y="3742"/>
                    <a:pt x="8482" y="3649"/>
                  </a:cubicBezTo>
                  <a:cubicBezTo>
                    <a:pt x="8598" y="3510"/>
                    <a:pt x="8413" y="3209"/>
                    <a:pt x="8251" y="3046"/>
                  </a:cubicBezTo>
                  <a:cubicBezTo>
                    <a:pt x="8065" y="2884"/>
                    <a:pt x="7695" y="2583"/>
                    <a:pt x="7695" y="2398"/>
                  </a:cubicBezTo>
                  <a:cubicBezTo>
                    <a:pt x="7671" y="2351"/>
                    <a:pt x="7648" y="2258"/>
                    <a:pt x="7625" y="2166"/>
                  </a:cubicBezTo>
                  <a:lnTo>
                    <a:pt x="7185" y="2143"/>
                  </a:lnTo>
                  <a:lnTo>
                    <a:pt x="6907" y="1934"/>
                  </a:lnTo>
                  <a:cubicBezTo>
                    <a:pt x="6907" y="1934"/>
                    <a:pt x="6072" y="1818"/>
                    <a:pt x="5933" y="1818"/>
                  </a:cubicBezTo>
                  <a:cubicBezTo>
                    <a:pt x="5794" y="1818"/>
                    <a:pt x="5470" y="1772"/>
                    <a:pt x="5284" y="1610"/>
                  </a:cubicBezTo>
                  <a:cubicBezTo>
                    <a:pt x="5099" y="1424"/>
                    <a:pt x="4149" y="729"/>
                    <a:pt x="3963" y="636"/>
                  </a:cubicBezTo>
                  <a:cubicBezTo>
                    <a:pt x="3801" y="544"/>
                    <a:pt x="3083" y="34"/>
                    <a:pt x="2897" y="10"/>
                  </a:cubicBezTo>
                  <a:cubicBezTo>
                    <a:pt x="2828" y="3"/>
                    <a:pt x="2779" y="0"/>
                    <a:pt x="27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59"/>
            <p:cNvSpPr/>
            <p:nvPr/>
          </p:nvSpPr>
          <p:spPr>
            <a:xfrm>
              <a:off x="4808180" y="3001998"/>
              <a:ext cx="134333" cy="149188"/>
            </a:xfrm>
            <a:custGeom>
              <a:avLst/>
              <a:gdLst/>
              <a:ahLst/>
              <a:cxnLst/>
              <a:rect l="l" t="t" r="r" b="b"/>
              <a:pathLst>
                <a:path w="4404" h="4891" extrusionOk="0">
                  <a:moveTo>
                    <a:pt x="2572" y="0"/>
                  </a:moveTo>
                  <a:lnTo>
                    <a:pt x="2387" y="116"/>
                  </a:lnTo>
                  <a:lnTo>
                    <a:pt x="2178" y="116"/>
                  </a:lnTo>
                  <a:lnTo>
                    <a:pt x="2178" y="533"/>
                  </a:lnTo>
                  <a:lnTo>
                    <a:pt x="1831" y="951"/>
                  </a:lnTo>
                  <a:lnTo>
                    <a:pt x="1645" y="1414"/>
                  </a:lnTo>
                  <a:lnTo>
                    <a:pt x="1761" y="1414"/>
                  </a:lnTo>
                  <a:cubicBezTo>
                    <a:pt x="1900" y="1414"/>
                    <a:pt x="2039" y="1692"/>
                    <a:pt x="2039" y="1808"/>
                  </a:cubicBezTo>
                  <a:cubicBezTo>
                    <a:pt x="2039" y="1924"/>
                    <a:pt x="1761" y="2897"/>
                    <a:pt x="1669" y="2944"/>
                  </a:cubicBezTo>
                  <a:cubicBezTo>
                    <a:pt x="1622" y="2990"/>
                    <a:pt x="649" y="3314"/>
                    <a:pt x="0" y="3523"/>
                  </a:cubicBezTo>
                  <a:cubicBezTo>
                    <a:pt x="139" y="3801"/>
                    <a:pt x="417" y="4380"/>
                    <a:pt x="672" y="4890"/>
                  </a:cubicBezTo>
                  <a:cubicBezTo>
                    <a:pt x="718" y="4890"/>
                    <a:pt x="765" y="4867"/>
                    <a:pt x="811" y="4821"/>
                  </a:cubicBezTo>
                  <a:cubicBezTo>
                    <a:pt x="1112" y="4659"/>
                    <a:pt x="1460" y="4728"/>
                    <a:pt x="1692" y="4682"/>
                  </a:cubicBezTo>
                  <a:cubicBezTo>
                    <a:pt x="1924" y="4612"/>
                    <a:pt x="1715" y="4427"/>
                    <a:pt x="1900" y="4241"/>
                  </a:cubicBezTo>
                  <a:cubicBezTo>
                    <a:pt x="1987" y="4174"/>
                    <a:pt x="2089" y="4159"/>
                    <a:pt x="2186" y="4159"/>
                  </a:cubicBezTo>
                  <a:cubicBezTo>
                    <a:pt x="2269" y="4159"/>
                    <a:pt x="2347" y="4170"/>
                    <a:pt x="2408" y="4170"/>
                  </a:cubicBezTo>
                  <a:cubicBezTo>
                    <a:pt x="2448" y="4170"/>
                    <a:pt x="2481" y="4165"/>
                    <a:pt x="2503" y="4149"/>
                  </a:cubicBezTo>
                  <a:cubicBezTo>
                    <a:pt x="2619" y="4102"/>
                    <a:pt x="2688" y="3732"/>
                    <a:pt x="2874" y="3639"/>
                  </a:cubicBezTo>
                  <a:cubicBezTo>
                    <a:pt x="3036" y="3569"/>
                    <a:pt x="3245" y="3639"/>
                    <a:pt x="3221" y="3477"/>
                  </a:cubicBezTo>
                  <a:cubicBezTo>
                    <a:pt x="3198" y="3314"/>
                    <a:pt x="3221" y="2758"/>
                    <a:pt x="3407" y="2735"/>
                  </a:cubicBezTo>
                  <a:cubicBezTo>
                    <a:pt x="3569" y="2712"/>
                    <a:pt x="3824" y="2526"/>
                    <a:pt x="3847" y="2434"/>
                  </a:cubicBezTo>
                  <a:cubicBezTo>
                    <a:pt x="3847" y="2341"/>
                    <a:pt x="4195" y="1970"/>
                    <a:pt x="4287" y="1785"/>
                  </a:cubicBezTo>
                  <a:cubicBezTo>
                    <a:pt x="4403" y="1623"/>
                    <a:pt x="4403" y="1507"/>
                    <a:pt x="4241" y="1484"/>
                  </a:cubicBezTo>
                  <a:cubicBezTo>
                    <a:pt x="4102" y="1460"/>
                    <a:pt x="3847" y="1043"/>
                    <a:pt x="3801" y="927"/>
                  </a:cubicBezTo>
                  <a:cubicBezTo>
                    <a:pt x="3731" y="788"/>
                    <a:pt x="3268" y="881"/>
                    <a:pt x="2874" y="580"/>
                  </a:cubicBezTo>
                  <a:cubicBezTo>
                    <a:pt x="2735" y="464"/>
                    <a:pt x="2642" y="232"/>
                    <a:pt x="2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59"/>
            <p:cNvSpPr/>
            <p:nvPr/>
          </p:nvSpPr>
          <p:spPr>
            <a:xfrm>
              <a:off x="4786951" y="2985649"/>
              <a:ext cx="19125" cy="26476"/>
            </a:xfrm>
            <a:custGeom>
              <a:avLst/>
              <a:gdLst/>
              <a:ahLst/>
              <a:cxnLst/>
              <a:rect l="l" t="t" r="r" b="b"/>
              <a:pathLst>
                <a:path w="627" h="868" extrusionOk="0">
                  <a:moveTo>
                    <a:pt x="363" y="0"/>
                  </a:moveTo>
                  <a:cubicBezTo>
                    <a:pt x="152" y="0"/>
                    <a:pt x="47" y="426"/>
                    <a:pt x="47" y="536"/>
                  </a:cubicBezTo>
                  <a:cubicBezTo>
                    <a:pt x="47" y="560"/>
                    <a:pt x="24" y="560"/>
                    <a:pt x="1" y="560"/>
                  </a:cubicBezTo>
                  <a:cubicBezTo>
                    <a:pt x="96" y="808"/>
                    <a:pt x="255" y="867"/>
                    <a:pt x="373" y="867"/>
                  </a:cubicBezTo>
                  <a:cubicBezTo>
                    <a:pt x="398" y="867"/>
                    <a:pt x="421" y="865"/>
                    <a:pt x="441" y="861"/>
                  </a:cubicBezTo>
                  <a:cubicBezTo>
                    <a:pt x="441" y="814"/>
                    <a:pt x="441" y="745"/>
                    <a:pt x="464" y="722"/>
                  </a:cubicBezTo>
                  <a:cubicBezTo>
                    <a:pt x="557" y="536"/>
                    <a:pt x="626" y="73"/>
                    <a:pt x="395" y="3"/>
                  </a:cubicBezTo>
                  <a:cubicBezTo>
                    <a:pt x="384" y="1"/>
                    <a:pt x="373" y="0"/>
                    <a:pt x="3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59"/>
            <p:cNvSpPr/>
            <p:nvPr/>
          </p:nvSpPr>
          <p:spPr>
            <a:xfrm>
              <a:off x="4807448" y="2981471"/>
              <a:ext cx="79215" cy="63689"/>
            </a:xfrm>
            <a:custGeom>
              <a:avLst/>
              <a:gdLst/>
              <a:ahLst/>
              <a:cxnLst/>
              <a:rect l="l" t="t" r="r" b="b"/>
              <a:pathLst>
                <a:path w="2597" h="2088" extrusionOk="0">
                  <a:moveTo>
                    <a:pt x="2450" y="0"/>
                  </a:moveTo>
                  <a:cubicBezTo>
                    <a:pt x="2345" y="0"/>
                    <a:pt x="1967" y="426"/>
                    <a:pt x="1809" y="720"/>
                  </a:cubicBezTo>
                  <a:cubicBezTo>
                    <a:pt x="1666" y="1005"/>
                    <a:pt x="1290" y="1219"/>
                    <a:pt x="918" y="1219"/>
                  </a:cubicBezTo>
                  <a:cubicBezTo>
                    <a:pt x="867" y="1219"/>
                    <a:pt x="816" y="1215"/>
                    <a:pt x="766" y="1206"/>
                  </a:cubicBezTo>
                  <a:cubicBezTo>
                    <a:pt x="699" y="1195"/>
                    <a:pt x="640" y="1190"/>
                    <a:pt x="587" y="1190"/>
                  </a:cubicBezTo>
                  <a:cubicBezTo>
                    <a:pt x="325" y="1190"/>
                    <a:pt x="213" y="1315"/>
                    <a:pt x="117" y="1392"/>
                  </a:cubicBezTo>
                  <a:cubicBezTo>
                    <a:pt x="94" y="1392"/>
                    <a:pt x="47" y="1392"/>
                    <a:pt x="1" y="1345"/>
                  </a:cubicBezTo>
                  <a:lnTo>
                    <a:pt x="1" y="1345"/>
                  </a:lnTo>
                  <a:cubicBezTo>
                    <a:pt x="47" y="1670"/>
                    <a:pt x="348" y="1902"/>
                    <a:pt x="418" y="1948"/>
                  </a:cubicBezTo>
                  <a:cubicBezTo>
                    <a:pt x="488" y="1971"/>
                    <a:pt x="1345" y="2087"/>
                    <a:pt x="1669" y="2087"/>
                  </a:cubicBezTo>
                  <a:lnTo>
                    <a:pt x="1855" y="1624"/>
                  </a:lnTo>
                  <a:lnTo>
                    <a:pt x="2202" y="1206"/>
                  </a:lnTo>
                  <a:lnTo>
                    <a:pt x="2202" y="789"/>
                  </a:lnTo>
                  <a:lnTo>
                    <a:pt x="2411" y="789"/>
                  </a:lnTo>
                  <a:lnTo>
                    <a:pt x="2596" y="673"/>
                  </a:lnTo>
                  <a:cubicBezTo>
                    <a:pt x="2527" y="326"/>
                    <a:pt x="2504" y="1"/>
                    <a:pt x="2457" y="1"/>
                  </a:cubicBezTo>
                  <a:cubicBezTo>
                    <a:pt x="2455" y="1"/>
                    <a:pt x="2453" y="0"/>
                    <a:pt x="24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59"/>
            <p:cNvSpPr/>
            <p:nvPr/>
          </p:nvSpPr>
          <p:spPr>
            <a:xfrm>
              <a:off x="5594912" y="3322207"/>
              <a:ext cx="323662" cy="98096"/>
            </a:xfrm>
            <a:custGeom>
              <a:avLst/>
              <a:gdLst/>
              <a:ahLst/>
              <a:cxnLst/>
              <a:rect l="l" t="t" r="r" b="b"/>
              <a:pathLst>
                <a:path w="10611" h="3216" extrusionOk="0">
                  <a:moveTo>
                    <a:pt x="1" y="70"/>
                  </a:moveTo>
                  <a:cubicBezTo>
                    <a:pt x="140" y="348"/>
                    <a:pt x="140" y="650"/>
                    <a:pt x="163" y="905"/>
                  </a:cubicBezTo>
                  <a:cubicBezTo>
                    <a:pt x="163" y="1229"/>
                    <a:pt x="627" y="1739"/>
                    <a:pt x="719" y="1947"/>
                  </a:cubicBezTo>
                  <a:cubicBezTo>
                    <a:pt x="789" y="2156"/>
                    <a:pt x="928" y="2226"/>
                    <a:pt x="1229" y="2457"/>
                  </a:cubicBezTo>
                  <a:cubicBezTo>
                    <a:pt x="1534" y="2675"/>
                    <a:pt x="2084" y="2994"/>
                    <a:pt x="2246" y="2994"/>
                  </a:cubicBezTo>
                  <a:cubicBezTo>
                    <a:pt x="2256" y="2994"/>
                    <a:pt x="2265" y="2993"/>
                    <a:pt x="2272" y="2990"/>
                  </a:cubicBezTo>
                  <a:cubicBezTo>
                    <a:pt x="2411" y="2921"/>
                    <a:pt x="2087" y="2411"/>
                    <a:pt x="1925" y="2202"/>
                  </a:cubicBezTo>
                  <a:cubicBezTo>
                    <a:pt x="1739" y="2040"/>
                    <a:pt x="1901" y="1530"/>
                    <a:pt x="1925" y="1159"/>
                  </a:cubicBezTo>
                  <a:cubicBezTo>
                    <a:pt x="1925" y="812"/>
                    <a:pt x="1577" y="835"/>
                    <a:pt x="1484" y="580"/>
                  </a:cubicBezTo>
                  <a:cubicBezTo>
                    <a:pt x="1415" y="348"/>
                    <a:pt x="1276" y="487"/>
                    <a:pt x="1229" y="325"/>
                  </a:cubicBezTo>
                  <a:cubicBezTo>
                    <a:pt x="1229" y="302"/>
                    <a:pt x="1206" y="279"/>
                    <a:pt x="1183" y="256"/>
                  </a:cubicBezTo>
                  <a:cubicBezTo>
                    <a:pt x="998" y="302"/>
                    <a:pt x="1067" y="464"/>
                    <a:pt x="1021" y="464"/>
                  </a:cubicBezTo>
                  <a:cubicBezTo>
                    <a:pt x="990" y="475"/>
                    <a:pt x="898" y="485"/>
                    <a:pt x="807" y="485"/>
                  </a:cubicBezTo>
                  <a:cubicBezTo>
                    <a:pt x="694" y="485"/>
                    <a:pt x="580" y="469"/>
                    <a:pt x="580" y="418"/>
                  </a:cubicBezTo>
                  <a:cubicBezTo>
                    <a:pt x="580" y="302"/>
                    <a:pt x="534" y="117"/>
                    <a:pt x="325" y="93"/>
                  </a:cubicBezTo>
                  <a:cubicBezTo>
                    <a:pt x="210" y="70"/>
                    <a:pt x="94" y="70"/>
                    <a:pt x="1" y="70"/>
                  </a:cubicBezTo>
                  <a:close/>
                  <a:moveTo>
                    <a:pt x="9202" y="1"/>
                  </a:moveTo>
                  <a:cubicBezTo>
                    <a:pt x="8993" y="1"/>
                    <a:pt x="8784" y="372"/>
                    <a:pt x="8761" y="534"/>
                  </a:cubicBezTo>
                  <a:cubicBezTo>
                    <a:pt x="8738" y="696"/>
                    <a:pt x="8437" y="696"/>
                    <a:pt x="8460" y="905"/>
                  </a:cubicBezTo>
                  <a:cubicBezTo>
                    <a:pt x="8483" y="997"/>
                    <a:pt x="8414" y="1044"/>
                    <a:pt x="8344" y="1067"/>
                  </a:cubicBezTo>
                  <a:cubicBezTo>
                    <a:pt x="8390" y="1252"/>
                    <a:pt x="8437" y="1391"/>
                    <a:pt x="8344" y="1391"/>
                  </a:cubicBezTo>
                  <a:cubicBezTo>
                    <a:pt x="8330" y="1385"/>
                    <a:pt x="8316" y="1383"/>
                    <a:pt x="8303" y="1383"/>
                  </a:cubicBezTo>
                  <a:cubicBezTo>
                    <a:pt x="8214" y="1383"/>
                    <a:pt x="8159" y="1507"/>
                    <a:pt x="7996" y="1507"/>
                  </a:cubicBezTo>
                  <a:cubicBezTo>
                    <a:pt x="7927" y="1507"/>
                    <a:pt x="7811" y="1345"/>
                    <a:pt x="7695" y="1136"/>
                  </a:cubicBezTo>
                  <a:cubicBezTo>
                    <a:pt x="7556" y="1136"/>
                    <a:pt x="7278" y="1577"/>
                    <a:pt x="7208" y="1878"/>
                  </a:cubicBezTo>
                  <a:cubicBezTo>
                    <a:pt x="7139" y="2202"/>
                    <a:pt x="6861" y="2086"/>
                    <a:pt x="6421" y="2133"/>
                  </a:cubicBezTo>
                  <a:cubicBezTo>
                    <a:pt x="5980" y="2156"/>
                    <a:pt x="6166" y="2619"/>
                    <a:pt x="6050" y="2828"/>
                  </a:cubicBezTo>
                  <a:cubicBezTo>
                    <a:pt x="6035" y="2867"/>
                    <a:pt x="6003" y="2882"/>
                    <a:pt x="5958" y="2882"/>
                  </a:cubicBezTo>
                  <a:cubicBezTo>
                    <a:pt x="5788" y="2882"/>
                    <a:pt x="5441" y="2656"/>
                    <a:pt x="5239" y="2619"/>
                  </a:cubicBezTo>
                  <a:lnTo>
                    <a:pt x="5239" y="2619"/>
                  </a:lnTo>
                  <a:cubicBezTo>
                    <a:pt x="5285" y="2782"/>
                    <a:pt x="5354" y="2967"/>
                    <a:pt x="5401" y="2967"/>
                  </a:cubicBezTo>
                  <a:cubicBezTo>
                    <a:pt x="5522" y="2967"/>
                    <a:pt x="5680" y="3216"/>
                    <a:pt x="5810" y="3216"/>
                  </a:cubicBezTo>
                  <a:cubicBezTo>
                    <a:pt x="5829" y="3216"/>
                    <a:pt x="5847" y="3210"/>
                    <a:pt x="5864" y="3199"/>
                  </a:cubicBezTo>
                  <a:cubicBezTo>
                    <a:pt x="5920" y="3162"/>
                    <a:pt x="6013" y="3154"/>
                    <a:pt x="6117" y="3154"/>
                  </a:cubicBezTo>
                  <a:cubicBezTo>
                    <a:pt x="6187" y="3154"/>
                    <a:pt x="6262" y="3158"/>
                    <a:pt x="6335" y="3158"/>
                  </a:cubicBezTo>
                  <a:cubicBezTo>
                    <a:pt x="6426" y="3158"/>
                    <a:pt x="6513" y="3153"/>
                    <a:pt x="6583" y="3129"/>
                  </a:cubicBezTo>
                  <a:cubicBezTo>
                    <a:pt x="6768" y="3060"/>
                    <a:pt x="6791" y="2898"/>
                    <a:pt x="7116" y="2898"/>
                  </a:cubicBezTo>
                  <a:cubicBezTo>
                    <a:pt x="7362" y="2898"/>
                    <a:pt x="7355" y="3044"/>
                    <a:pt x="7478" y="3044"/>
                  </a:cubicBezTo>
                  <a:cubicBezTo>
                    <a:pt x="7518" y="3044"/>
                    <a:pt x="7570" y="3029"/>
                    <a:pt x="7649" y="2990"/>
                  </a:cubicBezTo>
                  <a:cubicBezTo>
                    <a:pt x="7973" y="2828"/>
                    <a:pt x="8159" y="2967"/>
                    <a:pt x="8112" y="2666"/>
                  </a:cubicBezTo>
                  <a:cubicBezTo>
                    <a:pt x="8089" y="2388"/>
                    <a:pt x="8321" y="2388"/>
                    <a:pt x="8275" y="2156"/>
                  </a:cubicBezTo>
                  <a:cubicBezTo>
                    <a:pt x="8251" y="1924"/>
                    <a:pt x="8645" y="2086"/>
                    <a:pt x="8599" y="1669"/>
                  </a:cubicBezTo>
                  <a:cubicBezTo>
                    <a:pt x="8582" y="1356"/>
                    <a:pt x="8916" y="1317"/>
                    <a:pt x="9202" y="1317"/>
                  </a:cubicBezTo>
                  <a:cubicBezTo>
                    <a:pt x="9297" y="1317"/>
                    <a:pt x="9387" y="1322"/>
                    <a:pt x="9456" y="1322"/>
                  </a:cubicBezTo>
                  <a:cubicBezTo>
                    <a:pt x="9503" y="1322"/>
                    <a:pt x="9596" y="1345"/>
                    <a:pt x="9711" y="1414"/>
                  </a:cubicBezTo>
                  <a:cubicBezTo>
                    <a:pt x="9897" y="1322"/>
                    <a:pt x="10175" y="1183"/>
                    <a:pt x="10036" y="1067"/>
                  </a:cubicBezTo>
                  <a:cubicBezTo>
                    <a:pt x="9897" y="951"/>
                    <a:pt x="10476" y="1067"/>
                    <a:pt x="10546" y="858"/>
                  </a:cubicBezTo>
                  <a:cubicBezTo>
                    <a:pt x="10611" y="685"/>
                    <a:pt x="10351" y="532"/>
                    <a:pt x="10204" y="532"/>
                  </a:cubicBezTo>
                  <a:cubicBezTo>
                    <a:pt x="10193" y="532"/>
                    <a:pt x="10184" y="532"/>
                    <a:pt x="10175" y="534"/>
                  </a:cubicBezTo>
                  <a:cubicBezTo>
                    <a:pt x="10133" y="548"/>
                    <a:pt x="10072" y="555"/>
                    <a:pt x="10007" y="555"/>
                  </a:cubicBezTo>
                  <a:cubicBezTo>
                    <a:pt x="9857" y="555"/>
                    <a:pt x="9688" y="515"/>
                    <a:pt x="9688" y="418"/>
                  </a:cubicBezTo>
                  <a:cubicBezTo>
                    <a:pt x="9688" y="279"/>
                    <a:pt x="9387" y="1"/>
                    <a:pt x="92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59"/>
            <p:cNvSpPr/>
            <p:nvPr/>
          </p:nvSpPr>
          <p:spPr>
            <a:xfrm>
              <a:off x="5829623" y="3354722"/>
              <a:ext cx="22633" cy="13482"/>
            </a:xfrm>
            <a:custGeom>
              <a:avLst/>
              <a:gdLst/>
              <a:ahLst/>
              <a:cxnLst/>
              <a:rect l="l" t="t" r="r" b="b"/>
              <a:pathLst>
                <a:path w="742" h="442" extrusionOk="0">
                  <a:moveTo>
                    <a:pt x="649" y="1"/>
                  </a:moveTo>
                  <a:cubicBezTo>
                    <a:pt x="533" y="24"/>
                    <a:pt x="394" y="24"/>
                    <a:pt x="394" y="117"/>
                  </a:cubicBezTo>
                  <a:cubicBezTo>
                    <a:pt x="394" y="154"/>
                    <a:pt x="376" y="168"/>
                    <a:pt x="346" y="168"/>
                  </a:cubicBezTo>
                  <a:cubicBezTo>
                    <a:pt x="266" y="168"/>
                    <a:pt x="102" y="64"/>
                    <a:pt x="0" y="47"/>
                  </a:cubicBezTo>
                  <a:lnTo>
                    <a:pt x="0" y="47"/>
                  </a:lnTo>
                  <a:cubicBezTo>
                    <a:pt x="116" y="279"/>
                    <a:pt x="232" y="441"/>
                    <a:pt x="301" y="441"/>
                  </a:cubicBezTo>
                  <a:cubicBezTo>
                    <a:pt x="464" y="441"/>
                    <a:pt x="519" y="317"/>
                    <a:pt x="624" y="317"/>
                  </a:cubicBezTo>
                  <a:cubicBezTo>
                    <a:pt x="639" y="317"/>
                    <a:pt x="655" y="319"/>
                    <a:pt x="672" y="325"/>
                  </a:cubicBezTo>
                  <a:cubicBezTo>
                    <a:pt x="742" y="325"/>
                    <a:pt x="695" y="186"/>
                    <a:pt x="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59"/>
            <p:cNvSpPr/>
            <p:nvPr/>
          </p:nvSpPr>
          <p:spPr>
            <a:xfrm>
              <a:off x="4589025" y="2772045"/>
              <a:ext cx="163341" cy="158582"/>
            </a:xfrm>
            <a:custGeom>
              <a:avLst/>
              <a:gdLst/>
              <a:ahLst/>
              <a:cxnLst/>
              <a:rect l="l" t="t" r="r" b="b"/>
              <a:pathLst>
                <a:path w="5355" h="5199" extrusionOk="0">
                  <a:moveTo>
                    <a:pt x="3268" y="193"/>
                  </a:moveTo>
                  <a:cubicBezTo>
                    <a:pt x="3267" y="197"/>
                    <a:pt x="3267" y="202"/>
                    <a:pt x="3267" y="207"/>
                  </a:cubicBezTo>
                  <a:lnTo>
                    <a:pt x="3267" y="207"/>
                  </a:lnTo>
                  <a:cubicBezTo>
                    <a:pt x="3267" y="202"/>
                    <a:pt x="3268" y="198"/>
                    <a:pt x="3268" y="193"/>
                  </a:cubicBezTo>
                  <a:close/>
                  <a:moveTo>
                    <a:pt x="2282" y="1"/>
                  </a:moveTo>
                  <a:cubicBezTo>
                    <a:pt x="2257" y="1"/>
                    <a:pt x="2231" y="3"/>
                    <a:pt x="2202" y="7"/>
                  </a:cubicBezTo>
                  <a:cubicBezTo>
                    <a:pt x="2040" y="31"/>
                    <a:pt x="2040" y="100"/>
                    <a:pt x="1971" y="193"/>
                  </a:cubicBezTo>
                  <a:lnTo>
                    <a:pt x="1646" y="425"/>
                  </a:lnTo>
                  <a:cubicBezTo>
                    <a:pt x="1646" y="425"/>
                    <a:pt x="1368" y="517"/>
                    <a:pt x="1322" y="680"/>
                  </a:cubicBezTo>
                  <a:cubicBezTo>
                    <a:pt x="1252" y="865"/>
                    <a:pt x="1438" y="1027"/>
                    <a:pt x="1345" y="1143"/>
                  </a:cubicBezTo>
                  <a:cubicBezTo>
                    <a:pt x="1275" y="1236"/>
                    <a:pt x="1299" y="1491"/>
                    <a:pt x="1322" y="1560"/>
                  </a:cubicBezTo>
                  <a:cubicBezTo>
                    <a:pt x="1322" y="1653"/>
                    <a:pt x="1183" y="1885"/>
                    <a:pt x="1183" y="1885"/>
                  </a:cubicBezTo>
                  <a:cubicBezTo>
                    <a:pt x="1183" y="1885"/>
                    <a:pt x="534" y="2232"/>
                    <a:pt x="1" y="2510"/>
                  </a:cubicBezTo>
                  <a:cubicBezTo>
                    <a:pt x="24" y="2603"/>
                    <a:pt x="24" y="2719"/>
                    <a:pt x="47" y="2788"/>
                  </a:cubicBezTo>
                  <a:cubicBezTo>
                    <a:pt x="93" y="2904"/>
                    <a:pt x="140" y="3136"/>
                    <a:pt x="186" y="3321"/>
                  </a:cubicBezTo>
                  <a:cubicBezTo>
                    <a:pt x="325" y="3321"/>
                    <a:pt x="382" y="3311"/>
                    <a:pt x="459" y="3311"/>
                  </a:cubicBezTo>
                  <a:cubicBezTo>
                    <a:pt x="498" y="3311"/>
                    <a:pt x="541" y="3314"/>
                    <a:pt x="603" y="3321"/>
                  </a:cubicBezTo>
                  <a:cubicBezTo>
                    <a:pt x="789" y="3345"/>
                    <a:pt x="1507" y="3855"/>
                    <a:pt x="1669" y="3947"/>
                  </a:cubicBezTo>
                  <a:cubicBezTo>
                    <a:pt x="1855" y="4040"/>
                    <a:pt x="2805" y="4735"/>
                    <a:pt x="2990" y="4921"/>
                  </a:cubicBezTo>
                  <a:cubicBezTo>
                    <a:pt x="3176" y="5083"/>
                    <a:pt x="3500" y="5129"/>
                    <a:pt x="3639" y="5129"/>
                  </a:cubicBezTo>
                  <a:cubicBezTo>
                    <a:pt x="3709" y="5129"/>
                    <a:pt x="4010" y="5175"/>
                    <a:pt x="4265" y="5199"/>
                  </a:cubicBezTo>
                  <a:cubicBezTo>
                    <a:pt x="4358" y="5013"/>
                    <a:pt x="4450" y="4758"/>
                    <a:pt x="4497" y="4712"/>
                  </a:cubicBezTo>
                  <a:cubicBezTo>
                    <a:pt x="4566" y="4642"/>
                    <a:pt x="4589" y="4527"/>
                    <a:pt x="4752" y="4527"/>
                  </a:cubicBezTo>
                  <a:cubicBezTo>
                    <a:pt x="4769" y="4524"/>
                    <a:pt x="4786" y="4522"/>
                    <a:pt x="4802" y="4522"/>
                  </a:cubicBezTo>
                  <a:cubicBezTo>
                    <a:pt x="4909" y="4522"/>
                    <a:pt x="4978" y="4591"/>
                    <a:pt x="5099" y="4712"/>
                  </a:cubicBezTo>
                  <a:cubicBezTo>
                    <a:pt x="5169" y="4666"/>
                    <a:pt x="5261" y="4619"/>
                    <a:pt x="5354" y="4596"/>
                  </a:cubicBezTo>
                  <a:cubicBezTo>
                    <a:pt x="5192" y="4434"/>
                    <a:pt x="5030" y="4272"/>
                    <a:pt x="5030" y="4156"/>
                  </a:cubicBezTo>
                  <a:cubicBezTo>
                    <a:pt x="5053" y="3994"/>
                    <a:pt x="4867" y="3901"/>
                    <a:pt x="4844" y="3785"/>
                  </a:cubicBezTo>
                  <a:cubicBezTo>
                    <a:pt x="4821" y="3692"/>
                    <a:pt x="4983" y="3507"/>
                    <a:pt x="4891" y="3437"/>
                  </a:cubicBezTo>
                  <a:cubicBezTo>
                    <a:pt x="4798" y="3345"/>
                    <a:pt x="4775" y="3136"/>
                    <a:pt x="4636" y="3113"/>
                  </a:cubicBezTo>
                  <a:cubicBezTo>
                    <a:pt x="4474" y="3090"/>
                    <a:pt x="4010" y="2835"/>
                    <a:pt x="4033" y="2696"/>
                  </a:cubicBezTo>
                  <a:cubicBezTo>
                    <a:pt x="4056" y="2534"/>
                    <a:pt x="3848" y="2441"/>
                    <a:pt x="3778" y="2394"/>
                  </a:cubicBezTo>
                  <a:cubicBezTo>
                    <a:pt x="3686" y="2348"/>
                    <a:pt x="3593" y="1954"/>
                    <a:pt x="3709" y="1885"/>
                  </a:cubicBezTo>
                  <a:cubicBezTo>
                    <a:pt x="3801" y="1838"/>
                    <a:pt x="3801" y="1467"/>
                    <a:pt x="3917" y="1467"/>
                  </a:cubicBezTo>
                  <a:cubicBezTo>
                    <a:pt x="4056" y="1467"/>
                    <a:pt x="3940" y="1259"/>
                    <a:pt x="3987" y="1143"/>
                  </a:cubicBezTo>
                  <a:cubicBezTo>
                    <a:pt x="4033" y="1004"/>
                    <a:pt x="3871" y="934"/>
                    <a:pt x="3778" y="934"/>
                  </a:cubicBezTo>
                  <a:cubicBezTo>
                    <a:pt x="3662" y="934"/>
                    <a:pt x="3477" y="772"/>
                    <a:pt x="3477" y="610"/>
                  </a:cubicBezTo>
                  <a:cubicBezTo>
                    <a:pt x="3477" y="479"/>
                    <a:pt x="3272" y="287"/>
                    <a:pt x="3267" y="207"/>
                  </a:cubicBezTo>
                  <a:lnTo>
                    <a:pt x="3267" y="207"/>
                  </a:lnTo>
                  <a:cubicBezTo>
                    <a:pt x="3259" y="264"/>
                    <a:pt x="3230" y="286"/>
                    <a:pt x="3190" y="286"/>
                  </a:cubicBezTo>
                  <a:cubicBezTo>
                    <a:pt x="3071" y="286"/>
                    <a:pt x="2845" y="93"/>
                    <a:pt x="2725" y="93"/>
                  </a:cubicBezTo>
                  <a:cubicBezTo>
                    <a:pt x="2711" y="93"/>
                    <a:pt x="2699" y="95"/>
                    <a:pt x="2689" y="100"/>
                  </a:cubicBezTo>
                  <a:cubicBezTo>
                    <a:pt x="2672" y="110"/>
                    <a:pt x="2656" y="114"/>
                    <a:pt x="2639" y="114"/>
                  </a:cubicBezTo>
                  <a:cubicBezTo>
                    <a:pt x="2554" y="114"/>
                    <a:pt x="2464" y="1"/>
                    <a:pt x="2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59"/>
            <p:cNvSpPr/>
            <p:nvPr/>
          </p:nvSpPr>
          <p:spPr>
            <a:xfrm>
              <a:off x="4719085" y="2909395"/>
              <a:ext cx="32546" cy="30411"/>
            </a:xfrm>
            <a:custGeom>
              <a:avLst/>
              <a:gdLst/>
              <a:ahLst/>
              <a:cxnLst/>
              <a:rect l="l" t="t" r="r" b="b"/>
              <a:pathLst>
                <a:path w="1067" h="997" extrusionOk="0">
                  <a:moveTo>
                    <a:pt x="488" y="0"/>
                  </a:moveTo>
                  <a:cubicBezTo>
                    <a:pt x="325" y="24"/>
                    <a:pt x="302" y="139"/>
                    <a:pt x="233" y="209"/>
                  </a:cubicBezTo>
                  <a:cubicBezTo>
                    <a:pt x="186" y="255"/>
                    <a:pt x="94" y="510"/>
                    <a:pt x="1" y="696"/>
                  </a:cubicBezTo>
                  <a:cubicBezTo>
                    <a:pt x="186" y="719"/>
                    <a:pt x="349" y="742"/>
                    <a:pt x="349" y="742"/>
                  </a:cubicBezTo>
                  <a:lnTo>
                    <a:pt x="627" y="974"/>
                  </a:lnTo>
                  <a:lnTo>
                    <a:pt x="1067" y="997"/>
                  </a:lnTo>
                  <a:cubicBezTo>
                    <a:pt x="951" y="742"/>
                    <a:pt x="789" y="394"/>
                    <a:pt x="789" y="302"/>
                  </a:cubicBezTo>
                  <a:cubicBezTo>
                    <a:pt x="789" y="279"/>
                    <a:pt x="812" y="255"/>
                    <a:pt x="835" y="209"/>
                  </a:cubicBezTo>
                  <a:cubicBezTo>
                    <a:pt x="696" y="70"/>
                    <a:pt x="627" y="0"/>
                    <a:pt x="4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59"/>
            <p:cNvSpPr/>
            <p:nvPr/>
          </p:nvSpPr>
          <p:spPr>
            <a:xfrm>
              <a:off x="3868940" y="2489505"/>
              <a:ext cx="243684" cy="202933"/>
            </a:xfrm>
            <a:custGeom>
              <a:avLst/>
              <a:gdLst/>
              <a:ahLst/>
              <a:cxnLst/>
              <a:rect l="l" t="t" r="r" b="b"/>
              <a:pathLst>
                <a:path w="7989" h="6653" extrusionOk="0">
                  <a:moveTo>
                    <a:pt x="4072" y="0"/>
                  </a:moveTo>
                  <a:cubicBezTo>
                    <a:pt x="4026" y="24"/>
                    <a:pt x="4003" y="24"/>
                    <a:pt x="3956" y="24"/>
                  </a:cubicBezTo>
                  <a:cubicBezTo>
                    <a:pt x="3943" y="22"/>
                    <a:pt x="3930" y="21"/>
                    <a:pt x="3917" y="21"/>
                  </a:cubicBezTo>
                  <a:cubicBezTo>
                    <a:pt x="3728" y="21"/>
                    <a:pt x="3588" y="183"/>
                    <a:pt x="3632" y="487"/>
                  </a:cubicBezTo>
                  <a:cubicBezTo>
                    <a:pt x="3655" y="812"/>
                    <a:pt x="3377" y="835"/>
                    <a:pt x="3052" y="858"/>
                  </a:cubicBezTo>
                  <a:cubicBezTo>
                    <a:pt x="2728" y="881"/>
                    <a:pt x="2844" y="1159"/>
                    <a:pt x="2705" y="1252"/>
                  </a:cubicBezTo>
                  <a:cubicBezTo>
                    <a:pt x="2672" y="1279"/>
                    <a:pt x="2621" y="1291"/>
                    <a:pt x="2560" y="1291"/>
                  </a:cubicBezTo>
                  <a:cubicBezTo>
                    <a:pt x="2361" y="1291"/>
                    <a:pt x="2063" y="1162"/>
                    <a:pt x="2009" y="1020"/>
                  </a:cubicBezTo>
                  <a:cubicBezTo>
                    <a:pt x="1989" y="966"/>
                    <a:pt x="1940" y="944"/>
                    <a:pt x="1885" y="944"/>
                  </a:cubicBezTo>
                  <a:cubicBezTo>
                    <a:pt x="1749" y="944"/>
                    <a:pt x="1576" y="1080"/>
                    <a:pt x="1708" y="1229"/>
                  </a:cubicBezTo>
                  <a:cubicBezTo>
                    <a:pt x="1894" y="1437"/>
                    <a:pt x="1870" y="1739"/>
                    <a:pt x="1778" y="1808"/>
                  </a:cubicBezTo>
                  <a:cubicBezTo>
                    <a:pt x="1756" y="1826"/>
                    <a:pt x="1729" y="1832"/>
                    <a:pt x="1701" y="1832"/>
                  </a:cubicBezTo>
                  <a:cubicBezTo>
                    <a:pt x="1606" y="1832"/>
                    <a:pt x="1482" y="1761"/>
                    <a:pt x="1379" y="1761"/>
                  </a:cubicBezTo>
                  <a:cubicBezTo>
                    <a:pt x="1347" y="1761"/>
                    <a:pt x="1317" y="1767"/>
                    <a:pt x="1291" y="1785"/>
                  </a:cubicBezTo>
                  <a:cubicBezTo>
                    <a:pt x="1262" y="1809"/>
                    <a:pt x="1238" y="1819"/>
                    <a:pt x="1216" y="1819"/>
                  </a:cubicBezTo>
                  <a:cubicBezTo>
                    <a:pt x="1136" y="1819"/>
                    <a:pt x="1095" y="1678"/>
                    <a:pt x="967" y="1623"/>
                  </a:cubicBezTo>
                  <a:cubicBezTo>
                    <a:pt x="933" y="1610"/>
                    <a:pt x="904" y="1605"/>
                    <a:pt x="876" y="1605"/>
                  </a:cubicBezTo>
                  <a:cubicBezTo>
                    <a:pt x="760" y="1605"/>
                    <a:pt x="677" y="1694"/>
                    <a:pt x="487" y="1694"/>
                  </a:cubicBezTo>
                  <a:cubicBezTo>
                    <a:pt x="470" y="1694"/>
                    <a:pt x="452" y="1694"/>
                    <a:pt x="434" y="1692"/>
                  </a:cubicBezTo>
                  <a:cubicBezTo>
                    <a:pt x="413" y="1690"/>
                    <a:pt x="393" y="1690"/>
                    <a:pt x="374" y="1690"/>
                  </a:cubicBezTo>
                  <a:cubicBezTo>
                    <a:pt x="133" y="1690"/>
                    <a:pt x="0" y="1818"/>
                    <a:pt x="86" y="1947"/>
                  </a:cubicBezTo>
                  <a:cubicBezTo>
                    <a:pt x="202" y="2063"/>
                    <a:pt x="63" y="2179"/>
                    <a:pt x="155" y="2272"/>
                  </a:cubicBezTo>
                  <a:cubicBezTo>
                    <a:pt x="225" y="2387"/>
                    <a:pt x="596" y="2364"/>
                    <a:pt x="874" y="2503"/>
                  </a:cubicBezTo>
                  <a:cubicBezTo>
                    <a:pt x="1013" y="2584"/>
                    <a:pt x="1100" y="2590"/>
                    <a:pt x="1169" y="2590"/>
                  </a:cubicBezTo>
                  <a:cubicBezTo>
                    <a:pt x="1181" y="2590"/>
                    <a:pt x="1192" y="2590"/>
                    <a:pt x="1203" y="2590"/>
                  </a:cubicBezTo>
                  <a:cubicBezTo>
                    <a:pt x="1257" y="2590"/>
                    <a:pt x="1303" y="2594"/>
                    <a:pt x="1361" y="2642"/>
                  </a:cubicBezTo>
                  <a:cubicBezTo>
                    <a:pt x="1500" y="2758"/>
                    <a:pt x="1523" y="2689"/>
                    <a:pt x="1546" y="2897"/>
                  </a:cubicBezTo>
                  <a:cubicBezTo>
                    <a:pt x="1546" y="3083"/>
                    <a:pt x="1708" y="3291"/>
                    <a:pt x="1963" y="3361"/>
                  </a:cubicBezTo>
                  <a:cubicBezTo>
                    <a:pt x="2241" y="3430"/>
                    <a:pt x="2033" y="3616"/>
                    <a:pt x="2102" y="3778"/>
                  </a:cubicBezTo>
                  <a:cubicBezTo>
                    <a:pt x="2195" y="3963"/>
                    <a:pt x="1986" y="4218"/>
                    <a:pt x="2033" y="4450"/>
                  </a:cubicBezTo>
                  <a:cubicBezTo>
                    <a:pt x="2079" y="4659"/>
                    <a:pt x="1894" y="5354"/>
                    <a:pt x="1778" y="5423"/>
                  </a:cubicBezTo>
                  <a:lnTo>
                    <a:pt x="1731" y="5423"/>
                  </a:lnTo>
                  <a:cubicBezTo>
                    <a:pt x="1870" y="5493"/>
                    <a:pt x="1986" y="5539"/>
                    <a:pt x="2056" y="5586"/>
                  </a:cubicBezTo>
                  <a:cubicBezTo>
                    <a:pt x="2172" y="5655"/>
                    <a:pt x="2427" y="5748"/>
                    <a:pt x="2589" y="5841"/>
                  </a:cubicBezTo>
                  <a:cubicBezTo>
                    <a:pt x="2647" y="5879"/>
                    <a:pt x="2729" y="5898"/>
                    <a:pt x="2805" y="5898"/>
                  </a:cubicBezTo>
                  <a:cubicBezTo>
                    <a:pt x="2912" y="5898"/>
                    <a:pt x="3006" y="5862"/>
                    <a:pt x="3006" y="5794"/>
                  </a:cubicBezTo>
                  <a:cubicBezTo>
                    <a:pt x="3006" y="5756"/>
                    <a:pt x="3024" y="5740"/>
                    <a:pt x="3051" y="5740"/>
                  </a:cubicBezTo>
                  <a:cubicBezTo>
                    <a:pt x="3106" y="5740"/>
                    <a:pt x="3199" y="5802"/>
                    <a:pt x="3261" y="5864"/>
                  </a:cubicBezTo>
                  <a:cubicBezTo>
                    <a:pt x="3354" y="5956"/>
                    <a:pt x="3748" y="5980"/>
                    <a:pt x="3910" y="6026"/>
                  </a:cubicBezTo>
                  <a:cubicBezTo>
                    <a:pt x="3964" y="6034"/>
                    <a:pt x="4023" y="6036"/>
                    <a:pt x="4085" y="6036"/>
                  </a:cubicBezTo>
                  <a:cubicBezTo>
                    <a:pt x="4209" y="6036"/>
                    <a:pt x="4342" y="6026"/>
                    <a:pt x="4466" y="6026"/>
                  </a:cubicBezTo>
                  <a:cubicBezTo>
                    <a:pt x="4466" y="5980"/>
                    <a:pt x="4466" y="5933"/>
                    <a:pt x="4443" y="5887"/>
                  </a:cubicBezTo>
                  <a:cubicBezTo>
                    <a:pt x="4350" y="5586"/>
                    <a:pt x="4628" y="5400"/>
                    <a:pt x="4906" y="5354"/>
                  </a:cubicBezTo>
                  <a:cubicBezTo>
                    <a:pt x="4937" y="5348"/>
                    <a:pt x="4973" y="5346"/>
                    <a:pt x="5012" y="5346"/>
                  </a:cubicBezTo>
                  <a:cubicBezTo>
                    <a:pt x="5295" y="5346"/>
                    <a:pt x="5760" y="5481"/>
                    <a:pt x="5903" y="5562"/>
                  </a:cubicBezTo>
                  <a:cubicBezTo>
                    <a:pt x="5949" y="5593"/>
                    <a:pt x="6003" y="5611"/>
                    <a:pt x="6065" y="5611"/>
                  </a:cubicBezTo>
                  <a:cubicBezTo>
                    <a:pt x="6189" y="5611"/>
                    <a:pt x="6343" y="5539"/>
                    <a:pt x="6529" y="5354"/>
                  </a:cubicBezTo>
                  <a:cubicBezTo>
                    <a:pt x="6668" y="5215"/>
                    <a:pt x="6760" y="5168"/>
                    <a:pt x="6876" y="5122"/>
                  </a:cubicBezTo>
                  <a:cubicBezTo>
                    <a:pt x="6876" y="5076"/>
                    <a:pt x="6899" y="5006"/>
                    <a:pt x="6923" y="4937"/>
                  </a:cubicBezTo>
                  <a:cubicBezTo>
                    <a:pt x="6953" y="4875"/>
                    <a:pt x="6892" y="4865"/>
                    <a:pt x="6806" y="4865"/>
                  </a:cubicBezTo>
                  <a:cubicBezTo>
                    <a:pt x="6763" y="4865"/>
                    <a:pt x="6714" y="4867"/>
                    <a:pt x="6668" y="4867"/>
                  </a:cubicBezTo>
                  <a:cubicBezTo>
                    <a:pt x="6552" y="4844"/>
                    <a:pt x="6459" y="4728"/>
                    <a:pt x="6552" y="4589"/>
                  </a:cubicBezTo>
                  <a:cubicBezTo>
                    <a:pt x="6644" y="4473"/>
                    <a:pt x="6482" y="4450"/>
                    <a:pt x="6390" y="4311"/>
                  </a:cubicBezTo>
                  <a:cubicBezTo>
                    <a:pt x="6320" y="4195"/>
                    <a:pt x="6436" y="4218"/>
                    <a:pt x="6505" y="4195"/>
                  </a:cubicBezTo>
                  <a:cubicBezTo>
                    <a:pt x="6575" y="4149"/>
                    <a:pt x="6668" y="4010"/>
                    <a:pt x="6621" y="3963"/>
                  </a:cubicBezTo>
                  <a:cubicBezTo>
                    <a:pt x="6552" y="3940"/>
                    <a:pt x="6505" y="3847"/>
                    <a:pt x="6552" y="3708"/>
                  </a:cubicBezTo>
                  <a:cubicBezTo>
                    <a:pt x="6598" y="3546"/>
                    <a:pt x="6459" y="3546"/>
                    <a:pt x="6459" y="3430"/>
                  </a:cubicBezTo>
                  <a:cubicBezTo>
                    <a:pt x="6459" y="3365"/>
                    <a:pt x="6414" y="3321"/>
                    <a:pt x="6359" y="3321"/>
                  </a:cubicBezTo>
                  <a:cubicBezTo>
                    <a:pt x="6316" y="3321"/>
                    <a:pt x="6268" y="3347"/>
                    <a:pt x="6227" y="3407"/>
                  </a:cubicBezTo>
                  <a:cubicBezTo>
                    <a:pt x="6190" y="3452"/>
                    <a:pt x="6160" y="3472"/>
                    <a:pt x="6139" y="3472"/>
                  </a:cubicBezTo>
                  <a:cubicBezTo>
                    <a:pt x="6094" y="3472"/>
                    <a:pt x="6087" y="3379"/>
                    <a:pt x="6135" y="3222"/>
                  </a:cubicBezTo>
                  <a:cubicBezTo>
                    <a:pt x="6227" y="3013"/>
                    <a:pt x="6482" y="2920"/>
                    <a:pt x="6505" y="2781"/>
                  </a:cubicBezTo>
                  <a:cubicBezTo>
                    <a:pt x="6529" y="2666"/>
                    <a:pt x="6668" y="2573"/>
                    <a:pt x="6784" y="2573"/>
                  </a:cubicBezTo>
                  <a:cubicBezTo>
                    <a:pt x="6876" y="2573"/>
                    <a:pt x="6853" y="2318"/>
                    <a:pt x="6899" y="2156"/>
                  </a:cubicBezTo>
                  <a:cubicBezTo>
                    <a:pt x="6923" y="1993"/>
                    <a:pt x="6946" y="1831"/>
                    <a:pt x="7108" y="1692"/>
                  </a:cubicBezTo>
                  <a:cubicBezTo>
                    <a:pt x="7249" y="1591"/>
                    <a:pt x="7109" y="1525"/>
                    <a:pt x="7025" y="1525"/>
                  </a:cubicBezTo>
                  <a:cubicBezTo>
                    <a:pt x="7012" y="1525"/>
                    <a:pt x="7001" y="1527"/>
                    <a:pt x="6992" y="1530"/>
                  </a:cubicBezTo>
                  <a:cubicBezTo>
                    <a:pt x="6923" y="1530"/>
                    <a:pt x="6876" y="1414"/>
                    <a:pt x="6714" y="1414"/>
                  </a:cubicBezTo>
                  <a:cubicBezTo>
                    <a:pt x="6552" y="1414"/>
                    <a:pt x="6436" y="1345"/>
                    <a:pt x="6366" y="1252"/>
                  </a:cubicBezTo>
                  <a:cubicBezTo>
                    <a:pt x="6313" y="1181"/>
                    <a:pt x="6071" y="1151"/>
                    <a:pt x="5908" y="1151"/>
                  </a:cubicBezTo>
                  <a:cubicBezTo>
                    <a:pt x="5857" y="1151"/>
                    <a:pt x="5814" y="1154"/>
                    <a:pt x="5787" y="1159"/>
                  </a:cubicBezTo>
                  <a:cubicBezTo>
                    <a:pt x="5781" y="1160"/>
                    <a:pt x="5776" y="1161"/>
                    <a:pt x="5771" y="1161"/>
                  </a:cubicBezTo>
                  <a:cubicBezTo>
                    <a:pt x="5672" y="1161"/>
                    <a:pt x="5624" y="972"/>
                    <a:pt x="5525" y="972"/>
                  </a:cubicBezTo>
                  <a:cubicBezTo>
                    <a:pt x="5520" y="972"/>
                    <a:pt x="5514" y="973"/>
                    <a:pt x="5509" y="974"/>
                  </a:cubicBezTo>
                  <a:cubicBezTo>
                    <a:pt x="5502" y="975"/>
                    <a:pt x="5496" y="976"/>
                    <a:pt x="5489" y="976"/>
                  </a:cubicBezTo>
                  <a:cubicBezTo>
                    <a:pt x="5388" y="976"/>
                    <a:pt x="5347" y="806"/>
                    <a:pt x="5347" y="719"/>
                  </a:cubicBezTo>
                  <a:cubicBezTo>
                    <a:pt x="5347" y="699"/>
                    <a:pt x="5341" y="691"/>
                    <a:pt x="5332" y="691"/>
                  </a:cubicBezTo>
                  <a:cubicBezTo>
                    <a:pt x="5297" y="691"/>
                    <a:pt x="5206" y="798"/>
                    <a:pt x="5115" y="835"/>
                  </a:cubicBezTo>
                  <a:cubicBezTo>
                    <a:pt x="5099" y="841"/>
                    <a:pt x="5085" y="844"/>
                    <a:pt x="5072" y="844"/>
                  </a:cubicBezTo>
                  <a:cubicBezTo>
                    <a:pt x="4993" y="844"/>
                    <a:pt x="4973" y="729"/>
                    <a:pt x="4953" y="649"/>
                  </a:cubicBezTo>
                  <a:cubicBezTo>
                    <a:pt x="4953" y="580"/>
                    <a:pt x="4721" y="510"/>
                    <a:pt x="4628" y="464"/>
                  </a:cubicBezTo>
                  <a:cubicBezTo>
                    <a:pt x="4530" y="405"/>
                    <a:pt x="4432" y="263"/>
                    <a:pt x="4376" y="263"/>
                  </a:cubicBezTo>
                  <a:cubicBezTo>
                    <a:pt x="4366" y="263"/>
                    <a:pt x="4357" y="268"/>
                    <a:pt x="4350" y="278"/>
                  </a:cubicBezTo>
                  <a:cubicBezTo>
                    <a:pt x="4338" y="295"/>
                    <a:pt x="4324" y="302"/>
                    <a:pt x="4310" y="302"/>
                  </a:cubicBezTo>
                  <a:cubicBezTo>
                    <a:pt x="4243" y="302"/>
                    <a:pt x="4161" y="146"/>
                    <a:pt x="4142" y="70"/>
                  </a:cubicBezTo>
                  <a:cubicBezTo>
                    <a:pt x="4142" y="24"/>
                    <a:pt x="4095" y="47"/>
                    <a:pt x="4072" y="0"/>
                  </a:cubicBezTo>
                  <a:close/>
                  <a:moveTo>
                    <a:pt x="7873" y="5632"/>
                  </a:moveTo>
                  <a:cubicBezTo>
                    <a:pt x="7780" y="5632"/>
                    <a:pt x="7757" y="5794"/>
                    <a:pt x="7525" y="5933"/>
                  </a:cubicBezTo>
                  <a:cubicBezTo>
                    <a:pt x="7298" y="6047"/>
                    <a:pt x="7517" y="6652"/>
                    <a:pt x="7744" y="6652"/>
                  </a:cubicBezTo>
                  <a:cubicBezTo>
                    <a:pt x="7748" y="6652"/>
                    <a:pt x="7753" y="6652"/>
                    <a:pt x="7757" y="6652"/>
                  </a:cubicBezTo>
                  <a:cubicBezTo>
                    <a:pt x="7989" y="6628"/>
                    <a:pt x="7942" y="5632"/>
                    <a:pt x="7873" y="5632"/>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59"/>
            <p:cNvSpPr/>
            <p:nvPr/>
          </p:nvSpPr>
          <p:spPr>
            <a:xfrm>
              <a:off x="2437280" y="3189311"/>
              <a:ext cx="38921" cy="21260"/>
            </a:xfrm>
            <a:custGeom>
              <a:avLst/>
              <a:gdLst/>
              <a:ahLst/>
              <a:cxnLst/>
              <a:rect l="l" t="t" r="r" b="b"/>
              <a:pathLst>
                <a:path w="1276" h="697" extrusionOk="0">
                  <a:moveTo>
                    <a:pt x="371" y="1"/>
                  </a:moveTo>
                  <a:cubicBezTo>
                    <a:pt x="325" y="24"/>
                    <a:pt x="163" y="163"/>
                    <a:pt x="0" y="325"/>
                  </a:cubicBezTo>
                  <a:cubicBezTo>
                    <a:pt x="186" y="464"/>
                    <a:pt x="858" y="696"/>
                    <a:pt x="1043" y="696"/>
                  </a:cubicBezTo>
                  <a:cubicBezTo>
                    <a:pt x="1136" y="696"/>
                    <a:pt x="1182" y="650"/>
                    <a:pt x="1229" y="627"/>
                  </a:cubicBezTo>
                  <a:cubicBezTo>
                    <a:pt x="1252" y="441"/>
                    <a:pt x="1275" y="302"/>
                    <a:pt x="1229" y="256"/>
                  </a:cubicBezTo>
                  <a:cubicBezTo>
                    <a:pt x="1190" y="207"/>
                    <a:pt x="1127" y="203"/>
                    <a:pt x="1049" y="203"/>
                  </a:cubicBezTo>
                  <a:cubicBezTo>
                    <a:pt x="1033" y="203"/>
                    <a:pt x="1017" y="204"/>
                    <a:pt x="1000" y="204"/>
                  </a:cubicBezTo>
                  <a:cubicBezTo>
                    <a:pt x="898" y="204"/>
                    <a:pt x="777" y="198"/>
                    <a:pt x="649" y="117"/>
                  </a:cubicBezTo>
                  <a:cubicBezTo>
                    <a:pt x="580" y="70"/>
                    <a:pt x="487" y="24"/>
                    <a:pt x="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59"/>
            <p:cNvSpPr/>
            <p:nvPr/>
          </p:nvSpPr>
          <p:spPr>
            <a:xfrm>
              <a:off x="2449298" y="3160822"/>
              <a:ext cx="102519" cy="53257"/>
            </a:xfrm>
            <a:custGeom>
              <a:avLst/>
              <a:gdLst/>
              <a:ahLst/>
              <a:cxnLst/>
              <a:rect l="l" t="t" r="r" b="b"/>
              <a:pathLst>
                <a:path w="3361" h="1746" extrusionOk="0">
                  <a:moveTo>
                    <a:pt x="2251" y="0"/>
                  </a:moveTo>
                  <a:cubicBezTo>
                    <a:pt x="2013" y="0"/>
                    <a:pt x="1756" y="70"/>
                    <a:pt x="1576" y="147"/>
                  </a:cubicBezTo>
                  <a:cubicBezTo>
                    <a:pt x="1516" y="170"/>
                    <a:pt x="1453" y="178"/>
                    <a:pt x="1388" y="178"/>
                  </a:cubicBezTo>
                  <a:cubicBezTo>
                    <a:pt x="1221" y="178"/>
                    <a:pt x="1040" y="123"/>
                    <a:pt x="858" y="123"/>
                  </a:cubicBezTo>
                  <a:cubicBezTo>
                    <a:pt x="757" y="123"/>
                    <a:pt x="656" y="140"/>
                    <a:pt x="557" y="193"/>
                  </a:cubicBezTo>
                  <a:cubicBezTo>
                    <a:pt x="487" y="286"/>
                    <a:pt x="371" y="402"/>
                    <a:pt x="255" y="518"/>
                  </a:cubicBezTo>
                  <a:cubicBezTo>
                    <a:pt x="24" y="703"/>
                    <a:pt x="93" y="865"/>
                    <a:pt x="0" y="935"/>
                  </a:cubicBezTo>
                  <a:cubicBezTo>
                    <a:pt x="93" y="958"/>
                    <a:pt x="186" y="1004"/>
                    <a:pt x="255" y="1051"/>
                  </a:cubicBezTo>
                  <a:cubicBezTo>
                    <a:pt x="383" y="1132"/>
                    <a:pt x="504" y="1138"/>
                    <a:pt x="606" y="1138"/>
                  </a:cubicBezTo>
                  <a:cubicBezTo>
                    <a:pt x="623" y="1138"/>
                    <a:pt x="639" y="1137"/>
                    <a:pt x="655" y="1137"/>
                  </a:cubicBezTo>
                  <a:cubicBezTo>
                    <a:pt x="733" y="1137"/>
                    <a:pt x="796" y="1141"/>
                    <a:pt x="835" y="1190"/>
                  </a:cubicBezTo>
                  <a:cubicBezTo>
                    <a:pt x="881" y="1236"/>
                    <a:pt x="858" y="1375"/>
                    <a:pt x="835" y="1561"/>
                  </a:cubicBezTo>
                  <a:cubicBezTo>
                    <a:pt x="860" y="1535"/>
                    <a:pt x="886" y="1517"/>
                    <a:pt x="915" y="1517"/>
                  </a:cubicBezTo>
                  <a:cubicBezTo>
                    <a:pt x="939" y="1517"/>
                    <a:pt x="966" y="1529"/>
                    <a:pt x="997" y="1561"/>
                  </a:cubicBezTo>
                  <a:cubicBezTo>
                    <a:pt x="1066" y="1607"/>
                    <a:pt x="1066" y="1676"/>
                    <a:pt x="1043" y="1746"/>
                  </a:cubicBezTo>
                  <a:lnTo>
                    <a:pt x="1252" y="1700"/>
                  </a:lnTo>
                  <a:cubicBezTo>
                    <a:pt x="1252" y="1700"/>
                    <a:pt x="1391" y="1607"/>
                    <a:pt x="1414" y="1561"/>
                  </a:cubicBezTo>
                  <a:cubicBezTo>
                    <a:pt x="1437" y="1514"/>
                    <a:pt x="1275" y="1236"/>
                    <a:pt x="1600" y="1213"/>
                  </a:cubicBezTo>
                  <a:cubicBezTo>
                    <a:pt x="1901" y="1190"/>
                    <a:pt x="2133" y="1167"/>
                    <a:pt x="2179" y="958"/>
                  </a:cubicBezTo>
                  <a:cubicBezTo>
                    <a:pt x="2202" y="854"/>
                    <a:pt x="2312" y="830"/>
                    <a:pt x="2428" y="830"/>
                  </a:cubicBezTo>
                  <a:cubicBezTo>
                    <a:pt x="2521" y="830"/>
                    <a:pt x="2617" y="845"/>
                    <a:pt x="2676" y="845"/>
                  </a:cubicBezTo>
                  <a:cubicBezTo>
                    <a:pt x="2690" y="845"/>
                    <a:pt x="2703" y="844"/>
                    <a:pt x="2712" y="842"/>
                  </a:cubicBezTo>
                  <a:cubicBezTo>
                    <a:pt x="2805" y="842"/>
                    <a:pt x="3083" y="587"/>
                    <a:pt x="3361" y="587"/>
                  </a:cubicBezTo>
                  <a:cubicBezTo>
                    <a:pt x="3361" y="332"/>
                    <a:pt x="2990" y="402"/>
                    <a:pt x="2735" y="170"/>
                  </a:cubicBezTo>
                  <a:cubicBezTo>
                    <a:pt x="2621" y="46"/>
                    <a:pt x="2442" y="0"/>
                    <a:pt x="2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59"/>
            <p:cNvSpPr/>
            <p:nvPr/>
          </p:nvSpPr>
          <p:spPr>
            <a:xfrm>
              <a:off x="1985580" y="2863459"/>
              <a:ext cx="508294" cy="315304"/>
            </a:xfrm>
            <a:custGeom>
              <a:avLst/>
              <a:gdLst/>
              <a:ahLst/>
              <a:cxnLst/>
              <a:rect l="l" t="t" r="r" b="b"/>
              <a:pathLst>
                <a:path w="16664" h="10337" extrusionOk="0">
                  <a:moveTo>
                    <a:pt x="1275" y="0"/>
                  </a:moveTo>
                  <a:lnTo>
                    <a:pt x="1" y="162"/>
                  </a:lnTo>
                  <a:cubicBezTo>
                    <a:pt x="70" y="301"/>
                    <a:pt x="163" y="440"/>
                    <a:pt x="302" y="626"/>
                  </a:cubicBezTo>
                  <a:cubicBezTo>
                    <a:pt x="557" y="927"/>
                    <a:pt x="742" y="1483"/>
                    <a:pt x="765" y="1692"/>
                  </a:cubicBezTo>
                  <a:cubicBezTo>
                    <a:pt x="788" y="1877"/>
                    <a:pt x="1136" y="2039"/>
                    <a:pt x="1437" y="2225"/>
                  </a:cubicBezTo>
                  <a:cubicBezTo>
                    <a:pt x="1739" y="2433"/>
                    <a:pt x="1739" y="2851"/>
                    <a:pt x="1715" y="2966"/>
                  </a:cubicBezTo>
                  <a:cubicBezTo>
                    <a:pt x="1706" y="2986"/>
                    <a:pt x="1681" y="2993"/>
                    <a:pt x="1647" y="2993"/>
                  </a:cubicBezTo>
                  <a:cubicBezTo>
                    <a:pt x="1565" y="2993"/>
                    <a:pt x="1433" y="2950"/>
                    <a:pt x="1349" y="2950"/>
                  </a:cubicBezTo>
                  <a:cubicBezTo>
                    <a:pt x="1309" y="2950"/>
                    <a:pt x="1281" y="2960"/>
                    <a:pt x="1275" y="2990"/>
                  </a:cubicBezTo>
                  <a:cubicBezTo>
                    <a:pt x="1253" y="3102"/>
                    <a:pt x="1735" y="3500"/>
                    <a:pt x="1932" y="3500"/>
                  </a:cubicBezTo>
                  <a:cubicBezTo>
                    <a:pt x="1937" y="3500"/>
                    <a:pt x="1942" y="3500"/>
                    <a:pt x="1947" y="3499"/>
                  </a:cubicBezTo>
                  <a:cubicBezTo>
                    <a:pt x="1963" y="3498"/>
                    <a:pt x="1977" y="3497"/>
                    <a:pt x="1992" y="3497"/>
                  </a:cubicBezTo>
                  <a:cubicBezTo>
                    <a:pt x="2150" y="3497"/>
                    <a:pt x="2252" y="3615"/>
                    <a:pt x="2550" y="3870"/>
                  </a:cubicBezTo>
                  <a:cubicBezTo>
                    <a:pt x="2851" y="4125"/>
                    <a:pt x="2828" y="4450"/>
                    <a:pt x="2689" y="4542"/>
                  </a:cubicBezTo>
                  <a:cubicBezTo>
                    <a:pt x="2573" y="4635"/>
                    <a:pt x="2944" y="4844"/>
                    <a:pt x="3338" y="5099"/>
                  </a:cubicBezTo>
                  <a:cubicBezTo>
                    <a:pt x="3709" y="5353"/>
                    <a:pt x="3871" y="5678"/>
                    <a:pt x="3917" y="5794"/>
                  </a:cubicBezTo>
                  <a:cubicBezTo>
                    <a:pt x="3924" y="5837"/>
                    <a:pt x="3947" y="5855"/>
                    <a:pt x="3976" y="5855"/>
                  </a:cubicBezTo>
                  <a:cubicBezTo>
                    <a:pt x="4041" y="5855"/>
                    <a:pt x="4140" y="5760"/>
                    <a:pt x="4172" y="5632"/>
                  </a:cubicBezTo>
                  <a:cubicBezTo>
                    <a:pt x="4242" y="5446"/>
                    <a:pt x="4056" y="5400"/>
                    <a:pt x="4056" y="5191"/>
                  </a:cubicBezTo>
                  <a:cubicBezTo>
                    <a:pt x="4056" y="4983"/>
                    <a:pt x="3732" y="5029"/>
                    <a:pt x="3593" y="5006"/>
                  </a:cubicBezTo>
                  <a:cubicBezTo>
                    <a:pt x="3454" y="4983"/>
                    <a:pt x="3616" y="4658"/>
                    <a:pt x="3454" y="4519"/>
                  </a:cubicBezTo>
                  <a:cubicBezTo>
                    <a:pt x="3315" y="4380"/>
                    <a:pt x="3176" y="4009"/>
                    <a:pt x="3106" y="3731"/>
                  </a:cubicBezTo>
                  <a:cubicBezTo>
                    <a:pt x="3036" y="3476"/>
                    <a:pt x="2666" y="3198"/>
                    <a:pt x="2503" y="2920"/>
                  </a:cubicBezTo>
                  <a:cubicBezTo>
                    <a:pt x="2341" y="2619"/>
                    <a:pt x="2179" y="2387"/>
                    <a:pt x="2063" y="2318"/>
                  </a:cubicBezTo>
                  <a:cubicBezTo>
                    <a:pt x="1947" y="2248"/>
                    <a:pt x="2225" y="2132"/>
                    <a:pt x="2133" y="2039"/>
                  </a:cubicBezTo>
                  <a:cubicBezTo>
                    <a:pt x="2040" y="1924"/>
                    <a:pt x="1878" y="1924"/>
                    <a:pt x="1715" y="1854"/>
                  </a:cubicBezTo>
                  <a:cubicBezTo>
                    <a:pt x="1530" y="1761"/>
                    <a:pt x="1391" y="1622"/>
                    <a:pt x="1391" y="1437"/>
                  </a:cubicBezTo>
                  <a:cubicBezTo>
                    <a:pt x="1391" y="1228"/>
                    <a:pt x="1275" y="765"/>
                    <a:pt x="1229" y="626"/>
                  </a:cubicBezTo>
                  <a:cubicBezTo>
                    <a:pt x="1190" y="536"/>
                    <a:pt x="1230" y="503"/>
                    <a:pt x="1284" y="503"/>
                  </a:cubicBezTo>
                  <a:cubicBezTo>
                    <a:pt x="1329" y="503"/>
                    <a:pt x="1383" y="525"/>
                    <a:pt x="1414" y="556"/>
                  </a:cubicBezTo>
                  <a:cubicBezTo>
                    <a:pt x="1468" y="610"/>
                    <a:pt x="1508" y="664"/>
                    <a:pt x="1556" y="664"/>
                  </a:cubicBezTo>
                  <a:cubicBezTo>
                    <a:pt x="1569" y="664"/>
                    <a:pt x="1584" y="659"/>
                    <a:pt x="1600" y="649"/>
                  </a:cubicBezTo>
                  <a:cubicBezTo>
                    <a:pt x="1624" y="637"/>
                    <a:pt x="1651" y="631"/>
                    <a:pt x="1679" y="631"/>
                  </a:cubicBezTo>
                  <a:cubicBezTo>
                    <a:pt x="1759" y="631"/>
                    <a:pt x="1849" y="679"/>
                    <a:pt x="1901" y="765"/>
                  </a:cubicBezTo>
                  <a:cubicBezTo>
                    <a:pt x="1920" y="822"/>
                    <a:pt x="1966" y="836"/>
                    <a:pt x="2021" y="836"/>
                  </a:cubicBezTo>
                  <a:cubicBezTo>
                    <a:pt x="2074" y="836"/>
                    <a:pt x="2135" y="823"/>
                    <a:pt x="2186" y="823"/>
                  </a:cubicBezTo>
                  <a:cubicBezTo>
                    <a:pt x="2209" y="823"/>
                    <a:pt x="2231" y="826"/>
                    <a:pt x="2248" y="834"/>
                  </a:cubicBezTo>
                  <a:cubicBezTo>
                    <a:pt x="2364" y="904"/>
                    <a:pt x="2040" y="973"/>
                    <a:pt x="2364" y="1530"/>
                  </a:cubicBezTo>
                  <a:cubicBezTo>
                    <a:pt x="2666" y="2086"/>
                    <a:pt x="2457" y="1785"/>
                    <a:pt x="2457" y="2155"/>
                  </a:cubicBezTo>
                  <a:cubicBezTo>
                    <a:pt x="2457" y="2336"/>
                    <a:pt x="2501" y="2390"/>
                    <a:pt x="2554" y="2390"/>
                  </a:cubicBezTo>
                  <a:cubicBezTo>
                    <a:pt x="2610" y="2390"/>
                    <a:pt x="2676" y="2330"/>
                    <a:pt x="2712" y="2294"/>
                  </a:cubicBezTo>
                  <a:cubicBezTo>
                    <a:pt x="2719" y="2284"/>
                    <a:pt x="2729" y="2279"/>
                    <a:pt x="2741" y="2279"/>
                  </a:cubicBezTo>
                  <a:cubicBezTo>
                    <a:pt x="2812" y="2279"/>
                    <a:pt x="2967" y="2441"/>
                    <a:pt x="3106" y="2619"/>
                  </a:cubicBezTo>
                  <a:cubicBezTo>
                    <a:pt x="3245" y="2804"/>
                    <a:pt x="3546" y="2827"/>
                    <a:pt x="3546" y="2920"/>
                  </a:cubicBezTo>
                  <a:cubicBezTo>
                    <a:pt x="3546" y="3036"/>
                    <a:pt x="3616" y="3245"/>
                    <a:pt x="3824" y="3291"/>
                  </a:cubicBezTo>
                  <a:cubicBezTo>
                    <a:pt x="4033" y="3337"/>
                    <a:pt x="4056" y="3546"/>
                    <a:pt x="4195" y="3569"/>
                  </a:cubicBezTo>
                  <a:cubicBezTo>
                    <a:pt x="4334" y="3592"/>
                    <a:pt x="4357" y="3754"/>
                    <a:pt x="4288" y="3917"/>
                  </a:cubicBezTo>
                  <a:cubicBezTo>
                    <a:pt x="4218" y="4056"/>
                    <a:pt x="4288" y="4195"/>
                    <a:pt x="4612" y="4334"/>
                  </a:cubicBezTo>
                  <a:cubicBezTo>
                    <a:pt x="4960" y="4473"/>
                    <a:pt x="4798" y="4496"/>
                    <a:pt x="5076" y="4751"/>
                  </a:cubicBezTo>
                  <a:cubicBezTo>
                    <a:pt x="5331" y="5006"/>
                    <a:pt x="6096" y="5817"/>
                    <a:pt x="6258" y="6049"/>
                  </a:cubicBezTo>
                  <a:cubicBezTo>
                    <a:pt x="6397" y="6280"/>
                    <a:pt x="6443" y="6466"/>
                    <a:pt x="6513" y="6651"/>
                  </a:cubicBezTo>
                  <a:cubicBezTo>
                    <a:pt x="6582" y="6814"/>
                    <a:pt x="6397" y="6906"/>
                    <a:pt x="6490" y="7045"/>
                  </a:cubicBezTo>
                  <a:cubicBezTo>
                    <a:pt x="6582" y="7184"/>
                    <a:pt x="6304" y="7138"/>
                    <a:pt x="6327" y="7231"/>
                  </a:cubicBezTo>
                  <a:cubicBezTo>
                    <a:pt x="6327" y="7347"/>
                    <a:pt x="6490" y="7903"/>
                    <a:pt x="6744" y="7926"/>
                  </a:cubicBezTo>
                  <a:cubicBezTo>
                    <a:pt x="7023" y="7949"/>
                    <a:pt x="7324" y="8274"/>
                    <a:pt x="7532" y="8459"/>
                  </a:cubicBezTo>
                  <a:cubicBezTo>
                    <a:pt x="7764" y="8621"/>
                    <a:pt x="8089" y="8598"/>
                    <a:pt x="8413" y="8714"/>
                  </a:cubicBezTo>
                  <a:cubicBezTo>
                    <a:pt x="8738" y="8830"/>
                    <a:pt x="9016" y="9131"/>
                    <a:pt x="9502" y="9270"/>
                  </a:cubicBezTo>
                  <a:cubicBezTo>
                    <a:pt x="9966" y="9386"/>
                    <a:pt x="10429" y="9595"/>
                    <a:pt x="10731" y="9803"/>
                  </a:cubicBezTo>
                  <a:cubicBezTo>
                    <a:pt x="10848" y="9876"/>
                    <a:pt x="10977" y="9906"/>
                    <a:pt x="11115" y="9906"/>
                  </a:cubicBezTo>
                  <a:cubicBezTo>
                    <a:pt x="11332" y="9906"/>
                    <a:pt x="11575" y="9832"/>
                    <a:pt x="11843" y="9734"/>
                  </a:cubicBezTo>
                  <a:cubicBezTo>
                    <a:pt x="11953" y="9691"/>
                    <a:pt x="12057" y="9674"/>
                    <a:pt x="12155" y="9674"/>
                  </a:cubicBezTo>
                  <a:cubicBezTo>
                    <a:pt x="12425" y="9674"/>
                    <a:pt x="12646" y="9804"/>
                    <a:pt x="12816" y="9873"/>
                  </a:cubicBezTo>
                  <a:cubicBezTo>
                    <a:pt x="12955" y="9919"/>
                    <a:pt x="13187" y="10128"/>
                    <a:pt x="13419" y="10336"/>
                  </a:cubicBezTo>
                  <a:cubicBezTo>
                    <a:pt x="13628" y="10035"/>
                    <a:pt x="13836" y="9757"/>
                    <a:pt x="13859" y="9757"/>
                  </a:cubicBezTo>
                  <a:cubicBezTo>
                    <a:pt x="13894" y="9757"/>
                    <a:pt x="14062" y="9774"/>
                    <a:pt x="14230" y="9774"/>
                  </a:cubicBezTo>
                  <a:cubicBezTo>
                    <a:pt x="14398" y="9774"/>
                    <a:pt x="14566" y="9757"/>
                    <a:pt x="14601" y="9687"/>
                  </a:cubicBezTo>
                  <a:cubicBezTo>
                    <a:pt x="14647" y="9525"/>
                    <a:pt x="14137" y="9201"/>
                    <a:pt x="14207" y="9154"/>
                  </a:cubicBezTo>
                  <a:cubicBezTo>
                    <a:pt x="14253" y="9108"/>
                    <a:pt x="14276" y="8737"/>
                    <a:pt x="14369" y="8737"/>
                  </a:cubicBezTo>
                  <a:cubicBezTo>
                    <a:pt x="14431" y="8737"/>
                    <a:pt x="14833" y="8747"/>
                    <a:pt x="15107" y="8747"/>
                  </a:cubicBezTo>
                  <a:cubicBezTo>
                    <a:pt x="15245" y="8747"/>
                    <a:pt x="15350" y="8745"/>
                    <a:pt x="15366" y="8737"/>
                  </a:cubicBezTo>
                  <a:cubicBezTo>
                    <a:pt x="15412" y="8714"/>
                    <a:pt x="15574" y="8413"/>
                    <a:pt x="15713" y="8413"/>
                  </a:cubicBezTo>
                  <a:cubicBezTo>
                    <a:pt x="15721" y="8410"/>
                    <a:pt x="15728" y="8409"/>
                    <a:pt x="15736" y="8409"/>
                  </a:cubicBezTo>
                  <a:cubicBezTo>
                    <a:pt x="15802" y="8409"/>
                    <a:pt x="15885" y="8492"/>
                    <a:pt x="15968" y="8575"/>
                  </a:cubicBezTo>
                  <a:cubicBezTo>
                    <a:pt x="16130" y="8413"/>
                    <a:pt x="16177" y="8088"/>
                    <a:pt x="16223" y="7833"/>
                  </a:cubicBezTo>
                  <a:cubicBezTo>
                    <a:pt x="16246" y="7486"/>
                    <a:pt x="16130" y="7393"/>
                    <a:pt x="16316" y="7207"/>
                  </a:cubicBezTo>
                  <a:cubicBezTo>
                    <a:pt x="16478" y="7022"/>
                    <a:pt x="16663" y="7022"/>
                    <a:pt x="16617" y="6767"/>
                  </a:cubicBezTo>
                  <a:cubicBezTo>
                    <a:pt x="16600" y="6672"/>
                    <a:pt x="16557" y="6648"/>
                    <a:pt x="16498" y="6648"/>
                  </a:cubicBezTo>
                  <a:cubicBezTo>
                    <a:pt x="16439" y="6648"/>
                    <a:pt x="16364" y="6673"/>
                    <a:pt x="16285" y="6673"/>
                  </a:cubicBezTo>
                  <a:cubicBezTo>
                    <a:pt x="16234" y="6673"/>
                    <a:pt x="16182" y="6662"/>
                    <a:pt x="16130" y="6628"/>
                  </a:cubicBezTo>
                  <a:cubicBezTo>
                    <a:pt x="16067" y="6588"/>
                    <a:pt x="16006" y="6573"/>
                    <a:pt x="15933" y="6573"/>
                  </a:cubicBezTo>
                  <a:cubicBezTo>
                    <a:pt x="15793" y="6573"/>
                    <a:pt x="15608" y="6629"/>
                    <a:pt x="15273" y="6674"/>
                  </a:cubicBezTo>
                  <a:cubicBezTo>
                    <a:pt x="14786" y="6744"/>
                    <a:pt x="14555" y="6953"/>
                    <a:pt x="14578" y="7300"/>
                  </a:cubicBezTo>
                  <a:cubicBezTo>
                    <a:pt x="14601" y="7648"/>
                    <a:pt x="14392" y="7486"/>
                    <a:pt x="14415" y="7787"/>
                  </a:cubicBezTo>
                  <a:cubicBezTo>
                    <a:pt x="14439" y="8088"/>
                    <a:pt x="14021" y="8111"/>
                    <a:pt x="14045" y="8297"/>
                  </a:cubicBezTo>
                  <a:cubicBezTo>
                    <a:pt x="14052" y="8355"/>
                    <a:pt x="14025" y="8377"/>
                    <a:pt x="13981" y="8377"/>
                  </a:cubicBezTo>
                  <a:cubicBezTo>
                    <a:pt x="13886" y="8377"/>
                    <a:pt x="13714" y="8275"/>
                    <a:pt x="13651" y="8227"/>
                  </a:cubicBezTo>
                  <a:cubicBezTo>
                    <a:pt x="13644" y="8224"/>
                    <a:pt x="13633" y="8222"/>
                    <a:pt x="13617" y="8222"/>
                  </a:cubicBezTo>
                  <a:cubicBezTo>
                    <a:pt x="13414" y="8222"/>
                    <a:pt x="12504" y="8484"/>
                    <a:pt x="12353" y="8505"/>
                  </a:cubicBezTo>
                  <a:cubicBezTo>
                    <a:pt x="12348" y="8506"/>
                    <a:pt x="12343" y="8506"/>
                    <a:pt x="12338" y="8506"/>
                  </a:cubicBezTo>
                  <a:cubicBezTo>
                    <a:pt x="12201" y="8506"/>
                    <a:pt x="11969" y="8226"/>
                    <a:pt x="11772" y="8226"/>
                  </a:cubicBezTo>
                  <a:cubicBezTo>
                    <a:pt x="11765" y="8226"/>
                    <a:pt x="11758" y="8226"/>
                    <a:pt x="11750" y="8227"/>
                  </a:cubicBezTo>
                  <a:cubicBezTo>
                    <a:pt x="11542" y="8227"/>
                    <a:pt x="11449" y="7926"/>
                    <a:pt x="11426" y="7671"/>
                  </a:cubicBezTo>
                  <a:cubicBezTo>
                    <a:pt x="11403" y="7416"/>
                    <a:pt x="11009" y="7184"/>
                    <a:pt x="10846" y="6953"/>
                  </a:cubicBezTo>
                  <a:cubicBezTo>
                    <a:pt x="10684" y="6721"/>
                    <a:pt x="10661" y="6211"/>
                    <a:pt x="10638" y="5887"/>
                  </a:cubicBezTo>
                  <a:cubicBezTo>
                    <a:pt x="10638" y="5562"/>
                    <a:pt x="10592" y="5006"/>
                    <a:pt x="10823" y="4357"/>
                  </a:cubicBezTo>
                  <a:cubicBezTo>
                    <a:pt x="10846" y="4264"/>
                    <a:pt x="10870" y="4195"/>
                    <a:pt x="10870" y="4125"/>
                  </a:cubicBezTo>
                  <a:cubicBezTo>
                    <a:pt x="10777" y="4079"/>
                    <a:pt x="10707" y="4033"/>
                    <a:pt x="10638" y="4033"/>
                  </a:cubicBezTo>
                  <a:cubicBezTo>
                    <a:pt x="10630" y="4033"/>
                    <a:pt x="10621" y="4034"/>
                    <a:pt x="10612" y="4034"/>
                  </a:cubicBezTo>
                  <a:cubicBezTo>
                    <a:pt x="10393" y="4034"/>
                    <a:pt x="9962" y="3778"/>
                    <a:pt x="9873" y="3778"/>
                  </a:cubicBezTo>
                  <a:cubicBezTo>
                    <a:pt x="9780" y="3778"/>
                    <a:pt x="9804" y="3546"/>
                    <a:pt x="9711" y="3430"/>
                  </a:cubicBezTo>
                  <a:cubicBezTo>
                    <a:pt x="9641" y="3314"/>
                    <a:pt x="9688" y="3105"/>
                    <a:pt x="9595" y="3013"/>
                  </a:cubicBezTo>
                  <a:cubicBezTo>
                    <a:pt x="9479" y="2943"/>
                    <a:pt x="9178" y="2642"/>
                    <a:pt x="9062" y="2271"/>
                  </a:cubicBezTo>
                  <a:cubicBezTo>
                    <a:pt x="8969" y="1924"/>
                    <a:pt x="8344" y="1738"/>
                    <a:pt x="8112" y="1715"/>
                  </a:cubicBezTo>
                  <a:cubicBezTo>
                    <a:pt x="7880" y="1715"/>
                    <a:pt x="7741" y="2202"/>
                    <a:pt x="7671" y="2225"/>
                  </a:cubicBezTo>
                  <a:cubicBezTo>
                    <a:pt x="7669" y="2226"/>
                    <a:pt x="7665" y="2226"/>
                    <a:pt x="7661" y="2226"/>
                  </a:cubicBezTo>
                  <a:cubicBezTo>
                    <a:pt x="7567" y="2226"/>
                    <a:pt x="7157" y="1967"/>
                    <a:pt x="7046" y="1900"/>
                  </a:cubicBezTo>
                  <a:cubicBezTo>
                    <a:pt x="6907" y="1831"/>
                    <a:pt x="6837" y="1715"/>
                    <a:pt x="6837" y="1553"/>
                  </a:cubicBezTo>
                  <a:cubicBezTo>
                    <a:pt x="6837" y="1391"/>
                    <a:pt x="6582" y="1159"/>
                    <a:pt x="6490" y="1136"/>
                  </a:cubicBezTo>
                  <a:cubicBezTo>
                    <a:pt x="6420" y="1089"/>
                    <a:pt x="5887" y="579"/>
                    <a:pt x="5887" y="579"/>
                  </a:cubicBezTo>
                  <a:lnTo>
                    <a:pt x="5030" y="579"/>
                  </a:lnTo>
                  <a:lnTo>
                    <a:pt x="4844" y="811"/>
                  </a:lnTo>
                  <a:lnTo>
                    <a:pt x="3291" y="811"/>
                  </a:lnTo>
                  <a:cubicBezTo>
                    <a:pt x="3291" y="811"/>
                    <a:pt x="2086" y="371"/>
                    <a:pt x="1878" y="324"/>
                  </a:cubicBezTo>
                  <a:cubicBezTo>
                    <a:pt x="1646" y="278"/>
                    <a:pt x="1275" y="0"/>
                    <a:pt x="1275"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59"/>
            <p:cNvSpPr/>
            <p:nvPr/>
          </p:nvSpPr>
          <p:spPr>
            <a:xfrm>
              <a:off x="2394852" y="3129954"/>
              <a:ext cx="71437" cy="69302"/>
            </a:xfrm>
            <a:custGeom>
              <a:avLst/>
              <a:gdLst/>
              <a:ahLst/>
              <a:cxnLst/>
              <a:rect l="l" t="t" r="r" b="b"/>
              <a:pathLst>
                <a:path w="2342" h="2272" extrusionOk="0">
                  <a:moveTo>
                    <a:pt x="951" y="0"/>
                  </a:moveTo>
                  <a:cubicBezTo>
                    <a:pt x="858" y="0"/>
                    <a:pt x="835" y="371"/>
                    <a:pt x="789" y="417"/>
                  </a:cubicBezTo>
                  <a:cubicBezTo>
                    <a:pt x="719" y="440"/>
                    <a:pt x="1229" y="788"/>
                    <a:pt x="1183" y="950"/>
                  </a:cubicBezTo>
                  <a:cubicBezTo>
                    <a:pt x="1148" y="1020"/>
                    <a:pt x="980" y="1037"/>
                    <a:pt x="815" y="1037"/>
                  </a:cubicBezTo>
                  <a:cubicBezTo>
                    <a:pt x="650" y="1037"/>
                    <a:pt x="488" y="1020"/>
                    <a:pt x="464" y="1020"/>
                  </a:cubicBezTo>
                  <a:cubicBezTo>
                    <a:pt x="418" y="1020"/>
                    <a:pt x="233" y="1298"/>
                    <a:pt x="1" y="1622"/>
                  </a:cubicBezTo>
                  <a:cubicBezTo>
                    <a:pt x="256" y="1831"/>
                    <a:pt x="488" y="2039"/>
                    <a:pt x="603" y="2132"/>
                  </a:cubicBezTo>
                  <a:cubicBezTo>
                    <a:pt x="687" y="2182"/>
                    <a:pt x="789" y="2193"/>
                    <a:pt x="893" y="2193"/>
                  </a:cubicBezTo>
                  <a:cubicBezTo>
                    <a:pt x="972" y="2193"/>
                    <a:pt x="1053" y="2187"/>
                    <a:pt x="1127" y="2187"/>
                  </a:cubicBezTo>
                  <a:cubicBezTo>
                    <a:pt x="1224" y="2187"/>
                    <a:pt x="1310" y="2198"/>
                    <a:pt x="1368" y="2248"/>
                  </a:cubicBezTo>
                  <a:cubicBezTo>
                    <a:pt x="1368" y="2271"/>
                    <a:pt x="1391" y="2271"/>
                    <a:pt x="1391" y="2271"/>
                  </a:cubicBezTo>
                  <a:cubicBezTo>
                    <a:pt x="1554" y="2109"/>
                    <a:pt x="1716" y="1970"/>
                    <a:pt x="1785" y="1947"/>
                  </a:cubicBezTo>
                  <a:cubicBezTo>
                    <a:pt x="1901" y="1924"/>
                    <a:pt x="1785" y="1715"/>
                    <a:pt x="2040" y="1506"/>
                  </a:cubicBezTo>
                  <a:cubicBezTo>
                    <a:pt x="2156" y="1414"/>
                    <a:pt x="2272" y="1298"/>
                    <a:pt x="2342" y="1205"/>
                  </a:cubicBezTo>
                  <a:lnTo>
                    <a:pt x="2342" y="1205"/>
                  </a:lnTo>
                  <a:cubicBezTo>
                    <a:pt x="2287" y="1239"/>
                    <a:pt x="2243" y="1253"/>
                    <a:pt x="2208" y="1253"/>
                  </a:cubicBezTo>
                  <a:cubicBezTo>
                    <a:pt x="2123" y="1253"/>
                    <a:pt x="2093" y="1171"/>
                    <a:pt x="2110" y="1089"/>
                  </a:cubicBezTo>
                  <a:lnTo>
                    <a:pt x="2110" y="1089"/>
                  </a:lnTo>
                  <a:lnTo>
                    <a:pt x="1855" y="1112"/>
                  </a:lnTo>
                  <a:lnTo>
                    <a:pt x="1878" y="23"/>
                  </a:lnTo>
                  <a:cubicBezTo>
                    <a:pt x="1646" y="23"/>
                    <a:pt x="1044" y="0"/>
                    <a:pt x="9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1" name="Google Shape;8721;p59"/>
            <p:cNvSpPr/>
            <p:nvPr/>
          </p:nvSpPr>
          <p:spPr>
            <a:xfrm>
              <a:off x="2450701" y="3120041"/>
              <a:ext cx="21962" cy="43863"/>
            </a:xfrm>
            <a:custGeom>
              <a:avLst/>
              <a:gdLst/>
              <a:ahLst/>
              <a:cxnLst/>
              <a:rect l="l" t="t" r="r" b="b"/>
              <a:pathLst>
                <a:path w="720" h="1438" extrusionOk="0">
                  <a:moveTo>
                    <a:pt x="464" y="1"/>
                  </a:moveTo>
                  <a:cubicBezTo>
                    <a:pt x="325" y="1"/>
                    <a:pt x="163" y="302"/>
                    <a:pt x="117" y="325"/>
                  </a:cubicBezTo>
                  <a:cubicBezTo>
                    <a:pt x="117" y="325"/>
                    <a:pt x="70" y="348"/>
                    <a:pt x="47" y="348"/>
                  </a:cubicBezTo>
                  <a:lnTo>
                    <a:pt x="1" y="1437"/>
                  </a:lnTo>
                  <a:lnTo>
                    <a:pt x="279" y="1414"/>
                  </a:lnTo>
                  <a:cubicBezTo>
                    <a:pt x="302" y="1322"/>
                    <a:pt x="372" y="1206"/>
                    <a:pt x="464" y="1136"/>
                  </a:cubicBezTo>
                  <a:cubicBezTo>
                    <a:pt x="673" y="974"/>
                    <a:pt x="348" y="279"/>
                    <a:pt x="603" y="232"/>
                  </a:cubicBezTo>
                  <a:cubicBezTo>
                    <a:pt x="650" y="209"/>
                    <a:pt x="696" y="186"/>
                    <a:pt x="719" y="163"/>
                  </a:cubicBezTo>
                  <a:cubicBezTo>
                    <a:pt x="627" y="70"/>
                    <a:pt x="534" y="1"/>
                    <a:pt x="4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59"/>
            <p:cNvSpPr/>
            <p:nvPr/>
          </p:nvSpPr>
          <p:spPr>
            <a:xfrm>
              <a:off x="2696332" y="3090637"/>
              <a:ext cx="49170" cy="37915"/>
            </a:xfrm>
            <a:custGeom>
              <a:avLst/>
              <a:gdLst/>
              <a:ahLst/>
              <a:cxnLst/>
              <a:rect l="l" t="t" r="r" b="b"/>
              <a:pathLst>
                <a:path w="1612" h="1243" extrusionOk="0">
                  <a:moveTo>
                    <a:pt x="884" y="0"/>
                  </a:moveTo>
                  <a:cubicBezTo>
                    <a:pt x="826" y="0"/>
                    <a:pt x="774" y="11"/>
                    <a:pt x="731" y="38"/>
                  </a:cubicBezTo>
                  <a:cubicBezTo>
                    <a:pt x="499" y="200"/>
                    <a:pt x="1102" y="571"/>
                    <a:pt x="1102" y="779"/>
                  </a:cubicBezTo>
                  <a:cubicBezTo>
                    <a:pt x="1102" y="870"/>
                    <a:pt x="953" y="886"/>
                    <a:pt x="767" y="886"/>
                  </a:cubicBezTo>
                  <a:cubicBezTo>
                    <a:pt x="662" y="886"/>
                    <a:pt x="546" y="881"/>
                    <a:pt x="438" y="881"/>
                  </a:cubicBezTo>
                  <a:cubicBezTo>
                    <a:pt x="243" y="881"/>
                    <a:pt x="72" y="897"/>
                    <a:pt x="36" y="988"/>
                  </a:cubicBezTo>
                  <a:cubicBezTo>
                    <a:pt x="1" y="1076"/>
                    <a:pt x="218" y="1190"/>
                    <a:pt x="477" y="1190"/>
                  </a:cubicBezTo>
                  <a:cubicBezTo>
                    <a:pt x="560" y="1190"/>
                    <a:pt x="647" y="1178"/>
                    <a:pt x="731" y="1150"/>
                  </a:cubicBezTo>
                  <a:cubicBezTo>
                    <a:pt x="835" y="1115"/>
                    <a:pt x="929" y="1101"/>
                    <a:pt x="1014" y="1101"/>
                  </a:cubicBezTo>
                  <a:cubicBezTo>
                    <a:pt x="1213" y="1101"/>
                    <a:pt x="1366" y="1178"/>
                    <a:pt x="1496" y="1243"/>
                  </a:cubicBezTo>
                  <a:cubicBezTo>
                    <a:pt x="1519" y="872"/>
                    <a:pt x="1565" y="478"/>
                    <a:pt x="1612" y="177"/>
                  </a:cubicBezTo>
                  <a:cubicBezTo>
                    <a:pt x="1361" y="123"/>
                    <a:pt x="1084"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59"/>
            <p:cNvSpPr/>
            <p:nvPr/>
          </p:nvSpPr>
          <p:spPr>
            <a:xfrm>
              <a:off x="2741932" y="3096005"/>
              <a:ext cx="56582" cy="34010"/>
            </a:xfrm>
            <a:custGeom>
              <a:avLst/>
              <a:gdLst/>
              <a:ahLst/>
              <a:cxnLst/>
              <a:rect l="l" t="t" r="r" b="b"/>
              <a:pathLst>
                <a:path w="1855" h="1115" extrusionOk="0">
                  <a:moveTo>
                    <a:pt x="117" y="1"/>
                  </a:moveTo>
                  <a:cubicBezTo>
                    <a:pt x="70" y="302"/>
                    <a:pt x="24" y="696"/>
                    <a:pt x="1" y="1067"/>
                  </a:cubicBezTo>
                  <a:cubicBezTo>
                    <a:pt x="24" y="1090"/>
                    <a:pt x="24" y="1090"/>
                    <a:pt x="47" y="1090"/>
                  </a:cubicBezTo>
                  <a:cubicBezTo>
                    <a:pt x="82" y="1107"/>
                    <a:pt x="112" y="1115"/>
                    <a:pt x="140" y="1115"/>
                  </a:cubicBezTo>
                  <a:cubicBezTo>
                    <a:pt x="264" y="1115"/>
                    <a:pt x="361" y="971"/>
                    <a:pt x="719" y="858"/>
                  </a:cubicBezTo>
                  <a:cubicBezTo>
                    <a:pt x="841" y="813"/>
                    <a:pt x="983" y="802"/>
                    <a:pt x="1124" y="802"/>
                  </a:cubicBezTo>
                  <a:cubicBezTo>
                    <a:pt x="1262" y="802"/>
                    <a:pt x="1400" y="813"/>
                    <a:pt x="1518" y="813"/>
                  </a:cubicBezTo>
                  <a:cubicBezTo>
                    <a:pt x="1713" y="813"/>
                    <a:pt x="1855" y="783"/>
                    <a:pt x="1855" y="626"/>
                  </a:cubicBezTo>
                  <a:cubicBezTo>
                    <a:pt x="1855" y="336"/>
                    <a:pt x="929" y="9"/>
                    <a:pt x="534" y="9"/>
                  </a:cubicBezTo>
                  <a:cubicBezTo>
                    <a:pt x="487" y="9"/>
                    <a:pt x="448" y="14"/>
                    <a:pt x="418" y="24"/>
                  </a:cubicBezTo>
                  <a:cubicBezTo>
                    <a:pt x="380" y="33"/>
                    <a:pt x="341" y="39"/>
                    <a:pt x="301" y="39"/>
                  </a:cubicBezTo>
                  <a:cubicBezTo>
                    <a:pt x="245" y="39"/>
                    <a:pt x="185" y="28"/>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59"/>
            <p:cNvSpPr/>
            <p:nvPr/>
          </p:nvSpPr>
          <p:spPr>
            <a:xfrm>
              <a:off x="2480410" y="3178665"/>
              <a:ext cx="71406" cy="72657"/>
            </a:xfrm>
            <a:custGeom>
              <a:avLst/>
              <a:gdLst/>
              <a:ahLst/>
              <a:cxnLst/>
              <a:rect l="l" t="t" r="r" b="b"/>
              <a:pathLst>
                <a:path w="2341" h="2382" extrusionOk="0">
                  <a:moveTo>
                    <a:pt x="2305" y="1"/>
                  </a:moveTo>
                  <a:cubicBezTo>
                    <a:pt x="2039" y="1"/>
                    <a:pt x="1781" y="235"/>
                    <a:pt x="1692" y="257"/>
                  </a:cubicBezTo>
                  <a:cubicBezTo>
                    <a:pt x="1648" y="257"/>
                    <a:pt x="1538" y="237"/>
                    <a:pt x="1429" y="237"/>
                  </a:cubicBezTo>
                  <a:cubicBezTo>
                    <a:pt x="1305" y="237"/>
                    <a:pt x="1183" y="263"/>
                    <a:pt x="1159" y="373"/>
                  </a:cubicBezTo>
                  <a:cubicBezTo>
                    <a:pt x="1113" y="558"/>
                    <a:pt x="881" y="605"/>
                    <a:pt x="580" y="628"/>
                  </a:cubicBezTo>
                  <a:cubicBezTo>
                    <a:pt x="255" y="651"/>
                    <a:pt x="417" y="906"/>
                    <a:pt x="394" y="976"/>
                  </a:cubicBezTo>
                  <a:cubicBezTo>
                    <a:pt x="371" y="1022"/>
                    <a:pt x="232" y="1115"/>
                    <a:pt x="232" y="1115"/>
                  </a:cubicBezTo>
                  <a:lnTo>
                    <a:pt x="23" y="1161"/>
                  </a:lnTo>
                  <a:cubicBezTo>
                    <a:pt x="23" y="1230"/>
                    <a:pt x="0" y="1323"/>
                    <a:pt x="116" y="1369"/>
                  </a:cubicBezTo>
                  <a:cubicBezTo>
                    <a:pt x="301" y="1485"/>
                    <a:pt x="580" y="1903"/>
                    <a:pt x="765" y="2018"/>
                  </a:cubicBezTo>
                  <a:cubicBezTo>
                    <a:pt x="881" y="2065"/>
                    <a:pt x="927" y="2157"/>
                    <a:pt x="973" y="2227"/>
                  </a:cubicBezTo>
                  <a:cubicBezTo>
                    <a:pt x="1089" y="2227"/>
                    <a:pt x="1205" y="2227"/>
                    <a:pt x="1275" y="2250"/>
                  </a:cubicBezTo>
                  <a:cubicBezTo>
                    <a:pt x="1391" y="2320"/>
                    <a:pt x="1692" y="2250"/>
                    <a:pt x="1808" y="2343"/>
                  </a:cubicBezTo>
                  <a:cubicBezTo>
                    <a:pt x="1849" y="2370"/>
                    <a:pt x="1897" y="2381"/>
                    <a:pt x="1954" y="2381"/>
                  </a:cubicBezTo>
                  <a:cubicBezTo>
                    <a:pt x="1994" y="2381"/>
                    <a:pt x="2038" y="2376"/>
                    <a:pt x="2086" y="2366"/>
                  </a:cubicBezTo>
                  <a:cubicBezTo>
                    <a:pt x="2040" y="2320"/>
                    <a:pt x="2016" y="2273"/>
                    <a:pt x="1993" y="2250"/>
                  </a:cubicBezTo>
                  <a:cubicBezTo>
                    <a:pt x="1924" y="2111"/>
                    <a:pt x="2063" y="1787"/>
                    <a:pt x="2132" y="1555"/>
                  </a:cubicBezTo>
                  <a:cubicBezTo>
                    <a:pt x="2202" y="1323"/>
                    <a:pt x="2086" y="767"/>
                    <a:pt x="2202" y="628"/>
                  </a:cubicBezTo>
                  <a:cubicBezTo>
                    <a:pt x="2341" y="489"/>
                    <a:pt x="2271" y="396"/>
                    <a:pt x="2341" y="48"/>
                  </a:cubicBezTo>
                  <a:cubicBezTo>
                    <a:pt x="2341" y="25"/>
                    <a:pt x="2341" y="25"/>
                    <a:pt x="2341" y="2"/>
                  </a:cubicBezTo>
                  <a:cubicBezTo>
                    <a:pt x="2329" y="1"/>
                    <a:pt x="2317" y="1"/>
                    <a:pt x="2305"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5" name="Google Shape;8725;p59"/>
            <p:cNvSpPr/>
            <p:nvPr/>
          </p:nvSpPr>
          <p:spPr>
            <a:xfrm>
              <a:off x="2705909" y="3346090"/>
              <a:ext cx="664497" cy="677400"/>
            </a:xfrm>
            <a:custGeom>
              <a:avLst/>
              <a:gdLst/>
              <a:ahLst/>
              <a:cxnLst/>
              <a:rect l="l" t="t" r="r" b="b"/>
              <a:pathLst>
                <a:path w="21785" h="22208" extrusionOk="0">
                  <a:moveTo>
                    <a:pt x="7579" y="1"/>
                  </a:moveTo>
                  <a:cubicBezTo>
                    <a:pt x="7395" y="1"/>
                    <a:pt x="7406" y="264"/>
                    <a:pt x="7277" y="307"/>
                  </a:cubicBezTo>
                  <a:cubicBezTo>
                    <a:pt x="7149" y="349"/>
                    <a:pt x="6827" y="567"/>
                    <a:pt x="6649" y="567"/>
                  </a:cubicBezTo>
                  <a:cubicBezTo>
                    <a:pt x="6633" y="567"/>
                    <a:pt x="6618" y="566"/>
                    <a:pt x="6605" y="562"/>
                  </a:cubicBezTo>
                  <a:cubicBezTo>
                    <a:pt x="6585" y="559"/>
                    <a:pt x="6564" y="558"/>
                    <a:pt x="6543" y="558"/>
                  </a:cubicBezTo>
                  <a:cubicBezTo>
                    <a:pt x="6395" y="558"/>
                    <a:pt x="6234" y="631"/>
                    <a:pt x="6234" y="794"/>
                  </a:cubicBezTo>
                  <a:cubicBezTo>
                    <a:pt x="6234" y="866"/>
                    <a:pt x="6198" y="896"/>
                    <a:pt x="6153" y="896"/>
                  </a:cubicBezTo>
                  <a:cubicBezTo>
                    <a:pt x="6097" y="896"/>
                    <a:pt x="6028" y="848"/>
                    <a:pt x="6002" y="770"/>
                  </a:cubicBezTo>
                  <a:cubicBezTo>
                    <a:pt x="5979" y="608"/>
                    <a:pt x="5632" y="701"/>
                    <a:pt x="5539" y="608"/>
                  </a:cubicBezTo>
                  <a:cubicBezTo>
                    <a:pt x="5505" y="566"/>
                    <a:pt x="5423" y="549"/>
                    <a:pt x="5341" y="549"/>
                  </a:cubicBezTo>
                  <a:cubicBezTo>
                    <a:pt x="5196" y="549"/>
                    <a:pt x="5050" y="604"/>
                    <a:pt x="5168" y="678"/>
                  </a:cubicBezTo>
                  <a:cubicBezTo>
                    <a:pt x="5377" y="794"/>
                    <a:pt x="5400" y="886"/>
                    <a:pt x="5400" y="1072"/>
                  </a:cubicBezTo>
                  <a:cubicBezTo>
                    <a:pt x="5400" y="1257"/>
                    <a:pt x="5539" y="1211"/>
                    <a:pt x="5539" y="1419"/>
                  </a:cubicBezTo>
                  <a:cubicBezTo>
                    <a:pt x="5539" y="1509"/>
                    <a:pt x="5569" y="1534"/>
                    <a:pt x="5612" y="1534"/>
                  </a:cubicBezTo>
                  <a:cubicBezTo>
                    <a:pt x="5669" y="1534"/>
                    <a:pt x="5751" y="1489"/>
                    <a:pt x="5817" y="1489"/>
                  </a:cubicBezTo>
                  <a:cubicBezTo>
                    <a:pt x="5933" y="1489"/>
                    <a:pt x="5933" y="1697"/>
                    <a:pt x="5747" y="1721"/>
                  </a:cubicBezTo>
                  <a:cubicBezTo>
                    <a:pt x="5562" y="1744"/>
                    <a:pt x="5493" y="1860"/>
                    <a:pt x="5423" y="2022"/>
                  </a:cubicBezTo>
                  <a:cubicBezTo>
                    <a:pt x="5377" y="2184"/>
                    <a:pt x="5214" y="2068"/>
                    <a:pt x="5075" y="2184"/>
                  </a:cubicBezTo>
                  <a:cubicBezTo>
                    <a:pt x="4943" y="2298"/>
                    <a:pt x="4841" y="2411"/>
                    <a:pt x="4758" y="2411"/>
                  </a:cubicBezTo>
                  <a:cubicBezTo>
                    <a:pt x="4739" y="2411"/>
                    <a:pt x="4722" y="2405"/>
                    <a:pt x="4705" y="2393"/>
                  </a:cubicBezTo>
                  <a:cubicBezTo>
                    <a:pt x="4664" y="2368"/>
                    <a:pt x="4629" y="2358"/>
                    <a:pt x="4596" y="2358"/>
                  </a:cubicBezTo>
                  <a:cubicBezTo>
                    <a:pt x="4535" y="2358"/>
                    <a:pt x="4479" y="2394"/>
                    <a:pt x="4403" y="2439"/>
                  </a:cubicBezTo>
                  <a:cubicBezTo>
                    <a:pt x="4372" y="2458"/>
                    <a:pt x="4346" y="2466"/>
                    <a:pt x="4322" y="2466"/>
                  </a:cubicBezTo>
                  <a:cubicBezTo>
                    <a:pt x="4254" y="2466"/>
                    <a:pt x="4198" y="2402"/>
                    <a:pt x="4079" y="2300"/>
                  </a:cubicBezTo>
                  <a:cubicBezTo>
                    <a:pt x="3940" y="2207"/>
                    <a:pt x="3870" y="1976"/>
                    <a:pt x="3662" y="1767"/>
                  </a:cubicBezTo>
                  <a:cubicBezTo>
                    <a:pt x="3523" y="1813"/>
                    <a:pt x="3268" y="1906"/>
                    <a:pt x="3129" y="1906"/>
                  </a:cubicBezTo>
                  <a:cubicBezTo>
                    <a:pt x="3059" y="1906"/>
                    <a:pt x="2946" y="1903"/>
                    <a:pt x="2825" y="1903"/>
                  </a:cubicBezTo>
                  <a:cubicBezTo>
                    <a:pt x="2583" y="1903"/>
                    <a:pt x="2310" y="1914"/>
                    <a:pt x="2294" y="1976"/>
                  </a:cubicBezTo>
                  <a:cubicBezTo>
                    <a:pt x="2271" y="2091"/>
                    <a:pt x="2341" y="2254"/>
                    <a:pt x="2433" y="2277"/>
                  </a:cubicBezTo>
                  <a:cubicBezTo>
                    <a:pt x="2526" y="2300"/>
                    <a:pt x="2735" y="2370"/>
                    <a:pt x="2549" y="2509"/>
                  </a:cubicBezTo>
                  <a:cubicBezTo>
                    <a:pt x="2341" y="2648"/>
                    <a:pt x="2178" y="2462"/>
                    <a:pt x="2178" y="2787"/>
                  </a:cubicBezTo>
                  <a:cubicBezTo>
                    <a:pt x="2178" y="3134"/>
                    <a:pt x="2619" y="3366"/>
                    <a:pt x="2526" y="3691"/>
                  </a:cubicBezTo>
                  <a:cubicBezTo>
                    <a:pt x="2480" y="3853"/>
                    <a:pt x="2410" y="4270"/>
                    <a:pt x="2410" y="4432"/>
                  </a:cubicBezTo>
                  <a:cubicBezTo>
                    <a:pt x="2410" y="4594"/>
                    <a:pt x="2341" y="5127"/>
                    <a:pt x="2202" y="5174"/>
                  </a:cubicBezTo>
                  <a:cubicBezTo>
                    <a:pt x="2192" y="5175"/>
                    <a:pt x="2182" y="5176"/>
                    <a:pt x="2173" y="5176"/>
                  </a:cubicBezTo>
                  <a:cubicBezTo>
                    <a:pt x="2091" y="5176"/>
                    <a:pt x="2008" y="5124"/>
                    <a:pt x="1914" y="5124"/>
                  </a:cubicBezTo>
                  <a:cubicBezTo>
                    <a:pt x="1859" y="5124"/>
                    <a:pt x="1802" y="5141"/>
                    <a:pt x="1738" y="5197"/>
                  </a:cubicBezTo>
                  <a:cubicBezTo>
                    <a:pt x="1530" y="5359"/>
                    <a:pt x="1298" y="5266"/>
                    <a:pt x="1066" y="5452"/>
                  </a:cubicBezTo>
                  <a:cubicBezTo>
                    <a:pt x="834" y="5614"/>
                    <a:pt x="603" y="5545"/>
                    <a:pt x="579" y="5753"/>
                  </a:cubicBezTo>
                  <a:cubicBezTo>
                    <a:pt x="579" y="5985"/>
                    <a:pt x="371" y="6078"/>
                    <a:pt x="417" y="6286"/>
                  </a:cubicBezTo>
                  <a:cubicBezTo>
                    <a:pt x="464" y="6472"/>
                    <a:pt x="324" y="6425"/>
                    <a:pt x="162" y="6564"/>
                  </a:cubicBezTo>
                  <a:cubicBezTo>
                    <a:pt x="23" y="6726"/>
                    <a:pt x="185" y="6819"/>
                    <a:pt x="93" y="6935"/>
                  </a:cubicBezTo>
                  <a:cubicBezTo>
                    <a:pt x="0" y="7051"/>
                    <a:pt x="116" y="7213"/>
                    <a:pt x="232" y="7399"/>
                  </a:cubicBezTo>
                  <a:cubicBezTo>
                    <a:pt x="348" y="7584"/>
                    <a:pt x="464" y="7700"/>
                    <a:pt x="464" y="7862"/>
                  </a:cubicBezTo>
                  <a:cubicBezTo>
                    <a:pt x="443" y="8004"/>
                    <a:pt x="547" y="8075"/>
                    <a:pt x="682" y="8075"/>
                  </a:cubicBezTo>
                  <a:cubicBezTo>
                    <a:pt x="701" y="8075"/>
                    <a:pt x="721" y="8074"/>
                    <a:pt x="742" y="8071"/>
                  </a:cubicBezTo>
                  <a:cubicBezTo>
                    <a:pt x="904" y="8071"/>
                    <a:pt x="765" y="8395"/>
                    <a:pt x="1020" y="8395"/>
                  </a:cubicBezTo>
                  <a:cubicBezTo>
                    <a:pt x="1122" y="8395"/>
                    <a:pt x="1224" y="8402"/>
                    <a:pt x="1314" y="8402"/>
                  </a:cubicBezTo>
                  <a:cubicBezTo>
                    <a:pt x="1449" y="8402"/>
                    <a:pt x="1557" y="8386"/>
                    <a:pt x="1599" y="8302"/>
                  </a:cubicBezTo>
                  <a:cubicBezTo>
                    <a:pt x="1641" y="8218"/>
                    <a:pt x="1726" y="8142"/>
                    <a:pt x="1786" y="8142"/>
                  </a:cubicBezTo>
                  <a:cubicBezTo>
                    <a:pt x="1825" y="8142"/>
                    <a:pt x="1854" y="8174"/>
                    <a:pt x="1854" y="8256"/>
                  </a:cubicBezTo>
                  <a:cubicBezTo>
                    <a:pt x="1854" y="8456"/>
                    <a:pt x="1811" y="8977"/>
                    <a:pt x="1952" y="8977"/>
                  </a:cubicBezTo>
                  <a:cubicBezTo>
                    <a:pt x="1957" y="8977"/>
                    <a:pt x="1963" y="8976"/>
                    <a:pt x="1970" y="8974"/>
                  </a:cubicBezTo>
                  <a:cubicBezTo>
                    <a:pt x="2063" y="8940"/>
                    <a:pt x="2196" y="8922"/>
                    <a:pt x="2329" y="8922"/>
                  </a:cubicBezTo>
                  <a:cubicBezTo>
                    <a:pt x="2462" y="8922"/>
                    <a:pt x="2596" y="8940"/>
                    <a:pt x="2688" y="8974"/>
                  </a:cubicBezTo>
                  <a:cubicBezTo>
                    <a:pt x="2739" y="8994"/>
                    <a:pt x="2789" y="9002"/>
                    <a:pt x="2836" y="9002"/>
                  </a:cubicBezTo>
                  <a:cubicBezTo>
                    <a:pt x="2960" y="9002"/>
                    <a:pt x="3068" y="8943"/>
                    <a:pt x="3152" y="8859"/>
                  </a:cubicBezTo>
                  <a:cubicBezTo>
                    <a:pt x="3268" y="8766"/>
                    <a:pt x="3407" y="8766"/>
                    <a:pt x="3639" y="8627"/>
                  </a:cubicBezTo>
                  <a:cubicBezTo>
                    <a:pt x="3847" y="8488"/>
                    <a:pt x="4056" y="8326"/>
                    <a:pt x="4264" y="8326"/>
                  </a:cubicBezTo>
                  <a:cubicBezTo>
                    <a:pt x="4387" y="8326"/>
                    <a:pt x="4566" y="8285"/>
                    <a:pt x="4683" y="8285"/>
                  </a:cubicBezTo>
                  <a:cubicBezTo>
                    <a:pt x="4765" y="8285"/>
                    <a:pt x="4816" y="8305"/>
                    <a:pt x="4797" y="8372"/>
                  </a:cubicBezTo>
                  <a:cubicBezTo>
                    <a:pt x="4751" y="8534"/>
                    <a:pt x="4705" y="9137"/>
                    <a:pt x="4960" y="9438"/>
                  </a:cubicBezTo>
                  <a:cubicBezTo>
                    <a:pt x="5193" y="9714"/>
                    <a:pt x="5349" y="9835"/>
                    <a:pt x="5553" y="9835"/>
                  </a:cubicBezTo>
                  <a:cubicBezTo>
                    <a:pt x="5571" y="9835"/>
                    <a:pt x="5589" y="9834"/>
                    <a:pt x="5608" y="9832"/>
                  </a:cubicBezTo>
                  <a:cubicBezTo>
                    <a:pt x="5645" y="9825"/>
                    <a:pt x="5676" y="9822"/>
                    <a:pt x="5702" y="9822"/>
                  </a:cubicBezTo>
                  <a:cubicBezTo>
                    <a:pt x="5841" y="9822"/>
                    <a:pt x="5844" y="9904"/>
                    <a:pt x="5963" y="9904"/>
                  </a:cubicBezTo>
                  <a:cubicBezTo>
                    <a:pt x="5975" y="9904"/>
                    <a:pt x="5988" y="9903"/>
                    <a:pt x="6002" y="9901"/>
                  </a:cubicBezTo>
                  <a:cubicBezTo>
                    <a:pt x="6012" y="9900"/>
                    <a:pt x="6021" y="9900"/>
                    <a:pt x="6029" y="9900"/>
                  </a:cubicBezTo>
                  <a:cubicBezTo>
                    <a:pt x="6176" y="9900"/>
                    <a:pt x="6080" y="10087"/>
                    <a:pt x="6234" y="10087"/>
                  </a:cubicBezTo>
                  <a:cubicBezTo>
                    <a:pt x="6396" y="10087"/>
                    <a:pt x="6674" y="10133"/>
                    <a:pt x="6674" y="10295"/>
                  </a:cubicBezTo>
                  <a:cubicBezTo>
                    <a:pt x="6674" y="10388"/>
                    <a:pt x="6796" y="10400"/>
                    <a:pt x="6932" y="10400"/>
                  </a:cubicBezTo>
                  <a:cubicBezTo>
                    <a:pt x="6978" y="10400"/>
                    <a:pt x="7025" y="10398"/>
                    <a:pt x="7069" y="10398"/>
                  </a:cubicBezTo>
                  <a:cubicBezTo>
                    <a:pt x="7159" y="10398"/>
                    <a:pt x="7238" y="10404"/>
                    <a:pt x="7277" y="10434"/>
                  </a:cubicBezTo>
                  <a:cubicBezTo>
                    <a:pt x="7393" y="10527"/>
                    <a:pt x="7509" y="10620"/>
                    <a:pt x="7486" y="10805"/>
                  </a:cubicBezTo>
                  <a:cubicBezTo>
                    <a:pt x="7462" y="10991"/>
                    <a:pt x="7741" y="11153"/>
                    <a:pt x="7578" y="11222"/>
                  </a:cubicBezTo>
                  <a:cubicBezTo>
                    <a:pt x="7416" y="11315"/>
                    <a:pt x="7625" y="11477"/>
                    <a:pt x="7625" y="11686"/>
                  </a:cubicBezTo>
                  <a:cubicBezTo>
                    <a:pt x="7648" y="11895"/>
                    <a:pt x="7880" y="11964"/>
                    <a:pt x="8227" y="11964"/>
                  </a:cubicBezTo>
                  <a:cubicBezTo>
                    <a:pt x="8291" y="11960"/>
                    <a:pt x="8347" y="11957"/>
                    <a:pt x="8395" y="11957"/>
                  </a:cubicBezTo>
                  <a:cubicBezTo>
                    <a:pt x="8613" y="11957"/>
                    <a:pt x="8691" y="12011"/>
                    <a:pt x="8691" y="12219"/>
                  </a:cubicBezTo>
                  <a:cubicBezTo>
                    <a:pt x="8691" y="12497"/>
                    <a:pt x="8922" y="12520"/>
                    <a:pt x="8992" y="12752"/>
                  </a:cubicBezTo>
                  <a:cubicBezTo>
                    <a:pt x="9085" y="13007"/>
                    <a:pt x="8899" y="13285"/>
                    <a:pt x="8946" y="13470"/>
                  </a:cubicBezTo>
                  <a:cubicBezTo>
                    <a:pt x="8969" y="13609"/>
                    <a:pt x="8876" y="13772"/>
                    <a:pt x="8783" y="13841"/>
                  </a:cubicBezTo>
                  <a:cubicBezTo>
                    <a:pt x="8899" y="14003"/>
                    <a:pt x="8899" y="14073"/>
                    <a:pt x="8807" y="14143"/>
                  </a:cubicBezTo>
                  <a:cubicBezTo>
                    <a:pt x="8644" y="14212"/>
                    <a:pt x="8969" y="14444"/>
                    <a:pt x="8899" y="14815"/>
                  </a:cubicBezTo>
                  <a:cubicBezTo>
                    <a:pt x="8807" y="15162"/>
                    <a:pt x="8807" y="15232"/>
                    <a:pt x="9177" y="15255"/>
                  </a:cubicBezTo>
                  <a:cubicBezTo>
                    <a:pt x="9450" y="15272"/>
                    <a:pt x="9510" y="15327"/>
                    <a:pt x="9568" y="15327"/>
                  </a:cubicBezTo>
                  <a:cubicBezTo>
                    <a:pt x="9589" y="15327"/>
                    <a:pt x="9610" y="15320"/>
                    <a:pt x="9641" y="15301"/>
                  </a:cubicBezTo>
                  <a:cubicBezTo>
                    <a:pt x="9656" y="15291"/>
                    <a:pt x="9672" y="15287"/>
                    <a:pt x="9687" y="15287"/>
                  </a:cubicBezTo>
                  <a:cubicBezTo>
                    <a:pt x="9819" y="15287"/>
                    <a:pt x="9973" y="15599"/>
                    <a:pt x="10035" y="15765"/>
                  </a:cubicBezTo>
                  <a:cubicBezTo>
                    <a:pt x="10081" y="15950"/>
                    <a:pt x="10220" y="16367"/>
                    <a:pt x="10290" y="16367"/>
                  </a:cubicBezTo>
                  <a:cubicBezTo>
                    <a:pt x="10344" y="16367"/>
                    <a:pt x="10470" y="16240"/>
                    <a:pt x="10622" y="16240"/>
                  </a:cubicBezTo>
                  <a:cubicBezTo>
                    <a:pt x="10664" y="16240"/>
                    <a:pt x="10708" y="16249"/>
                    <a:pt x="10753" y="16275"/>
                  </a:cubicBezTo>
                  <a:cubicBezTo>
                    <a:pt x="10939" y="16367"/>
                    <a:pt x="10707" y="16970"/>
                    <a:pt x="10707" y="17248"/>
                  </a:cubicBezTo>
                  <a:cubicBezTo>
                    <a:pt x="10823" y="17248"/>
                    <a:pt x="11008" y="17248"/>
                    <a:pt x="11055" y="17271"/>
                  </a:cubicBezTo>
                  <a:cubicBezTo>
                    <a:pt x="11147" y="17317"/>
                    <a:pt x="11194" y="17990"/>
                    <a:pt x="11147" y="18105"/>
                  </a:cubicBezTo>
                  <a:cubicBezTo>
                    <a:pt x="11101" y="18221"/>
                    <a:pt x="10707" y="18337"/>
                    <a:pt x="10498" y="18476"/>
                  </a:cubicBezTo>
                  <a:cubicBezTo>
                    <a:pt x="10290" y="18615"/>
                    <a:pt x="9780" y="19079"/>
                    <a:pt x="9548" y="19473"/>
                  </a:cubicBezTo>
                  <a:cubicBezTo>
                    <a:pt x="9409" y="19681"/>
                    <a:pt x="9201" y="19867"/>
                    <a:pt x="9062" y="20052"/>
                  </a:cubicBezTo>
                  <a:cubicBezTo>
                    <a:pt x="9131" y="20052"/>
                    <a:pt x="9201" y="20052"/>
                    <a:pt x="9224" y="20029"/>
                  </a:cubicBezTo>
                  <a:cubicBezTo>
                    <a:pt x="9261" y="20014"/>
                    <a:pt x="9303" y="20004"/>
                    <a:pt x="9349" y="20004"/>
                  </a:cubicBezTo>
                  <a:cubicBezTo>
                    <a:pt x="9446" y="20004"/>
                    <a:pt x="9561" y="20049"/>
                    <a:pt x="9687" y="20191"/>
                  </a:cubicBezTo>
                  <a:cubicBezTo>
                    <a:pt x="9873" y="20423"/>
                    <a:pt x="9873" y="20585"/>
                    <a:pt x="9942" y="20585"/>
                  </a:cubicBezTo>
                  <a:cubicBezTo>
                    <a:pt x="9993" y="20568"/>
                    <a:pt x="10056" y="20415"/>
                    <a:pt x="10141" y="20415"/>
                  </a:cubicBezTo>
                  <a:cubicBezTo>
                    <a:pt x="10172" y="20415"/>
                    <a:pt x="10206" y="20436"/>
                    <a:pt x="10243" y="20492"/>
                  </a:cubicBezTo>
                  <a:cubicBezTo>
                    <a:pt x="10406" y="20701"/>
                    <a:pt x="10776" y="20863"/>
                    <a:pt x="10869" y="20956"/>
                  </a:cubicBezTo>
                  <a:cubicBezTo>
                    <a:pt x="10939" y="21049"/>
                    <a:pt x="11240" y="21141"/>
                    <a:pt x="11240" y="21396"/>
                  </a:cubicBezTo>
                  <a:cubicBezTo>
                    <a:pt x="11240" y="21582"/>
                    <a:pt x="11147" y="21929"/>
                    <a:pt x="11286" y="22207"/>
                  </a:cubicBezTo>
                  <a:cubicBezTo>
                    <a:pt x="11356" y="22138"/>
                    <a:pt x="11449" y="22045"/>
                    <a:pt x="11541" y="21976"/>
                  </a:cubicBezTo>
                  <a:cubicBezTo>
                    <a:pt x="11889" y="21721"/>
                    <a:pt x="11796" y="21582"/>
                    <a:pt x="11958" y="21304"/>
                  </a:cubicBezTo>
                  <a:cubicBezTo>
                    <a:pt x="12121" y="21002"/>
                    <a:pt x="11982" y="20886"/>
                    <a:pt x="12260" y="20632"/>
                  </a:cubicBezTo>
                  <a:cubicBezTo>
                    <a:pt x="12515" y="20377"/>
                    <a:pt x="12190" y="20214"/>
                    <a:pt x="12538" y="20052"/>
                  </a:cubicBezTo>
                  <a:cubicBezTo>
                    <a:pt x="12604" y="20021"/>
                    <a:pt x="12656" y="20007"/>
                    <a:pt x="12695" y="20007"/>
                  </a:cubicBezTo>
                  <a:cubicBezTo>
                    <a:pt x="12859" y="20007"/>
                    <a:pt x="12786" y="20258"/>
                    <a:pt x="12561" y="20539"/>
                  </a:cubicBezTo>
                  <a:cubicBezTo>
                    <a:pt x="12390" y="20752"/>
                    <a:pt x="12298" y="20869"/>
                    <a:pt x="12338" y="20869"/>
                  </a:cubicBezTo>
                  <a:cubicBezTo>
                    <a:pt x="12363" y="20869"/>
                    <a:pt x="12441" y="20823"/>
                    <a:pt x="12584" y="20724"/>
                  </a:cubicBezTo>
                  <a:cubicBezTo>
                    <a:pt x="12955" y="20446"/>
                    <a:pt x="13094" y="20075"/>
                    <a:pt x="13303" y="19658"/>
                  </a:cubicBezTo>
                  <a:cubicBezTo>
                    <a:pt x="13488" y="19241"/>
                    <a:pt x="13650" y="19102"/>
                    <a:pt x="13836" y="19079"/>
                  </a:cubicBezTo>
                  <a:cubicBezTo>
                    <a:pt x="14021" y="19056"/>
                    <a:pt x="14021" y="18592"/>
                    <a:pt x="13998" y="18291"/>
                  </a:cubicBezTo>
                  <a:cubicBezTo>
                    <a:pt x="13975" y="17966"/>
                    <a:pt x="13882" y="17688"/>
                    <a:pt x="13998" y="17480"/>
                  </a:cubicBezTo>
                  <a:cubicBezTo>
                    <a:pt x="14137" y="17271"/>
                    <a:pt x="13998" y="17086"/>
                    <a:pt x="14183" y="17086"/>
                  </a:cubicBezTo>
                  <a:cubicBezTo>
                    <a:pt x="14345" y="17086"/>
                    <a:pt x="14600" y="16831"/>
                    <a:pt x="14855" y="16553"/>
                  </a:cubicBezTo>
                  <a:cubicBezTo>
                    <a:pt x="15133" y="16275"/>
                    <a:pt x="15296" y="16275"/>
                    <a:pt x="15574" y="16228"/>
                  </a:cubicBezTo>
                  <a:cubicBezTo>
                    <a:pt x="15852" y="16205"/>
                    <a:pt x="15713" y="16112"/>
                    <a:pt x="15875" y="16066"/>
                  </a:cubicBezTo>
                  <a:cubicBezTo>
                    <a:pt x="16060" y="16020"/>
                    <a:pt x="16176" y="15857"/>
                    <a:pt x="16315" y="15742"/>
                  </a:cubicBezTo>
                  <a:cubicBezTo>
                    <a:pt x="16354" y="15703"/>
                    <a:pt x="16434" y="15690"/>
                    <a:pt x="16534" y="15690"/>
                  </a:cubicBezTo>
                  <a:cubicBezTo>
                    <a:pt x="16735" y="15690"/>
                    <a:pt x="17018" y="15742"/>
                    <a:pt x="17219" y="15742"/>
                  </a:cubicBezTo>
                  <a:cubicBezTo>
                    <a:pt x="17281" y="15742"/>
                    <a:pt x="17339" y="15743"/>
                    <a:pt x="17393" y="15743"/>
                  </a:cubicBezTo>
                  <a:cubicBezTo>
                    <a:pt x="17580" y="15743"/>
                    <a:pt x="17706" y="15729"/>
                    <a:pt x="17706" y="15603"/>
                  </a:cubicBezTo>
                  <a:cubicBezTo>
                    <a:pt x="17706" y="15417"/>
                    <a:pt x="17845" y="15255"/>
                    <a:pt x="18007" y="15255"/>
                  </a:cubicBezTo>
                  <a:cubicBezTo>
                    <a:pt x="18169" y="15255"/>
                    <a:pt x="18239" y="15209"/>
                    <a:pt x="18239" y="14977"/>
                  </a:cubicBezTo>
                  <a:cubicBezTo>
                    <a:pt x="18239" y="14722"/>
                    <a:pt x="18332" y="14583"/>
                    <a:pt x="18471" y="14490"/>
                  </a:cubicBezTo>
                  <a:cubicBezTo>
                    <a:pt x="18610" y="14374"/>
                    <a:pt x="18633" y="14119"/>
                    <a:pt x="18679" y="13980"/>
                  </a:cubicBezTo>
                  <a:cubicBezTo>
                    <a:pt x="18726" y="13818"/>
                    <a:pt x="18888" y="13911"/>
                    <a:pt x="18888" y="13679"/>
                  </a:cubicBezTo>
                  <a:cubicBezTo>
                    <a:pt x="18888" y="13447"/>
                    <a:pt x="18980" y="13192"/>
                    <a:pt x="18980" y="13007"/>
                  </a:cubicBezTo>
                  <a:cubicBezTo>
                    <a:pt x="18980" y="12822"/>
                    <a:pt x="19166" y="12868"/>
                    <a:pt x="19259" y="12729"/>
                  </a:cubicBezTo>
                  <a:cubicBezTo>
                    <a:pt x="19328" y="12590"/>
                    <a:pt x="19189" y="12428"/>
                    <a:pt x="19305" y="12057"/>
                  </a:cubicBezTo>
                  <a:cubicBezTo>
                    <a:pt x="19444" y="11663"/>
                    <a:pt x="19305" y="11315"/>
                    <a:pt x="19305" y="10991"/>
                  </a:cubicBezTo>
                  <a:cubicBezTo>
                    <a:pt x="19305" y="10643"/>
                    <a:pt x="19305" y="10295"/>
                    <a:pt x="19444" y="10180"/>
                  </a:cubicBezTo>
                  <a:cubicBezTo>
                    <a:pt x="19560" y="10064"/>
                    <a:pt x="19490" y="10017"/>
                    <a:pt x="19398" y="9971"/>
                  </a:cubicBezTo>
                  <a:cubicBezTo>
                    <a:pt x="19312" y="9928"/>
                    <a:pt x="19385" y="9806"/>
                    <a:pt x="19469" y="9806"/>
                  </a:cubicBezTo>
                  <a:cubicBezTo>
                    <a:pt x="19476" y="9806"/>
                    <a:pt x="19483" y="9807"/>
                    <a:pt x="19490" y="9809"/>
                  </a:cubicBezTo>
                  <a:cubicBezTo>
                    <a:pt x="19565" y="9827"/>
                    <a:pt x="19639" y="9950"/>
                    <a:pt x="19749" y="9950"/>
                  </a:cubicBezTo>
                  <a:cubicBezTo>
                    <a:pt x="19777" y="9950"/>
                    <a:pt x="19806" y="9943"/>
                    <a:pt x="19838" y="9925"/>
                  </a:cubicBezTo>
                  <a:cubicBezTo>
                    <a:pt x="19977" y="9832"/>
                    <a:pt x="20139" y="9415"/>
                    <a:pt x="20278" y="9067"/>
                  </a:cubicBezTo>
                  <a:cubicBezTo>
                    <a:pt x="20394" y="8720"/>
                    <a:pt x="20626" y="8743"/>
                    <a:pt x="20788" y="8673"/>
                  </a:cubicBezTo>
                  <a:cubicBezTo>
                    <a:pt x="20950" y="8604"/>
                    <a:pt x="21321" y="8186"/>
                    <a:pt x="21553" y="7584"/>
                  </a:cubicBezTo>
                  <a:cubicBezTo>
                    <a:pt x="21785" y="7005"/>
                    <a:pt x="21530" y="6425"/>
                    <a:pt x="21437" y="6008"/>
                  </a:cubicBezTo>
                  <a:cubicBezTo>
                    <a:pt x="21373" y="5719"/>
                    <a:pt x="21286" y="5675"/>
                    <a:pt x="21163" y="5675"/>
                  </a:cubicBezTo>
                  <a:cubicBezTo>
                    <a:pt x="21107" y="5675"/>
                    <a:pt x="21045" y="5684"/>
                    <a:pt x="20974" y="5684"/>
                  </a:cubicBezTo>
                  <a:cubicBezTo>
                    <a:pt x="20948" y="5686"/>
                    <a:pt x="20921" y="5687"/>
                    <a:pt x="20892" y="5687"/>
                  </a:cubicBezTo>
                  <a:cubicBezTo>
                    <a:pt x="20625" y="5687"/>
                    <a:pt x="20195" y="5573"/>
                    <a:pt x="19653" y="4988"/>
                  </a:cubicBezTo>
                  <a:cubicBezTo>
                    <a:pt x="19239" y="4543"/>
                    <a:pt x="18836" y="4425"/>
                    <a:pt x="18489" y="4425"/>
                  </a:cubicBezTo>
                  <a:cubicBezTo>
                    <a:pt x="18331" y="4425"/>
                    <a:pt x="18184" y="4449"/>
                    <a:pt x="18053" y="4478"/>
                  </a:cubicBezTo>
                  <a:cubicBezTo>
                    <a:pt x="17991" y="4497"/>
                    <a:pt x="17928" y="4505"/>
                    <a:pt x="17865" y="4505"/>
                  </a:cubicBezTo>
                  <a:cubicBezTo>
                    <a:pt x="17531" y="4505"/>
                    <a:pt x="17202" y="4282"/>
                    <a:pt x="16987" y="4224"/>
                  </a:cubicBezTo>
                  <a:cubicBezTo>
                    <a:pt x="16969" y="4220"/>
                    <a:pt x="16951" y="4219"/>
                    <a:pt x="16933" y="4219"/>
                  </a:cubicBezTo>
                  <a:cubicBezTo>
                    <a:pt x="16676" y="4219"/>
                    <a:pt x="16442" y="4508"/>
                    <a:pt x="16269" y="4594"/>
                  </a:cubicBezTo>
                  <a:cubicBezTo>
                    <a:pt x="16252" y="4600"/>
                    <a:pt x="16238" y="4603"/>
                    <a:pt x="16227" y="4603"/>
                  </a:cubicBezTo>
                  <a:cubicBezTo>
                    <a:pt x="16109" y="4603"/>
                    <a:pt x="16364" y="4274"/>
                    <a:pt x="16385" y="4061"/>
                  </a:cubicBezTo>
                  <a:cubicBezTo>
                    <a:pt x="16385" y="3830"/>
                    <a:pt x="15643" y="3505"/>
                    <a:pt x="15087" y="3297"/>
                  </a:cubicBezTo>
                  <a:cubicBezTo>
                    <a:pt x="14890" y="3214"/>
                    <a:pt x="14734" y="3176"/>
                    <a:pt x="14614" y="3176"/>
                  </a:cubicBezTo>
                  <a:cubicBezTo>
                    <a:pt x="14396" y="3176"/>
                    <a:pt x="14299" y="3304"/>
                    <a:pt x="14299" y="3528"/>
                  </a:cubicBezTo>
                  <a:cubicBezTo>
                    <a:pt x="14299" y="3639"/>
                    <a:pt x="14276" y="3668"/>
                    <a:pt x="14238" y="3668"/>
                  </a:cubicBezTo>
                  <a:cubicBezTo>
                    <a:pt x="14199" y="3668"/>
                    <a:pt x="14145" y="3636"/>
                    <a:pt x="14086" y="3636"/>
                  </a:cubicBezTo>
                  <a:cubicBezTo>
                    <a:pt x="14026" y="3636"/>
                    <a:pt x="13961" y="3670"/>
                    <a:pt x="13905" y="3806"/>
                  </a:cubicBezTo>
                  <a:cubicBezTo>
                    <a:pt x="13842" y="3950"/>
                    <a:pt x="13755" y="4000"/>
                    <a:pt x="13683" y="4000"/>
                  </a:cubicBezTo>
                  <a:cubicBezTo>
                    <a:pt x="13571" y="4000"/>
                    <a:pt x="13499" y="3877"/>
                    <a:pt x="13627" y="3806"/>
                  </a:cubicBezTo>
                  <a:cubicBezTo>
                    <a:pt x="13836" y="3691"/>
                    <a:pt x="14021" y="3412"/>
                    <a:pt x="14091" y="3181"/>
                  </a:cubicBezTo>
                  <a:cubicBezTo>
                    <a:pt x="14164" y="2998"/>
                    <a:pt x="13631" y="2844"/>
                    <a:pt x="13255" y="2844"/>
                  </a:cubicBezTo>
                  <a:cubicBezTo>
                    <a:pt x="13154" y="2844"/>
                    <a:pt x="13065" y="2855"/>
                    <a:pt x="13001" y="2879"/>
                  </a:cubicBezTo>
                  <a:cubicBezTo>
                    <a:pt x="12736" y="3002"/>
                    <a:pt x="12848" y="3340"/>
                    <a:pt x="12720" y="3340"/>
                  </a:cubicBezTo>
                  <a:cubicBezTo>
                    <a:pt x="12703" y="3340"/>
                    <a:pt x="12681" y="3334"/>
                    <a:pt x="12654" y="3320"/>
                  </a:cubicBezTo>
                  <a:cubicBezTo>
                    <a:pt x="12399" y="3181"/>
                    <a:pt x="12607" y="2856"/>
                    <a:pt x="12793" y="2856"/>
                  </a:cubicBezTo>
                  <a:cubicBezTo>
                    <a:pt x="12798" y="2857"/>
                    <a:pt x="12803" y="2857"/>
                    <a:pt x="12809" y="2857"/>
                  </a:cubicBezTo>
                  <a:cubicBezTo>
                    <a:pt x="12991" y="2857"/>
                    <a:pt x="13213" y="2477"/>
                    <a:pt x="13326" y="2184"/>
                  </a:cubicBezTo>
                  <a:cubicBezTo>
                    <a:pt x="13465" y="1906"/>
                    <a:pt x="13117" y="1836"/>
                    <a:pt x="12885" y="1605"/>
                  </a:cubicBezTo>
                  <a:cubicBezTo>
                    <a:pt x="12677" y="1373"/>
                    <a:pt x="12723" y="655"/>
                    <a:pt x="12491" y="562"/>
                  </a:cubicBezTo>
                  <a:cubicBezTo>
                    <a:pt x="12260" y="794"/>
                    <a:pt x="11935" y="1164"/>
                    <a:pt x="11843" y="1419"/>
                  </a:cubicBezTo>
                  <a:cubicBezTo>
                    <a:pt x="11773" y="1628"/>
                    <a:pt x="11695" y="1645"/>
                    <a:pt x="11574" y="1645"/>
                  </a:cubicBezTo>
                  <a:cubicBezTo>
                    <a:pt x="11551" y="1645"/>
                    <a:pt x="11526" y="1644"/>
                    <a:pt x="11500" y="1644"/>
                  </a:cubicBezTo>
                  <a:cubicBezTo>
                    <a:pt x="11433" y="1644"/>
                    <a:pt x="11356" y="1648"/>
                    <a:pt x="11263" y="1674"/>
                  </a:cubicBezTo>
                  <a:cubicBezTo>
                    <a:pt x="11194" y="1695"/>
                    <a:pt x="11134" y="1705"/>
                    <a:pt x="11080" y="1705"/>
                  </a:cubicBezTo>
                  <a:cubicBezTo>
                    <a:pt x="10901" y="1705"/>
                    <a:pt x="10802" y="1601"/>
                    <a:pt x="10730" y="1512"/>
                  </a:cubicBezTo>
                  <a:cubicBezTo>
                    <a:pt x="10706" y="1464"/>
                    <a:pt x="10652" y="1449"/>
                    <a:pt x="10583" y="1449"/>
                  </a:cubicBezTo>
                  <a:cubicBezTo>
                    <a:pt x="10468" y="1449"/>
                    <a:pt x="10309" y="1492"/>
                    <a:pt x="10180" y="1492"/>
                  </a:cubicBezTo>
                  <a:cubicBezTo>
                    <a:pt x="10162" y="1492"/>
                    <a:pt x="10144" y="1491"/>
                    <a:pt x="10128" y="1489"/>
                  </a:cubicBezTo>
                  <a:cubicBezTo>
                    <a:pt x="10119" y="1488"/>
                    <a:pt x="10112" y="1488"/>
                    <a:pt x="10104" y="1488"/>
                  </a:cubicBezTo>
                  <a:cubicBezTo>
                    <a:pt x="9930" y="1488"/>
                    <a:pt x="10052" y="1747"/>
                    <a:pt x="9896" y="1836"/>
                  </a:cubicBezTo>
                  <a:cubicBezTo>
                    <a:pt x="9877" y="1846"/>
                    <a:pt x="9853" y="1850"/>
                    <a:pt x="9826" y="1850"/>
                  </a:cubicBezTo>
                  <a:cubicBezTo>
                    <a:pt x="9702" y="1850"/>
                    <a:pt x="9507" y="1768"/>
                    <a:pt x="9371" y="1768"/>
                  </a:cubicBezTo>
                  <a:cubicBezTo>
                    <a:pt x="9318" y="1768"/>
                    <a:pt x="9275" y="1780"/>
                    <a:pt x="9247" y="1813"/>
                  </a:cubicBezTo>
                  <a:cubicBezTo>
                    <a:pt x="9177" y="1883"/>
                    <a:pt x="9125" y="1883"/>
                    <a:pt x="9082" y="1883"/>
                  </a:cubicBezTo>
                  <a:cubicBezTo>
                    <a:pt x="9038" y="1883"/>
                    <a:pt x="9004" y="1883"/>
                    <a:pt x="8969" y="1952"/>
                  </a:cubicBezTo>
                  <a:cubicBezTo>
                    <a:pt x="8899" y="2068"/>
                    <a:pt x="8668" y="1999"/>
                    <a:pt x="8598" y="2068"/>
                  </a:cubicBezTo>
                  <a:cubicBezTo>
                    <a:pt x="8569" y="2106"/>
                    <a:pt x="8518" y="2137"/>
                    <a:pt x="8445" y="2137"/>
                  </a:cubicBezTo>
                  <a:cubicBezTo>
                    <a:pt x="8342" y="2137"/>
                    <a:pt x="8196" y="2074"/>
                    <a:pt x="8019" y="1883"/>
                  </a:cubicBezTo>
                  <a:cubicBezTo>
                    <a:pt x="7717" y="1558"/>
                    <a:pt x="7764" y="1002"/>
                    <a:pt x="7903" y="909"/>
                  </a:cubicBezTo>
                  <a:cubicBezTo>
                    <a:pt x="8019" y="817"/>
                    <a:pt x="8019" y="539"/>
                    <a:pt x="7856" y="446"/>
                  </a:cubicBezTo>
                  <a:cubicBezTo>
                    <a:pt x="7671" y="376"/>
                    <a:pt x="7856" y="29"/>
                    <a:pt x="7625" y="6"/>
                  </a:cubicBezTo>
                  <a:cubicBezTo>
                    <a:pt x="7608" y="2"/>
                    <a:pt x="7593" y="1"/>
                    <a:pt x="7579"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6" name="Google Shape;8726;p59"/>
            <p:cNvSpPr/>
            <p:nvPr/>
          </p:nvSpPr>
          <p:spPr>
            <a:xfrm>
              <a:off x="2966729" y="3956250"/>
              <a:ext cx="83455" cy="88305"/>
            </a:xfrm>
            <a:custGeom>
              <a:avLst/>
              <a:gdLst/>
              <a:ahLst/>
              <a:cxnLst/>
              <a:rect l="l" t="t" r="r" b="b"/>
              <a:pathLst>
                <a:path w="2736" h="2895" extrusionOk="0">
                  <a:moveTo>
                    <a:pt x="797" y="1"/>
                  </a:moveTo>
                  <a:cubicBezTo>
                    <a:pt x="751" y="1"/>
                    <a:pt x="709" y="11"/>
                    <a:pt x="673" y="25"/>
                  </a:cubicBezTo>
                  <a:cubicBezTo>
                    <a:pt x="650" y="48"/>
                    <a:pt x="580" y="48"/>
                    <a:pt x="511" y="48"/>
                  </a:cubicBezTo>
                  <a:cubicBezTo>
                    <a:pt x="418" y="164"/>
                    <a:pt x="348" y="257"/>
                    <a:pt x="348" y="349"/>
                  </a:cubicBezTo>
                  <a:cubicBezTo>
                    <a:pt x="348" y="581"/>
                    <a:pt x="186" y="836"/>
                    <a:pt x="163" y="1276"/>
                  </a:cubicBezTo>
                  <a:cubicBezTo>
                    <a:pt x="163" y="1717"/>
                    <a:pt x="24" y="1647"/>
                    <a:pt x="24" y="1995"/>
                  </a:cubicBezTo>
                  <a:cubicBezTo>
                    <a:pt x="1" y="2343"/>
                    <a:pt x="140" y="2273"/>
                    <a:pt x="186" y="2343"/>
                  </a:cubicBezTo>
                  <a:cubicBezTo>
                    <a:pt x="209" y="2366"/>
                    <a:pt x="186" y="2458"/>
                    <a:pt x="140" y="2551"/>
                  </a:cubicBezTo>
                  <a:cubicBezTo>
                    <a:pt x="186" y="2597"/>
                    <a:pt x="256" y="2667"/>
                    <a:pt x="348" y="2667"/>
                  </a:cubicBezTo>
                  <a:cubicBezTo>
                    <a:pt x="372" y="2665"/>
                    <a:pt x="396" y="2663"/>
                    <a:pt x="420" y="2663"/>
                  </a:cubicBezTo>
                  <a:cubicBezTo>
                    <a:pt x="624" y="2663"/>
                    <a:pt x="818" y="2749"/>
                    <a:pt x="1067" y="2852"/>
                  </a:cubicBezTo>
                  <a:cubicBezTo>
                    <a:pt x="1137" y="2884"/>
                    <a:pt x="1180" y="2895"/>
                    <a:pt x="1212" y="2895"/>
                  </a:cubicBezTo>
                  <a:cubicBezTo>
                    <a:pt x="1282" y="2895"/>
                    <a:pt x="1295" y="2844"/>
                    <a:pt x="1400" y="2844"/>
                  </a:cubicBezTo>
                  <a:cubicBezTo>
                    <a:pt x="1423" y="2844"/>
                    <a:pt x="1450" y="2846"/>
                    <a:pt x="1484" y="2852"/>
                  </a:cubicBezTo>
                  <a:cubicBezTo>
                    <a:pt x="1574" y="2861"/>
                    <a:pt x="1670" y="2869"/>
                    <a:pt x="1768" y="2869"/>
                  </a:cubicBezTo>
                  <a:cubicBezTo>
                    <a:pt x="1946" y="2869"/>
                    <a:pt x="2130" y="2841"/>
                    <a:pt x="2295" y="2736"/>
                  </a:cubicBezTo>
                  <a:cubicBezTo>
                    <a:pt x="2504" y="2621"/>
                    <a:pt x="2596" y="2412"/>
                    <a:pt x="2735" y="2227"/>
                  </a:cubicBezTo>
                  <a:cubicBezTo>
                    <a:pt x="2596" y="1925"/>
                    <a:pt x="2689" y="1578"/>
                    <a:pt x="2689" y="1392"/>
                  </a:cubicBezTo>
                  <a:cubicBezTo>
                    <a:pt x="2689" y="1137"/>
                    <a:pt x="2411" y="1068"/>
                    <a:pt x="2318" y="952"/>
                  </a:cubicBezTo>
                  <a:cubicBezTo>
                    <a:pt x="2225" y="859"/>
                    <a:pt x="1855" y="697"/>
                    <a:pt x="1692" y="488"/>
                  </a:cubicBezTo>
                  <a:cubicBezTo>
                    <a:pt x="1655" y="432"/>
                    <a:pt x="1621" y="411"/>
                    <a:pt x="1590" y="411"/>
                  </a:cubicBezTo>
                  <a:cubicBezTo>
                    <a:pt x="1505" y="411"/>
                    <a:pt x="1442" y="564"/>
                    <a:pt x="1391" y="581"/>
                  </a:cubicBezTo>
                  <a:cubicBezTo>
                    <a:pt x="1387" y="583"/>
                    <a:pt x="1384" y="583"/>
                    <a:pt x="1380" y="583"/>
                  </a:cubicBezTo>
                  <a:cubicBezTo>
                    <a:pt x="1324" y="583"/>
                    <a:pt x="1333" y="407"/>
                    <a:pt x="1136" y="210"/>
                  </a:cubicBezTo>
                  <a:cubicBezTo>
                    <a:pt x="1024" y="50"/>
                    <a:pt x="901" y="1"/>
                    <a:pt x="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7" name="Google Shape;8727;p59"/>
            <p:cNvSpPr/>
            <p:nvPr/>
          </p:nvSpPr>
          <p:spPr>
            <a:xfrm>
              <a:off x="2710149" y="3807279"/>
              <a:ext cx="337907" cy="661264"/>
            </a:xfrm>
            <a:custGeom>
              <a:avLst/>
              <a:gdLst/>
              <a:ahLst/>
              <a:cxnLst/>
              <a:rect l="l" t="t" r="r" b="b"/>
              <a:pathLst>
                <a:path w="11078" h="21679" extrusionOk="0">
                  <a:moveTo>
                    <a:pt x="4202" y="0"/>
                  </a:moveTo>
                  <a:cubicBezTo>
                    <a:pt x="4158" y="0"/>
                    <a:pt x="4102" y="34"/>
                    <a:pt x="4009" y="135"/>
                  </a:cubicBezTo>
                  <a:cubicBezTo>
                    <a:pt x="3894" y="274"/>
                    <a:pt x="3731" y="390"/>
                    <a:pt x="3592" y="483"/>
                  </a:cubicBezTo>
                  <a:cubicBezTo>
                    <a:pt x="3592" y="737"/>
                    <a:pt x="3546" y="1039"/>
                    <a:pt x="3476" y="1108"/>
                  </a:cubicBezTo>
                  <a:cubicBezTo>
                    <a:pt x="3430" y="1224"/>
                    <a:pt x="2874" y="1479"/>
                    <a:pt x="2874" y="1595"/>
                  </a:cubicBezTo>
                  <a:cubicBezTo>
                    <a:pt x="2851" y="1734"/>
                    <a:pt x="2920" y="1919"/>
                    <a:pt x="2827" y="1989"/>
                  </a:cubicBezTo>
                  <a:cubicBezTo>
                    <a:pt x="2735" y="2082"/>
                    <a:pt x="3059" y="2499"/>
                    <a:pt x="2874" y="2591"/>
                  </a:cubicBezTo>
                  <a:cubicBezTo>
                    <a:pt x="2712" y="2684"/>
                    <a:pt x="3013" y="2846"/>
                    <a:pt x="2897" y="2962"/>
                  </a:cubicBezTo>
                  <a:cubicBezTo>
                    <a:pt x="2781" y="3055"/>
                    <a:pt x="2573" y="3101"/>
                    <a:pt x="2573" y="3217"/>
                  </a:cubicBezTo>
                  <a:cubicBezTo>
                    <a:pt x="2573" y="3333"/>
                    <a:pt x="2549" y="3611"/>
                    <a:pt x="2410" y="3681"/>
                  </a:cubicBezTo>
                  <a:cubicBezTo>
                    <a:pt x="2248" y="3750"/>
                    <a:pt x="2155" y="3982"/>
                    <a:pt x="2155" y="4167"/>
                  </a:cubicBezTo>
                  <a:cubicBezTo>
                    <a:pt x="2155" y="4353"/>
                    <a:pt x="1924" y="4237"/>
                    <a:pt x="2016" y="4469"/>
                  </a:cubicBezTo>
                  <a:cubicBezTo>
                    <a:pt x="2086" y="4700"/>
                    <a:pt x="2202" y="4979"/>
                    <a:pt x="2016" y="5025"/>
                  </a:cubicBezTo>
                  <a:cubicBezTo>
                    <a:pt x="1831" y="5071"/>
                    <a:pt x="1877" y="5442"/>
                    <a:pt x="1785" y="5442"/>
                  </a:cubicBezTo>
                  <a:cubicBezTo>
                    <a:pt x="1692" y="5442"/>
                    <a:pt x="1646" y="5836"/>
                    <a:pt x="1785" y="6045"/>
                  </a:cubicBezTo>
                  <a:cubicBezTo>
                    <a:pt x="1924" y="6230"/>
                    <a:pt x="1970" y="6392"/>
                    <a:pt x="1970" y="6578"/>
                  </a:cubicBezTo>
                  <a:cubicBezTo>
                    <a:pt x="1970" y="6763"/>
                    <a:pt x="2155" y="6856"/>
                    <a:pt x="2086" y="7041"/>
                  </a:cubicBezTo>
                  <a:cubicBezTo>
                    <a:pt x="2016" y="7250"/>
                    <a:pt x="2063" y="7435"/>
                    <a:pt x="1947" y="7505"/>
                  </a:cubicBezTo>
                  <a:cubicBezTo>
                    <a:pt x="1831" y="7597"/>
                    <a:pt x="1924" y="7829"/>
                    <a:pt x="1785" y="7899"/>
                  </a:cubicBezTo>
                  <a:cubicBezTo>
                    <a:pt x="1622" y="7968"/>
                    <a:pt x="1900" y="8501"/>
                    <a:pt x="1785" y="8594"/>
                  </a:cubicBezTo>
                  <a:cubicBezTo>
                    <a:pt x="1669" y="8687"/>
                    <a:pt x="1367" y="8779"/>
                    <a:pt x="1367" y="9127"/>
                  </a:cubicBezTo>
                  <a:cubicBezTo>
                    <a:pt x="1367" y="9498"/>
                    <a:pt x="1414" y="9706"/>
                    <a:pt x="1391" y="9845"/>
                  </a:cubicBezTo>
                  <a:cubicBezTo>
                    <a:pt x="1344" y="9984"/>
                    <a:pt x="1553" y="9961"/>
                    <a:pt x="1506" y="10170"/>
                  </a:cubicBezTo>
                  <a:cubicBezTo>
                    <a:pt x="1483" y="10378"/>
                    <a:pt x="1228" y="10239"/>
                    <a:pt x="1205" y="10378"/>
                  </a:cubicBezTo>
                  <a:cubicBezTo>
                    <a:pt x="1182" y="10517"/>
                    <a:pt x="1275" y="10772"/>
                    <a:pt x="1182" y="10795"/>
                  </a:cubicBezTo>
                  <a:cubicBezTo>
                    <a:pt x="1066" y="10819"/>
                    <a:pt x="1020" y="10911"/>
                    <a:pt x="1020" y="11143"/>
                  </a:cubicBezTo>
                  <a:cubicBezTo>
                    <a:pt x="1020" y="11375"/>
                    <a:pt x="904" y="11398"/>
                    <a:pt x="881" y="11514"/>
                  </a:cubicBezTo>
                  <a:cubicBezTo>
                    <a:pt x="858" y="11630"/>
                    <a:pt x="997" y="11769"/>
                    <a:pt x="997" y="11885"/>
                  </a:cubicBezTo>
                  <a:cubicBezTo>
                    <a:pt x="997" y="12024"/>
                    <a:pt x="1066" y="12464"/>
                    <a:pt x="950" y="12487"/>
                  </a:cubicBezTo>
                  <a:cubicBezTo>
                    <a:pt x="834" y="12487"/>
                    <a:pt x="788" y="12997"/>
                    <a:pt x="881" y="13043"/>
                  </a:cubicBezTo>
                  <a:cubicBezTo>
                    <a:pt x="973" y="13113"/>
                    <a:pt x="973" y="13252"/>
                    <a:pt x="927" y="13345"/>
                  </a:cubicBezTo>
                  <a:cubicBezTo>
                    <a:pt x="881" y="13437"/>
                    <a:pt x="1159" y="13553"/>
                    <a:pt x="1020" y="13692"/>
                  </a:cubicBezTo>
                  <a:cubicBezTo>
                    <a:pt x="880" y="13812"/>
                    <a:pt x="947" y="13984"/>
                    <a:pt x="1102" y="13984"/>
                  </a:cubicBezTo>
                  <a:cubicBezTo>
                    <a:pt x="1127" y="13984"/>
                    <a:pt x="1153" y="13980"/>
                    <a:pt x="1182" y="13970"/>
                  </a:cubicBezTo>
                  <a:cubicBezTo>
                    <a:pt x="1194" y="13967"/>
                    <a:pt x="1205" y="13966"/>
                    <a:pt x="1216" y="13966"/>
                  </a:cubicBezTo>
                  <a:cubicBezTo>
                    <a:pt x="1356" y="13966"/>
                    <a:pt x="1424" y="14225"/>
                    <a:pt x="1252" y="14225"/>
                  </a:cubicBezTo>
                  <a:cubicBezTo>
                    <a:pt x="1066" y="14225"/>
                    <a:pt x="904" y="14225"/>
                    <a:pt x="1043" y="14341"/>
                  </a:cubicBezTo>
                  <a:cubicBezTo>
                    <a:pt x="1182" y="14457"/>
                    <a:pt x="1344" y="14619"/>
                    <a:pt x="1112" y="14689"/>
                  </a:cubicBezTo>
                  <a:cubicBezTo>
                    <a:pt x="904" y="14782"/>
                    <a:pt x="1089" y="14921"/>
                    <a:pt x="1043" y="15129"/>
                  </a:cubicBezTo>
                  <a:cubicBezTo>
                    <a:pt x="997" y="15315"/>
                    <a:pt x="1182" y="15500"/>
                    <a:pt x="1020" y="15546"/>
                  </a:cubicBezTo>
                  <a:cubicBezTo>
                    <a:pt x="858" y="15593"/>
                    <a:pt x="1089" y="15894"/>
                    <a:pt x="858" y="15917"/>
                  </a:cubicBezTo>
                  <a:cubicBezTo>
                    <a:pt x="626" y="15964"/>
                    <a:pt x="788" y="16172"/>
                    <a:pt x="626" y="16288"/>
                  </a:cubicBezTo>
                  <a:cubicBezTo>
                    <a:pt x="487" y="16404"/>
                    <a:pt x="834" y="16589"/>
                    <a:pt x="649" y="16705"/>
                  </a:cubicBezTo>
                  <a:cubicBezTo>
                    <a:pt x="464" y="16821"/>
                    <a:pt x="603" y="17076"/>
                    <a:pt x="417" y="17076"/>
                  </a:cubicBezTo>
                  <a:cubicBezTo>
                    <a:pt x="232" y="17076"/>
                    <a:pt x="139" y="17331"/>
                    <a:pt x="116" y="17447"/>
                  </a:cubicBezTo>
                  <a:cubicBezTo>
                    <a:pt x="116" y="17563"/>
                    <a:pt x="0" y="17794"/>
                    <a:pt x="139" y="17957"/>
                  </a:cubicBezTo>
                  <a:cubicBezTo>
                    <a:pt x="278" y="18119"/>
                    <a:pt x="116" y="18258"/>
                    <a:pt x="232" y="18327"/>
                  </a:cubicBezTo>
                  <a:cubicBezTo>
                    <a:pt x="371" y="18374"/>
                    <a:pt x="811" y="18281"/>
                    <a:pt x="742" y="18490"/>
                  </a:cubicBezTo>
                  <a:cubicBezTo>
                    <a:pt x="672" y="18675"/>
                    <a:pt x="695" y="19115"/>
                    <a:pt x="788" y="19115"/>
                  </a:cubicBezTo>
                  <a:cubicBezTo>
                    <a:pt x="854" y="19115"/>
                    <a:pt x="899" y="19326"/>
                    <a:pt x="1024" y="19326"/>
                  </a:cubicBezTo>
                  <a:cubicBezTo>
                    <a:pt x="1030" y="19326"/>
                    <a:pt x="1036" y="19325"/>
                    <a:pt x="1043" y="19324"/>
                  </a:cubicBezTo>
                  <a:cubicBezTo>
                    <a:pt x="1136" y="19324"/>
                    <a:pt x="1424" y="19293"/>
                    <a:pt x="1682" y="19293"/>
                  </a:cubicBezTo>
                  <a:cubicBezTo>
                    <a:pt x="1810" y="19293"/>
                    <a:pt x="1931" y="19301"/>
                    <a:pt x="2016" y="19324"/>
                  </a:cubicBezTo>
                  <a:cubicBezTo>
                    <a:pt x="2132" y="19347"/>
                    <a:pt x="2225" y="19417"/>
                    <a:pt x="2294" y="19486"/>
                  </a:cubicBezTo>
                  <a:cubicBezTo>
                    <a:pt x="2315" y="19476"/>
                    <a:pt x="2339" y="19472"/>
                    <a:pt x="2366" y="19472"/>
                  </a:cubicBezTo>
                  <a:cubicBezTo>
                    <a:pt x="2496" y="19472"/>
                    <a:pt x="2687" y="19570"/>
                    <a:pt x="2782" y="19570"/>
                  </a:cubicBezTo>
                  <a:cubicBezTo>
                    <a:pt x="2802" y="19570"/>
                    <a:pt x="2817" y="19566"/>
                    <a:pt x="2827" y="19556"/>
                  </a:cubicBezTo>
                  <a:cubicBezTo>
                    <a:pt x="2920" y="19463"/>
                    <a:pt x="2526" y="19162"/>
                    <a:pt x="2526" y="19046"/>
                  </a:cubicBezTo>
                  <a:cubicBezTo>
                    <a:pt x="2549" y="18930"/>
                    <a:pt x="2480" y="18768"/>
                    <a:pt x="2480" y="18629"/>
                  </a:cubicBezTo>
                  <a:cubicBezTo>
                    <a:pt x="2480" y="18513"/>
                    <a:pt x="2410" y="18258"/>
                    <a:pt x="2596" y="18119"/>
                  </a:cubicBezTo>
                  <a:cubicBezTo>
                    <a:pt x="2744" y="18013"/>
                    <a:pt x="2757" y="17907"/>
                    <a:pt x="2846" y="17907"/>
                  </a:cubicBezTo>
                  <a:cubicBezTo>
                    <a:pt x="2854" y="17907"/>
                    <a:pt x="2864" y="17908"/>
                    <a:pt x="2874" y="17910"/>
                  </a:cubicBezTo>
                  <a:cubicBezTo>
                    <a:pt x="2883" y="17912"/>
                    <a:pt x="2893" y="17913"/>
                    <a:pt x="2904" y="17913"/>
                  </a:cubicBezTo>
                  <a:cubicBezTo>
                    <a:pt x="3023" y="17913"/>
                    <a:pt x="3200" y="17793"/>
                    <a:pt x="3221" y="17516"/>
                  </a:cubicBezTo>
                  <a:cubicBezTo>
                    <a:pt x="3221" y="17238"/>
                    <a:pt x="3360" y="17122"/>
                    <a:pt x="3592" y="16914"/>
                  </a:cubicBezTo>
                  <a:cubicBezTo>
                    <a:pt x="3870" y="16682"/>
                    <a:pt x="4311" y="16473"/>
                    <a:pt x="4241" y="16381"/>
                  </a:cubicBezTo>
                  <a:cubicBezTo>
                    <a:pt x="4195" y="16288"/>
                    <a:pt x="4334" y="15964"/>
                    <a:pt x="4334" y="15848"/>
                  </a:cubicBezTo>
                  <a:cubicBezTo>
                    <a:pt x="4334" y="15732"/>
                    <a:pt x="3940" y="15755"/>
                    <a:pt x="3801" y="15709"/>
                  </a:cubicBezTo>
                  <a:cubicBezTo>
                    <a:pt x="3662" y="15662"/>
                    <a:pt x="3175" y="15315"/>
                    <a:pt x="3430" y="14874"/>
                  </a:cubicBezTo>
                  <a:cubicBezTo>
                    <a:pt x="3662" y="14411"/>
                    <a:pt x="4172" y="14364"/>
                    <a:pt x="4311" y="14364"/>
                  </a:cubicBezTo>
                  <a:cubicBezTo>
                    <a:pt x="4450" y="14341"/>
                    <a:pt x="4334" y="14133"/>
                    <a:pt x="4450" y="14063"/>
                  </a:cubicBezTo>
                  <a:cubicBezTo>
                    <a:pt x="4566" y="13994"/>
                    <a:pt x="4589" y="13878"/>
                    <a:pt x="4589" y="13692"/>
                  </a:cubicBezTo>
                  <a:cubicBezTo>
                    <a:pt x="4589" y="13484"/>
                    <a:pt x="4589" y="13159"/>
                    <a:pt x="4797" y="13136"/>
                  </a:cubicBezTo>
                  <a:cubicBezTo>
                    <a:pt x="5029" y="13113"/>
                    <a:pt x="5075" y="12997"/>
                    <a:pt x="4960" y="12951"/>
                  </a:cubicBezTo>
                  <a:cubicBezTo>
                    <a:pt x="4821" y="12928"/>
                    <a:pt x="4751" y="12765"/>
                    <a:pt x="4983" y="12742"/>
                  </a:cubicBezTo>
                  <a:cubicBezTo>
                    <a:pt x="4994" y="12741"/>
                    <a:pt x="5004" y="12740"/>
                    <a:pt x="5013" y="12740"/>
                  </a:cubicBezTo>
                  <a:cubicBezTo>
                    <a:pt x="5185" y="12740"/>
                    <a:pt x="5130" y="12928"/>
                    <a:pt x="5284" y="12928"/>
                  </a:cubicBezTo>
                  <a:cubicBezTo>
                    <a:pt x="5423" y="12928"/>
                    <a:pt x="5701" y="12649"/>
                    <a:pt x="5493" y="12510"/>
                  </a:cubicBezTo>
                  <a:cubicBezTo>
                    <a:pt x="5439" y="12469"/>
                    <a:pt x="5396" y="12453"/>
                    <a:pt x="5360" y="12453"/>
                  </a:cubicBezTo>
                  <a:cubicBezTo>
                    <a:pt x="5256" y="12453"/>
                    <a:pt x="5208" y="12586"/>
                    <a:pt x="5122" y="12603"/>
                  </a:cubicBezTo>
                  <a:cubicBezTo>
                    <a:pt x="5115" y="12605"/>
                    <a:pt x="5108" y="12605"/>
                    <a:pt x="5102" y="12605"/>
                  </a:cubicBezTo>
                  <a:cubicBezTo>
                    <a:pt x="4995" y="12605"/>
                    <a:pt x="4908" y="12441"/>
                    <a:pt x="4821" y="12441"/>
                  </a:cubicBezTo>
                  <a:cubicBezTo>
                    <a:pt x="4705" y="12441"/>
                    <a:pt x="4774" y="12140"/>
                    <a:pt x="4728" y="12047"/>
                  </a:cubicBezTo>
                  <a:cubicBezTo>
                    <a:pt x="4681" y="11931"/>
                    <a:pt x="4612" y="11676"/>
                    <a:pt x="4705" y="11537"/>
                  </a:cubicBezTo>
                  <a:cubicBezTo>
                    <a:pt x="4720" y="11514"/>
                    <a:pt x="4744" y="11504"/>
                    <a:pt x="4776" y="11504"/>
                  </a:cubicBezTo>
                  <a:cubicBezTo>
                    <a:pt x="4934" y="11504"/>
                    <a:pt x="5276" y="11750"/>
                    <a:pt x="5585" y="11769"/>
                  </a:cubicBezTo>
                  <a:cubicBezTo>
                    <a:pt x="5603" y="11770"/>
                    <a:pt x="5621" y="11771"/>
                    <a:pt x="5639" y="11771"/>
                  </a:cubicBezTo>
                  <a:cubicBezTo>
                    <a:pt x="5961" y="11771"/>
                    <a:pt x="6211" y="11576"/>
                    <a:pt x="6211" y="11444"/>
                  </a:cubicBezTo>
                  <a:cubicBezTo>
                    <a:pt x="6211" y="11305"/>
                    <a:pt x="6026" y="11074"/>
                    <a:pt x="6257" y="10935"/>
                  </a:cubicBezTo>
                  <a:cubicBezTo>
                    <a:pt x="6466" y="10772"/>
                    <a:pt x="6304" y="10726"/>
                    <a:pt x="6234" y="10541"/>
                  </a:cubicBezTo>
                  <a:cubicBezTo>
                    <a:pt x="6181" y="10382"/>
                    <a:pt x="6263" y="10276"/>
                    <a:pt x="6346" y="10276"/>
                  </a:cubicBezTo>
                  <a:cubicBezTo>
                    <a:pt x="6372" y="10276"/>
                    <a:pt x="6398" y="10287"/>
                    <a:pt x="6420" y="10309"/>
                  </a:cubicBezTo>
                  <a:cubicBezTo>
                    <a:pt x="6453" y="10351"/>
                    <a:pt x="6568" y="10368"/>
                    <a:pt x="6730" y="10368"/>
                  </a:cubicBezTo>
                  <a:cubicBezTo>
                    <a:pt x="7017" y="10368"/>
                    <a:pt x="7449" y="10313"/>
                    <a:pt x="7833" y="10239"/>
                  </a:cubicBezTo>
                  <a:cubicBezTo>
                    <a:pt x="8436" y="10123"/>
                    <a:pt x="8830" y="9892"/>
                    <a:pt x="8876" y="9729"/>
                  </a:cubicBezTo>
                  <a:cubicBezTo>
                    <a:pt x="8923" y="9567"/>
                    <a:pt x="9293" y="9150"/>
                    <a:pt x="9363" y="9011"/>
                  </a:cubicBezTo>
                  <a:cubicBezTo>
                    <a:pt x="9456" y="8872"/>
                    <a:pt x="9386" y="8687"/>
                    <a:pt x="9154" y="8640"/>
                  </a:cubicBezTo>
                  <a:cubicBezTo>
                    <a:pt x="8899" y="8617"/>
                    <a:pt x="8923" y="8339"/>
                    <a:pt x="9038" y="8177"/>
                  </a:cubicBezTo>
                  <a:cubicBezTo>
                    <a:pt x="9177" y="8014"/>
                    <a:pt x="8969" y="7875"/>
                    <a:pt x="8737" y="7852"/>
                  </a:cubicBezTo>
                  <a:cubicBezTo>
                    <a:pt x="8505" y="7829"/>
                    <a:pt x="8158" y="7667"/>
                    <a:pt x="8366" y="7481"/>
                  </a:cubicBezTo>
                  <a:cubicBezTo>
                    <a:pt x="8421" y="7427"/>
                    <a:pt x="8459" y="7405"/>
                    <a:pt x="8491" y="7405"/>
                  </a:cubicBezTo>
                  <a:cubicBezTo>
                    <a:pt x="8513" y="7405"/>
                    <a:pt x="8533" y="7416"/>
                    <a:pt x="8552" y="7435"/>
                  </a:cubicBezTo>
                  <a:cubicBezTo>
                    <a:pt x="8598" y="7342"/>
                    <a:pt x="8621" y="7227"/>
                    <a:pt x="8598" y="7203"/>
                  </a:cubicBezTo>
                  <a:cubicBezTo>
                    <a:pt x="8552" y="7157"/>
                    <a:pt x="8413" y="7227"/>
                    <a:pt x="8436" y="6879"/>
                  </a:cubicBezTo>
                  <a:cubicBezTo>
                    <a:pt x="8436" y="6531"/>
                    <a:pt x="8575" y="6601"/>
                    <a:pt x="8575" y="6160"/>
                  </a:cubicBezTo>
                  <a:cubicBezTo>
                    <a:pt x="8598" y="5720"/>
                    <a:pt x="8760" y="5465"/>
                    <a:pt x="8760" y="5233"/>
                  </a:cubicBezTo>
                  <a:cubicBezTo>
                    <a:pt x="8760" y="5002"/>
                    <a:pt x="9177" y="4724"/>
                    <a:pt x="9409" y="4353"/>
                  </a:cubicBezTo>
                  <a:cubicBezTo>
                    <a:pt x="9641" y="3959"/>
                    <a:pt x="10151" y="3495"/>
                    <a:pt x="10359" y="3356"/>
                  </a:cubicBezTo>
                  <a:cubicBezTo>
                    <a:pt x="10568" y="3217"/>
                    <a:pt x="10962" y="3101"/>
                    <a:pt x="11031" y="2985"/>
                  </a:cubicBezTo>
                  <a:cubicBezTo>
                    <a:pt x="11078" y="2870"/>
                    <a:pt x="11031" y="2197"/>
                    <a:pt x="10916" y="2151"/>
                  </a:cubicBezTo>
                  <a:cubicBezTo>
                    <a:pt x="10869" y="2128"/>
                    <a:pt x="10707" y="2128"/>
                    <a:pt x="10568" y="2128"/>
                  </a:cubicBezTo>
                  <a:cubicBezTo>
                    <a:pt x="10568" y="2151"/>
                    <a:pt x="10568" y="2174"/>
                    <a:pt x="10568" y="2174"/>
                  </a:cubicBezTo>
                  <a:cubicBezTo>
                    <a:pt x="10591" y="2402"/>
                    <a:pt x="10457" y="2986"/>
                    <a:pt x="10299" y="2986"/>
                  </a:cubicBezTo>
                  <a:cubicBezTo>
                    <a:pt x="10296" y="2986"/>
                    <a:pt x="10293" y="2986"/>
                    <a:pt x="10290" y="2985"/>
                  </a:cubicBezTo>
                  <a:cubicBezTo>
                    <a:pt x="10283" y="2985"/>
                    <a:pt x="10277" y="2984"/>
                    <a:pt x="10270" y="2984"/>
                  </a:cubicBezTo>
                  <a:cubicBezTo>
                    <a:pt x="10129" y="2984"/>
                    <a:pt x="10005" y="3199"/>
                    <a:pt x="9900" y="3199"/>
                  </a:cubicBezTo>
                  <a:cubicBezTo>
                    <a:pt x="9891" y="3199"/>
                    <a:pt x="9882" y="3198"/>
                    <a:pt x="9873" y="3194"/>
                  </a:cubicBezTo>
                  <a:cubicBezTo>
                    <a:pt x="9866" y="3193"/>
                    <a:pt x="9859" y="3192"/>
                    <a:pt x="9852" y="3192"/>
                  </a:cubicBezTo>
                  <a:cubicBezTo>
                    <a:pt x="9745" y="3192"/>
                    <a:pt x="9613" y="3319"/>
                    <a:pt x="9487" y="3319"/>
                  </a:cubicBezTo>
                  <a:cubicBezTo>
                    <a:pt x="9453" y="3319"/>
                    <a:pt x="9419" y="3310"/>
                    <a:pt x="9386" y="3287"/>
                  </a:cubicBezTo>
                  <a:cubicBezTo>
                    <a:pt x="9341" y="3261"/>
                    <a:pt x="9291" y="3253"/>
                    <a:pt x="9239" y="3253"/>
                  </a:cubicBezTo>
                  <a:cubicBezTo>
                    <a:pt x="9155" y="3253"/>
                    <a:pt x="9066" y="3274"/>
                    <a:pt x="8986" y="3274"/>
                  </a:cubicBezTo>
                  <a:cubicBezTo>
                    <a:pt x="8937" y="3274"/>
                    <a:pt x="8891" y="3266"/>
                    <a:pt x="8853" y="3240"/>
                  </a:cubicBezTo>
                  <a:cubicBezTo>
                    <a:pt x="8737" y="3171"/>
                    <a:pt x="8343" y="3240"/>
                    <a:pt x="8343" y="3125"/>
                  </a:cubicBezTo>
                  <a:cubicBezTo>
                    <a:pt x="8343" y="3032"/>
                    <a:pt x="8529" y="3055"/>
                    <a:pt x="8529" y="2777"/>
                  </a:cubicBezTo>
                  <a:cubicBezTo>
                    <a:pt x="8529" y="2476"/>
                    <a:pt x="9015" y="2151"/>
                    <a:pt x="8969" y="2035"/>
                  </a:cubicBezTo>
                  <a:cubicBezTo>
                    <a:pt x="8899" y="1919"/>
                    <a:pt x="8065" y="1664"/>
                    <a:pt x="7949" y="1525"/>
                  </a:cubicBezTo>
                  <a:cubicBezTo>
                    <a:pt x="7833" y="1363"/>
                    <a:pt x="7671" y="1247"/>
                    <a:pt x="7347" y="1201"/>
                  </a:cubicBezTo>
                  <a:cubicBezTo>
                    <a:pt x="6999" y="1178"/>
                    <a:pt x="7022" y="1016"/>
                    <a:pt x="6721" y="830"/>
                  </a:cubicBezTo>
                  <a:cubicBezTo>
                    <a:pt x="6489" y="691"/>
                    <a:pt x="6095" y="274"/>
                    <a:pt x="5979" y="65"/>
                  </a:cubicBezTo>
                  <a:cubicBezTo>
                    <a:pt x="5853" y="51"/>
                    <a:pt x="5700" y="29"/>
                    <a:pt x="5584" y="29"/>
                  </a:cubicBezTo>
                  <a:cubicBezTo>
                    <a:pt x="5510" y="29"/>
                    <a:pt x="5450" y="38"/>
                    <a:pt x="5423" y="65"/>
                  </a:cubicBezTo>
                  <a:cubicBezTo>
                    <a:pt x="5367" y="141"/>
                    <a:pt x="5264" y="445"/>
                    <a:pt x="5178" y="445"/>
                  </a:cubicBezTo>
                  <a:cubicBezTo>
                    <a:pt x="5158" y="445"/>
                    <a:pt x="5139" y="429"/>
                    <a:pt x="5122" y="390"/>
                  </a:cubicBezTo>
                  <a:cubicBezTo>
                    <a:pt x="5006" y="158"/>
                    <a:pt x="4728" y="158"/>
                    <a:pt x="4473" y="135"/>
                  </a:cubicBezTo>
                  <a:cubicBezTo>
                    <a:pt x="4325" y="105"/>
                    <a:pt x="4281" y="0"/>
                    <a:pt x="4202" y="0"/>
                  </a:cubicBezTo>
                  <a:close/>
                  <a:moveTo>
                    <a:pt x="2712" y="19787"/>
                  </a:moveTo>
                  <a:cubicBezTo>
                    <a:pt x="2712" y="20112"/>
                    <a:pt x="2642" y="21572"/>
                    <a:pt x="2735" y="21595"/>
                  </a:cubicBezTo>
                  <a:cubicBezTo>
                    <a:pt x="2774" y="21595"/>
                    <a:pt x="3003" y="21565"/>
                    <a:pt x="3227" y="21565"/>
                  </a:cubicBezTo>
                  <a:cubicBezTo>
                    <a:pt x="3395" y="21565"/>
                    <a:pt x="3559" y="21582"/>
                    <a:pt x="3639" y="21641"/>
                  </a:cubicBezTo>
                  <a:cubicBezTo>
                    <a:pt x="3681" y="21656"/>
                    <a:pt x="3740" y="21678"/>
                    <a:pt x="3796" y="21678"/>
                  </a:cubicBezTo>
                  <a:cubicBezTo>
                    <a:pt x="3832" y="21678"/>
                    <a:pt x="3866" y="21669"/>
                    <a:pt x="3894" y="21641"/>
                  </a:cubicBezTo>
                  <a:cubicBezTo>
                    <a:pt x="4009" y="21502"/>
                    <a:pt x="4380" y="21572"/>
                    <a:pt x="4566" y="21456"/>
                  </a:cubicBezTo>
                  <a:cubicBezTo>
                    <a:pt x="4774" y="21317"/>
                    <a:pt x="4519" y="21294"/>
                    <a:pt x="4218" y="21271"/>
                  </a:cubicBezTo>
                  <a:cubicBezTo>
                    <a:pt x="3917" y="21271"/>
                    <a:pt x="3314" y="20714"/>
                    <a:pt x="3129" y="20575"/>
                  </a:cubicBezTo>
                  <a:cubicBezTo>
                    <a:pt x="2968" y="20435"/>
                    <a:pt x="3051" y="20311"/>
                    <a:pt x="2940" y="20311"/>
                  </a:cubicBezTo>
                  <a:cubicBezTo>
                    <a:pt x="2923" y="20311"/>
                    <a:pt x="2901" y="20314"/>
                    <a:pt x="2874" y="20320"/>
                  </a:cubicBezTo>
                  <a:cubicBezTo>
                    <a:pt x="2862" y="20322"/>
                    <a:pt x="2851" y="20322"/>
                    <a:pt x="2840" y="20322"/>
                  </a:cubicBezTo>
                  <a:cubicBezTo>
                    <a:pt x="2657" y="20322"/>
                    <a:pt x="2788" y="20133"/>
                    <a:pt x="2920" y="20089"/>
                  </a:cubicBezTo>
                  <a:cubicBezTo>
                    <a:pt x="3013" y="20019"/>
                    <a:pt x="2874" y="19811"/>
                    <a:pt x="2712" y="19787"/>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59"/>
            <p:cNvSpPr/>
            <p:nvPr/>
          </p:nvSpPr>
          <p:spPr>
            <a:xfrm>
              <a:off x="2674431" y="3730750"/>
              <a:ext cx="146717" cy="750270"/>
            </a:xfrm>
            <a:custGeom>
              <a:avLst/>
              <a:gdLst/>
              <a:ahLst/>
              <a:cxnLst/>
              <a:rect l="l" t="t" r="r" b="b"/>
              <a:pathLst>
                <a:path w="4810" h="24597" extrusionOk="0">
                  <a:moveTo>
                    <a:pt x="4782" y="24136"/>
                  </a:moveTo>
                  <a:cubicBezTo>
                    <a:pt x="4792" y="24140"/>
                    <a:pt x="4801" y="24145"/>
                    <a:pt x="4810" y="24150"/>
                  </a:cubicBezTo>
                  <a:cubicBezTo>
                    <a:pt x="4802" y="24143"/>
                    <a:pt x="4792" y="24138"/>
                    <a:pt x="4782" y="24136"/>
                  </a:cubicBezTo>
                  <a:close/>
                  <a:moveTo>
                    <a:pt x="3442" y="0"/>
                  </a:moveTo>
                  <a:cubicBezTo>
                    <a:pt x="3435" y="0"/>
                    <a:pt x="3428" y="8"/>
                    <a:pt x="3419" y="25"/>
                  </a:cubicBezTo>
                  <a:cubicBezTo>
                    <a:pt x="3373" y="95"/>
                    <a:pt x="3350" y="373"/>
                    <a:pt x="3187" y="465"/>
                  </a:cubicBezTo>
                  <a:cubicBezTo>
                    <a:pt x="3164" y="465"/>
                    <a:pt x="3118" y="512"/>
                    <a:pt x="3071" y="535"/>
                  </a:cubicBezTo>
                  <a:cubicBezTo>
                    <a:pt x="3071" y="674"/>
                    <a:pt x="3025" y="906"/>
                    <a:pt x="3071" y="1045"/>
                  </a:cubicBezTo>
                  <a:cubicBezTo>
                    <a:pt x="3141" y="1207"/>
                    <a:pt x="3187" y="2111"/>
                    <a:pt x="3118" y="2435"/>
                  </a:cubicBezTo>
                  <a:cubicBezTo>
                    <a:pt x="3048" y="2783"/>
                    <a:pt x="2979" y="3061"/>
                    <a:pt x="2909" y="3270"/>
                  </a:cubicBezTo>
                  <a:cubicBezTo>
                    <a:pt x="2817" y="3478"/>
                    <a:pt x="3071" y="3478"/>
                    <a:pt x="2979" y="3571"/>
                  </a:cubicBezTo>
                  <a:cubicBezTo>
                    <a:pt x="2886" y="3664"/>
                    <a:pt x="2909" y="3919"/>
                    <a:pt x="2909" y="4313"/>
                  </a:cubicBezTo>
                  <a:cubicBezTo>
                    <a:pt x="2909" y="4683"/>
                    <a:pt x="2677" y="5355"/>
                    <a:pt x="2677" y="5564"/>
                  </a:cubicBezTo>
                  <a:cubicBezTo>
                    <a:pt x="2654" y="5749"/>
                    <a:pt x="2492" y="5888"/>
                    <a:pt x="2515" y="6120"/>
                  </a:cubicBezTo>
                  <a:cubicBezTo>
                    <a:pt x="2538" y="6352"/>
                    <a:pt x="2423" y="6491"/>
                    <a:pt x="2283" y="6607"/>
                  </a:cubicBezTo>
                  <a:cubicBezTo>
                    <a:pt x="2144" y="6700"/>
                    <a:pt x="2492" y="7047"/>
                    <a:pt x="2492" y="7256"/>
                  </a:cubicBezTo>
                  <a:cubicBezTo>
                    <a:pt x="2469" y="7441"/>
                    <a:pt x="2214" y="7534"/>
                    <a:pt x="2283" y="7835"/>
                  </a:cubicBezTo>
                  <a:cubicBezTo>
                    <a:pt x="2353" y="8229"/>
                    <a:pt x="2283" y="8901"/>
                    <a:pt x="2283" y="9040"/>
                  </a:cubicBezTo>
                  <a:cubicBezTo>
                    <a:pt x="2283" y="9179"/>
                    <a:pt x="2121" y="9156"/>
                    <a:pt x="2168" y="9411"/>
                  </a:cubicBezTo>
                  <a:cubicBezTo>
                    <a:pt x="2191" y="9666"/>
                    <a:pt x="2005" y="9736"/>
                    <a:pt x="1959" y="10106"/>
                  </a:cubicBezTo>
                  <a:cubicBezTo>
                    <a:pt x="1936" y="10454"/>
                    <a:pt x="1658" y="10987"/>
                    <a:pt x="1542" y="11265"/>
                  </a:cubicBezTo>
                  <a:cubicBezTo>
                    <a:pt x="1426" y="11543"/>
                    <a:pt x="1426" y="11705"/>
                    <a:pt x="1287" y="11705"/>
                  </a:cubicBezTo>
                  <a:cubicBezTo>
                    <a:pt x="1148" y="11705"/>
                    <a:pt x="1102" y="11868"/>
                    <a:pt x="1217" y="12099"/>
                  </a:cubicBezTo>
                  <a:cubicBezTo>
                    <a:pt x="1333" y="12354"/>
                    <a:pt x="1148" y="12540"/>
                    <a:pt x="1287" y="12795"/>
                  </a:cubicBezTo>
                  <a:cubicBezTo>
                    <a:pt x="1426" y="13026"/>
                    <a:pt x="1380" y="13119"/>
                    <a:pt x="1310" y="13351"/>
                  </a:cubicBezTo>
                  <a:cubicBezTo>
                    <a:pt x="1241" y="13583"/>
                    <a:pt x="1148" y="13583"/>
                    <a:pt x="1148" y="13814"/>
                  </a:cubicBezTo>
                  <a:cubicBezTo>
                    <a:pt x="1148" y="14023"/>
                    <a:pt x="962" y="14208"/>
                    <a:pt x="1055" y="14440"/>
                  </a:cubicBezTo>
                  <a:cubicBezTo>
                    <a:pt x="1171" y="14695"/>
                    <a:pt x="1148" y="14788"/>
                    <a:pt x="1009" y="14788"/>
                  </a:cubicBezTo>
                  <a:cubicBezTo>
                    <a:pt x="893" y="14788"/>
                    <a:pt x="823" y="14973"/>
                    <a:pt x="777" y="15367"/>
                  </a:cubicBezTo>
                  <a:cubicBezTo>
                    <a:pt x="740" y="15684"/>
                    <a:pt x="748" y="15746"/>
                    <a:pt x="897" y="15746"/>
                  </a:cubicBezTo>
                  <a:cubicBezTo>
                    <a:pt x="933" y="15746"/>
                    <a:pt x="978" y="15742"/>
                    <a:pt x="1032" y="15738"/>
                  </a:cubicBezTo>
                  <a:cubicBezTo>
                    <a:pt x="1333" y="15715"/>
                    <a:pt x="1102" y="14741"/>
                    <a:pt x="1287" y="14741"/>
                  </a:cubicBezTo>
                  <a:cubicBezTo>
                    <a:pt x="1472" y="14741"/>
                    <a:pt x="1310" y="14602"/>
                    <a:pt x="1496" y="14556"/>
                  </a:cubicBezTo>
                  <a:cubicBezTo>
                    <a:pt x="1520" y="14547"/>
                    <a:pt x="1538" y="14543"/>
                    <a:pt x="1551" y="14543"/>
                  </a:cubicBezTo>
                  <a:cubicBezTo>
                    <a:pt x="1644" y="14543"/>
                    <a:pt x="1534" y="14721"/>
                    <a:pt x="1635" y="14741"/>
                  </a:cubicBezTo>
                  <a:cubicBezTo>
                    <a:pt x="1750" y="14788"/>
                    <a:pt x="1843" y="14880"/>
                    <a:pt x="1681" y="14996"/>
                  </a:cubicBezTo>
                  <a:cubicBezTo>
                    <a:pt x="1496" y="15112"/>
                    <a:pt x="1704" y="15321"/>
                    <a:pt x="1635" y="15460"/>
                  </a:cubicBezTo>
                  <a:cubicBezTo>
                    <a:pt x="1542" y="15599"/>
                    <a:pt x="1426" y="15738"/>
                    <a:pt x="1496" y="15900"/>
                  </a:cubicBezTo>
                  <a:cubicBezTo>
                    <a:pt x="1565" y="16039"/>
                    <a:pt x="1403" y="16039"/>
                    <a:pt x="1403" y="16248"/>
                  </a:cubicBezTo>
                  <a:cubicBezTo>
                    <a:pt x="1380" y="16456"/>
                    <a:pt x="1496" y="16456"/>
                    <a:pt x="1426" y="16503"/>
                  </a:cubicBezTo>
                  <a:cubicBezTo>
                    <a:pt x="1333" y="16549"/>
                    <a:pt x="1519" y="16711"/>
                    <a:pt x="1403" y="16734"/>
                  </a:cubicBezTo>
                  <a:cubicBezTo>
                    <a:pt x="1287" y="16758"/>
                    <a:pt x="1356" y="16920"/>
                    <a:pt x="1426" y="17059"/>
                  </a:cubicBezTo>
                  <a:cubicBezTo>
                    <a:pt x="1496" y="17221"/>
                    <a:pt x="1264" y="17128"/>
                    <a:pt x="1148" y="17221"/>
                  </a:cubicBezTo>
                  <a:cubicBezTo>
                    <a:pt x="1032" y="17314"/>
                    <a:pt x="1264" y="17453"/>
                    <a:pt x="1194" y="17592"/>
                  </a:cubicBezTo>
                  <a:cubicBezTo>
                    <a:pt x="1178" y="17625"/>
                    <a:pt x="1154" y="17639"/>
                    <a:pt x="1127" y="17639"/>
                  </a:cubicBezTo>
                  <a:cubicBezTo>
                    <a:pt x="1041" y="17639"/>
                    <a:pt x="917" y="17506"/>
                    <a:pt x="847" y="17453"/>
                  </a:cubicBezTo>
                  <a:cubicBezTo>
                    <a:pt x="777" y="17360"/>
                    <a:pt x="986" y="17221"/>
                    <a:pt x="1102" y="17082"/>
                  </a:cubicBezTo>
                  <a:cubicBezTo>
                    <a:pt x="1185" y="16956"/>
                    <a:pt x="1023" y="16678"/>
                    <a:pt x="853" y="16678"/>
                  </a:cubicBezTo>
                  <a:cubicBezTo>
                    <a:pt x="836" y="16678"/>
                    <a:pt x="818" y="16681"/>
                    <a:pt x="800" y="16688"/>
                  </a:cubicBezTo>
                  <a:cubicBezTo>
                    <a:pt x="615" y="16758"/>
                    <a:pt x="986" y="16966"/>
                    <a:pt x="986" y="17128"/>
                  </a:cubicBezTo>
                  <a:cubicBezTo>
                    <a:pt x="986" y="17173"/>
                    <a:pt x="955" y="17184"/>
                    <a:pt x="913" y="17184"/>
                  </a:cubicBezTo>
                  <a:cubicBezTo>
                    <a:pt x="872" y="17184"/>
                    <a:pt x="819" y="17173"/>
                    <a:pt x="778" y="17173"/>
                  </a:cubicBezTo>
                  <a:cubicBezTo>
                    <a:pt x="732" y="17173"/>
                    <a:pt x="699" y="17187"/>
                    <a:pt x="708" y="17244"/>
                  </a:cubicBezTo>
                  <a:cubicBezTo>
                    <a:pt x="708" y="17430"/>
                    <a:pt x="499" y="17360"/>
                    <a:pt x="383" y="17476"/>
                  </a:cubicBezTo>
                  <a:cubicBezTo>
                    <a:pt x="267" y="17592"/>
                    <a:pt x="522" y="17708"/>
                    <a:pt x="406" y="17754"/>
                  </a:cubicBezTo>
                  <a:cubicBezTo>
                    <a:pt x="290" y="17777"/>
                    <a:pt x="82" y="17963"/>
                    <a:pt x="59" y="18079"/>
                  </a:cubicBezTo>
                  <a:cubicBezTo>
                    <a:pt x="59" y="18142"/>
                    <a:pt x="101" y="18178"/>
                    <a:pt x="138" y="18178"/>
                  </a:cubicBezTo>
                  <a:cubicBezTo>
                    <a:pt x="169" y="18178"/>
                    <a:pt x="198" y="18154"/>
                    <a:pt x="198" y="18102"/>
                  </a:cubicBezTo>
                  <a:cubicBezTo>
                    <a:pt x="198" y="18039"/>
                    <a:pt x="252" y="17997"/>
                    <a:pt x="313" y="17997"/>
                  </a:cubicBezTo>
                  <a:cubicBezTo>
                    <a:pt x="364" y="17997"/>
                    <a:pt x="421" y="18027"/>
                    <a:pt x="453" y="18102"/>
                  </a:cubicBezTo>
                  <a:cubicBezTo>
                    <a:pt x="476" y="18157"/>
                    <a:pt x="500" y="18175"/>
                    <a:pt x="529" y="18175"/>
                  </a:cubicBezTo>
                  <a:cubicBezTo>
                    <a:pt x="577" y="18175"/>
                    <a:pt x="640" y="18123"/>
                    <a:pt x="740" y="18123"/>
                  </a:cubicBezTo>
                  <a:cubicBezTo>
                    <a:pt x="752" y="18123"/>
                    <a:pt x="764" y="18123"/>
                    <a:pt x="777" y="18125"/>
                  </a:cubicBezTo>
                  <a:cubicBezTo>
                    <a:pt x="932" y="18169"/>
                    <a:pt x="918" y="18404"/>
                    <a:pt x="835" y="18404"/>
                  </a:cubicBezTo>
                  <a:cubicBezTo>
                    <a:pt x="831" y="18404"/>
                    <a:pt x="827" y="18404"/>
                    <a:pt x="823" y="18403"/>
                  </a:cubicBezTo>
                  <a:cubicBezTo>
                    <a:pt x="731" y="18403"/>
                    <a:pt x="615" y="18565"/>
                    <a:pt x="638" y="18751"/>
                  </a:cubicBezTo>
                  <a:cubicBezTo>
                    <a:pt x="646" y="18815"/>
                    <a:pt x="694" y="18835"/>
                    <a:pt x="758" y="18835"/>
                  </a:cubicBezTo>
                  <a:cubicBezTo>
                    <a:pt x="857" y="18835"/>
                    <a:pt x="994" y="18789"/>
                    <a:pt x="1091" y="18789"/>
                  </a:cubicBezTo>
                  <a:cubicBezTo>
                    <a:pt x="1112" y="18789"/>
                    <a:pt x="1131" y="18792"/>
                    <a:pt x="1148" y="18797"/>
                  </a:cubicBezTo>
                  <a:cubicBezTo>
                    <a:pt x="1291" y="18838"/>
                    <a:pt x="1272" y="19041"/>
                    <a:pt x="1202" y="19041"/>
                  </a:cubicBezTo>
                  <a:cubicBezTo>
                    <a:pt x="1192" y="19041"/>
                    <a:pt x="1182" y="19037"/>
                    <a:pt x="1171" y="19029"/>
                  </a:cubicBezTo>
                  <a:cubicBezTo>
                    <a:pt x="1107" y="18964"/>
                    <a:pt x="997" y="18877"/>
                    <a:pt x="905" y="18877"/>
                  </a:cubicBezTo>
                  <a:cubicBezTo>
                    <a:pt x="865" y="18877"/>
                    <a:pt x="828" y="18894"/>
                    <a:pt x="800" y="18936"/>
                  </a:cubicBezTo>
                  <a:cubicBezTo>
                    <a:pt x="770" y="18997"/>
                    <a:pt x="725" y="19018"/>
                    <a:pt x="675" y="19018"/>
                  </a:cubicBezTo>
                  <a:cubicBezTo>
                    <a:pt x="612" y="19018"/>
                    <a:pt x="541" y="18985"/>
                    <a:pt x="476" y="18959"/>
                  </a:cubicBezTo>
                  <a:cubicBezTo>
                    <a:pt x="466" y="18955"/>
                    <a:pt x="455" y="18954"/>
                    <a:pt x="443" y="18954"/>
                  </a:cubicBezTo>
                  <a:cubicBezTo>
                    <a:pt x="302" y="18954"/>
                    <a:pt x="1" y="19175"/>
                    <a:pt x="128" y="19260"/>
                  </a:cubicBezTo>
                  <a:cubicBezTo>
                    <a:pt x="244" y="19353"/>
                    <a:pt x="244" y="19515"/>
                    <a:pt x="314" y="19515"/>
                  </a:cubicBezTo>
                  <a:cubicBezTo>
                    <a:pt x="406" y="19492"/>
                    <a:pt x="545" y="19423"/>
                    <a:pt x="592" y="19330"/>
                  </a:cubicBezTo>
                  <a:cubicBezTo>
                    <a:pt x="617" y="19279"/>
                    <a:pt x="679" y="19227"/>
                    <a:pt x="732" y="19227"/>
                  </a:cubicBezTo>
                  <a:cubicBezTo>
                    <a:pt x="775" y="19227"/>
                    <a:pt x="813" y="19260"/>
                    <a:pt x="823" y="19353"/>
                  </a:cubicBezTo>
                  <a:cubicBezTo>
                    <a:pt x="823" y="19585"/>
                    <a:pt x="592" y="19469"/>
                    <a:pt x="545" y="19585"/>
                  </a:cubicBezTo>
                  <a:cubicBezTo>
                    <a:pt x="499" y="19724"/>
                    <a:pt x="406" y="19817"/>
                    <a:pt x="244" y="19909"/>
                  </a:cubicBezTo>
                  <a:cubicBezTo>
                    <a:pt x="126" y="20008"/>
                    <a:pt x="208" y="20156"/>
                    <a:pt x="321" y="20156"/>
                  </a:cubicBezTo>
                  <a:cubicBezTo>
                    <a:pt x="341" y="20156"/>
                    <a:pt x="362" y="20152"/>
                    <a:pt x="383" y="20141"/>
                  </a:cubicBezTo>
                  <a:cubicBezTo>
                    <a:pt x="395" y="20137"/>
                    <a:pt x="403" y="20134"/>
                    <a:pt x="410" y="20134"/>
                  </a:cubicBezTo>
                  <a:cubicBezTo>
                    <a:pt x="470" y="20134"/>
                    <a:pt x="353" y="20306"/>
                    <a:pt x="499" y="20327"/>
                  </a:cubicBezTo>
                  <a:cubicBezTo>
                    <a:pt x="513" y="20329"/>
                    <a:pt x="526" y="20330"/>
                    <a:pt x="538" y="20330"/>
                  </a:cubicBezTo>
                  <a:cubicBezTo>
                    <a:pt x="669" y="20330"/>
                    <a:pt x="706" y="20222"/>
                    <a:pt x="684" y="20095"/>
                  </a:cubicBezTo>
                  <a:cubicBezTo>
                    <a:pt x="647" y="20001"/>
                    <a:pt x="715" y="19802"/>
                    <a:pt x="828" y="19802"/>
                  </a:cubicBezTo>
                  <a:cubicBezTo>
                    <a:pt x="855" y="19802"/>
                    <a:pt x="885" y="19813"/>
                    <a:pt x="916" y="19840"/>
                  </a:cubicBezTo>
                  <a:cubicBezTo>
                    <a:pt x="1055" y="19979"/>
                    <a:pt x="823" y="20118"/>
                    <a:pt x="823" y="20234"/>
                  </a:cubicBezTo>
                  <a:cubicBezTo>
                    <a:pt x="823" y="20350"/>
                    <a:pt x="754" y="20512"/>
                    <a:pt x="754" y="20651"/>
                  </a:cubicBezTo>
                  <a:cubicBezTo>
                    <a:pt x="754" y="20767"/>
                    <a:pt x="592" y="20697"/>
                    <a:pt x="615" y="20860"/>
                  </a:cubicBezTo>
                  <a:cubicBezTo>
                    <a:pt x="615" y="20999"/>
                    <a:pt x="267" y="20906"/>
                    <a:pt x="429" y="20999"/>
                  </a:cubicBezTo>
                  <a:cubicBezTo>
                    <a:pt x="569" y="21091"/>
                    <a:pt x="337" y="21230"/>
                    <a:pt x="406" y="21323"/>
                  </a:cubicBezTo>
                  <a:cubicBezTo>
                    <a:pt x="422" y="21339"/>
                    <a:pt x="437" y="21345"/>
                    <a:pt x="452" y="21345"/>
                  </a:cubicBezTo>
                  <a:cubicBezTo>
                    <a:pt x="516" y="21345"/>
                    <a:pt x="577" y="21224"/>
                    <a:pt x="671" y="21224"/>
                  </a:cubicBezTo>
                  <a:cubicBezTo>
                    <a:pt x="682" y="21224"/>
                    <a:pt x="695" y="21226"/>
                    <a:pt x="708" y="21230"/>
                  </a:cubicBezTo>
                  <a:cubicBezTo>
                    <a:pt x="781" y="21260"/>
                    <a:pt x="799" y="21289"/>
                    <a:pt x="849" y="21289"/>
                  </a:cubicBezTo>
                  <a:cubicBezTo>
                    <a:pt x="878" y="21289"/>
                    <a:pt x="918" y="21279"/>
                    <a:pt x="986" y="21254"/>
                  </a:cubicBezTo>
                  <a:cubicBezTo>
                    <a:pt x="1008" y="21244"/>
                    <a:pt x="1030" y="21239"/>
                    <a:pt x="1049" y="21239"/>
                  </a:cubicBezTo>
                  <a:cubicBezTo>
                    <a:pt x="1169" y="21239"/>
                    <a:pt x="1218" y="21399"/>
                    <a:pt x="1078" y="21439"/>
                  </a:cubicBezTo>
                  <a:cubicBezTo>
                    <a:pt x="939" y="21485"/>
                    <a:pt x="754" y="21671"/>
                    <a:pt x="823" y="21694"/>
                  </a:cubicBezTo>
                  <a:cubicBezTo>
                    <a:pt x="830" y="21695"/>
                    <a:pt x="837" y="21696"/>
                    <a:pt x="844" y="21696"/>
                  </a:cubicBezTo>
                  <a:cubicBezTo>
                    <a:pt x="905" y="21696"/>
                    <a:pt x="994" y="21644"/>
                    <a:pt x="1068" y="21644"/>
                  </a:cubicBezTo>
                  <a:cubicBezTo>
                    <a:pt x="1110" y="21644"/>
                    <a:pt x="1147" y="21662"/>
                    <a:pt x="1171" y="21717"/>
                  </a:cubicBezTo>
                  <a:cubicBezTo>
                    <a:pt x="1191" y="21787"/>
                    <a:pt x="1224" y="21818"/>
                    <a:pt x="1255" y="21818"/>
                  </a:cubicBezTo>
                  <a:cubicBezTo>
                    <a:pt x="1296" y="21818"/>
                    <a:pt x="1333" y="21763"/>
                    <a:pt x="1333" y="21671"/>
                  </a:cubicBezTo>
                  <a:cubicBezTo>
                    <a:pt x="1341" y="21611"/>
                    <a:pt x="1375" y="21587"/>
                    <a:pt x="1419" y="21587"/>
                  </a:cubicBezTo>
                  <a:cubicBezTo>
                    <a:pt x="1514" y="21587"/>
                    <a:pt x="1657" y="21692"/>
                    <a:pt x="1704" y="21787"/>
                  </a:cubicBezTo>
                  <a:cubicBezTo>
                    <a:pt x="1742" y="21901"/>
                    <a:pt x="1498" y="21984"/>
                    <a:pt x="1320" y="21984"/>
                  </a:cubicBezTo>
                  <a:cubicBezTo>
                    <a:pt x="1281" y="21984"/>
                    <a:pt x="1246" y="21980"/>
                    <a:pt x="1217" y="21972"/>
                  </a:cubicBezTo>
                  <a:cubicBezTo>
                    <a:pt x="1208" y="21971"/>
                    <a:pt x="1198" y="21970"/>
                    <a:pt x="1189" y="21970"/>
                  </a:cubicBezTo>
                  <a:cubicBezTo>
                    <a:pt x="1023" y="21970"/>
                    <a:pt x="945" y="22165"/>
                    <a:pt x="1055" y="22296"/>
                  </a:cubicBezTo>
                  <a:cubicBezTo>
                    <a:pt x="1090" y="22345"/>
                    <a:pt x="1127" y="22365"/>
                    <a:pt x="1166" y="22365"/>
                  </a:cubicBezTo>
                  <a:cubicBezTo>
                    <a:pt x="1255" y="22365"/>
                    <a:pt x="1352" y="22261"/>
                    <a:pt x="1449" y="22181"/>
                  </a:cubicBezTo>
                  <a:cubicBezTo>
                    <a:pt x="1511" y="22119"/>
                    <a:pt x="1672" y="22089"/>
                    <a:pt x="1837" y="22089"/>
                  </a:cubicBezTo>
                  <a:cubicBezTo>
                    <a:pt x="2045" y="22089"/>
                    <a:pt x="2258" y="22136"/>
                    <a:pt x="2283" y="22227"/>
                  </a:cubicBezTo>
                  <a:cubicBezTo>
                    <a:pt x="2304" y="22288"/>
                    <a:pt x="2248" y="22300"/>
                    <a:pt x="2177" y="22300"/>
                  </a:cubicBezTo>
                  <a:cubicBezTo>
                    <a:pt x="2132" y="22300"/>
                    <a:pt x="2081" y="22295"/>
                    <a:pt x="2040" y="22295"/>
                  </a:cubicBezTo>
                  <a:cubicBezTo>
                    <a:pt x="1998" y="22295"/>
                    <a:pt x="1966" y="22300"/>
                    <a:pt x="1959" y="22320"/>
                  </a:cubicBezTo>
                  <a:cubicBezTo>
                    <a:pt x="1928" y="22381"/>
                    <a:pt x="1794" y="22433"/>
                    <a:pt x="1702" y="22433"/>
                  </a:cubicBezTo>
                  <a:cubicBezTo>
                    <a:pt x="1655" y="22433"/>
                    <a:pt x="1619" y="22420"/>
                    <a:pt x="1611" y="22389"/>
                  </a:cubicBezTo>
                  <a:cubicBezTo>
                    <a:pt x="1601" y="22368"/>
                    <a:pt x="1580" y="22359"/>
                    <a:pt x="1554" y="22359"/>
                  </a:cubicBezTo>
                  <a:cubicBezTo>
                    <a:pt x="1463" y="22359"/>
                    <a:pt x="1310" y="22467"/>
                    <a:pt x="1310" y="22575"/>
                  </a:cubicBezTo>
                  <a:cubicBezTo>
                    <a:pt x="1287" y="22737"/>
                    <a:pt x="1102" y="22737"/>
                    <a:pt x="1310" y="22806"/>
                  </a:cubicBezTo>
                  <a:cubicBezTo>
                    <a:pt x="1328" y="22810"/>
                    <a:pt x="1344" y="22812"/>
                    <a:pt x="1359" y="22812"/>
                  </a:cubicBezTo>
                  <a:cubicBezTo>
                    <a:pt x="1526" y="22812"/>
                    <a:pt x="1502" y="22596"/>
                    <a:pt x="1780" y="22596"/>
                  </a:cubicBezTo>
                  <a:cubicBezTo>
                    <a:pt x="1793" y="22596"/>
                    <a:pt x="1806" y="22597"/>
                    <a:pt x="1820" y="22598"/>
                  </a:cubicBezTo>
                  <a:cubicBezTo>
                    <a:pt x="1831" y="22598"/>
                    <a:pt x="1841" y="22599"/>
                    <a:pt x="1851" y="22599"/>
                  </a:cubicBezTo>
                  <a:cubicBezTo>
                    <a:pt x="2083" y="22599"/>
                    <a:pt x="2241" y="22415"/>
                    <a:pt x="2342" y="22415"/>
                  </a:cubicBezTo>
                  <a:cubicBezTo>
                    <a:pt x="2374" y="22415"/>
                    <a:pt x="2401" y="22433"/>
                    <a:pt x="2423" y="22482"/>
                  </a:cubicBezTo>
                  <a:cubicBezTo>
                    <a:pt x="2494" y="22624"/>
                    <a:pt x="2292" y="22753"/>
                    <a:pt x="2142" y="22753"/>
                  </a:cubicBezTo>
                  <a:cubicBezTo>
                    <a:pt x="2096" y="22753"/>
                    <a:pt x="2056" y="22741"/>
                    <a:pt x="2029" y="22714"/>
                  </a:cubicBezTo>
                  <a:cubicBezTo>
                    <a:pt x="1997" y="22682"/>
                    <a:pt x="1964" y="22668"/>
                    <a:pt x="1932" y="22668"/>
                  </a:cubicBezTo>
                  <a:cubicBezTo>
                    <a:pt x="1825" y="22668"/>
                    <a:pt x="1733" y="22825"/>
                    <a:pt x="1750" y="22969"/>
                  </a:cubicBezTo>
                  <a:cubicBezTo>
                    <a:pt x="1750" y="23021"/>
                    <a:pt x="1719" y="23040"/>
                    <a:pt x="1670" y="23040"/>
                  </a:cubicBezTo>
                  <a:cubicBezTo>
                    <a:pt x="1543" y="23040"/>
                    <a:pt x="1298" y="22916"/>
                    <a:pt x="1148" y="22899"/>
                  </a:cubicBezTo>
                  <a:cubicBezTo>
                    <a:pt x="1138" y="22898"/>
                    <a:pt x="1130" y="22897"/>
                    <a:pt x="1121" y="22897"/>
                  </a:cubicBezTo>
                  <a:cubicBezTo>
                    <a:pt x="972" y="22897"/>
                    <a:pt x="1064" y="23094"/>
                    <a:pt x="1217" y="23270"/>
                  </a:cubicBezTo>
                  <a:cubicBezTo>
                    <a:pt x="1273" y="23333"/>
                    <a:pt x="1323" y="23351"/>
                    <a:pt x="1372" y="23351"/>
                  </a:cubicBezTo>
                  <a:cubicBezTo>
                    <a:pt x="1432" y="23351"/>
                    <a:pt x="1490" y="23325"/>
                    <a:pt x="1555" y="23325"/>
                  </a:cubicBezTo>
                  <a:cubicBezTo>
                    <a:pt x="1594" y="23325"/>
                    <a:pt x="1635" y="23334"/>
                    <a:pt x="1681" y="23362"/>
                  </a:cubicBezTo>
                  <a:cubicBezTo>
                    <a:pt x="1835" y="23465"/>
                    <a:pt x="1875" y="23568"/>
                    <a:pt x="1951" y="23568"/>
                  </a:cubicBezTo>
                  <a:cubicBezTo>
                    <a:pt x="1978" y="23568"/>
                    <a:pt x="2009" y="23555"/>
                    <a:pt x="2052" y="23525"/>
                  </a:cubicBezTo>
                  <a:cubicBezTo>
                    <a:pt x="2191" y="23386"/>
                    <a:pt x="2052" y="23386"/>
                    <a:pt x="1936" y="23339"/>
                  </a:cubicBezTo>
                  <a:cubicBezTo>
                    <a:pt x="1863" y="23284"/>
                    <a:pt x="1905" y="23143"/>
                    <a:pt x="2040" y="23143"/>
                  </a:cubicBezTo>
                  <a:cubicBezTo>
                    <a:pt x="2076" y="23143"/>
                    <a:pt x="2119" y="23153"/>
                    <a:pt x="2168" y="23177"/>
                  </a:cubicBezTo>
                  <a:cubicBezTo>
                    <a:pt x="2212" y="23199"/>
                    <a:pt x="2257" y="23210"/>
                    <a:pt x="2301" y="23210"/>
                  </a:cubicBezTo>
                  <a:cubicBezTo>
                    <a:pt x="2485" y="23210"/>
                    <a:pt x="2641" y="23027"/>
                    <a:pt x="2585" y="22783"/>
                  </a:cubicBezTo>
                  <a:cubicBezTo>
                    <a:pt x="2515" y="22505"/>
                    <a:pt x="2793" y="22366"/>
                    <a:pt x="3071" y="22273"/>
                  </a:cubicBezTo>
                  <a:cubicBezTo>
                    <a:pt x="3110" y="22260"/>
                    <a:pt x="3141" y="22255"/>
                    <a:pt x="3165" y="22255"/>
                  </a:cubicBezTo>
                  <a:cubicBezTo>
                    <a:pt x="3309" y="22255"/>
                    <a:pt x="3181" y="22468"/>
                    <a:pt x="3002" y="22528"/>
                  </a:cubicBezTo>
                  <a:cubicBezTo>
                    <a:pt x="2793" y="22621"/>
                    <a:pt x="2747" y="22690"/>
                    <a:pt x="2909" y="22853"/>
                  </a:cubicBezTo>
                  <a:cubicBezTo>
                    <a:pt x="2948" y="22892"/>
                    <a:pt x="2990" y="22905"/>
                    <a:pt x="3033" y="22905"/>
                  </a:cubicBezTo>
                  <a:cubicBezTo>
                    <a:pt x="3130" y="22905"/>
                    <a:pt x="3232" y="22835"/>
                    <a:pt x="3322" y="22835"/>
                  </a:cubicBezTo>
                  <a:cubicBezTo>
                    <a:pt x="3357" y="22835"/>
                    <a:pt x="3389" y="22846"/>
                    <a:pt x="3419" y="22876"/>
                  </a:cubicBezTo>
                  <a:cubicBezTo>
                    <a:pt x="3535" y="23015"/>
                    <a:pt x="3164" y="22992"/>
                    <a:pt x="3095" y="23108"/>
                  </a:cubicBezTo>
                  <a:cubicBezTo>
                    <a:pt x="3048" y="23247"/>
                    <a:pt x="3326" y="23409"/>
                    <a:pt x="3118" y="23502"/>
                  </a:cubicBezTo>
                  <a:cubicBezTo>
                    <a:pt x="3102" y="23510"/>
                    <a:pt x="3088" y="23513"/>
                    <a:pt x="3076" y="23513"/>
                  </a:cubicBezTo>
                  <a:cubicBezTo>
                    <a:pt x="2947" y="23513"/>
                    <a:pt x="3015" y="23104"/>
                    <a:pt x="2909" y="23061"/>
                  </a:cubicBezTo>
                  <a:cubicBezTo>
                    <a:pt x="2887" y="23054"/>
                    <a:pt x="2865" y="23050"/>
                    <a:pt x="2846" y="23050"/>
                  </a:cubicBezTo>
                  <a:cubicBezTo>
                    <a:pt x="2746" y="23050"/>
                    <a:pt x="2696" y="23153"/>
                    <a:pt x="2793" y="23386"/>
                  </a:cubicBezTo>
                  <a:cubicBezTo>
                    <a:pt x="2833" y="23481"/>
                    <a:pt x="2829" y="23516"/>
                    <a:pt x="2802" y="23516"/>
                  </a:cubicBezTo>
                  <a:cubicBezTo>
                    <a:pt x="2749" y="23516"/>
                    <a:pt x="2607" y="23385"/>
                    <a:pt x="2515" y="23293"/>
                  </a:cubicBezTo>
                  <a:cubicBezTo>
                    <a:pt x="2490" y="23267"/>
                    <a:pt x="2462" y="23257"/>
                    <a:pt x="2436" y="23257"/>
                  </a:cubicBezTo>
                  <a:cubicBezTo>
                    <a:pt x="2342" y="23257"/>
                    <a:pt x="2268" y="23393"/>
                    <a:pt x="2376" y="23502"/>
                  </a:cubicBezTo>
                  <a:cubicBezTo>
                    <a:pt x="2515" y="23641"/>
                    <a:pt x="2098" y="23502"/>
                    <a:pt x="2098" y="23733"/>
                  </a:cubicBezTo>
                  <a:cubicBezTo>
                    <a:pt x="2098" y="23812"/>
                    <a:pt x="2125" y="23835"/>
                    <a:pt x="2169" y="23835"/>
                  </a:cubicBezTo>
                  <a:cubicBezTo>
                    <a:pt x="2228" y="23835"/>
                    <a:pt x="2318" y="23795"/>
                    <a:pt x="2419" y="23795"/>
                  </a:cubicBezTo>
                  <a:cubicBezTo>
                    <a:pt x="2443" y="23795"/>
                    <a:pt x="2467" y="23797"/>
                    <a:pt x="2492" y="23803"/>
                  </a:cubicBezTo>
                  <a:cubicBezTo>
                    <a:pt x="2724" y="23849"/>
                    <a:pt x="2631" y="24174"/>
                    <a:pt x="2770" y="24289"/>
                  </a:cubicBezTo>
                  <a:cubicBezTo>
                    <a:pt x="2787" y="24301"/>
                    <a:pt x="2800" y="24307"/>
                    <a:pt x="2811" y="24307"/>
                  </a:cubicBezTo>
                  <a:cubicBezTo>
                    <a:pt x="2907" y="24307"/>
                    <a:pt x="2812" y="23893"/>
                    <a:pt x="2979" y="23872"/>
                  </a:cubicBezTo>
                  <a:cubicBezTo>
                    <a:pt x="2987" y="23870"/>
                    <a:pt x="2994" y="23869"/>
                    <a:pt x="3001" y="23869"/>
                  </a:cubicBezTo>
                  <a:cubicBezTo>
                    <a:pt x="3126" y="23869"/>
                    <a:pt x="2997" y="24272"/>
                    <a:pt x="3350" y="24382"/>
                  </a:cubicBezTo>
                  <a:cubicBezTo>
                    <a:pt x="3436" y="24408"/>
                    <a:pt x="3486" y="24419"/>
                    <a:pt x="3513" y="24419"/>
                  </a:cubicBezTo>
                  <a:cubicBezTo>
                    <a:pt x="3607" y="24419"/>
                    <a:pt x="3414" y="24282"/>
                    <a:pt x="3558" y="24174"/>
                  </a:cubicBezTo>
                  <a:cubicBezTo>
                    <a:pt x="3575" y="24161"/>
                    <a:pt x="3593" y="24156"/>
                    <a:pt x="3612" y="24156"/>
                  </a:cubicBezTo>
                  <a:cubicBezTo>
                    <a:pt x="3769" y="24156"/>
                    <a:pt x="3969" y="24549"/>
                    <a:pt x="4114" y="24591"/>
                  </a:cubicBezTo>
                  <a:cubicBezTo>
                    <a:pt x="4129" y="24595"/>
                    <a:pt x="4143" y="24596"/>
                    <a:pt x="4154" y="24596"/>
                  </a:cubicBezTo>
                  <a:cubicBezTo>
                    <a:pt x="4281" y="24596"/>
                    <a:pt x="4173" y="24371"/>
                    <a:pt x="4045" y="24243"/>
                  </a:cubicBezTo>
                  <a:cubicBezTo>
                    <a:pt x="3997" y="24177"/>
                    <a:pt x="4012" y="24153"/>
                    <a:pt x="4059" y="24153"/>
                  </a:cubicBezTo>
                  <a:cubicBezTo>
                    <a:pt x="4126" y="24153"/>
                    <a:pt x="4260" y="24202"/>
                    <a:pt x="4369" y="24243"/>
                  </a:cubicBezTo>
                  <a:cubicBezTo>
                    <a:pt x="4450" y="24263"/>
                    <a:pt x="4522" y="24279"/>
                    <a:pt x="4581" y="24279"/>
                  </a:cubicBezTo>
                  <a:cubicBezTo>
                    <a:pt x="4658" y="24279"/>
                    <a:pt x="4714" y="24252"/>
                    <a:pt x="4740" y="24174"/>
                  </a:cubicBezTo>
                  <a:cubicBezTo>
                    <a:pt x="4740" y="24146"/>
                    <a:pt x="4756" y="24135"/>
                    <a:pt x="4774" y="24135"/>
                  </a:cubicBezTo>
                  <a:cubicBezTo>
                    <a:pt x="4777" y="24135"/>
                    <a:pt x="4779" y="24136"/>
                    <a:pt x="4782" y="24136"/>
                  </a:cubicBezTo>
                  <a:lnTo>
                    <a:pt x="4782" y="24136"/>
                  </a:lnTo>
                  <a:cubicBezTo>
                    <a:pt x="4691" y="24095"/>
                    <a:pt x="4533" y="24083"/>
                    <a:pt x="4375" y="24083"/>
                  </a:cubicBezTo>
                  <a:cubicBezTo>
                    <a:pt x="4165" y="24083"/>
                    <a:pt x="3956" y="24104"/>
                    <a:pt x="3906" y="24104"/>
                  </a:cubicBezTo>
                  <a:cubicBezTo>
                    <a:pt x="3813" y="24081"/>
                    <a:pt x="3883" y="22644"/>
                    <a:pt x="3906" y="22296"/>
                  </a:cubicBezTo>
                  <a:lnTo>
                    <a:pt x="3859" y="22296"/>
                  </a:lnTo>
                  <a:cubicBezTo>
                    <a:pt x="3816" y="22296"/>
                    <a:pt x="3760" y="22300"/>
                    <a:pt x="3701" y="22300"/>
                  </a:cubicBezTo>
                  <a:cubicBezTo>
                    <a:pt x="3541" y="22300"/>
                    <a:pt x="3368" y="22275"/>
                    <a:pt x="3419" y="22088"/>
                  </a:cubicBezTo>
                  <a:cubicBezTo>
                    <a:pt x="3419" y="22042"/>
                    <a:pt x="3442" y="22018"/>
                    <a:pt x="3465" y="22018"/>
                  </a:cubicBezTo>
                  <a:cubicBezTo>
                    <a:pt x="3396" y="21949"/>
                    <a:pt x="3303" y="21879"/>
                    <a:pt x="3187" y="21833"/>
                  </a:cubicBezTo>
                  <a:cubicBezTo>
                    <a:pt x="3107" y="21811"/>
                    <a:pt x="2991" y="21803"/>
                    <a:pt x="2867" y="21803"/>
                  </a:cubicBezTo>
                  <a:cubicBezTo>
                    <a:pt x="2599" y="21803"/>
                    <a:pt x="2293" y="21840"/>
                    <a:pt x="2214" y="21856"/>
                  </a:cubicBezTo>
                  <a:cubicBezTo>
                    <a:pt x="2075" y="21856"/>
                    <a:pt x="2029" y="21624"/>
                    <a:pt x="1936" y="21624"/>
                  </a:cubicBezTo>
                  <a:cubicBezTo>
                    <a:pt x="1866" y="21624"/>
                    <a:pt x="1843" y="21184"/>
                    <a:pt x="1913" y="20999"/>
                  </a:cubicBezTo>
                  <a:cubicBezTo>
                    <a:pt x="1982" y="20790"/>
                    <a:pt x="1542" y="20906"/>
                    <a:pt x="1403" y="20836"/>
                  </a:cubicBezTo>
                  <a:cubicBezTo>
                    <a:pt x="1264" y="20767"/>
                    <a:pt x="1449" y="20628"/>
                    <a:pt x="1310" y="20466"/>
                  </a:cubicBezTo>
                  <a:cubicBezTo>
                    <a:pt x="1148" y="20303"/>
                    <a:pt x="1264" y="20072"/>
                    <a:pt x="1287" y="19956"/>
                  </a:cubicBezTo>
                  <a:cubicBezTo>
                    <a:pt x="1310" y="19840"/>
                    <a:pt x="1403" y="19608"/>
                    <a:pt x="1588" y="19608"/>
                  </a:cubicBezTo>
                  <a:cubicBezTo>
                    <a:pt x="1774" y="19608"/>
                    <a:pt x="1635" y="19330"/>
                    <a:pt x="1820" y="19214"/>
                  </a:cubicBezTo>
                  <a:cubicBezTo>
                    <a:pt x="1982" y="19098"/>
                    <a:pt x="1658" y="18913"/>
                    <a:pt x="1797" y="18797"/>
                  </a:cubicBezTo>
                  <a:cubicBezTo>
                    <a:pt x="1936" y="18681"/>
                    <a:pt x="1797" y="18473"/>
                    <a:pt x="2029" y="18426"/>
                  </a:cubicBezTo>
                  <a:cubicBezTo>
                    <a:pt x="2260" y="18403"/>
                    <a:pt x="2029" y="18102"/>
                    <a:pt x="2191" y="18055"/>
                  </a:cubicBezTo>
                  <a:cubicBezTo>
                    <a:pt x="2353" y="18009"/>
                    <a:pt x="2168" y="17824"/>
                    <a:pt x="2214" y="17638"/>
                  </a:cubicBezTo>
                  <a:cubicBezTo>
                    <a:pt x="2260" y="17430"/>
                    <a:pt x="2075" y="17291"/>
                    <a:pt x="2283" y="17198"/>
                  </a:cubicBezTo>
                  <a:cubicBezTo>
                    <a:pt x="2492" y="17128"/>
                    <a:pt x="2353" y="16966"/>
                    <a:pt x="2214" y="16850"/>
                  </a:cubicBezTo>
                  <a:cubicBezTo>
                    <a:pt x="2052" y="16734"/>
                    <a:pt x="2237" y="16734"/>
                    <a:pt x="2423" y="16734"/>
                  </a:cubicBezTo>
                  <a:cubicBezTo>
                    <a:pt x="2595" y="16734"/>
                    <a:pt x="2507" y="16475"/>
                    <a:pt x="2364" y="16475"/>
                  </a:cubicBezTo>
                  <a:cubicBezTo>
                    <a:pt x="2353" y="16475"/>
                    <a:pt x="2341" y="16476"/>
                    <a:pt x="2330" y="16479"/>
                  </a:cubicBezTo>
                  <a:cubicBezTo>
                    <a:pt x="2304" y="16489"/>
                    <a:pt x="2280" y="16493"/>
                    <a:pt x="2258" y="16493"/>
                  </a:cubicBezTo>
                  <a:cubicBezTo>
                    <a:pt x="2118" y="16493"/>
                    <a:pt x="2048" y="16321"/>
                    <a:pt x="2168" y="16201"/>
                  </a:cubicBezTo>
                  <a:cubicBezTo>
                    <a:pt x="2330" y="16062"/>
                    <a:pt x="2052" y="15946"/>
                    <a:pt x="2098" y="15854"/>
                  </a:cubicBezTo>
                  <a:cubicBezTo>
                    <a:pt x="2144" y="15761"/>
                    <a:pt x="2144" y="15622"/>
                    <a:pt x="2052" y="15552"/>
                  </a:cubicBezTo>
                  <a:cubicBezTo>
                    <a:pt x="1936" y="15506"/>
                    <a:pt x="2005" y="14996"/>
                    <a:pt x="2121" y="14996"/>
                  </a:cubicBezTo>
                  <a:cubicBezTo>
                    <a:pt x="2237" y="14973"/>
                    <a:pt x="2168" y="14533"/>
                    <a:pt x="2168" y="14394"/>
                  </a:cubicBezTo>
                  <a:cubicBezTo>
                    <a:pt x="2168" y="14278"/>
                    <a:pt x="2029" y="14139"/>
                    <a:pt x="2052" y="14023"/>
                  </a:cubicBezTo>
                  <a:cubicBezTo>
                    <a:pt x="2052" y="13907"/>
                    <a:pt x="2191" y="13884"/>
                    <a:pt x="2191" y="13652"/>
                  </a:cubicBezTo>
                  <a:cubicBezTo>
                    <a:pt x="2191" y="13420"/>
                    <a:pt x="2237" y="13328"/>
                    <a:pt x="2330" y="13304"/>
                  </a:cubicBezTo>
                  <a:cubicBezTo>
                    <a:pt x="2446" y="13281"/>
                    <a:pt x="2353" y="13026"/>
                    <a:pt x="2376" y="12887"/>
                  </a:cubicBezTo>
                  <a:cubicBezTo>
                    <a:pt x="2376" y="12748"/>
                    <a:pt x="2654" y="12887"/>
                    <a:pt x="2677" y="12679"/>
                  </a:cubicBezTo>
                  <a:cubicBezTo>
                    <a:pt x="2724" y="12470"/>
                    <a:pt x="2515" y="12493"/>
                    <a:pt x="2562" y="12354"/>
                  </a:cubicBezTo>
                  <a:cubicBezTo>
                    <a:pt x="2585" y="12215"/>
                    <a:pt x="2538" y="12007"/>
                    <a:pt x="2538" y="11636"/>
                  </a:cubicBezTo>
                  <a:cubicBezTo>
                    <a:pt x="2538" y="11288"/>
                    <a:pt x="2840" y="11196"/>
                    <a:pt x="2956" y="11103"/>
                  </a:cubicBezTo>
                  <a:cubicBezTo>
                    <a:pt x="3071" y="11010"/>
                    <a:pt x="2793" y="10477"/>
                    <a:pt x="2956" y="10408"/>
                  </a:cubicBezTo>
                  <a:cubicBezTo>
                    <a:pt x="3095" y="10338"/>
                    <a:pt x="3002" y="10106"/>
                    <a:pt x="3118" y="10014"/>
                  </a:cubicBezTo>
                  <a:cubicBezTo>
                    <a:pt x="3234" y="9944"/>
                    <a:pt x="3187" y="9759"/>
                    <a:pt x="3257" y="9550"/>
                  </a:cubicBezTo>
                  <a:cubicBezTo>
                    <a:pt x="3326" y="9365"/>
                    <a:pt x="3118" y="9272"/>
                    <a:pt x="3118" y="9087"/>
                  </a:cubicBezTo>
                  <a:cubicBezTo>
                    <a:pt x="3118" y="8901"/>
                    <a:pt x="3095" y="8739"/>
                    <a:pt x="2956" y="8554"/>
                  </a:cubicBezTo>
                  <a:cubicBezTo>
                    <a:pt x="2793" y="8345"/>
                    <a:pt x="2840" y="7951"/>
                    <a:pt x="2956" y="7951"/>
                  </a:cubicBezTo>
                  <a:cubicBezTo>
                    <a:pt x="3048" y="7951"/>
                    <a:pt x="3002" y="7580"/>
                    <a:pt x="3187" y="7534"/>
                  </a:cubicBezTo>
                  <a:cubicBezTo>
                    <a:pt x="3350" y="7488"/>
                    <a:pt x="3257" y="7209"/>
                    <a:pt x="3187" y="6978"/>
                  </a:cubicBezTo>
                  <a:cubicBezTo>
                    <a:pt x="3095" y="6746"/>
                    <a:pt x="3326" y="6862"/>
                    <a:pt x="3326" y="6676"/>
                  </a:cubicBezTo>
                  <a:cubicBezTo>
                    <a:pt x="3326" y="6491"/>
                    <a:pt x="3419" y="6259"/>
                    <a:pt x="3581" y="6190"/>
                  </a:cubicBezTo>
                  <a:cubicBezTo>
                    <a:pt x="3720" y="6120"/>
                    <a:pt x="3744" y="5842"/>
                    <a:pt x="3744" y="5726"/>
                  </a:cubicBezTo>
                  <a:cubicBezTo>
                    <a:pt x="3744" y="5610"/>
                    <a:pt x="3952" y="5564"/>
                    <a:pt x="4068" y="5471"/>
                  </a:cubicBezTo>
                  <a:cubicBezTo>
                    <a:pt x="4184" y="5355"/>
                    <a:pt x="3859" y="5193"/>
                    <a:pt x="4045" y="5100"/>
                  </a:cubicBezTo>
                  <a:cubicBezTo>
                    <a:pt x="4230" y="5008"/>
                    <a:pt x="3906" y="4591"/>
                    <a:pt x="3998" y="4498"/>
                  </a:cubicBezTo>
                  <a:cubicBezTo>
                    <a:pt x="4091" y="4428"/>
                    <a:pt x="4022" y="4243"/>
                    <a:pt x="4022" y="4104"/>
                  </a:cubicBezTo>
                  <a:cubicBezTo>
                    <a:pt x="4045" y="3988"/>
                    <a:pt x="4578" y="3733"/>
                    <a:pt x="4647" y="3617"/>
                  </a:cubicBezTo>
                  <a:cubicBezTo>
                    <a:pt x="4694" y="3548"/>
                    <a:pt x="4740" y="3246"/>
                    <a:pt x="4763" y="2992"/>
                  </a:cubicBezTo>
                  <a:lnTo>
                    <a:pt x="4763" y="2992"/>
                  </a:lnTo>
                  <a:cubicBezTo>
                    <a:pt x="4647" y="3058"/>
                    <a:pt x="4531" y="3112"/>
                    <a:pt x="4466" y="3112"/>
                  </a:cubicBezTo>
                  <a:cubicBezTo>
                    <a:pt x="4440" y="3112"/>
                    <a:pt x="4422" y="3104"/>
                    <a:pt x="4416" y="3084"/>
                  </a:cubicBezTo>
                  <a:cubicBezTo>
                    <a:pt x="4369" y="2968"/>
                    <a:pt x="4439" y="2644"/>
                    <a:pt x="4300" y="2482"/>
                  </a:cubicBezTo>
                  <a:cubicBezTo>
                    <a:pt x="4137" y="2343"/>
                    <a:pt x="4253" y="2065"/>
                    <a:pt x="4091" y="1995"/>
                  </a:cubicBezTo>
                  <a:cubicBezTo>
                    <a:pt x="3952" y="1925"/>
                    <a:pt x="3767" y="1624"/>
                    <a:pt x="3906" y="1532"/>
                  </a:cubicBezTo>
                  <a:cubicBezTo>
                    <a:pt x="4045" y="1439"/>
                    <a:pt x="3906" y="1253"/>
                    <a:pt x="4022" y="1161"/>
                  </a:cubicBezTo>
                  <a:cubicBezTo>
                    <a:pt x="4137" y="1045"/>
                    <a:pt x="3952" y="1045"/>
                    <a:pt x="3790" y="836"/>
                  </a:cubicBezTo>
                  <a:cubicBezTo>
                    <a:pt x="3628" y="651"/>
                    <a:pt x="3859" y="396"/>
                    <a:pt x="3651" y="257"/>
                  </a:cubicBezTo>
                  <a:cubicBezTo>
                    <a:pt x="3500" y="144"/>
                    <a:pt x="3472" y="0"/>
                    <a:pt x="3442"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9" name="Google Shape;8729;p59"/>
            <p:cNvSpPr/>
            <p:nvPr/>
          </p:nvSpPr>
          <p:spPr>
            <a:xfrm>
              <a:off x="2892519" y="3762533"/>
              <a:ext cx="147053" cy="146381"/>
            </a:xfrm>
            <a:custGeom>
              <a:avLst/>
              <a:gdLst/>
              <a:ahLst/>
              <a:cxnLst/>
              <a:rect l="l" t="t" r="r" b="b"/>
              <a:pathLst>
                <a:path w="4821" h="4799" extrusionOk="0">
                  <a:moveTo>
                    <a:pt x="1828" y="0"/>
                  </a:moveTo>
                  <a:cubicBezTo>
                    <a:pt x="1671" y="0"/>
                    <a:pt x="1522" y="11"/>
                    <a:pt x="1414" y="72"/>
                  </a:cubicBezTo>
                  <a:cubicBezTo>
                    <a:pt x="1353" y="98"/>
                    <a:pt x="1273" y="102"/>
                    <a:pt x="1186" y="102"/>
                  </a:cubicBezTo>
                  <a:cubicBezTo>
                    <a:pt x="1157" y="102"/>
                    <a:pt x="1128" y="101"/>
                    <a:pt x="1098" y="101"/>
                  </a:cubicBezTo>
                  <a:cubicBezTo>
                    <a:pt x="979" y="101"/>
                    <a:pt x="858" y="107"/>
                    <a:pt x="765" y="165"/>
                  </a:cubicBezTo>
                  <a:cubicBezTo>
                    <a:pt x="556" y="304"/>
                    <a:pt x="325" y="582"/>
                    <a:pt x="348" y="698"/>
                  </a:cubicBezTo>
                  <a:cubicBezTo>
                    <a:pt x="348" y="814"/>
                    <a:pt x="278" y="1509"/>
                    <a:pt x="186" y="1532"/>
                  </a:cubicBezTo>
                  <a:lnTo>
                    <a:pt x="0" y="1532"/>
                  </a:lnTo>
                  <a:cubicBezTo>
                    <a:pt x="116" y="1741"/>
                    <a:pt x="510" y="2158"/>
                    <a:pt x="742" y="2297"/>
                  </a:cubicBezTo>
                  <a:cubicBezTo>
                    <a:pt x="1043" y="2483"/>
                    <a:pt x="1020" y="2645"/>
                    <a:pt x="1344" y="2691"/>
                  </a:cubicBezTo>
                  <a:cubicBezTo>
                    <a:pt x="1692" y="2714"/>
                    <a:pt x="1854" y="2853"/>
                    <a:pt x="1970" y="2992"/>
                  </a:cubicBezTo>
                  <a:cubicBezTo>
                    <a:pt x="2086" y="3131"/>
                    <a:pt x="2920" y="3386"/>
                    <a:pt x="2967" y="3502"/>
                  </a:cubicBezTo>
                  <a:cubicBezTo>
                    <a:pt x="3036" y="3618"/>
                    <a:pt x="2550" y="3943"/>
                    <a:pt x="2550" y="4244"/>
                  </a:cubicBezTo>
                  <a:cubicBezTo>
                    <a:pt x="2550" y="4545"/>
                    <a:pt x="2364" y="4499"/>
                    <a:pt x="2364" y="4615"/>
                  </a:cubicBezTo>
                  <a:cubicBezTo>
                    <a:pt x="2364" y="4707"/>
                    <a:pt x="2758" y="4638"/>
                    <a:pt x="2874" y="4731"/>
                  </a:cubicBezTo>
                  <a:cubicBezTo>
                    <a:pt x="2905" y="4746"/>
                    <a:pt x="2940" y="4751"/>
                    <a:pt x="2978" y="4751"/>
                  </a:cubicBezTo>
                  <a:cubicBezTo>
                    <a:pt x="3057" y="4751"/>
                    <a:pt x="3148" y="4729"/>
                    <a:pt x="3235" y="4729"/>
                  </a:cubicBezTo>
                  <a:cubicBezTo>
                    <a:pt x="3296" y="4729"/>
                    <a:pt x="3355" y="4740"/>
                    <a:pt x="3407" y="4777"/>
                  </a:cubicBezTo>
                  <a:cubicBezTo>
                    <a:pt x="3434" y="4792"/>
                    <a:pt x="3462" y="4799"/>
                    <a:pt x="3490" y="4799"/>
                  </a:cubicBezTo>
                  <a:cubicBezTo>
                    <a:pt x="3622" y="4799"/>
                    <a:pt x="3757" y="4659"/>
                    <a:pt x="3853" y="4659"/>
                  </a:cubicBezTo>
                  <a:cubicBezTo>
                    <a:pt x="3859" y="4659"/>
                    <a:pt x="3865" y="4660"/>
                    <a:pt x="3871" y="4661"/>
                  </a:cubicBezTo>
                  <a:cubicBezTo>
                    <a:pt x="3882" y="4665"/>
                    <a:pt x="3894" y="4667"/>
                    <a:pt x="3905" y="4667"/>
                  </a:cubicBezTo>
                  <a:cubicBezTo>
                    <a:pt x="4033" y="4667"/>
                    <a:pt x="4162" y="4452"/>
                    <a:pt x="4311" y="4452"/>
                  </a:cubicBezTo>
                  <a:cubicBezTo>
                    <a:pt x="4314" y="4453"/>
                    <a:pt x="4317" y="4453"/>
                    <a:pt x="4320" y="4453"/>
                  </a:cubicBezTo>
                  <a:cubicBezTo>
                    <a:pt x="4478" y="4453"/>
                    <a:pt x="4612" y="3869"/>
                    <a:pt x="4589" y="3664"/>
                  </a:cubicBezTo>
                  <a:cubicBezTo>
                    <a:pt x="4566" y="3410"/>
                    <a:pt x="4821" y="2714"/>
                    <a:pt x="4635" y="2622"/>
                  </a:cubicBezTo>
                  <a:cubicBezTo>
                    <a:pt x="4598" y="2603"/>
                    <a:pt x="4560" y="2596"/>
                    <a:pt x="4523" y="2596"/>
                  </a:cubicBezTo>
                  <a:cubicBezTo>
                    <a:pt x="4372" y="2596"/>
                    <a:pt x="4227" y="2714"/>
                    <a:pt x="4172" y="2714"/>
                  </a:cubicBezTo>
                  <a:cubicBezTo>
                    <a:pt x="4102" y="2714"/>
                    <a:pt x="3963" y="2297"/>
                    <a:pt x="3917" y="2112"/>
                  </a:cubicBezTo>
                  <a:cubicBezTo>
                    <a:pt x="3875" y="1943"/>
                    <a:pt x="3698" y="1639"/>
                    <a:pt x="3579" y="1639"/>
                  </a:cubicBezTo>
                  <a:cubicBezTo>
                    <a:pt x="3567" y="1639"/>
                    <a:pt x="3556" y="1642"/>
                    <a:pt x="3546" y="1648"/>
                  </a:cubicBezTo>
                  <a:cubicBezTo>
                    <a:pt x="3507" y="1674"/>
                    <a:pt x="3481" y="1684"/>
                    <a:pt x="3456" y="1684"/>
                  </a:cubicBezTo>
                  <a:cubicBezTo>
                    <a:pt x="3389" y="1684"/>
                    <a:pt x="3327" y="1619"/>
                    <a:pt x="3059" y="1602"/>
                  </a:cubicBezTo>
                  <a:cubicBezTo>
                    <a:pt x="2689" y="1579"/>
                    <a:pt x="2689" y="1509"/>
                    <a:pt x="2781" y="1162"/>
                  </a:cubicBezTo>
                  <a:cubicBezTo>
                    <a:pt x="2874" y="791"/>
                    <a:pt x="2526" y="559"/>
                    <a:pt x="2689" y="490"/>
                  </a:cubicBezTo>
                  <a:cubicBezTo>
                    <a:pt x="2804" y="420"/>
                    <a:pt x="2781" y="350"/>
                    <a:pt x="2665" y="188"/>
                  </a:cubicBezTo>
                  <a:cubicBezTo>
                    <a:pt x="2619" y="211"/>
                    <a:pt x="2596" y="235"/>
                    <a:pt x="2573" y="235"/>
                  </a:cubicBezTo>
                  <a:cubicBezTo>
                    <a:pt x="2434" y="235"/>
                    <a:pt x="2271" y="3"/>
                    <a:pt x="2063" y="3"/>
                  </a:cubicBezTo>
                  <a:cubicBezTo>
                    <a:pt x="1986" y="3"/>
                    <a:pt x="1906" y="0"/>
                    <a:pt x="1828"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59"/>
            <p:cNvSpPr/>
            <p:nvPr/>
          </p:nvSpPr>
          <p:spPr>
            <a:xfrm>
              <a:off x="2505147" y="3246746"/>
              <a:ext cx="55149" cy="44381"/>
            </a:xfrm>
            <a:custGeom>
              <a:avLst/>
              <a:gdLst/>
              <a:ahLst/>
              <a:cxnLst/>
              <a:rect l="l" t="t" r="r" b="b"/>
              <a:pathLst>
                <a:path w="1808" h="1455" extrusionOk="0">
                  <a:moveTo>
                    <a:pt x="331" y="1"/>
                  </a:moveTo>
                  <a:cubicBezTo>
                    <a:pt x="278" y="1"/>
                    <a:pt x="220" y="7"/>
                    <a:pt x="162" y="18"/>
                  </a:cubicBezTo>
                  <a:cubicBezTo>
                    <a:pt x="186" y="88"/>
                    <a:pt x="162" y="180"/>
                    <a:pt x="116" y="227"/>
                  </a:cubicBezTo>
                  <a:cubicBezTo>
                    <a:pt x="0" y="296"/>
                    <a:pt x="0" y="574"/>
                    <a:pt x="255" y="690"/>
                  </a:cubicBezTo>
                  <a:cubicBezTo>
                    <a:pt x="328" y="721"/>
                    <a:pt x="376" y="732"/>
                    <a:pt x="409" y="732"/>
                  </a:cubicBezTo>
                  <a:cubicBezTo>
                    <a:pt x="501" y="732"/>
                    <a:pt x="477" y="644"/>
                    <a:pt x="580" y="644"/>
                  </a:cubicBezTo>
                  <a:cubicBezTo>
                    <a:pt x="719" y="644"/>
                    <a:pt x="696" y="829"/>
                    <a:pt x="811" y="829"/>
                  </a:cubicBezTo>
                  <a:cubicBezTo>
                    <a:pt x="950" y="829"/>
                    <a:pt x="1229" y="991"/>
                    <a:pt x="1205" y="1177"/>
                  </a:cubicBezTo>
                  <a:cubicBezTo>
                    <a:pt x="1205" y="1362"/>
                    <a:pt x="1298" y="1455"/>
                    <a:pt x="1530" y="1455"/>
                  </a:cubicBezTo>
                  <a:lnTo>
                    <a:pt x="1669" y="1455"/>
                  </a:lnTo>
                  <a:cubicBezTo>
                    <a:pt x="1692" y="1339"/>
                    <a:pt x="1738" y="1223"/>
                    <a:pt x="1715" y="1177"/>
                  </a:cubicBezTo>
                  <a:cubicBezTo>
                    <a:pt x="1715" y="1107"/>
                    <a:pt x="1715" y="945"/>
                    <a:pt x="1808" y="829"/>
                  </a:cubicBezTo>
                  <a:cubicBezTo>
                    <a:pt x="1623" y="598"/>
                    <a:pt x="1391" y="319"/>
                    <a:pt x="1275" y="134"/>
                  </a:cubicBezTo>
                  <a:cubicBezTo>
                    <a:pt x="1227" y="144"/>
                    <a:pt x="1183" y="149"/>
                    <a:pt x="1143" y="149"/>
                  </a:cubicBezTo>
                  <a:cubicBezTo>
                    <a:pt x="1086" y="149"/>
                    <a:pt x="1038" y="138"/>
                    <a:pt x="997" y="111"/>
                  </a:cubicBezTo>
                  <a:cubicBezTo>
                    <a:pt x="881" y="18"/>
                    <a:pt x="580" y="88"/>
                    <a:pt x="464" y="18"/>
                  </a:cubicBezTo>
                  <a:cubicBezTo>
                    <a:pt x="429" y="7"/>
                    <a:pt x="383"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59"/>
            <p:cNvSpPr/>
            <p:nvPr/>
          </p:nvSpPr>
          <p:spPr>
            <a:xfrm>
              <a:off x="2555322" y="3270446"/>
              <a:ext cx="97577" cy="41483"/>
            </a:xfrm>
            <a:custGeom>
              <a:avLst/>
              <a:gdLst/>
              <a:ahLst/>
              <a:cxnLst/>
              <a:rect l="l" t="t" r="r" b="b"/>
              <a:pathLst>
                <a:path w="3199" h="1360" extrusionOk="0">
                  <a:moveTo>
                    <a:pt x="1944" y="0"/>
                  </a:moveTo>
                  <a:cubicBezTo>
                    <a:pt x="1759" y="0"/>
                    <a:pt x="1540" y="125"/>
                    <a:pt x="1322" y="307"/>
                  </a:cubicBezTo>
                  <a:cubicBezTo>
                    <a:pt x="1209" y="411"/>
                    <a:pt x="1084" y="449"/>
                    <a:pt x="960" y="449"/>
                  </a:cubicBezTo>
                  <a:cubicBezTo>
                    <a:pt x="777" y="449"/>
                    <a:pt x="592" y="367"/>
                    <a:pt x="441" y="284"/>
                  </a:cubicBezTo>
                  <a:cubicBezTo>
                    <a:pt x="372" y="261"/>
                    <a:pt x="279" y="168"/>
                    <a:pt x="163" y="52"/>
                  </a:cubicBezTo>
                  <a:cubicBezTo>
                    <a:pt x="70" y="168"/>
                    <a:pt x="70" y="330"/>
                    <a:pt x="70" y="400"/>
                  </a:cubicBezTo>
                  <a:cubicBezTo>
                    <a:pt x="93" y="446"/>
                    <a:pt x="47" y="562"/>
                    <a:pt x="1" y="701"/>
                  </a:cubicBezTo>
                  <a:cubicBezTo>
                    <a:pt x="256" y="724"/>
                    <a:pt x="557" y="817"/>
                    <a:pt x="719" y="1002"/>
                  </a:cubicBezTo>
                  <a:cubicBezTo>
                    <a:pt x="905" y="1234"/>
                    <a:pt x="997" y="1072"/>
                    <a:pt x="1113" y="1281"/>
                  </a:cubicBezTo>
                  <a:cubicBezTo>
                    <a:pt x="1148" y="1337"/>
                    <a:pt x="1197" y="1359"/>
                    <a:pt x="1248" y="1359"/>
                  </a:cubicBezTo>
                  <a:cubicBezTo>
                    <a:pt x="1365" y="1359"/>
                    <a:pt x="1498" y="1245"/>
                    <a:pt x="1530" y="1165"/>
                  </a:cubicBezTo>
                  <a:cubicBezTo>
                    <a:pt x="1600" y="1049"/>
                    <a:pt x="1391" y="1002"/>
                    <a:pt x="1368" y="863"/>
                  </a:cubicBezTo>
                  <a:cubicBezTo>
                    <a:pt x="1345" y="724"/>
                    <a:pt x="1623" y="771"/>
                    <a:pt x="1669" y="585"/>
                  </a:cubicBezTo>
                  <a:cubicBezTo>
                    <a:pt x="1704" y="447"/>
                    <a:pt x="1931" y="373"/>
                    <a:pt x="2112" y="373"/>
                  </a:cubicBezTo>
                  <a:cubicBezTo>
                    <a:pt x="2174" y="373"/>
                    <a:pt x="2230" y="382"/>
                    <a:pt x="2272" y="400"/>
                  </a:cubicBezTo>
                  <a:cubicBezTo>
                    <a:pt x="2434" y="469"/>
                    <a:pt x="2596" y="585"/>
                    <a:pt x="2434" y="771"/>
                  </a:cubicBezTo>
                  <a:cubicBezTo>
                    <a:pt x="2318" y="910"/>
                    <a:pt x="2550" y="1165"/>
                    <a:pt x="2759" y="1350"/>
                  </a:cubicBezTo>
                  <a:cubicBezTo>
                    <a:pt x="2898" y="1188"/>
                    <a:pt x="3060" y="1026"/>
                    <a:pt x="3129" y="979"/>
                  </a:cubicBezTo>
                  <a:cubicBezTo>
                    <a:pt x="3153" y="956"/>
                    <a:pt x="3176" y="887"/>
                    <a:pt x="3199" y="817"/>
                  </a:cubicBezTo>
                  <a:cubicBezTo>
                    <a:pt x="3106" y="771"/>
                    <a:pt x="2990" y="585"/>
                    <a:pt x="2851" y="400"/>
                  </a:cubicBezTo>
                  <a:cubicBezTo>
                    <a:pt x="2666" y="99"/>
                    <a:pt x="2318" y="122"/>
                    <a:pt x="2086" y="29"/>
                  </a:cubicBezTo>
                  <a:cubicBezTo>
                    <a:pt x="2042" y="9"/>
                    <a:pt x="1994" y="0"/>
                    <a:pt x="19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59"/>
            <p:cNvSpPr/>
            <p:nvPr/>
          </p:nvSpPr>
          <p:spPr>
            <a:xfrm>
              <a:off x="2621785" y="3223046"/>
              <a:ext cx="200066" cy="280867"/>
            </a:xfrm>
            <a:custGeom>
              <a:avLst/>
              <a:gdLst/>
              <a:ahLst/>
              <a:cxnLst/>
              <a:rect l="l" t="t" r="r" b="b"/>
              <a:pathLst>
                <a:path w="6559" h="9208" extrusionOk="0">
                  <a:moveTo>
                    <a:pt x="4120" y="1"/>
                  </a:moveTo>
                  <a:cubicBezTo>
                    <a:pt x="3942" y="1"/>
                    <a:pt x="3809" y="292"/>
                    <a:pt x="3592" y="332"/>
                  </a:cubicBezTo>
                  <a:cubicBezTo>
                    <a:pt x="3361" y="355"/>
                    <a:pt x="3291" y="517"/>
                    <a:pt x="3129" y="610"/>
                  </a:cubicBezTo>
                  <a:cubicBezTo>
                    <a:pt x="2967" y="679"/>
                    <a:pt x="2642" y="610"/>
                    <a:pt x="2642" y="749"/>
                  </a:cubicBezTo>
                  <a:cubicBezTo>
                    <a:pt x="2635" y="802"/>
                    <a:pt x="2620" y="820"/>
                    <a:pt x="2598" y="820"/>
                  </a:cubicBezTo>
                  <a:cubicBezTo>
                    <a:pt x="2554" y="820"/>
                    <a:pt x="2481" y="741"/>
                    <a:pt x="2387" y="726"/>
                  </a:cubicBezTo>
                  <a:cubicBezTo>
                    <a:pt x="2378" y="723"/>
                    <a:pt x="2368" y="721"/>
                    <a:pt x="2357" y="721"/>
                  </a:cubicBezTo>
                  <a:cubicBezTo>
                    <a:pt x="2198" y="721"/>
                    <a:pt x="1856" y="1016"/>
                    <a:pt x="1877" y="1189"/>
                  </a:cubicBezTo>
                  <a:cubicBezTo>
                    <a:pt x="1877" y="1375"/>
                    <a:pt x="1947" y="1537"/>
                    <a:pt x="1669" y="1722"/>
                  </a:cubicBezTo>
                  <a:cubicBezTo>
                    <a:pt x="1414" y="1884"/>
                    <a:pt x="1252" y="2186"/>
                    <a:pt x="1136" y="2348"/>
                  </a:cubicBezTo>
                  <a:cubicBezTo>
                    <a:pt x="1109" y="2375"/>
                    <a:pt x="1089" y="2386"/>
                    <a:pt x="1069" y="2386"/>
                  </a:cubicBezTo>
                  <a:cubicBezTo>
                    <a:pt x="1054" y="2386"/>
                    <a:pt x="1039" y="2381"/>
                    <a:pt x="1020" y="2371"/>
                  </a:cubicBezTo>
                  <a:cubicBezTo>
                    <a:pt x="997" y="2441"/>
                    <a:pt x="974" y="2510"/>
                    <a:pt x="950" y="2533"/>
                  </a:cubicBezTo>
                  <a:cubicBezTo>
                    <a:pt x="881" y="2580"/>
                    <a:pt x="719" y="2765"/>
                    <a:pt x="580" y="2904"/>
                  </a:cubicBezTo>
                  <a:cubicBezTo>
                    <a:pt x="649" y="2974"/>
                    <a:pt x="695" y="3020"/>
                    <a:pt x="742" y="3066"/>
                  </a:cubicBezTo>
                  <a:cubicBezTo>
                    <a:pt x="927" y="3252"/>
                    <a:pt x="811" y="3391"/>
                    <a:pt x="858" y="3483"/>
                  </a:cubicBezTo>
                  <a:cubicBezTo>
                    <a:pt x="904" y="3576"/>
                    <a:pt x="950" y="3738"/>
                    <a:pt x="858" y="3785"/>
                  </a:cubicBezTo>
                  <a:cubicBezTo>
                    <a:pt x="765" y="3854"/>
                    <a:pt x="834" y="4526"/>
                    <a:pt x="950" y="4642"/>
                  </a:cubicBezTo>
                  <a:cubicBezTo>
                    <a:pt x="1066" y="4758"/>
                    <a:pt x="950" y="4874"/>
                    <a:pt x="834" y="5106"/>
                  </a:cubicBezTo>
                  <a:cubicBezTo>
                    <a:pt x="719" y="5361"/>
                    <a:pt x="603" y="5453"/>
                    <a:pt x="371" y="5477"/>
                  </a:cubicBezTo>
                  <a:cubicBezTo>
                    <a:pt x="162" y="5477"/>
                    <a:pt x="186" y="5824"/>
                    <a:pt x="93" y="5824"/>
                  </a:cubicBezTo>
                  <a:cubicBezTo>
                    <a:pt x="47" y="5824"/>
                    <a:pt x="0" y="5940"/>
                    <a:pt x="0" y="6056"/>
                  </a:cubicBezTo>
                  <a:cubicBezTo>
                    <a:pt x="186" y="6218"/>
                    <a:pt x="556" y="6427"/>
                    <a:pt x="672" y="6427"/>
                  </a:cubicBezTo>
                  <a:cubicBezTo>
                    <a:pt x="788" y="6450"/>
                    <a:pt x="858" y="6612"/>
                    <a:pt x="1020" y="6682"/>
                  </a:cubicBezTo>
                  <a:cubicBezTo>
                    <a:pt x="1085" y="6725"/>
                    <a:pt x="1164" y="6743"/>
                    <a:pt x="1238" y="6743"/>
                  </a:cubicBezTo>
                  <a:cubicBezTo>
                    <a:pt x="1323" y="6743"/>
                    <a:pt x="1400" y="6719"/>
                    <a:pt x="1437" y="6682"/>
                  </a:cubicBezTo>
                  <a:cubicBezTo>
                    <a:pt x="1443" y="6676"/>
                    <a:pt x="1451" y="6673"/>
                    <a:pt x="1460" y="6673"/>
                  </a:cubicBezTo>
                  <a:cubicBezTo>
                    <a:pt x="1520" y="6673"/>
                    <a:pt x="1646" y="6804"/>
                    <a:pt x="1808" y="7006"/>
                  </a:cubicBezTo>
                  <a:cubicBezTo>
                    <a:pt x="1831" y="7006"/>
                    <a:pt x="1831" y="7006"/>
                    <a:pt x="1854" y="7029"/>
                  </a:cubicBezTo>
                  <a:cubicBezTo>
                    <a:pt x="1954" y="7001"/>
                    <a:pt x="2072" y="6981"/>
                    <a:pt x="2170" y="6981"/>
                  </a:cubicBezTo>
                  <a:cubicBezTo>
                    <a:pt x="2230" y="6981"/>
                    <a:pt x="2282" y="6988"/>
                    <a:pt x="2318" y="7006"/>
                  </a:cubicBezTo>
                  <a:cubicBezTo>
                    <a:pt x="2457" y="7099"/>
                    <a:pt x="2434" y="7446"/>
                    <a:pt x="2642" y="7470"/>
                  </a:cubicBezTo>
                  <a:cubicBezTo>
                    <a:pt x="2851" y="7493"/>
                    <a:pt x="3013" y="7701"/>
                    <a:pt x="2990" y="7817"/>
                  </a:cubicBezTo>
                  <a:cubicBezTo>
                    <a:pt x="2967" y="7933"/>
                    <a:pt x="3222" y="7979"/>
                    <a:pt x="3198" y="8142"/>
                  </a:cubicBezTo>
                  <a:cubicBezTo>
                    <a:pt x="3186" y="8244"/>
                    <a:pt x="3350" y="8276"/>
                    <a:pt x="3515" y="8276"/>
                  </a:cubicBezTo>
                  <a:cubicBezTo>
                    <a:pt x="3648" y="8276"/>
                    <a:pt x="3783" y="8255"/>
                    <a:pt x="3824" y="8234"/>
                  </a:cubicBezTo>
                  <a:cubicBezTo>
                    <a:pt x="3869" y="8189"/>
                    <a:pt x="3953" y="8164"/>
                    <a:pt x="4031" y="8164"/>
                  </a:cubicBezTo>
                  <a:cubicBezTo>
                    <a:pt x="4074" y="8164"/>
                    <a:pt x="4116" y="8172"/>
                    <a:pt x="4149" y="8188"/>
                  </a:cubicBezTo>
                  <a:cubicBezTo>
                    <a:pt x="4170" y="8204"/>
                    <a:pt x="4196" y="8211"/>
                    <a:pt x="4224" y="8211"/>
                  </a:cubicBezTo>
                  <a:cubicBezTo>
                    <a:pt x="4303" y="8211"/>
                    <a:pt x="4398" y="8162"/>
                    <a:pt x="4468" y="8162"/>
                  </a:cubicBezTo>
                  <a:cubicBezTo>
                    <a:pt x="4478" y="8162"/>
                    <a:pt x="4487" y="8163"/>
                    <a:pt x="4496" y="8165"/>
                  </a:cubicBezTo>
                  <a:cubicBezTo>
                    <a:pt x="4612" y="8211"/>
                    <a:pt x="4983" y="8350"/>
                    <a:pt x="4913" y="8489"/>
                  </a:cubicBezTo>
                  <a:cubicBezTo>
                    <a:pt x="4821" y="8628"/>
                    <a:pt x="4566" y="8837"/>
                    <a:pt x="4612" y="8953"/>
                  </a:cubicBezTo>
                  <a:cubicBezTo>
                    <a:pt x="4658" y="9045"/>
                    <a:pt x="4867" y="9092"/>
                    <a:pt x="4936" y="9208"/>
                  </a:cubicBezTo>
                  <a:lnTo>
                    <a:pt x="4983" y="9208"/>
                  </a:lnTo>
                  <a:cubicBezTo>
                    <a:pt x="5122" y="9185"/>
                    <a:pt x="5191" y="8628"/>
                    <a:pt x="5191" y="8466"/>
                  </a:cubicBezTo>
                  <a:cubicBezTo>
                    <a:pt x="5191" y="8304"/>
                    <a:pt x="5238" y="7887"/>
                    <a:pt x="5284" y="7725"/>
                  </a:cubicBezTo>
                  <a:cubicBezTo>
                    <a:pt x="5377" y="7400"/>
                    <a:pt x="4936" y="7168"/>
                    <a:pt x="4936" y="6844"/>
                  </a:cubicBezTo>
                  <a:cubicBezTo>
                    <a:pt x="4936" y="6496"/>
                    <a:pt x="5122" y="6682"/>
                    <a:pt x="5307" y="6543"/>
                  </a:cubicBezTo>
                  <a:cubicBezTo>
                    <a:pt x="5516" y="6404"/>
                    <a:pt x="5307" y="6334"/>
                    <a:pt x="5215" y="6311"/>
                  </a:cubicBezTo>
                  <a:cubicBezTo>
                    <a:pt x="5099" y="6288"/>
                    <a:pt x="5029" y="6125"/>
                    <a:pt x="5052" y="6010"/>
                  </a:cubicBezTo>
                  <a:cubicBezTo>
                    <a:pt x="5076" y="5963"/>
                    <a:pt x="5238" y="5952"/>
                    <a:pt x="5417" y="5952"/>
                  </a:cubicBezTo>
                  <a:cubicBezTo>
                    <a:pt x="5597" y="5952"/>
                    <a:pt x="5794" y="5963"/>
                    <a:pt x="5887" y="5963"/>
                  </a:cubicBezTo>
                  <a:cubicBezTo>
                    <a:pt x="6072" y="5963"/>
                    <a:pt x="6489" y="5778"/>
                    <a:pt x="6489" y="5755"/>
                  </a:cubicBezTo>
                  <a:cubicBezTo>
                    <a:pt x="6512" y="5731"/>
                    <a:pt x="6559" y="5592"/>
                    <a:pt x="6397" y="5477"/>
                  </a:cubicBezTo>
                  <a:cubicBezTo>
                    <a:pt x="6257" y="5361"/>
                    <a:pt x="6304" y="5198"/>
                    <a:pt x="6420" y="5059"/>
                  </a:cubicBezTo>
                  <a:cubicBezTo>
                    <a:pt x="6536" y="4943"/>
                    <a:pt x="6350" y="4804"/>
                    <a:pt x="6211" y="4642"/>
                  </a:cubicBezTo>
                  <a:cubicBezTo>
                    <a:pt x="6072" y="4480"/>
                    <a:pt x="6188" y="3901"/>
                    <a:pt x="6350" y="3646"/>
                  </a:cubicBezTo>
                  <a:cubicBezTo>
                    <a:pt x="6444" y="3485"/>
                    <a:pt x="6313" y="3440"/>
                    <a:pt x="6127" y="3440"/>
                  </a:cubicBezTo>
                  <a:cubicBezTo>
                    <a:pt x="5992" y="3440"/>
                    <a:pt x="5828" y="3464"/>
                    <a:pt x="5701" y="3483"/>
                  </a:cubicBezTo>
                  <a:cubicBezTo>
                    <a:pt x="5676" y="3485"/>
                    <a:pt x="5651" y="3486"/>
                    <a:pt x="5626" y="3486"/>
                  </a:cubicBezTo>
                  <a:cubicBezTo>
                    <a:pt x="5354" y="3486"/>
                    <a:pt x="5106" y="3370"/>
                    <a:pt x="4936" y="3136"/>
                  </a:cubicBezTo>
                  <a:cubicBezTo>
                    <a:pt x="4847" y="3027"/>
                    <a:pt x="4750" y="2994"/>
                    <a:pt x="4631" y="2994"/>
                  </a:cubicBezTo>
                  <a:cubicBezTo>
                    <a:pt x="4472" y="2994"/>
                    <a:pt x="4275" y="3053"/>
                    <a:pt x="4009" y="3066"/>
                  </a:cubicBezTo>
                  <a:cubicBezTo>
                    <a:pt x="3523" y="3066"/>
                    <a:pt x="3616" y="2533"/>
                    <a:pt x="3639" y="2348"/>
                  </a:cubicBezTo>
                  <a:cubicBezTo>
                    <a:pt x="3662" y="2139"/>
                    <a:pt x="3407" y="2116"/>
                    <a:pt x="3407" y="1977"/>
                  </a:cubicBezTo>
                  <a:cubicBezTo>
                    <a:pt x="3407" y="1861"/>
                    <a:pt x="3268" y="1861"/>
                    <a:pt x="3152" y="1861"/>
                  </a:cubicBezTo>
                  <a:cubicBezTo>
                    <a:pt x="3036" y="1861"/>
                    <a:pt x="3152" y="1722"/>
                    <a:pt x="3222" y="1606"/>
                  </a:cubicBezTo>
                  <a:cubicBezTo>
                    <a:pt x="3314" y="1514"/>
                    <a:pt x="3314" y="1421"/>
                    <a:pt x="3314" y="1212"/>
                  </a:cubicBezTo>
                  <a:cubicBezTo>
                    <a:pt x="3314" y="981"/>
                    <a:pt x="3639" y="795"/>
                    <a:pt x="3801" y="587"/>
                  </a:cubicBezTo>
                  <a:cubicBezTo>
                    <a:pt x="3824" y="540"/>
                    <a:pt x="3894" y="494"/>
                    <a:pt x="3963" y="471"/>
                  </a:cubicBezTo>
                  <a:cubicBezTo>
                    <a:pt x="3986" y="424"/>
                    <a:pt x="4009" y="378"/>
                    <a:pt x="4079" y="378"/>
                  </a:cubicBezTo>
                  <a:cubicBezTo>
                    <a:pt x="4334" y="332"/>
                    <a:pt x="4450" y="169"/>
                    <a:pt x="4218" y="30"/>
                  </a:cubicBezTo>
                  <a:cubicBezTo>
                    <a:pt x="4184" y="10"/>
                    <a:pt x="4151" y="1"/>
                    <a:pt x="4120"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3" name="Google Shape;8733;p59"/>
            <p:cNvSpPr/>
            <p:nvPr/>
          </p:nvSpPr>
          <p:spPr>
            <a:xfrm>
              <a:off x="2779418" y="3599043"/>
              <a:ext cx="203604" cy="226634"/>
            </a:xfrm>
            <a:custGeom>
              <a:avLst/>
              <a:gdLst/>
              <a:ahLst/>
              <a:cxnLst/>
              <a:rect l="l" t="t" r="r" b="b"/>
              <a:pathLst>
                <a:path w="6675" h="7430" extrusionOk="0">
                  <a:moveTo>
                    <a:pt x="2305" y="0"/>
                  </a:moveTo>
                  <a:cubicBezTo>
                    <a:pt x="2196" y="0"/>
                    <a:pt x="2009" y="56"/>
                    <a:pt x="1877" y="56"/>
                  </a:cubicBezTo>
                  <a:cubicBezTo>
                    <a:pt x="1669" y="56"/>
                    <a:pt x="1460" y="218"/>
                    <a:pt x="1229" y="334"/>
                  </a:cubicBezTo>
                  <a:cubicBezTo>
                    <a:pt x="997" y="473"/>
                    <a:pt x="858" y="473"/>
                    <a:pt x="765" y="589"/>
                  </a:cubicBezTo>
                  <a:cubicBezTo>
                    <a:pt x="682" y="655"/>
                    <a:pt x="563" y="710"/>
                    <a:pt x="434" y="710"/>
                  </a:cubicBezTo>
                  <a:cubicBezTo>
                    <a:pt x="383" y="710"/>
                    <a:pt x="331" y="701"/>
                    <a:pt x="278" y="681"/>
                  </a:cubicBezTo>
                  <a:cubicBezTo>
                    <a:pt x="232" y="681"/>
                    <a:pt x="162" y="658"/>
                    <a:pt x="93" y="658"/>
                  </a:cubicBezTo>
                  <a:cubicBezTo>
                    <a:pt x="209" y="890"/>
                    <a:pt x="417" y="1284"/>
                    <a:pt x="487" y="1423"/>
                  </a:cubicBezTo>
                  <a:cubicBezTo>
                    <a:pt x="556" y="1585"/>
                    <a:pt x="394" y="1655"/>
                    <a:pt x="325" y="1701"/>
                  </a:cubicBezTo>
                  <a:cubicBezTo>
                    <a:pt x="278" y="1771"/>
                    <a:pt x="371" y="2350"/>
                    <a:pt x="394" y="2489"/>
                  </a:cubicBezTo>
                  <a:cubicBezTo>
                    <a:pt x="394" y="2605"/>
                    <a:pt x="162" y="2860"/>
                    <a:pt x="255" y="2929"/>
                  </a:cubicBezTo>
                  <a:cubicBezTo>
                    <a:pt x="348" y="3022"/>
                    <a:pt x="139" y="3254"/>
                    <a:pt x="139" y="3393"/>
                  </a:cubicBezTo>
                  <a:cubicBezTo>
                    <a:pt x="139" y="3555"/>
                    <a:pt x="348" y="3555"/>
                    <a:pt x="348" y="3671"/>
                  </a:cubicBezTo>
                  <a:cubicBezTo>
                    <a:pt x="348" y="3764"/>
                    <a:pt x="162" y="4042"/>
                    <a:pt x="47" y="4088"/>
                  </a:cubicBezTo>
                  <a:cubicBezTo>
                    <a:pt x="0" y="4135"/>
                    <a:pt x="0" y="4227"/>
                    <a:pt x="0" y="4320"/>
                  </a:cubicBezTo>
                  <a:cubicBezTo>
                    <a:pt x="47" y="4320"/>
                    <a:pt x="70" y="4459"/>
                    <a:pt x="232" y="4575"/>
                  </a:cubicBezTo>
                  <a:cubicBezTo>
                    <a:pt x="417" y="4737"/>
                    <a:pt x="186" y="4969"/>
                    <a:pt x="348" y="5154"/>
                  </a:cubicBezTo>
                  <a:cubicBezTo>
                    <a:pt x="510" y="5363"/>
                    <a:pt x="695" y="5363"/>
                    <a:pt x="580" y="5479"/>
                  </a:cubicBezTo>
                  <a:cubicBezTo>
                    <a:pt x="464" y="5571"/>
                    <a:pt x="603" y="5757"/>
                    <a:pt x="464" y="5850"/>
                  </a:cubicBezTo>
                  <a:cubicBezTo>
                    <a:pt x="348" y="5942"/>
                    <a:pt x="510" y="6243"/>
                    <a:pt x="672" y="6313"/>
                  </a:cubicBezTo>
                  <a:cubicBezTo>
                    <a:pt x="811" y="6383"/>
                    <a:pt x="719" y="6661"/>
                    <a:pt x="858" y="6823"/>
                  </a:cubicBezTo>
                  <a:cubicBezTo>
                    <a:pt x="997" y="6962"/>
                    <a:pt x="927" y="7286"/>
                    <a:pt x="997" y="7402"/>
                  </a:cubicBezTo>
                  <a:cubicBezTo>
                    <a:pt x="1004" y="7421"/>
                    <a:pt x="1022" y="7429"/>
                    <a:pt x="1047" y="7429"/>
                  </a:cubicBezTo>
                  <a:cubicBezTo>
                    <a:pt x="1179" y="7429"/>
                    <a:pt x="1524" y="7196"/>
                    <a:pt x="1738" y="6962"/>
                  </a:cubicBezTo>
                  <a:cubicBezTo>
                    <a:pt x="1831" y="6869"/>
                    <a:pt x="1887" y="6838"/>
                    <a:pt x="1933" y="6838"/>
                  </a:cubicBezTo>
                  <a:cubicBezTo>
                    <a:pt x="2013" y="6838"/>
                    <a:pt x="2063" y="6932"/>
                    <a:pt x="2225" y="6962"/>
                  </a:cubicBezTo>
                  <a:cubicBezTo>
                    <a:pt x="2457" y="6985"/>
                    <a:pt x="2735" y="6985"/>
                    <a:pt x="2851" y="7217"/>
                  </a:cubicBezTo>
                  <a:cubicBezTo>
                    <a:pt x="2873" y="7256"/>
                    <a:pt x="2894" y="7272"/>
                    <a:pt x="2916" y="7272"/>
                  </a:cubicBezTo>
                  <a:cubicBezTo>
                    <a:pt x="3009" y="7272"/>
                    <a:pt x="3100" y="6968"/>
                    <a:pt x="3175" y="6892"/>
                  </a:cubicBezTo>
                  <a:cubicBezTo>
                    <a:pt x="3196" y="6865"/>
                    <a:pt x="3258" y="6856"/>
                    <a:pt x="3339" y="6856"/>
                  </a:cubicBezTo>
                  <a:cubicBezTo>
                    <a:pt x="3506" y="6856"/>
                    <a:pt x="3751" y="6896"/>
                    <a:pt x="3856" y="6896"/>
                  </a:cubicBezTo>
                  <a:cubicBezTo>
                    <a:pt x="3872" y="6896"/>
                    <a:pt x="3885" y="6895"/>
                    <a:pt x="3894" y="6892"/>
                  </a:cubicBezTo>
                  <a:cubicBezTo>
                    <a:pt x="3986" y="6846"/>
                    <a:pt x="4079" y="6174"/>
                    <a:pt x="4056" y="6058"/>
                  </a:cubicBezTo>
                  <a:cubicBezTo>
                    <a:pt x="4033" y="5942"/>
                    <a:pt x="4288" y="5664"/>
                    <a:pt x="4473" y="5525"/>
                  </a:cubicBezTo>
                  <a:cubicBezTo>
                    <a:pt x="4658" y="5409"/>
                    <a:pt x="4983" y="5502"/>
                    <a:pt x="5145" y="5409"/>
                  </a:cubicBezTo>
                  <a:cubicBezTo>
                    <a:pt x="5242" y="5367"/>
                    <a:pt x="5365" y="5359"/>
                    <a:pt x="5497" y="5359"/>
                  </a:cubicBezTo>
                  <a:cubicBezTo>
                    <a:pt x="5585" y="5359"/>
                    <a:pt x="5678" y="5363"/>
                    <a:pt x="5771" y="5363"/>
                  </a:cubicBezTo>
                  <a:cubicBezTo>
                    <a:pt x="6003" y="5363"/>
                    <a:pt x="6165" y="5571"/>
                    <a:pt x="6281" y="5571"/>
                  </a:cubicBezTo>
                  <a:cubicBezTo>
                    <a:pt x="6420" y="5571"/>
                    <a:pt x="6582" y="5363"/>
                    <a:pt x="6536" y="5177"/>
                  </a:cubicBezTo>
                  <a:cubicBezTo>
                    <a:pt x="6512" y="4992"/>
                    <a:pt x="6675" y="4714"/>
                    <a:pt x="6605" y="4482"/>
                  </a:cubicBezTo>
                  <a:cubicBezTo>
                    <a:pt x="6512" y="4227"/>
                    <a:pt x="6281" y="4204"/>
                    <a:pt x="6281" y="3949"/>
                  </a:cubicBezTo>
                  <a:cubicBezTo>
                    <a:pt x="6281" y="3721"/>
                    <a:pt x="6218" y="3664"/>
                    <a:pt x="5990" y="3664"/>
                  </a:cubicBezTo>
                  <a:cubicBezTo>
                    <a:pt x="5941" y="3664"/>
                    <a:pt x="5883" y="3667"/>
                    <a:pt x="5817" y="3671"/>
                  </a:cubicBezTo>
                  <a:cubicBezTo>
                    <a:pt x="5470" y="3671"/>
                    <a:pt x="5238" y="3602"/>
                    <a:pt x="5238" y="3393"/>
                  </a:cubicBezTo>
                  <a:cubicBezTo>
                    <a:pt x="5215" y="3184"/>
                    <a:pt x="5006" y="3022"/>
                    <a:pt x="5168" y="2929"/>
                  </a:cubicBezTo>
                  <a:cubicBezTo>
                    <a:pt x="5331" y="2860"/>
                    <a:pt x="5052" y="2721"/>
                    <a:pt x="5076" y="2512"/>
                  </a:cubicBezTo>
                  <a:cubicBezTo>
                    <a:pt x="5122" y="2327"/>
                    <a:pt x="4983" y="2234"/>
                    <a:pt x="4867" y="2141"/>
                  </a:cubicBezTo>
                  <a:cubicBezTo>
                    <a:pt x="4831" y="2113"/>
                    <a:pt x="4759" y="2106"/>
                    <a:pt x="4676" y="2106"/>
                  </a:cubicBezTo>
                  <a:cubicBezTo>
                    <a:pt x="4612" y="2106"/>
                    <a:pt x="4540" y="2110"/>
                    <a:pt x="4476" y="2110"/>
                  </a:cubicBezTo>
                  <a:cubicBezTo>
                    <a:pt x="4360" y="2110"/>
                    <a:pt x="4264" y="2097"/>
                    <a:pt x="4264" y="2026"/>
                  </a:cubicBezTo>
                  <a:cubicBezTo>
                    <a:pt x="4264" y="1840"/>
                    <a:pt x="3986" y="1817"/>
                    <a:pt x="3824" y="1817"/>
                  </a:cubicBezTo>
                  <a:cubicBezTo>
                    <a:pt x="3670" y="1817"/>
                    <a:pt x="3767" y="1607"/>
                    <a:pt x="3617" y="1607"/>
                  </a:cubicBezTo>
                  <a:cubicBezTo>
                    <a:pt x="3609" y="1607"/>
                    <a:pt x="3601" y="1607"/>
                    <a:pt x="3592" y="1608"/>
                  </a:cubicBezTo>
                  <a:cubicBezTo>
                    <a:pt x="3580" y="1610"/>
                    <a:pt x="3568" y="1611"/>
                    <a:pt x="3558" y="1611"/>
                  </a:cubicBezTo>
                  <a:cubicBezTo>
                    <a:pt x="3452" y="1611"/>
                    <a:pt x="3437" y="1529"/>
                    <a:pt x="3307" y="1529"/>
                  </a:cubicBezTo>
                  <a:cubicBezTo>
                    <a:pt x="3283" y="1529"/>
                    <a:pt x="3255" y="1532"/>
                    <a:pt x="3222" y="1539"/>
                  </a:cubicBezTo>
                  <a:cubicBezTo>
                    <a:pt x="3201" y="1541"/>
                    <a:pt x="3180" y="1542"/>
                    <a:pt x="3161" y="1542"/>
                  </a:cubicBezTo>
                  <a:cubicBezTo>
                    <a:pt x="2943" y="1542"/>
                    <a:pt x="2807" y="1421"/>
                    <a:pt x="2573" y="1145"/>
                  </a:cubicBezTo>
                  <a:cubicBezTo>
                    <a:pt x="2318" y="844"/>
                    <a:pt x="2341" y="241"/>
                    <a:pt x="2387" y="79"/>
                  </a:cubicBezTo>
                  <a:cubicBezTo>
                    <a:pt x="2404" y="19"/>
                    <a:pt x="2368" y="0"/>
                    <a:pt x="2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4" name="Google Shape;8734;p59"/>
            <p:cNvSpPr/>
            <p:nvPr/>
          </p:nvSpPr>
          <p:spPr>
            <a:xfrm>
              <a:off x="2580059" y="3435949"/>
              <a:ext cx="215653" cy="311858"/>
            </a:xfrm>
            <a:custGeom>
              <a:avLst/>
              <a:gdLst/>
              <a:ahLst/>
              <a:cxnLst/>
              <a:rect l="l" t="t" r="r" b="b"/>
              <a:pathLst>
                <a:path w="7070" h="10224" extrusionOk="0">
                  <a:moveTo>
                    <a:pt x="3536" y="1"/>
                  </a:moveTo>
                  <a:cubicBezTo>
                    <a:pt x="3437" y="1"/>
                    <a:pt x="3314" y="21"/>
                    <a:pt x="3199" y="49"/>
                  </a:cubicBezTo>
                  <a:cubicBezTo>
                    <a:pt x="3384" y="258"/>
                    <a:pt x="3454" y="351"/>
                    <a:pt x="3338" y="443"/>
                  </a:cubicBezTo>
                  <a:cubicBezTo>
                    <a:pt x="3176" y="559"/>
                    <a:pt x="3338" y="582"/>
                    <a:pt x="3037" y="999"/>
                  </a:cubicBezTo>
                  <a:cubicBezTo>
                    <a:pt x="2736" y="1393"/>
                    <a:pt x="2202" y="1486"/>
                    <a:pt x="1948" y="1579"/>
                  </a:cubicBezTo>
                  <a:cubicBezTo>
                    <a:pt x="1693" y="1648"/>
                    <a:pt x="1600" y="2112"/>
                    <a:pt x="1461" y="2436"/>
                  </a:cubicBezTo>
                  <a:cubicBezTo>
                    <a:pt x="1396" y="2588"/>
                    <a:pt x="1336" y="2649"/>
                    <a:pt x="1276" y="2649"/>
                  </a:cubicBezTo>
                  <a:cubicBezTo>
                    <a:pt x="1208" y="2649"/>
                    <a:pt x="1141" y="2570"/>
                    <a:pt x="1067" y="2459"/>
                  </a:cubicBezTo>
                  <a:cubicBezTo>
                    <a:pt x="1023" y="2401"/>
                    <a:pt x="981" y="2384"/>
                    <a:pt x="939" y="2384"/>
                  </a:cubicBezTo>
                  <a:cubicBezTo>
                    <a:pt x="884" y="2384"/>
                    <a:pt x="828" y="2414"/>
                    <a:pt x="767" y="2414"/>
                  </a:cubicBezTo>
                  <a:cubicBezTo>
                    <a:pt x="731" y="2414"/>
                    <a:pt x="692" y="2403"/>
                    <a:pt x="650" y="2367"/>
                  </a:cubicBezTo>
                  <a:cubicBezTo>
                    <a:pt x="488" y="2205"/>
                    <a:pt x="557" y="2205"/>
                    <a:pt x="650" y="2089"/>
                  </a:cubicBezTo>
                  <a:cubicBezTo>
                    <a:pt x="696" y="2019"/>
                    <a:pt x="650" y="1903"/>
                    <a:pt x="557" y="1787"/>
                  </a:cubicBezTo>
                  <a:cubicBezTo>
                    <a:pt x="372" y="1834"/>
                    <a:pt x="186" y="2089"/>
                    <a:pt x="94" y="2274"/>
                  </a:cubicBezTo>
                  <a:cubicBezTo>
                    <a:pt x="1" y="2483"/>
                    <a:pt x="256" y="2877"/>
                    <a:pt x="302" y="3016"/>
                  </a:cubicBezTo>
                  <a:cubicBezTo>
                    <a:pt x="348" y="3178"/>
                    <a:pt x="163" y="3039"/>
                    <a:pt x="140" y="3178"/>
                  </a:cubicBezTo>
                  <a:cubicBezTo>
                    <a:pt x="117" y="3294"/>
                    <a:pt x="534" y="3502"/>
                    <a:pt x="719" y="3641"/>
                  </a:cubicBezTo>
                  <a:cubicBezTo>
                    <a:pt x="928" y="3780"/>
                    <a:pt x="1090" y="4198"/>
                    <a:pt x="1275" y="4383"/>
                  </a:cubicBezTo>
                  <a:cubicBezTo>
                    <a:pt x="1461" y="4592"/>
                    <a:pt x="1461" y="4754"/>
                    <a:pt x="1669" y="5240"/>
                  </a:cubicBezTo>
                  <a:cubicBezTo>
                    <a:pt x="1855" y="5704"/>
                    <a:pt x="2249" y="6492"/>
                    <a:pt x="2504" y="6840"/>
                  </a:cubicBezTo>
                  <a:cubicBezTo>
                    <a:pt x="2782" y="7187"/>
                    <a:pt x="2898" y="7442"/>
                    <a:pt x="2828" y="7535"/>
                  </a:cubicBezTo>
                  <a:cubicBezTo>
                    <a:pt x="2782" y="7651"/>
                    <a:pt x="2851" y="7906"/>
                    <a:pt x="3037" y="8045"/>
                  </a:cubicBezTo>
                  <a:cubicBezTo>
                    <a:pt x="3245" y="8184"/>
                    <a:pt x="3384" y="8392"/>
                    <a:pt x="3894" y="8647"/>
                  </a:cubicBezTo>
                  <a:cubicBezTo>
                    <a:pt x="4404" y="8902"/>
                    <a:pt x="5354" y="9389"/>
                    <a:pt x="5470" y="9621"/>
                  </a:cubicBezTo>
                  <a:cubicBezTo>
                    <a:pt x="5609" y="9852"/>
                    <a:pt x="6050" y="10061"/>
                    <a:pt x="6142" y="10107"/>
                  </a:cubicBezTo>
                  <a:cubicBezTo>
                    <a:pt x="6165" y="10130"/>
                    <a:pt x="6165" y="10154"/>
                    <a:pt x="6165" y="10223"/>
                  </a:cubicBezTo>
                  <a:cubicBezTo>
                    <a:pt x="6212" y="10177"/>
                    <a:pt x="6258" y="10130"/>
                    <a:pt x="6281" y="10130"/>
                  </a:cubicBezTo>
                  <a:cubicBezTo>
                    <a:pt x="6444" y="10038"/>
                    <a:pt x="6467" y="9760"/>
                    <a:pt x="6513" y="9690"/>
                  </a:cubicBezTo>
                  <a:cubicBezTo>
                    <a:pt x="6513" y="9667"/>
                    <a:pt x="6536" y="9667"/>
                    <a:pt x="6536" y="9667"/>
                  </a:cubicBezTo>
                  <a:cubicBezTo>
                    <a:pt x="6513" y="9574"/>
                    <a:pt x="6513" y="9482"/>
                    <a:pt x="6583" y="9458"/>
                  </a:cubicBezTo>
                  <a:cubicBezTo>
                    <a:pt x="6698" y="9389"/>
                    <a:pt x="6861" y="9134"/>
                    <a:pt x="6861" y="9018"/>
                  </a:cubicBezTo>
                  <a:cubicBezTo>
                    <a:pt x="6861" y="8902"/>
                    <a:pt x="6652" y="8902"/>
                    <a:pt x="6652" y="8763"/>
                  </a:cubicBezTo>
                  <a:cubicBezTo>
                    <a:pt x="6652" y="8601"/>
                    <a:pt x="6884" y="8369"/>
                    <a:pt x="6791" y="8276"/>
                  </a:cubicBezTo>
                  <a:cubicBezTo>
                    <a:pt x="6698" y="8207"/>
                    <a:pt x="6930" y="7952"/>
                    <a:pt x="6907" y="7836"/>
                  </a:cubicBezTo>
                  <a:cubicBezTo>
                    <a:pt x="6907" y="7697"/>
                    <a:pt x="6791" y="7118"/>
                    <a:pt x="6861" y="7048"/>
                  </a:cubicBezTo>
                  <a:cubicBezTo>
                    <a:pt x="6930" y="7002"/>
                    <a:pt x="7069" y="6955"/>
                    <a:pt x="7000" y="6770"/>
                  </a:cubicBezTo>
                  <a:cubicBezTo>
                    <a:pt x="6953" y="6631"/>
                    <a:pt x="6722" y="6237"/>
                    <a:pt x="6629" y="6005"/>
                  </a:cubicBezTo>
                  <a:cubicBezTo>
                    <a:pt x="6552" y="5996"/>
                    <a:pt x="6471" y="5990"/>
                    <a:pt x="6393" y="5990"/>
                  </a:cubicBezTo>
                  <a:cubicBezTo>
                    <a:pt x="6283" y="5990"/>
                    <a:pt x="6177" y="6001"/>
                    <a:pt x="6096" y="6028"/>
                  </a:cubicBezTo>
                  <a:cubicBezTo>
                    <a:pt x="6087" y="6032"/>
                    <a:pt x="6078" y="6034"/>
                    <a:pt x="6071" y="6034"/>
                  </a:cubicBezTo>
                  <a:cubicBezTo>
                    <a:pt x="5939" y="6034"/>
                    <a:pt x="5980" y="5507"/>
                    <a:pt x="5980" y="5310"/>
                  </a:cubicBezTo>
                  <a:cubicBezTo>
                    <a:pt x="5980" y="5228"/>
                    <a:pt x="5951" y="5196"/>
                    <a:pt x="5912" y="5196"/>
                  </a:cubicBezTo>
                  <a:cubicBezTo>
                    <a:pt x="5852" y="5196"/>
                    <a:pt x="5767" y="5272"/>
                    <a:pt x="5725" y="5356"/>
                  </a:cubicBezTo>
                  <a:cubicBezTo>
                    <a:pt x="5700" y="5444"/>
                    <a:pt x="5608" y="5464"/>
                    <a:pt x="5488" y="5464"/>
                  </a:cubicBezTo>
                  <a:cubicBezTo>
                    <a:pt x="5386" y="5464"/>
                    <a:pt x="5263" y="5449"/>
                    <a:pt x="5146" y="5449"/>
                  </a:cubicBezTo>
                  <a:cubicBezTo>
                    <a:pt x="4900" y="5449"/>
                    <a:pt x="5021" y="5147"/>
                    <a:pt x="4883" y="5147"/>
                  </a:cubicBezTo>
                  <a:cubicBezTo>
                    <a:pt x="4878" y="5147"/>
                    <a:pt x="4873" y="5147"/>
                    <a:pt x="4868" y="5148"/>
                  </a:cubicBezTo>
                  <a:cubicBezTo>
                    <a:pt x="4705" y="5148"/>
                    <a:pt x="4566" y="5101"/>
                    <a:pt x="4590" y="4939"/>
                  </a:cubicBezTo>
                  <a:cubicBezTo>
                    <a:pt x="4590" y="4777"/>
                    <a:pt x="4474" y="4638"/>
                    <a:pt x="4358" y="4453"/>
                  </a:cubicBezTo>
                  <a:cubicBezTo>
                    <a:pt x="4242" y="4290"/>
                    <a:pt x="4126" y="4105"/>
                    <a:pt x="4219" y="3989"/>
                  </a:cubicBezTo>
                  <a:cubicBezTo>
                    <a:pt x="4311" y="3873"/>
                    <a:pt x="4149" y="3780"/>
                    <a:pt x="4288" y="3641"/>
                  </a:cubicBezTo>
                  <a:cubicBezTo>
                    <a:pt x="4450" y="3479"/>
                    <a:pt x="4590" y="3549"/>
                    <a:pt x="4543" y="3340"/>
                  </a:cubicBezTo>
                  <a:cubicBezTo>
                    <a:pt x="4497" y="3155"/>
                    <a:pt x="4705" y="3039"/>
                    <a:pt x="4705" y="2830"/>
                  </a:cubicBezTo>
                  <a:cubicBezTo>
                    <a:pt x="4729" y="2622"/>
                    <a:pt x="4984" y="2668"/>
                    <a:pt x="5192" y="2506"/>
                  </a:cubicBezTo>
                  <a:cubicBezTo>
                    <a:pt x="5424" y="2320"/>
                    <a:pt x="5679" y="2413"/>
                    <a:pt x="5864" y="2251"/>
                  </a:cubicBezTo>
                  <a:cubicBezTo>
                    <a:pt x="5928" y="2203"/>
                    <a:pt x="5983" y="2188"/>
                    <a:pt x="6034" y="2188"/>
                  </a:cubicBezTo>
                  <a:cubicBezTo>
                    <a:pt x="6120" y="2188"/>
                    <a:pt x="6193" y="2230"/>
                    <a:pt x="6271" y="2230"/>
                  </a:cubicBezTo>
                  <a:cubicBezTo>
                    <a:pt x="6282" y="2230"/>
                    <a:pt x="6293" y="2230"/>
                    <a:pt x="6304" y="2228"/>
                  </a:cubicBezTo>
                  <a:cubicBezTo>
                    <a:pt x="6235" y="2112"/>
                    <a:pt x="6026" y="2065"/>
                    <a:pt x="5980" y="1973"/>
                  </a:cubicBezTo>
                  <a:cubicBezTo>
                    <a:pt x="5934" y="1857"/>
                    <a:pt x="6189" y="1648"/>
                    <a:pt x="6258" y="1509"/>
                  </a:cubicBezTo>
                  <a:cubicBezTo>
                    <a:pt x="6351" y="1393"/>
                    <a:pt x="5957" y="1231"/>
                    <a:pt x="5864" y="1185"/>
                  </a:cubicBezTo>
                  <a:cubicBezTo>
                    <a:pt x="5854" y="1182"/>
                    <a:pt x="5842" y="1181"/>
                    <a:pt x="5830" y="1181"/>
                  </a:cubicBezTo>
                  <a:cubicBezTo>
                    <a:pt x="5757" y="1181"/>
                    <a:pt x="5658" y="1221"/>
                    <a:pt x="5570" y="1221"/>
                  </a:cubicBezTo>
                  <a:cubicBezTo>
                    <a:pt x="5543" y="1221"/>
                    <a:pt x="5517" y="1218"/>
                    <a:pt x="5493" y="1208"/>
                  </a:cubicBezTo>
                  <a:cubicBezTo>
                    <a:pt x="5461" y="1192"/>
                    <a:pt x="5422" y="1184"/>
                    <a:pt x="5382" y="1184"/>
                  </a:cubicBezTo>
                  <a:cubicBezTo>
                    <a:pt x="5308" y="1184"/>
                    <a:pt x="5229" y="1209"/>
                    <a:pt x="5169" y="1254"/>
                  </a:cubicBezTo>
                  <a:cubicBezTo>
                    <a:pt x="5138" y="1275"/>
                    <a:pt x="5009" y="1296"/>
                    <a:pt x="4877" y="1296"/>
                  </a:cubicBezTo>
                  <a:cubicBezTo>
                    <a:pt x="4713" y="1296"/>
                    <a:pt x="4543" y="1264"/>
                    <a:pt x="4543" y="1162"/>
                  </a:cubicBezTo>
                  <a:cubicBezTo>
                    <a:pt x="4566" y="999"/>
                    <a:pt x="4311" y="953"/>
                    <a:pt x="4335" y="837"/>
                  </a:cubicBezTo>
                  <a:cubicBezTo>
                    <a:pt x="4358" y="721"/>
                    <a:pt x="4219" y="513"/>
                    <a:pt x="4010" y="490"/>
                  </a:cubicBezTo>
                  <a:cubicBezTo>
                    <a:pt x="3802" y="466"/>
                    <a:pt x="3825" y="119"/>
                    <a:pt x="3686" y="26"/>
                  </a:cubicBezTo>
                  <a:cubicBezTo>
                    <a:pt x="3650" y="8"/>
                    <a:pt x="3598" y="1"/>
                    <a:pt x="353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59"/>
            <p:cNvSpPr/>
            <p:nvPr/>
          </p:nvSpPr>
          <p:spPr>
            <a:xfrm>
              <a:off x="2714389" y="3228200"/>
              <a:ext cx="231178" cy="193142"/>
            </a:xfrm>
            <a:custGeom>
              <a:avLst/>
              <a:gdLst/>
              <a:ahLst/>
              <a:cxnLst/>
              <a:rect l="l" t="t" r="r" b="b"/>
              <a:pathLst>
                <a:path w="7579" h="6332" extrusionOk="0">
                  <a:moveTo>
                    <a:pt x="2040" y="0"/>
                  </a:moveTo>
                  <a:cubicBezTo>
                    <a:pt x="1831" y="0"/>
                    <a:pt x="2040" y="279"/>
                    <a:pt x="1900" y="348"/>
                  </a:cubicBezTo>
                  <a:cubicBezTo>
                    <a:pt x="1738" y="441"/>
                    <a:pt x="1182" y="557"/>
                    <a:pt x="1159" y="788"/>
                  </a:cubicBezTo>
                  <a:cubicBezTo>
                    <a:pt x="1113" y="997"/>
                    <a:pt x="1437" y="1368"/>
                    <a:pt x="1344" y="1576"/>
                  </a:cubicBezTo>
                  <a:cubicBezTo>
                    <a:pt x="1307" y="1652"/>
                    <a:pt x="1242" y="1683"/>
                    <a:pt x="1169" y="1683"/>
                  </a:cubicBezTo>
                  <a:cubicBezTo>
                    <a:pt x="1017" y="1683"/>
                    <a:pt x="828" y="1547"/>
                    <a:pt x="765" y="1391"/>
                  </a:cubicBezTo>
                  <a:cubicBezTo>
                    <a:pt x="649" y="1159"/>
                    <a:pt x="1066" y="812"/>
                    <a:pt x="997" y="672"/>
                  </a:cubicBezTo>
                  <a:cubicBezTo>
                    <a:pt x="950" y="580"/>
                    <a:pt x="881" y="418"/>
                    <a:pt x="927" y="302"/>
                  </a:cubicBezTo>
                  <a:lnTo>
                    <a:pt x="927" y="302"/>
                  </a:lnTo>
                  <a:cubicBezTo>
                    <a:pt x="858" y="325"/>
                    <a:pt x="788" y="371"/>
                    <a:pt x="765" y="418"/>
                  </a:cubicBezTo>
                  <a:cubicBezTo>
                    <a:pt x="603" y="626"/>
                    <a:pt x="278" y="812"/>
                    <a:pt x="278" y="1020"/>
                  </a:cubicBezTo>
                  <a:cubicBezTo>
                    <a:pt x="278" y="1252"/>
                    <a:pt x="278" y="1321"/>
                    <a:pt x="186" y="1437"/>
                  </a:cubicBezTo>
                  <a:cubicBezTo>
                    <a:pt x="116" y="1530"/>
                    <a:pt x="0" y="1692"/>
                    <a:pt x="116" y="1692"/>
                  </a:cubicBezTo>
                  <a:cubicBezTo>
                    <a:pt x="150" y="1685"/>
                    <a:pt x="185" y="1681"/>
                    <a:pt x="219" y="1681"/>
                  </a:cubicBezTo>
                  <a:cubicBezTo>
                    <a:pt x="301" y="1681"/>
                    <a:pt x="371" y="1709"/>
                    <a:pt x="371" y="1808"/>
                  </a:cubicBezTo>
                  <a:cubicBezTo>
                    <a:pt x="371" y="1947"/>
                    <a:pt x="626" y="1970"/>
                    <a:pt x="603" y="2179"/>
                  </a:cubicBezTo>
                  <a:cubicBezTo>
                    <a:pt x="603" y="2364"/>
                    <a:pt x="487" y="2897"/>
                    <a:pt x="973" y="2897"/>
                  </a:cubicBezTo>
                  <a:cubicBezTo>
                    <a:pt x="1239" y="2884"/>
                    <a:pt x="1444" y="2825"/>
                    <a:pt x="1605" y="2825"/>
                  </a:cubicBezTo>
                  <a:cubicBezTo>
                    <a:pt x="1725" y="2825"/>
                    <a:pt x="1821" y="2858"/>
                    <a:pt x="1900" y="2967"/>
                  </a:cubicBezTo>
                  <a:cubicBezTo>
                    <a:pt x="2079" y="3185"/>
                    <a:pt x="2291" y="3301"/>
                    <a:pt x="2538" y="3301"/>
                  </a:cubicBezTo>
                  <a:cubicBezTo>
                    <a:pt x="2579" y="3301"/>
                    <a:pt x="2622" y="3298"/>
                    <a:pt x="2665" y="3291"/>
                  </a:cubicBezTo>
                  <a:cubicBezTo>
                    <a:pt x="2782" y="3282"/>
                    <a:pt x="2930" y="3266"/>
                    <a:pt x="3058" y="3266"/>
                  </a:cubicBezTo>
                  <a:cubicBezTo>
                    <a:pt x="3261" y="3266"/>
                    <a:pt x="3414" y="3306"/>
                    <a:pt x="3314" y="3477"/>
                  </a:cubicBezTo>
                  <a:cubicBezTo>
                    <a:pt x="3152" y="3732"/>
                    <a:pt x="3036" y="4311"/>
                    <a:pt x="3175" y="4473"/>
                  </a:cubicBezTo>
                  <a:cubicBezTo>
                    <a:pt x="3314" y="4635"/>
                    <a:pt x="3500" y="4751"/>
                    <a:pt x="3384" y="4890"/>
                  </a:cubicBezTo>
                  <a:cubicBezTo>
                    <a:pt x="3268" y="5029"/>
                    <a:pt x="3221" y="5192"/>
                    <a:pt x="3361" y="5308"/>
                  </a:cubicBezTo>
                  <a:cubicBezTo>
                    <a:pt x="3523" y="5423"/>
                    <a:pt x="3476" y="5539"/>
                    <a:pt x="3476" y="5586"/>
                  </a:cubicBezTo>
                  <a:cubicBezTo>
                    <a:pt x="3476" y="5586"/>
                    <a:pt x="3430" y="5609"/>
                    <a:pt x="3384" y="5632"/>
                  </a:cubicBezTo>
                  <a:cubicBezTo>
                    <a:pt x="3615" y="5841"/>
                    <a:pt x="3685" y="6072"/>
                    <a:pt x="3801" y="6165"/>
                  </a:cubicBezTo>
                  <a:cubicBezTo>
                    <a:pt x="3920" y="6267"/>
                    <a:pt x="3976" y="6331"/>
                    <a:pt x="4044" y="6331"/>
                  </a:cubicBezTo>
                  <a:cubicBezTo>
                    <a:pt x="4068" y="6331"/>
                    <a:pt x="4094" y="6323"/>
                    <a:pt x="4125" y="6304"/>
                  </a:cubicBezTo>
                  <a:cubicBezTo>
                    <a:pt x="4201" y="6259"/>
                    <a:pt x="4266" y="6223"/>
                    <a:pt x="4329" y="6223"/>
                  </a:cubicBezTo>
                  <a:cubicBezTo>
                    <a:pt x="4362" y="6223"/>
                    <a:pt x="4394" y="6233"/>
                    <a:pt x="4427" y="6258"/>
                  </a:cubicBezTo>
                  <a:cubicBezTo>
                    <a:pt x="4444" y="6270"/>
                    <a:pt x="4462" y="6276"/>
                    <a:pt x="4482" y="6276"/>
                  </a:cubicBezTo>
                  <a:cubicBezTo>
                    <a:pt x="4570" y="6276"/>
                    <a:pt x="4684" y="6163"/>
                    <a:pt x="4797" y="6049"/>
                  </a:cubicBezTo>
                  <a:cubicBezTo>
                    <a:pt x="4960" y="5933"/>
                    <a:pt x="5122" y="6049"/>
                    <a:pt x="5168" y="5887"/>
                  </a:cubicBezTo>
                  <a:cubicBezTo>
                    <a:pt x="5215" y="5701"/>
                    <a:pt x="5307" y="5609"/>
                    <a:pt x="5469" y="5586"/>
                  </a:cubicBezTo>
                  <a:cubicBezTo>
                    <a:pt x="5655" y="5539"/>
                    <a:pt x="5655" y="5354"/>
                    <a:pt x="5539" y="5354"/>
                  </a:cubicBezTo>
                  <a:cubicBezTo>
                    <a:pt x="5473" y="5354"/>
                    <a:pt x="5391" y="5399"/>
                    <a:pt x="5334" y="5399"/>
                  </a:cubicBezTo>
                  <a:cubicBezTo>
                    <a:pt x="5291" y="5399"/>
                    <a:pt x="5261" y="5374"/>
                    <a:pt x="5261" y="5284"/>
                  </a:cubicBezTo>
                  <a:cubicBezTo>
                    <a:pt x="5261" y="5076"/>
                    <a:pt x="5122" y="5122"/>
                    <a:pt x="5122" y="4937"/>
                  </a:cubicBezTo>
                  <a:cubicBezTo>
                    <a:pt x="5122" y="4751"/>
                    <a:pt x="5099" y="4635"/>
                    <a:pt x="4913" y="4520"/>
                  </a:cubicBezTo>
                  <a:cubicBezTo>
                    <a:pt x="4789" y="4450"/>
                    <a:pt x="4903" y="4406"/>
                    <a:pt x="5036" y="4406"/>
                  </a:cubicBezTo>
                  <a:cubicBezTo>
                    <a:pt x="5126" y="4406"/>
                    <a:pt x="5223" y="4426"/>
                    <a:pt x="5261" y="4473"/>
                  </a:cubicBezTo>
                  <a:cubicBezTo>
                    <a:pt x="5377" y="4566"/>
                    <a:pt x="5701" y="4473"/>
                    <a:pt x="5748" y="4635"/>
                  </a:cubicBezTo>
                  <a:cubicBezTo>
                    <a:pt x="5760" y="4710"/>
                    <a:pt x="5819" y="4758"/>
                    <a:pt x="5871" y="4758"/>
                  </a:cubicBezTo>
                  <a:cubicBezTo>
                    <a:pt x="5916" y="4758"/>
                    <a:pt x="5956" y="4722"/>
                    <a:pt x="5956" y="4635"/>
                  </a:cubicBezTo>
                  <a:cubicBezTo>
                    <a:pt x="5956" y="4493"/>
                    <a:pt x="6116" y="4423"/>
                    <a:pt x="6264" y="4423"/>
                  </a:cubicBezTo>
                  <a:cubicBezTo>
                    <a:pt x="6286" y="4423"/>
                    <a:pt x="6307" y="4424"/>
                    <a:pt x="6327" y="4427"/>
                  </a:cubicBezTo>
                  <a:cubicBezTo>
                    <a:pt x="6340" y="4431"/>
                    <a:pt x="6355" y="4432"/>
                    <a:pt x="6371" y="4432"/>
                  </a:cubicBezTo>
                  <a:cubicBezTo>
                    <a:pt x="6549" y="4432"/>
                    <a:pt x="6871" y="4214"/>
                    <a:pt x="6999" y="4172"/>
                  </a:cubicBezTo>
                  <a:cubicBezTo>
                    <a:pt x="7092" y="4149"/>
                    <a:pt x="7115" y="4056"/>
                    <a:pt x="7161" y="3963"/>
                  </a:cubicBezTo>
                  <a:cubicBezTo>
                    <a:pt x="7045" y="3824"/>
                    <a:pt x="6883" y="3593"/>
                    <a:pt x="6790" y="3523"/>
                  </a:cubicBezTo>
                  <a:cubicBezTo>
                    <a:pt x="6675" y="3430"/>
                    <a:pt x="6883" y="3384"/>
                    <a:pt x="6860" y="3245"/>
                  </a:cubicBezTo>
                  <a:cubicBezTo>
                    <a:pt x="6837" y="3106"/>
                    <a:pt x="6860" y="3013"/>
                    <a:pt x="7115" y="2990"/>
                  </a:cubicBezTo>
                  <a:cubicBezTo>
                    <a:pt x="7370" y="2967"/>
                    <a:pt x="7323" y="2758"/>
                    <a:pt x="7184" y="2689"/>
                  </a:cubicBezTo>
                  <a:cubicBezTo>
                    <a:pt x="7045" y="2619"/>
                    <a:pt x="7254" y="2387"/>
                    <a:pt x="7393" y="2318"/>
                  </a:cubicBezTo>
                  <a:cubicBezTo>
                    <a:pt x="7439" y="2272"/>
                    <a:pt x="7509" y="2179"/>
                    <a:pt x="7578" y="2040"/>
                  </a:cubicBezTo>
                  <a:cubicBezTo>
                    <a:pt x="7408" y="1978"/>
                    <a:pt x="7187" y="1968"/>
                    <a:pt x="7010" y="1968"/>
                  </a:cubicBezTo>
                  <a:cubicBezTo>
                    <a:pt x="6922" y="1968"/>
                    <a:pt x="6845" y="1970"/>
                    <a:pt x="6790" y="1970"/>
                  </a:cubicBezTo>
                  <a:cubicBezTo>
                    <a:pt x="6582" y="1970"/>
                    <a:pt x="6930" y="1739"/>
                    <a:pt x="6930" y="1530"/>
                  </a:cubicBezTo>
                  <a:cubicBezTo>
                    <a:pt x="6953" y="1298"/>
                    <a:pt x="6350" y="1275"/>
                    <a:pt x="6118" y="1229"/>
                  </a:cubicBezTo>
                  <a:cubicBezTo>
                    <a:pt x="5887" y="1159"/>
                    <a:pt x="5956" y="927"/>
                    <a:pt x="6188" y="904"/>
                  </a:cubicBezTo>
                  <a:cubicBezTo>
                    <a:pt x="6411" y="904"/>
                    <a:pt x="6155" y="780"/>
                    <a:pt x="5855" y="780"/>
                  </a:cubicBezTo>
                  <a:cubicBezTo>
                    <a:pt x="5812" y="780"/>
                    <a:pt x="5768" y="783"/>
                    <a:pt x="5724" y="788"/>
                  </a:cubicBezTo>
                  <a:cubicBezTo>
                    <a:pt x="5400" y="835"/>
                    <a:pt x="4936" y="1020"/>
                    <a:pt x="4682" y="1159"/>
                  </a:cubicBezTo>
                  <a:cubicBezTo>
                    <a:pt x="4650" y="1175"/>
                    <a:pt x="4617" y="1182"/>
                    <a:pt x="4582" y="1182"/>
                  </a:cubicBezTo>
                  <a:cubicBezTo>
                    <a:pt x="4336" y="1182"/>
                    <a:pt x="4007" y="842"/>
                    <a:pt x="3734" y="842"/>
                  </a:cubicBezTo>
                  <a:cubicBezTo>
                    <a:pt x="3702" y="842"/>
                    <a:pt x="3670" y="847"/>
                    <a:pt x="3639" y="858"/>
                  </a:cubicBezTo>
                  <a:cubicBezTo>
                    <a:pt x="3514" y="906"/>
                    <a:pt x="3369" y="934"/>
                    <a:pt x="3244" y="934"/>
                  </a:cubicBezTo>
                  <a:cubicBezTo>
                    <a:pt x="3067" y="934"/>
                    <a:pt x="2930" y="878"/>
                    <a:pt x="2943" y="742"/>
                  </a:cubicBezTo>
                  <a:cubicBezTo>
                    <a:pt x="2943" y="500"/>
                    <a:pt x="2818" y="300"/>
                    <a:pt x="2548" y="300"/>
                  </a:cubicBezTo>
                  <a:cubicBezTo>
                    <a:pt x="2533" y="300"/>
                    <a:pt x="2518" y="300"/>
                    <a:pt x="2503" y="302"/>
                  </a:cubicBezTo>
                  <a:cubicBezTo>
                    <a:pt x="2493" y="302"/>
                    <a:pt x="2483" y="303"/>
                    <a:pt x="2473" y="303"/>
                  </a:cubicBezTo>
                  <a:cubicBezTo>
                    <a:pt x="2206" y="303"/>
                    <a:pt x="2263" y="0"/>
                    <a:pt x="20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59"/>
            <p:cNvSpPr/>
            <p:nvPr/>
          </p:nvSpPr>
          <p:spPr>
            <a:xfrm>
              <a:off x="2973104" y="3329284"/>
              <a:ext cx="71406" cy="73603"/>
            </a:xfrm>
            <a:custGeom>
              <a:avLst/>
              <a:gdLst/>
              <a:ahLst/>
              <a:cxnLst/>
              <a:rect l="l" t="t" r="r" b="b"/>
              <a:pathLst>
                <a:path w="2341" h="2413" extrusionOk="0">
                  <a:moveTo>
                    <a:pt x="890" y="0"/>
                  </a:moveTo>
                  <a:cubicBezTo>
                    <a:pt x="817" y="0"/>
                    <a:pt x="742" y="35"/>
                    <a:pt x="672" y="93"/>
                  </a:cubicBezTo>
                  <a:cubicBezTo>
                    <a:pt x="649" y="116"/>
                    <a:pt x="649" y="116"/>
                    <a:pt x="626" y="116"/>
                  </a:cubicBezTo>
                  <a:cubicBezTo>
                    <a:pt x="580" y="255"/>
                    <a:pt x="533" y="394"/>
                    <a:pt x="556" y="464"/>
                  </a:cubicBezTo>
                  <a:cubicBezTo>
                    <a:pt x="649" y="626"/>
                    <a:pt x="464" y="696"/>
                    <a:pt x="302" y="719"/>
                  </a:cubicBezTo>
                  <a:cubicBezTo>
                    <a:pt x="162" y="742"/>
                    <a:pt x="186" y="1090"/>
                    <a:pt x="93" y="1182"/>
                  </a:cubicBezTo>
                  <a:cubicBezTo>
                    <a:pt x="0" y="1275"/>
                    <a:pt x="464" y="1553"/>
                    <a:pt x="533" y="1762"/>
                  </a:cubicBezTo>
                  <a:cubicBezTo>
                    <a:pt x="580" y="1878"/>
                    <a:pt x="742" y="2156"/>
                    <a:pt x="858" y="2364"/>
                  </a:cubicBezTo>
                  <a:cubicBezTo>
                    <a:pt x="929" y="2393"/>
                    <a:pt x="1001" y="2413"/>
                    <a:pt x="1056" y="2413"/>
                  </a:cubicBezTo>
                  <a:cubicBezTo>
                    <a:pt x="1090" y="2413"/>
                    <a:pt x="1118" y="2405"/>
                    <a:pt x="1136" y="2387"/>
                  </a:cubicBezTo>
                  <a:cubicBezTo>
                    <a:pt x="1292" y="2321"/>
                    <a:pt x="1169" y="2039"/>
                    <a:pt x="1346" y="2039"/>
                  </a:cubicBezTo>
                  <a:cubicBezTo>
                    <a:pt x="1353" y="2039"/>
                    <a:pt x="1360" y="2039"/>
                    <a:pt x="1368" y="2040"/>
                  </a:cubicBezTo>
                  <a:cubicBezTo>
                    <a:pt x="1384" y="2042"/>
                    <a:pt x="1402" y="2043"/>
                    <a:pt x="1420" y="2043"/>
                  </a:cubicBezTo>
                  <a:cubicBezTo>
                    <a:pt x="1549" y="2043"/>
                    <a:pt x="1708" y="2000"/>
                    <a:pt x="1823" y="2000"/>
                  </a:cubicBezTo>
                  <a:cubicBezTo>
                    <a:pt x="1892" y="2000"/>
                    <a:pt x="1946" y="2015"/>
                    <a:pt x="1970" y="2063"/>
                  </a:cubicBezTo>
                  <a:cubicBezTo>
                    <a:pt x="1993" y="2086"/>
                    <a:pt x="2016" y="2109"/>
                    <a:pt x="2040" y="2133"/>
                  </a:cubicBezTo>
                  <a:cubicBezTo>
                    <a:pt x="2109" y="2017"/>
                    <a:pt x="2179" y="1924"/>
                    <a:pt x="2202" y="1878"/>
                  </a:cubicBezTo>
                  <a:cubicBezTo>
                    <a:pt x="2225" y="1808"/>
                    <a:pt x="2225" y="1391"/>
                    <a:pt x="2132" y="1159"/>
                  </a:cubicBezTo>
                  <a:cubicBezTo>
                    <a:pt x="2040" y="904"/>
                    <a:pt x="2109" y="603"/>
                    <a:pt x="2225" y="510"/>
                  </a:cubicBezTo>
                  <a:cubicBezTo>
                    <a:pt x="2248" y="487"/>
                    <a:pt x="2295" y="371"/>
                    <a:pt x="2341" y="209"/>
                  </a:cubicBezTo>
                  <a:cubicBezTo>
                    <a:pt x="2180" y="149"/>
                    <a:pt x="2002" y="89"/>
                    <a:pt x="1852" y="89"/>
                  </a:cubicBezTo>
                  <a:cubicBezTo>
                    <a:pt x="1829" y="89"/>
                    <a:pt x="1806" y="90"/>
                    <a:pt x="1785" y="93"/>
                  </a:cubicBezTo>
                  <a:cubicBezTo>
                    <a:pt x="1604" y="123"/>
                    <a:pt x="1414" y="183"/>
                    <a:pt x="1271" y="183"/>
                  </a:cubicBezTo>
                  <a:cubicBezTo>
                    <a:pt x="1194" y="183"/>
                    <a:pt x="1130" y="165"/>
                    <a:pt x="1089" y="116"/>
                  </a:cubicBezTo>
                  <a:cubicBezTo>
                    <a:pt x="1032" y="35"/>
                    <a:pt x="962" y="0"/>
                    <a:pt x="8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59"/>
            <p:cNvSpPr/>
            <p:nvPr/>
          </p:nvSpPr>
          <p:spPr>
            <a:xfrm>
              <a:off x="2917957" y="3364126"/>
              <a:ext cx="82021" cy="120332"/>
            </a:xfrm>
            <a:custGeom>
              <a:avLst/>
              <a:gdLst/>
              <a:ahLst/>
              <a:cxnLst/>
              <a:rect l="l" t="t" r="r" b="b"/>
              <a:pathLst>
                <a:path w="2689" h="3945" extrusionOk="0">
                  <a:moveTo>
                    <a:pt x="904" y="1"/>
                  </a:moveTo>
                  <a:cubicBezTo>
                    <a:pt x="835" y="140"/>
                    <a:pt x="765" y="233"/>
                    <a:pt x="696" y="256"/>
                  </a:cubicBezTo>
                  <a:cubicBezTo>
                    <a:pt x="557" y="349"/>
                    <a:pt x="371" y="557"/>
                    <a:pt x="510" y="627"/>
                  </a:cubicBezTo>
                  <a:cubicBezTo>
                    <a:pt x="649" y="719"/>
                    <a:pt x="673" y="905"/>
                    <a:pt x="418" y="928"/>
                  </a:cubicBezTo>
                  <a:cubicBezTo>
                    <a:pt x="163" y="951"/>
                    <a:pt x="163" y="1044"/>
                    <a:pt x="163" y="1183"/>
                  </a:cubicBezTo>
                  <a:cubicBezTo>
                    <a:pt x="186" y="1322"/>
                    <a:pt x="1" y="1392"/>
                    <a:pt x="116" y="1484"/>
                  </a:cubicBezTo>
                  <a:cubicBezTo>
                    <a:pt x="186" y="1554"/>
                    <a:pt x="371" y="1785"/>
                    <a:pt x="464" y="1925"/>
                  </a:cubicBezTo>
                  <a:cubicBezTo>
                    <a:pt x="504" y="1864"/>
                    <a:pt x="544" y="1804"/>
                    <a:pt x="630" y="1804"/>
                  </a:cubicBezTo>
                  <a:cubicBezTo>
                    <a:pt x="643" y="1804"/>
                    <a:pt x="657" y="1806"/>
                    <a:pt x="673" y="1809"/>
                  </a:cubicBezTo>
                  <a:cubicBezTo>
                    <a:pt x="904" y="1832"/>
                    <a:pt x="719" y="2179"/>
                    <a:pt x="904" y="2272"/>
                  </a:cubicBezTo>
                  <a:cubicBezTo>
                    <a:pt x="1090" y="2342"/>
                    <a:pt x="1090" y="2620"/>
                    <a:pt x="951" y="2712"/>
                  </a:cubicBezTo>
                  <a:cubicBezTo>
                    <a:pt x="812" y="2828"/>
                    <a:pt x="765" y="3361"/>
                    <a:pt x="1067" y="3686"/>
                  </a:cubicBezTo>
                  <a:cubicBezTo>
                    <a:pt x="1252" y="3885"/>
                    <a:pt x="1411" y="3945"/>
                    <a:pt x="1516" y="3945"/>
                  </a:cubicBezTo>
                  <a:cubicBezTo>
                    <a:pt x="1583" y="3945"/>
                    <a:pt x="1628" y="3921"/>
                    <a:pt x="1646" y="3894"/>
                  </a:cubicBezTo>
                  <a:cubicBezTo>
                    <a:pt x="1716" y="3802"/>
                    <a:pt x="1947" y="3894"/>
                    <a:pt x="2017" y="3755"/>
                  </a:cubicBezTo>
                  <a:cubicBezTo>
                    <a:pt x="2043" y="3702"/>
                    <a:pt x="2070" y="3693"/>
                    <a:pt x="2101" y="3693"/>
                  </a:cubicBezTo>
                  <a:cubicBezTo>
                    <a:pt x="2116" y="3693"/>
                    <a:pt x="2133" y="3695"/>
                    <a:pt x="2151" y="3695"/>
                  </a:cubicBezTo>
                  <a:cubicBezTo>
                    <a:pt x="2190" y="3695"/>
                    <a:pt x="2236" y="3685"/>
                    <a:pt x="2295" y="3616"/>
                  </a:cubicBezTo>
                  <a:cubicBezTo>
                    <a:pt x="2322" y="3589"/>
                    <a:pt x="2364" y="3580"/>
                    <a:pt x="2414" y="3580"/>
                  </a:cubicBezTo>
                  <a:cubicBezTo>
                    <a:pt x="2492" y="3580"/>
                    <a:pt x="2590" y="3602"/>
                    <a:pt x="2689" y="3616"/>
                  </a:cubicBezTo>
                  <a:cubicBezTo>
                    <a:pt x="2550" y="3431"/>
                    <a:pt x="2411" y="3130"/>
                    <a:pt x="2364" y="3014"/>
                  </a:cubicBezTo>
                  <a:cubicBezTo>
                    <a:pt x="2272" y="2805"/>
                    <a:pt x="1808" y="2527"/>
                    <a:pt x="1901" y="2434"/>
                  </a:cubicBezTo>
                  <a:cubicBezTo>
                    <a:pt x="1994" y="2342"/>
                    <a:pt x="1970" y="1994"/>
                    <a:pt x="2110" y="1971"/>
                  </a:cubicBezTo>
                  <a:cubicBezTo>
                    <a:pt x="2272" y="1948"/>
                    <a:pt x="2457" y="1878"/>
                    <a:pt x="2364" y="1716"/>
                  </a:cubicBezTo>
                  <a:cubicBezTo>
                    <a:pt x="2341" y="1646"/>
                    <a:pt x="2388" y="1507"/>
                    <a:pt x="2434" y="1368"/>
                  </a:cubicBezTo>
                  <a:cubicBezTo>
                    <a:pt x="2295" y="1345"/>
                    <a:pt x="2063" y="905"/>
                    <a:pt x="1924" y="905"/>
                  </a:cubicBezTo>
                  <a:cubicBezTo>
                    <a:pt x="1785" y="905"/>
                    <a:pt x="1623" y="789"/>
                    <a:pt x="1646" y="580"/>
                  </a:cubicBezTo>
                  <a:cubicBezTo>
                    <a:pt x="1692" y="372"/>
                    <a:pt x="1322" y="349"/>
                    <a:pt x="1113" y="117"/>
                  </a:cubicBezTo>
                  <a:cubicBezTo>
                    <a:pt x="1067" y="71"/>
                    <a:pt x="997" y="24"/>
                    <a:pt x="904"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8" name="Google Shape;8738;p59"/>
            <p:cNvSpPr/>
            <p:nvPr/>
          </p:nvSpPr>
          <p:spPr>
            <a:xfrm>
              <a:off x="3034596" y="3336360"/>
              <a:ext cx="52342" cy="61676"/>
            </a:xfrm>
            <a:custGeom>
              <a:avLst/>
              <a:gdLst/>
              <a:ahLst/>
              <a:cxnLst/>
              <a:rect l="l" t="t" r="r" b="b"/>
              <a:pathLst>
                <a:path w="1716" h="2022" extrusionOk="0">
                  <a:moveTo>
                    <a:pt x="325" y="0"/>
                  </a:moveTo>
                  <a:cubicBezTo>
                    <a:pt x="279" y="139"/>
                    <a:pt x="232" y="255"/>
                    <a:pt x="209" y="278"/>
                  </a:cubicBezTo>
                  <a:cubicBezTo>
                    <a:pt x="93" y="371"/>
                    <a:pt x="24" y="672"/>
                    <a:pt x="116" y="927"/>
                  </a:cubicBezTo>
                  <a:cubicBezTo>
                    <a:pt x="209" y="1159"/>
                    <a:pt x="209" y="1576"/>
                    <a:pt x="163" y="1646"/>
                  </a:cubicBezTo>
                  <a:cubicBezTo>
                    <a:pt x="163" y="1692"/>
                    <a:pt x="70" y="1785"/>
                    <a:pt x="0" y="1901"/>
                  </a:cubicBezTo>
                  <a:cubicBezTo>
                    <a:pt x="67" y="1967"/>
                    <a:pt x="169" y="2022"/>
                    <a:pt x="307" y="2022"/>
                  </a:cubicBezTo>
                  <a:cubicBezTo>
                    <a:pt x="361" y="2022"/>
                    <a:pt x="421" y="2013"/>
                    <a:pt x="487" y="1993"/>
                  </a:cubicBezTo>
                  <a:cubicBezTo>
                    <a:pt x="580" y="1967"/>
                    <a:pt x="657" y="1963"/>
                    <a:pt x="724" y="1963"/>
                  </a:cubicBezTo>
                  <a:cubicBezTo>
                    <a:pt x="750" y="1963"/>
                    <a:pt x="775" y="1964"/>
                    <a:pt x="798" y="1964"/>
                  </a:cubicBezTo>
                  <a:cubicBezTo>
                    <a:pt x="919" y="1964"/>
                    <a:pt x="997" y="1947"/>
                    <a:pt x="1067" y="1738"/>
                  </a:cubicBezTo>
                  <a:cubicBezTo>
                    <a:pt x="1159" y="1483"/>
                    <a:pt x="1484" y="1113"/>
                    <a:pt x="1715" y="881"/>
                  </a:cubicBezTo>
                  <a:cubicBezTo>
                    <a:pt x="1484" y="765"/>
                    <a:pt x="1136" y="209"/>
                    <a:pt x="788" y="139"/>
                  </a:cubicBezTo>
                  <a:cubicBezTo>
                    <a:pt x="626" y="116"/>
                    <a:pt x="464" y="47"/>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9" name="Google Shape;8739;p59"/>
            <p:cNvSpPr/>
            <p:nvPr/>
          </p:nvSpPr>
          <p:spPr>
            <a:xfrm>
              <a:off x="2526833" y="3037228"/>
              <a:ext cx="176274" cy="55606"/>
            </a:xfrm>
            <a:custGeom>
              <a:avLst/>
              <a:gdLst/>
              <a:ahLst/>
              <a:cxnLst/>
              <a:rect l="l" t="t" r="r" b="b"/>
              <a:pathLst>
                <a:path w="5779" h="1823" extrusionOk="0">
                  <a:moveTo>
                    <a:pt x="1585" y="0"/>
                  </a:moveTo>
                  <a:cubicBezTo>
                    <a:pt x="693" y="0"/>
                    <a:pt x="0" y="603"/>
                    <a:pt x="100" y="723"/>
                  </a:cubicBezTo>
                  <a:cubicBezTo>
                    <a:pt x="124" y="754"/>
                    <a:pt x="158" y="767"/>
                    <a:pt x="201" y="767"/>
                  </a:cubicBezTo>
                  <a:cubicBezTo>
                    <a:pt x="411" y="767"/>
                    <a:pt x="815" y="436"/>
                    <a:pt x="1027" y="282"/>
                  </a:cubicBezTo>
                  <a:cubicBezTo>
                    <a:pt x="1094" y="238"/>
                    <a:pt x="1157" y="220"/>
                    <a:pt x="1216" y="220"/>
                  </a:cubicBezTo>
                  <a:cubicBezTo>
                    <a:pt x="1404" y="220"/>
                    <a:pt x="1543" y="403"/>
                    <a:pt x="1560" y="491"/>
                  </a:cubicBezTo>
                  <a:cubicBezTo>
                    <a:pt x="1584" y="630"/>
                    <a:pt x="1931" y="699"/>
                    <a:pt x="2487" y="723"/>
                  </a:cubicBezTo>
                  <a:cubicBezTo>
                    <a:pt x="3044" y="746"/>
                    <a:pt x="3113" y="1209"/>
                    <a:pt x="3646" y="1325"/>
                  </a:cubicBezTo>
                  <a:cubicBezTo>
                    <a:pt x="4179" y="1441"/>
                    <a:pt x="3646" y="1650"/>
                    <a:pt x="3924" y="1765"/>
                  </a:cubicBezTo>
                  <a:cubicBezTo>
                    <a:pt x="4031" y="1804"/>
                    <a:pt x="4339" y="1823"/>
                    <a:pt x="4669" y="1823"/>
                  </a:cubicBezTo>
                  <a:cubicBezTo>
                    <a:pt x="5129" y="1823"/>
                    <a:pt x="5632" y="1787"/>
                    <a:pt x="5686" y="1719"/>
                  </a:cubicBezTo>
                  <a:cubicBezTo>
                    <a:pt x="5778" y="1603"/>
                    <a:pt x="5037" y="1117"/>
                    <a:pt x="4666" y="1117"/>
                  </a:cubicBezTo>
                  <a:cubicBezTo>
                    <a:pt x="4318" y="1117"/>
                    <a:pt x="3113" y="282"/>
                    <a:pt x="2024" y="50"/>
                  </a:cubicBezTo>
                  <a:cubicBezTo>
                    <a:pt x="1874" y="15"/>
                    <a:pt x="1727" y="0"/>
                    <a:pt x="15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59"/>
            <p:cNvSpPr/>
            <p:nvPr/>
          </p:nvSpPr>
          <p:spPr>
            <a:xfrm>
              <a:off x="2630570" y="3119370"/>
              <a:ext cx="37000" cy="11011"/>
            </a:xfrm>
            <a:custGeom>
              <a:avLst/>
              <a:gdLst/>
              <a:ahLst/>
              <a:cxnLst/>
              <a:rect l="l" t="t" r="r" b="b"/>
              <a:pathLst>
                <a:path w="1213" h="361" extrusionOk="0">
                  <a:moveTo>
                    <a:pt x="258" y="1"/>
                  </a:moveTo>
                  <a:cubicBezTo>
                    <a:pt x="103" y="1"/>
                    <a:pt x="1" y="27"/>
                    <a:pt x="37" y="92"/>
                  </a:cubicBezTo>
                  <a:cubicBezTo>
                    <a:pt x="103" y="208"/>
                    <a:pt x="598" y="360"/>
                    <a:pt x="907" y="360"/>
                  </a:cubicBezTo>
                  <a:cubicBezTo>
                    <a:pt x="1030" y="360"/>
                    <a:pt x="1123" y="337"/>
                    <a:pt x="1149" y="278"/>
                  </a:cubicBezTo>
                  <a:cubicBezTo>
                    <a:pt x="1213" y="134"/>
                    <a:pt x="604" y="1"/>
                    <a:pt x="2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59"/>
            <p:cNvSpPr/>
            <p:nvPr/>
          </p:nvSpPr>
          <p:spPr>
            <a:xfrm>
              <a:off x="2818552" y="3116655"/>
              <a:ext cx="32058" cy="12445"/>
            </a:xfrm>
            <a:custGeom>
              <a:avLst/>
              <a:gdLst/>
              <a:ahLst/>
              <a:cxnLst/>
              <a:rect l="l" t="t" r="r" b="b"/>
              <a:pathLst>
                <a:path w="1051" h="408" extrusionOk="0">
                  <a:moveTo>
                    <a:pt x="445" y="0"/>
                  </a:moveTo>
                  <a:cubicBezTo>
                    <a:pt x="205" y="0"/>
                    <a:pt x="1" y="67"/>
                    <a:pt x="108" y="227"/>
                  </a:cubicBezTo>
                  <a:cubicBezTo>
                    <a:pt x="193" y="360"/>
                    <a:pt x="349" y="408"/>
                    <a:pt x="506" y="408"/>
                  </a:cubicBezTo>
                  <a:cubicBezTo>
                    <a:pt x="732" y="408"/>
                    <a:pt x="961" y="310"/>
                    <a:pt x="988" y="227"/>
                  </a:cubicBezTo>
                  <a:cubicBezTo>
                    <a:pt x="1051" y="90"/>
                    <a:pt x="724" y="0"/>
                    <a:pt x="4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2" name="Google Shape;8742;p59"/>
            <p:cNvSpPr/>
            <p:nvPr/>
          </p:nvSpPr>
          <p:spPr>
            <a:xfrm>
              <a:off x="2919025" y="4378915"/>
              <a:ext cx="60059" cy="21321"/>
            </a:xfrm>
            <a:custGeom>
              <a:avLst/>
              <a:gdLst/>
              <a:ahLst/>
              <a:cxnLst/>
              <a:rect l="l" t="t" r="r" b="b"/>
              <a:pathLst>
                <a:path w="1969" h="699" extrusionOk="0">
                  <a:moveTo>
                    <a:pt x="859" y="1"/>
                  </a:moveTo>
                  <a:cubicBezTo>
                    <a:pt x="585" y="1"/>
                    <a:pt x="0" y="496"/>
                    <a:pt x="267" y="629"/>
                  </a:cubicBezTo>
                  <a:cubicBezTo>
                    <a:pt x="296" y="645"/>
                    <a:pt x="329" y="652"/>
                    <a:pt x="363" y="652"/>
                  </a:cubicBezTo>
                  <a:cubicBezTo>
                    <a:pt x="678" y="652"/>
                    <a:pt x="1143" y="45"/>
                    <a:pt x="893" y="4"/>
                  </a:cubicBezTo>
                  <a:cubicBezTo>
                    <a:pt x="882" y="2"/>
                    <a:pt x="871" y="1"/>
                    <a:pt x="859" y="1"/>
                  </a:cubicBezTo>
                  <a:close/>
                  <a:moveTo>
                    <a:pt x="1690" y="171"/>
                  </a:moveTo>
                  <a:cubicBezTo>
                    <a:pt x="1369" y="171"/>
                    <a:pt x="844" y="603"/>
                    <a:pt x="1008" y="676"/>
                  </a:cubicBezTo>
                  <a:cubicBezTo>
                    <a:pt x="1034" y="692"/>
                    <a:pt x="1071" y="699"/>
                    <a:pt x="1116" y="699"/>
                  </a:cubicBezTo>
                  <a:cubicBezTo>
                    <a:pt x="1395" y="699"/>
                    <a:pt x="1969" y="421"/>
                    <a:pt x="1889" y="282"/>
                  </a:cubicBezTo>
                  <a:cubicBezTo>
                    <a:pt x="1850" y="203"/>
                    <a:pt x="1777" y="171"/>
                    <a:pt x="1690" y="17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59"/>
            <p:cNvSpPr/>
            <p:nvPr/>
          </p:nvSpPr>
          <p:spPr>
            <a:xfrm>
              <a:off x="2408182" y="3407735"/>
              <a:ext cx="277969" cy="108772"/>
            </a:xfrm>
            <a:custGeom>
              <a:avLst/>
              <a:gdLst/>
              <a:ahLst/>
              <a:cxnLst/>
              <a:rect l="l" t="t" r="r" b="b"/>
              <a:pathLst>
                <a:path w="9113" h="3566" extrusionOk="0">
                  <a:moveTo>
                    <a:pt x="346" y="684"/>
                  </a:moveTo>
                  <a:cubicBezTo>
                    <a:pt x="304" y="684"/>
                    <a:pt x="259" y="715"/>
                    <a:pt x="213" y="789"/>
                  </a:cubicBezTo>
                  <a:cubicBezTo>
                    <a:pt x="0" y="1079"/>
                    <a:pt x="303" y="1384"/>
                    <a:pt x="463" y="1384"/>
                  </a:cubicBezTo>
                  <a:cubicBezTo>
                    <a:pt x="495" y="1384"/>
                    <a:pt x="522" y="1372"/>
                    <a:pt x="537" y="1345"/>
                  </a:cubicBezTo>
                  <a:cubicBezTo>
                    <a:pt x="630" y="1178"/>
                    <a:pt x="515" y="684"/>
                    <a:pt x="346" y="684"/>
                  </a:cubicBezTo>
                  <a:close/>
                  <a:moveTo>
                    <a:pt x="7003" y="1"/>
                  </a:moveTo>
                  <a:cubicBezTo>
                    <a:pt x="7003" y="24"/>
                    <a:pt x="7003" y="47"/>
                    <a:pt x="7003" y="70"/>
                  </a:cubicBezTo>
                  <a:cubicBezTo>
                    <a:pt x="7003" y="186"/>
                    <a:pt x="6818" y="256"/>
                    <a:pt x="6632" y="279"/>
                  </a:cubicBezTo>
                  <a:cubicBezTo>
                    <a:pt x="6424" y="279"/>
                    <a:pt x="6447" y="511"/>
                    <a:pt x="6447" y="673"/>
                  </a:cubicBezTo>
                  <a:cubicBezTo>
                    <a:pt x="6447" y="835"/>
                    <a:pt x="6262" y="835"/>
                    <a:pt x="6192" y="997"/>
                  </a:cubicBezTo>
                  <a:cubicBezTo>
                    <a:pt x="6123" y="1183"/>
                    <a:pt x="6215" y="1206"/>
                    <a:pt x="6053" y="1299"/>
                  </a:cubicBezTo>
                  <a:cubicBezTo>
                    <a:pt x="5891" y="1368"/>
                    <a:pt x="5844" y="1530"/>
                    <a:pt x="5937" y="1670"/>
                  </a:cubicBezTo>
                  <a:cubicBezTo>
                    <a:pt x="6030" y="1809"/>
                    <a:pt x="5914" y="1948"/>
                    <a:pt x="5891" y="2040"/>
                  </a:cubicBezTo>
                  <a:cubicBezTo>
                    <a:pt x="5868" y="2110"/>
                    <a:pt x="6030" y="2156"/>
                    <a:pt x="6215" y="2318"/>
                  </a:cubicBezTo>
                  <a:cubicBezTo>
                    <a:pt x="6259" y="2356"/>
                    <a:pt x="6293" y="2368"/>
                    <a:pt x="6320" y="2368"/>
                  </a:cubicBezTo>
                  <a:cubicBezTo>
                    <a:pt x="6370" y="2368"/>
                    <a:pt x="6398" y="2328"/>
                    <a:pt x="6426" y="2328"/>
                  </a:cubicBezTo>
                  <a:cubicBezTo>
                    <a:pt x="6440" y="2328"/>
                    <a:pt x="6454" y="2337"/>
                    <a:pt x="6470" y="2365"/>
                  </a:cubicBezTo>
                  <a:cubicBezTo>
                    <a:pt x="6540" y="2481"/>
                    <a:pt x="6424" y="2712"/>
                    <a:pt x="6238" y="2712"/>
                  </a:cubicBezTo>
                  <a:lnTo>
                    <a:pt x="6192" y="2712"/>
                  </a:lnTo>
                  <a:cubicBezTo>
                    <a:pt x="6285" y="2828"/>
                    <a:pt x="6331" y="2921"/>
                    <a:pt x="6285" y="2990"/>
                  </a:cubicBezTo>
                  <a:cubicBezTo>
                    <a:pt x="6215" y="3130"/>
                    <a:pt x="6123" y="3130"/>
                    <a:pt x="6285" y="3269"/>
                  </a:cubicBezTo>
                  <a:cubicBezTo>
                    <a:pt x="6340" y="3317"/>
                    <a:pt x="6386" y="3330"/>
                    <a:pt x="6429" y="3330"/>
                  </a:cubicBezTo>
                  <a:cubicBezTo>
                    <a:pt x="6483" y="3330"/>
                    <a:pt x="6529" y="3308"/>
                    <a:pt x="6576" y="3308"/>
                  </a:cubicBezTo>
                  <a:cubicBezTo>
                    <a:pt x="6616" y="3308"/>
                    <a:pt x="6657" y="3324"/>
                    <a:pt x="6702" y="3384"/>
                  </a:cubicBezTo>
                  <a:cubicBezTo>
                    <a:pt x="6778" y="3485"/>
                    <a:pt x="6846" y="3566"/>
                    <a:pt x="6916" y="3566"/>
                  </a:cubicBezTo>
                  <a:cubicBezTo>
                    <a:pt x="6974" y="3566"/>
                    <a:pt x="7032" y="3509"/>
                    <a:pt x="7096" y="3361"/>
                  </a:cubicBezTo>
                  <a:cubicBezTo>
                    <a:pt x="7235" y="3037"/>
                    <a:pt x="7351" y="2573"/>
                    <a:pt x="7583" y="2481"/>
                  </a:cubicBezTo>
                  <a:cubicBezTo>
                    <a:pt x="7837" y="2411"/>
                    <a:pt x="8371" y="2318"/>
                    <a:pt x="8672" y="1901"/>
                  </a:cubicBezTo>
                  <a:cubicBezTo>
                    <a:pt x="8973" y="1507"/>
                    <a:pt x="8811" y="1484"/>
                    <a:pt x="8973" y="1345"/>
                  </a:cubicBezTo>
                  <a:cubicBezTo>
                    <a:pt x="9112" y="1252"/>
                    <a:pt x="9019" y="1160"/>
                    <a:pt x="8834" y="951"/>
                  </a:cubicBezTo>
                  <a:cubicBezTo>
                    <a:pt x="8652" y="749"/>
                    <a:pt x="8523" y="618"/>
                    <a:pt x="8463" y="618"/>
                  </a:cubicBezTo>
                  <a:cubicBezTo>
                    <a:pt x="8454" y="618"/>
                    <a:pt x="8446" y="621"/>
                    <a:pt x="8440" y="627"/>
                  </a:cubicBezTo>
                  <a:cubicBezTo>
                    <a:pt x="8403" y="664"/>
                    <a:pt x="8326" y="688"/>
                    <a:pt x="8241" y="688"/>
                  </a:cubicBezTo>
                  <a:cubicBezTo>
                    <a:pt x="8167" y="688"/>
                    <a:pt x="8088" y="670"/>
                    <a:pt x="8023" y="627"/>
                  </a:cubicBezTo>
                  <a:cubicBezTo>
                    <a:pt x="7861" y="557"/>
                    <a:pt x="7791" y="395"/>
                    <a:pt x="7675" y="395"/>
                  </a:cubicBezTo>
                  <a:cubicBezTo>
                    <a:pt x="7559" y="395"/>
                    <a:pt x="7212" y="186"/>
                    <a:pt x="700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59"/>
            <p:cNvSpPr/>
            <p:nvPr/>
          </p:nvSpPr>
          <p:spPr>
            <a:xfrm>
              <a:off x="2728511" y="1520643"/>
              <a:ext cx="1020095" cy="760488"/>
            </a:xfrm>
            <a:custGeom>
              <a:avLst/>
              <a:gdLst/>
              <a:ahLst/>
              <a:cxnLst/>
              <a:rect l="l" t="t" r="r" b="b"/>
              <a:pathLst>
                <a:path w="33443" h="24932" extrusionOk="0">
                  <a:moveTo>
                    <a:pt x="10264" y="15628"/>
                  </a:moveTo>
                  <a:cubicBezTo>
                    <a:pt x="10106" y="15628"/>
                    <a:pt x="9977" y="15666"/>
                    <a:pt x="9943" y="15750"/>
                  </a:cubicBezTo>
                  <a:cubicBezTo>
                    <a:pt x="9920" y="15843"/>
                    <a:pt x="9665" y="16005"/>
                    <a:pt x="9873" y="16214"/>
                  </a:cubicBezTo>
                  <a:cubicBezTo>
                    <a:pt x="10082" y="16446"/>
                    <a:pt x="10221" y="16353"/>
                    <a:pt x="10476" y="16585"/>
                  </a:cubicBezTo>
                  <a:cubicBezTo>
                    <a:pt x="10546" y="16648"/>
                    <a:pt x="10660" y="16675"/>
                    <a:pt x="10787" y="16675"/>
                  </a:cubicBezTo>
                  <a:cubicBezTo>
                    <a:pt x="11078" y="16675"/>
                    <a:pt x="11433" y="16531"/>
                    <a:pt x="11449" y="16353"/>
                  </a:cubicBezTo>
                  <a:cubicBezTo>
                    <a:pt x="11472" y="16098"/>
                    <a:pt x="11171" y="16260"/>
                    <a:pt x="11009" y="15936"/>
                  </a:cubicBezTo>
                  <a:cubicBezTo>
                    <a:pt x="10906" y="15744"/>
                    <a:pt x="10540" y="15628"/>
                    <a:pt x="10264" y="15628"/>
                  </a:cubicBezTo>
                  <a:close/>
                  <a:moveTo>
                    <a:pt x="23003" y="0"/>
                  </a:moveTo>
                  <a:cubicBezTo>
                    <a:pt x="22866" y="0"/>
                    <a:pt x="22729" y="5"/>
                    <a:pt x="22596" y="14"/>
                  </a:cubicBezTo>
                  <a:cubicBezTo>
                    <a:pt x="21948" y="61"/>
                    <a:pt x="20627" y="38"/>
                    <a:pt x="20325" y="84"/>
                  </a:cubicBezTo>
                  <a:cubicBezTo>
                    <a:pt x="20030" y="105"/>
                    <a:pt x="19850" y="203"/>
                    <a:pt x="19610" y="203"/>
                  </a:cubicBezTo>
                  <a:cubicBezTo>
                    <a:pt x="19587" y="203"/>
                    <a:pt x="19562" y="202"/>
                    <a:pt x="19537" y="200"/>
                  </a:cubicBezTo>
                  <a:cubicBezTo>
                    <a:pt x="19259" y="200"/>
                    <a:pt x="18842" y="293"/>
                    <a:pt x="19004" y="455"/>
                  </a:cubicBezTo>
                  <a:cubicBezTo>
                    <a:pt x="19203" y="668"/>
                    <a:pt x="18949" y="802"/>
                    <a:pt x="18766" y="802"/>
                  </a:cubicBezTo>
                  <a:cubicBezTo>
                    <a:pt x="18671" y="802"/>
                    <a:pt x="18594" y="766"/>
                    <a:pt x="18610" y="686"/>
                  </a:cubicBezTo>
                  <a:cubicBezTo>
                    <a:pt x="18656" y="518"/>
                    <a:pt x="18368" y="410"/>
                    <a:pt x="18107" y="410"/>
                  </a:cubicBezTo>
                  <a:cubicBezTo>
                    <a:pt x="17973" y="410"/>
                    <a:pt x="17847" y="438"/>
                    <a:pt x="17776" y="501"/>
                  </a:cubicBezTo>
                  <a:cubicBezTo>
                    <a:pt x="17727" y="545"/>
                    <a:pt x="17640" y="561"/>
                    <a:pt x="17531" y="561"/>
                  </a:cubicBezTo>
                  <a:cubicBezTo>
                    <a:pt x="17234" y="561"/>
                    <a:pt x="16777" y="441"/>
                    <a:pt x="16503" y="441"/>
                  </a:cubicBezTo>
                  <a:cubicBezTo>
                    <a:pt x="16403" y="441"/>
                    <a:pt x="16327" y="457"/>
                    <a:pt x="16293" y="501"/>
                  </a:cubicBezTo>
                  <a:cubicBezTo>
                    <a:pt x="16131" y="710"/>
                    <a:pt x="14856" y="640"/>
                    <a:pt x="14485" y="710"/>
                  </a:cubicBezTo>
                  <a:cubicBezTo>
                    <a:pt x="14114" y="779"/>
                    <a:pt x="15064" y="1057"/>
                    <a:pt x="15041" y="1220"/>
                  </a:cubicBezTo>
                  <a:cubicBezTo>
                    <a:pt x="14995" y="1382"/>
                    <a:pt x="13813" y="1220"/>
                    <a:pt x="14068" y="1498"/>
                  </a:cubicBezTo>
                  <a:cubicBezTo>
                    <a:pt x="14300" y="1799"/>
                    <a:pt x="15088" y="2007"/>
                    <a:pt x="15458" y="2378"/>
                  </a:cubicBezTo>
                  <a:cubicBezTo>
                    <a:pt x="15596" y="2516"/>
                    <a:pt x="15590" y="2571"/>
                    <a:pt x="15507" y="2571"/>
                  </a:cubicBezTo>
                  <a:cubicBezTo>
                    <a:pt x="15365" y="2571"/>
                    <a:pt x="15002" y="2414"/>
                    <a:pt x="14740" y="2239"/>
                  </a:cubicBezTo>
                  <a:cubicBezTo>
                    <a:pt x="14323" y="1961"/>
                    <a:pt x="13790" y="2054"/>
                    <a:pt x="13535" y="1799"/>
                  </a:cubicBezTo>
                  <a:cubicBezTo>
                    <a:pt x="13342" y="1588"/>
                    <a:pt x="12737" y="1418"/>
                    <a:pt x="12344" y="1418"/>
                  </a:cubicBezTo>
                  <a:cubicBezTo>
                    <a:pt x="12218" y="1418"/>
                    <a:pt x="12114" y="1435"/>
                    <a:pt x="12052" y="1474"/>
                  </a:cubicBezTo>
                  <a:cubicBezTo>
                    <a:pt x="11774" y="1660"/>
                    <a:pt x="12724" y="2007"/>
                    <a:pt x="12724" y="2216"/>
                  </a:cubicBezTo>
                  <a:cubicBezTo>
                    <a:pt x="12724" y="2280"/>
                    <a:pt x="12662" y="2301"/>
                    <a:pt x="12574" y="2301"/>
                  </a:cubicBezTo>
                  <a:cubicBezTo>
                    <a:pt x="12422" y="2301"/>
                    <a:pt x="12192" y="2241"/>
                    <a:pt x="12055" y="2241"/>
                  </a:cubicBezTo>
                  <a:cubicBezTo>
                    <a:pt x="12012" y="2241"/>
                    <a:pt x="11978" y="2247"/>
                    <a:pt x="11959" y="2262"/>
                  </a:cubicBezTo>
                  <a:cubicBezTo>
                    <a:pt x="11953" y="2266"/>
                    <a:pt x="11946" y="2268"/>
                    <a:pt x="11937" y="2268"/>
                  </a:cubicBezTo>
                  <a:cubicBezTo>
                    <a:pt x="11785" y="2268"/>
                    <a:pt x="11270" y="1706"/>
                    <a:pt x="10962" y="1706"/>
                  </a:cubicBezTo>
                  <a:cubicBezTo>
                    <a:pt x="10638" y="1706"/>
                    <a:pt x="10916" y="1984"/>
                    <a:pt x="10916" y="2401"/>
                  </a:cubicBezTo>
                  <a:cubicBezTo>
                    <a:pt x="10916" y="2680"/>
                    <a:pt x="10603" y="2889"/>
                    <a:pt x="10477" y="2889"/>
                  </a:cubicBezTo>
                  <a:cubicBezTo>
                    <a:pt x="10425" y="2889"/>
                    <a:pt x="10405" y="2854"/>
                    <a:pt x="10453" y="2772"/>
                  </a:cubicBezTo>
                  <a:cubicBezTo>
                    <a:pt x="10638" y="2494"/>
                    <a:pt x="10522" y="1776"/>
                    <a:pt x="10175" y="1660"/>
                  </a:cubicBezTo>
                  <a:cubicBezTo>
                    <a:pt x="10125" y="1640"/>
                    <a:pt x="10064" y="1631"/>
                    <a:pt x="9996" y="1631"/>
                  </a:cubicBezTo>
                  <a:cubicBezTo>
                    <a:pt x="9602" y="1631"/>
                    <a:pt x="8946" y="1916"/>
                    <a:pt x="8545" y="1916"/>
                  </a:cubicBezTo>
                  <a:cubicBezTo>
                    <a:pt x="8531" y="1916"/>
                    <a:pt x="8519" y="1915"/>
                    <a:pt x="8506" y="1915"/>
                  </a:cubicBezTo>
                  <a:cubicBezTo>
                    <a:pt x="8478" y="1913"/>
                    <a:pt x="8449" y="1913"/>
                    <a:pt x="8420" y="1913"/>
                  </a:cubicBezTo>
                  <a:cubicBezTo>
                    <a:pt x="7993" y="1913"/>
                    <a:pt x="7488" y="2067"/>
                    <a:pt x="7857" y="2262"/>
                  </a:cubicBezTo>
                  <a:cubicBezTo>
                    <a:pt x="8088" y="2407"/>
                    <a:pt x="8022" y="2515"/>
                    <a:pt x="7857" y="2515"/>
                  </a:cubicBezTo>
                  <a:cubicBezTo>
                    <a:pt x="7756" y="2515"/>
                    <a:pt x="7618" y="2475"/>
                    <a:pt x="7486" y="2378"/>
                  </a:cubicBezTo>
                  <a:cubicBezTo>
                    <a:pt x="7381" y="2308"/>
                    <a:pt x="7206" y="2280"/>
                    <a:pt x="7019" y="2280"/>
                  </a:cubicBezTo>
                  <a:cubicBezTo>
                    <a:pt x="6588" y="2280"/>
                    <a:pt x="6096" y="2427"/>
                    <a:pt x="6258" y="2541"/>
                  </a:cubicBezTo>
                  <a:cubicBezTo>
                    <a:pt x="6490" y="2703"/>
                    <a:pt x="6559" y="3166"/>
                    <a:pt x="6420" y="3375"/>
                  </a:cubicBezTo>
                  <a:cubicBezTo>
                    <a:pt x="6393" y="3411"/>
                    <a:pt x="6355" y="3425"/>
                    <a:pt x="6306" y="3425"/>
                  </a:cubicBezTo>
                  <a:cubicBezTo>
                    <a:pt x="6117" y="3425"/>
                    <a:pt x="5784" y="3209"/>
                    <a:pt x="5452" y="3209"/>
                  </a:cubicBezTo>
                  <a:cubicBezTo>
                    <a:pt x="5427" y="3209"/>
                    <a:pt x="5402" y="3210"/>
                    <a:pt x="5377" y="3213"/>
                  </a:cubicBezTo>
                  <a:cubicBezTo>
                    <a:pt x="4937" y="3236"/>
                    <a:pt x="2782" y="4279"/>
                    <a:pt x="2898" y="4557"/>
                  </a:cubicBezTo>
                  <a:cubicBezTo>
                    <a:pt x="2967" y="4684"/>
                    <a:pt x="3234" y="4696"/>
                    <a:pt x="3517" y="4696"/>
                  </a:cubicBezTo>
                  <a:cubicBezTo>
                    <a:pt x="3581" y="4696"/>
                    <a:pt x="3644" y="4695"/>
                    <a:pt x="3707" y="4695"/>
                  </a:cubicBezTo>
                  <a:cubicBezTo>
                    <a:pt x="3927" y="4695"/>
                    <a:pt x="4134" y="4702"/>
                    <a:pt x="4242" y="4765"/>
                  </a:cubicBezTo>
                  <a:cubicBezTo>
                    <a:pt x="4543" y="4928"/>
                    <a:pt x="4149" y="5507"/>
                    <a:pt x="3801" y="5762"/>
                  </a:cubicBezTo>
                  <a:cubicBezTo>
                    <a:pt x="3431" y="5994"/>
                    <a:pt x="2110" y="5785"/>
                    <a:pt x="2086" y="6063"/>
                  </a:cubicBezTo>
                  <a:cubicBezTo>
                    <a:pt x="2040" y="6364"/>
                    <a:pt x="1" y="6411"/>
                    <a:pt x="1" y="6874"/>
                  </a:cubicBezTo>
                  <a:cubicBezTo>
                    <a:pt x="1" y="7060"/>
                    <a:pt x="93" y="7222"/>
                    <a:pt x="325" y="7268"/>
                  </a:cubicBezTo>
                  <a:cubicBezTo>
                    <a:pt x="603" y="7338"/>
                    <a:pt x="974" y="7245"/>
                    <a:pt x="1229" y="7523"/>
                  </a:cubicBezTo>
                  <a:cubicBezTo>
                    <a:pt x="1374" y="7694"/>
                    <a:pt x="1669" y="7776"/>
                    <a:pt x="1990" y="7776"/>
                  </a:cubicBezTo>
                  <a:cubicBezTo>
                    <a:pt x="2233" y="7776"/>
                    <a:pt x="2492" y="7729"/>
                    <a:pt x="2712" y="7639"/>
                  </a:cubicBezTo>
                  <a:cubicBezTo>
                    <a:pt x="2840" y="7593"/>
                    <a:pt x="2957" y="7572"/>
                    <a:pt x="3061" y="7572"/>
                  </a:cubicBezTo>
                  <a:cubicBezTo>
                    <a:pt x="3374" y="7572"/>
                    <a:pt x="3570" y="7755"/>
                    <a:pt x="3570" y="7963"/>
                  </a:cubicBezTo>
                  <a:cubicBezTo>
                    <a:pt x="3563" y="8050"/>
                    <a:pt x="3467" y="8077"/>
                    <a:pt x="3325" y="8077"/>
                  </a:cubicBezTo>
                  <a:cubicBezTo>
                    <a:pt x="3080" y="8077"/>
                    <a:pt x="2697" y="7995"/>
                    <a:pt x="2403" y="7995"/>
                  </a:cubicBezTo>
                  <a:cubicBezTo>
                    <a:pt x="2274" y="7995"/>
                    <a:pt x="2162" y="8011"/>
                    <a:pt x="2086" y="8056"/>
                  </a:cubicBezTo>
                  <a:cubicBezTo>
                    <a:pt x="1762" y="8265"/>
                    <a:pt x="696" y="8103"/>
                    <a:pt x="765" y="8334"/>
                  </a:cubicBezTo>
                  <a:cubicBezTo>
                    <a:pt x="812" y="8543"/>
                    <a:pt x="1322" y="8497"/>
                    <a:pt x="1739" y="8589"/>
                  </a:cubicBezTo>
                  <a:cubicBezTo>
                    <a:pt x="2156" y="8659"/>
                    <a:pt x="1762" y="8844"/>
                    <a:pt x="1762" y="9030"/>
                  </a:cubicBezTo>
                  <a:cubicBezTo>
                    <a:pt x="1739" y="9192"/>
                    <a:pt x="1971" y="9169"/>
                    <a:pt x="2411" y="9377"/>
                  </a:cubicBezTo>
                  <a:cubicBezTo>
                    <a:pt x="2668" y="9506"/>
                    <a:pt x="3030" y="9608"/>
                    <a:pt x="3216" y="9608"/>
                  </a:cubicBezTo>
                  <a:cubicBezTo>
                    <a:pt x="3333" y="9608"/>
                    <a:pt x="3381" y="9568"/>
                    <a:pt x="3292" y="9470"/>
                  </a:cubicBezTo>
                  <a:cubicBezTo>
                    <a:pt x="3168" y="9347"/>
                    <a:pt x="3301" y="9296"/>
                    <a:pt x="3469" y="9296"/>
                  </a:cubicBezTo>
                  <a:cubicBezTo>
                    <a:pt x="3617" y="9296"/>
                    <a:pt x="3793" y="9335"/>
                    <a:pt x="3848" y="9400"/>
                  </a:cubicBezTo>
                  <a:cubicBezTo>
                    <a:pt x="3869" y="9430"/>
                    <a:pt x="3897" y="9442"/>
                    <a:pt x="3929" y="9442"/>
                  </a:cubicBezTo>
                  <a:cubicBezTo>
                    <a:pt x="4054" y="9442"/>
                    <a:pt x="4254" y="9269"/>
                    <a:pt x="4463" y="9269"/>
                  </a:cubicBezTo>
                  <a:cubicBezTo>
                    <a:pt x="4497" y="9269"/>
                    <a:pt x="4532" y="9274"/>
                    <a:pt x="4566" y="9284"/>
                  </a:cubicBezTo>
                  <a:cubicBezTo>
                    <a:pt x="4592" y="9291"/>
                    <a:pt x="4617" y="9293"/>
                    <a:pt x="4641" y="9293"/>
                  </a:cubicBezTo>
                  <a:cubicBezTo>
                    <a:pt x="4839" y="9293"/>
                    <a:pt x="4954" y="9104"/>
                    <a:pt x="5110" y="9104"/>
                  </a:cubicBezTo>
                  <a:cubicBezTo>
                    <a:pt x="5150" y="9104"/>
                    <a:pt x="5192" y="9116"/>
                    <a:pt x="5238" y="9145"/>
                  </a:cubicBezTo>
                  <a:cubicBezTo>
                    <a:pt x="5470" y="9308"/>
                    <a:pt x="6606" y="9400"/>
                    <a:pt x="7000" y="9609"/>
                  </a:cubicBezTo>
                  <a:cubicBezTo>
                    <a:pt x="7370" y="9818"/>
                    <a:pt x="7903" y="9864"/>
                    <a:pt x="7857" y="10188"/>
                  </a:cubicBezTo>
                  <a:cubicBezTo>
                    <a:pt x="7811" y="10490"/>
                    <a:pt x="8181" y="10721"/>
                    <a:pt x="8622" y="10907"/>
                  </a:cubicBezTo>
                  <a:cubicBezTo>
                    <a:pt x="9062" y="11092"/>
                    <a:pt x="9132" y="11532"/>
                    <a:pt x="9132" y="11787"/>
                  </a:cubicBezTo>
                  <a:cubicBezTo>
                    <a:pt x="9108" y="12065"/>
                    <a:pt x="9595" y="12274"/>
                    <a:pt x="9502" y="12390"/>
                  </a:cubicBezTo>
                  <a:cubicBezTo>
                    <a:pt x="9433" y="12529"/>
                    <a:pt x="9502" y="12691"/>
                    <a:pt x="9781" y="12969"/>
                  </a:cubicBezTo>
                  <a:cubicBezTo>
                    <a:pt x="10082" y="13224"/>
                    <a:pt x="9340" y="13410"/>
                    <a:pt x="9502" y="13641"/>
                  </a:cubicBezTo>
                  <a:cubicBezTo>
                    <a:pt x="9688" y="13873"/>
                    <a:pt x="9248" y="14290"/>
                    <a:pt x="9781" y="14383"/>
                  </a:cubicBezTo>
                  <a:cubicBezTo>
                    <a:pt x="9820" y="14388"/>
                    <a:pt x="9855" y="14391"/>
                    <a:pt x="9888" y="14391"/>
                  </a:cubicBezTo>
                  <a:cubicBezTo>
                    <a:pt x="10279" y="14391"/>
                    <a:pt x="10228" y="14035"/>
                    <a:pt x="10592" y="14035"/>
                  </a:cubicBezTo>
                  <a:cubicBezTo>
                    <a:pt x="10986" y="14035"/>
                    <a:pt x="10569" y="14360"/>
                    <a:pt x="10777" y="14568"/>
                  </a:cubicBezTo>
                  <a:cubicBezTo>
                    <a:pt x="10986" y="14777"/>
                    <a:pt x="11426" y="14731"/>
                    <a:pt x="11843" y="15078"/>
                  </a:cubicBezTo>
                  <a:cubicBezTo>
                    <a:pt x="12099" y="15304"/>
                    <a:pt x="12081" y="15451"/>
                    <a:pt x="11936" y="15451"/>
                  </a:cubicBezTo>
                  <a:cubicBezTo>
                    <a:pt x="11858" y="15451"/>
                    <a:pt x="11742" y="15408"/>
                    <a:pt x="11611" y="15310"/>
                  </a:cubicBezTo>
                  <a:cubicBezTo>
                    <a:pt x="11414" y="15162"/>
                    <a:pt x="11013" y="15112"/>
                    <a:pt x="10681" y="15112"/>
                  </a:cubicBezTo>
                  <a:cubicBezTo>
                    <a:pt x="10390" y="15112"/>
                    <a:pt x="10151" y="15151"/>
                    <a:pt x="10151" y="15194"/>
                  </a:cubicBezTo>
                  <a:cubicBezTo>
                    <a:pt x="10151" y="15281"/>
                    <a:pt x="11207" y="15875"/>
                    <a:pt x="11570" y="15875"/>
                  </a:cubicBezTo>
                  <a:cubicBezTo>
                    <a:pt x="11595" y="15875"/>
                    <a:pt x="11617" y="15872"/>
                    <a:pt x="11635" y="15866"/>
                  </a:cubicBezTo>
                  <a:cubicBezTo>
                    <a:pt x="11656" y="15858"/>
                    <a:pt x="11679" y="15855"/>
                    <a:pt x="11702" y="15855"/>
                  </a:cubicBezTo>
                  <a:cubicBezTo>
                    <a:pt x="11949" y="15855"/>
                    <a:pt x="12246" y="16274"/>
                    <a:pt x="12098" y="16422"/>
                  </a:cubicBezTo>
                  <a:cubicBezTo>
                    <a:pt x="11936" y="16585"/>
                    <a:pt x="12029" y="17002"/>
                    <a:pt x="12005" y="17187"/>
                  </a:cubicBezTo>
                  <a:cubicBezTo>
                    <a:pt x="11989" y="17260"/>
                    <a:pt x="11931" y="17282"/>
                    <a:pt x="11852" y="17282"/>
                  </a:cubicBezTo>
                  <a:cubicBezTo>
                    <a:pt x="11727" y="17282"/>
                    <a:pt x="11548" y="17227"/>
                    <a:pt x="11395" y="17227"/>
                  </a:cubicBezTo>
                  <a:cubicBezTo>
                    <a:pt x="11366" y="17227"/>
                    <a:pt x="11337" y="17229"/>
                    <a:pt x="11310" y="17234"/>
                  </a:cubicBezTo>
                  <a:cubicBezTo>
                    <a:pt x="11055" y="17257"/>
                    <a:pt x="10870" y="17326"/>
                    <a:pt x="10870" y="17604"/>
                  </a:cubicBezTo>
                  <a:cubicBezTo>
                    <a:pt x="10870" y="17882"/>
                    <a:pt x="10453" y="18091"/>
                    <a:pt x="10406" y="18415"/>
                  </a:cubicBezTo>
                  <a:cubicBezTo>
                    <a:pt x="10360" y="18763"/>
                    <a:pt x="10731" y="18740"/>
                    <a:pt x="10939" y="18879"/>
                  </a:cubicBezTo>
                  <a:cubicBezTo>
                    <a:pt x="11148" y="19041"/>
                    <a:pt x="10569" y="19134"/>
                    <a:pt x="10522" y="19366"/>
                  </a:cubicBezTo>
                  <a:cubicBezTo>
                    <a:pt x="10499" y="19621"/>
                    <a:pt x="11078" y="20061"/>
                    <a:pt x="11287" y="20154"/>
                  </a:cubicBezTo>
                  <a:cubicBezTo>
                    <a:pt x="11496" y="20269"/>
                    <a:pt x="11310" y="20826"/>
                    <a:pt x="11380" y="21104"/>
                  </a:cubicBezTo>
                  <a:cubicBezTo>
                    <a:pt x="11404" y="21203"/>
                    <a:pt x="11456" y="21223"/>
                    <a:pt x="11510" y="21223"/>
                  </a:cubicBezTo>
                  <a:cubicBezTo>
                    <a:pt x="11546" y="21223"/>
                    <a:pt x="11584" y="21214"/>
                    <a:pt x="11616" y="21214"/>
                  </a:cubicBezTo>
                  <a:cubicBezTo>
                    <a:pt x="11673" y="21214"/>
                    <a:pt x="11714" y="21240"/>
                    <a:pt x="11704" y="21382"/>
                  </a:cubicBezTo>
                  <a:cubicBezTo>
                    <a:pt x="11681" y="21753"/>
                    <a:pt x="11959" y="21730"/>
                    <a:pt x="11982" y="21938"/>
                  </a:cubicBezTo>
                  <a:cubicBezTo>
                    <a:pt x="12005" y="22147"/>
                    <a:pt x="12492" y="22124"/>
                    <a:pt x="12399" y="22402"/>
                  </a:cubicBezTo>
                  <a:cubicBezTo>
                    <a:pt x="12307" y="22703"/>
                    <a:pt x="12538" y="22911"/>
                    <a:pt x="12654" y="23074"/>
                  </a:cubicBezTo>
                  <a:cubicBezTo>
                    <a:pt x="12770" y="23236"/>
                    <a:pt x="13187" y="23514"/>
                    <a:pt x="13257" y="23723"/>
                  </a:cubicBezTo>
                  <a:cubicBezTo>
                    <a:pt x="13337" y="23903"/>
                    <a:pt x="13521" y="24135"/>
                    <a:pt x="13764" y="24135"/>
                  </a:cubicBezTo>
                  <a:cubicBezTo>
                    <a:pt x="13802" y="24135"/>
                    <a:pt x="13842" y="24129"/>
                    <a:pt x="13883" y="24117"/>
                  </a:cubicBezTo>
                  <a:cubicBezTo>
                    <a:pt x="13914" y="24109"/>
                    <a:pt x="13942" y="24105"/>
                    <a:pt x="13967" y="24105"/>
                  </a:cubicBezTo>
                  <a:cubicBezTo>
                    <a:pt x="14151" y="24105"/>
                    <a:pt x="14201" y="24284"/>
                    <a:pt x="14365" y="24284"/>
                  </a:cubicBezTo>
                  <a:cubicBezTo>
                    <a:pt x="14381" y="24284"/>
                    <a:pt x="14398" y="24282"/>
                    <a:pt x="14416" y="24279"/>
                  </a:cubicBezTo>
                  <a:cubicBezTo>
                    <a:pt x="14435" y="24277"/>
                    <a:pt x="14456" y="24276"/>
                    <a:pt x="14477" y="24276"/>
                  </a:cubicBezTo>
                  <a:cubicBezTo>
                    <a:pt x="14705" y="24276"/>
                    <a:pt x="15001" y="24387"/>
                    <a:pt x="15064" y="24557"/>
                  </a:cubicBezTo>
                  <a:cubicBezTo>
                    <a:pt x="15134" y="24742"/>
                    <a:pt x="15829" y="24905"/>
                    <a:pt x="16015" y="24928"/>
                  </a:cubicBezTo>
                  <a:cubicBezTo>
                    <a:pt x="16026" y="24930"/>
                    <a:pt x="16036" y="24932"/>
                    <a:pt x="16046" y="24932"/>
                  </a:cubicBezTo>
                  <a:cubicBezTo>
                    <a:pt x="16206" y="24932"/>
                    <a:pt x="16256" y="24598"/>
                    <a:pt x="16409" y="24511"/>
                  </a:cubicBezTo>
                  <a:cubicBezTo>
                    <a:pt x="16594" y="24418"/>
                    <a:pt x="16525" y="23699"/>
                    <a:pt x="16687" y="23653"/>
                  </a:cubicBezTo>
                  <a:cubicBezTo>
                    <a:pt x="16849" y="23607"/>
                    <a:pt x="16803" y="22865"/>
                    <a:pt x="16640" y="22796"/>
                  </a:cubicBezTo>
                  <a:cubicBezTo>
                    <a:pt x="16492" y="22732"/>
                    <a:pt x="16538" y="22512"/>
                    <a:pt x="16833" y="22512"/>
                  </a:cubicBezTo>
                  <a:cubicBezTo>
                    <a:pt x="16859" y="22512"/>
                    <a:pt x="16888" y="22514"/>
                    <a:pt x="16919" y="22517"/>
                  </a:cubicBezTo>
                  <a:cubicBezTo>
                    <a:pt x="16940" y="22520"/>
                    <a:pt x="16960" y="22521"/>
                    <a:pt x="16979" y="22521"/>
                  </a:cubicBezTo>
                  <a:cubicBezTo>
                    <a:pt x="17274" y="22521"/>
                    <a:pt x="17161" y="22190"/>
                    <a:pt x="17336" y="22147"/>
                  </a:cubicBezTo>
                  <a:cubicBezTo>
                    <a:pt x="17521" y="22100"/>
                    <a:pt x="17428" y="21753"/>
                    <a:pt x="17567" y="21730"/>
                  </a:cubicBezTo>
                  <a:cubicBezTo>
                    <a:pt x="17683" y="21706"/>
                    <a:pt x="17683" y="21475"/>
                    <a:pt x="17591" y="21336"/>
                  </a:cubicBezTo>
                  <a:cubicBezTo>
                    <a:pt x="17475" y="21220"/>
                    <a:pt x="17591" y="21127"/>
                    <a:pt x="17799" y="21081"/>
                  </a:cubicBezTo>
                  <a:cubicBezTo>
                    <a:pt x="17985" y="21057"/>
                    <a:pt x="17938" y="20779"/>
                    <a:pt x="17683" y="20687"/>
                  </a:cubicBezTo>
                  <a:cubicBezTo>
                    <a:pt x="17486" y="20615"/>
                    <a:pt x="17483" y="20419"/>
                    <a:pt x="17609" y="20419"/>
                  </a:cubicBezTo>
                  <a:cubicBezTo>
                    <a:pt x="17646" y="20419"/>
                    <a:pt x="17695" y="20436"/>
                    <a:pt x="17753" y="20478"/>
                  </a:cubicBezTo>
                  <a:cubicBezTo>
                    <a:pt x="17838" y="20532"/>
                    <a:pt x="17918" y="20555"/>
                    <a:pt x="17981" y="20555"/>
                  </a:cubicBezTo>
                  <a:cubicBezTo>
                    <a:pt x="18108" y="20555"/>
                    <a:pt x="18170" y="20463"/>
                    <a:pt x="18077" y="20339"/>
                  </a:cubicBezTo>
                  <a:cubicBezTo>
                    <a:pt x="17915" y="20130"/>
                    <a:pt x="18239" y="20038"/>
                    <a:pt x="18587" y="20015"/>
                  </a:cubicBezTo>
                  <a:cubicBezTo>
                    <a:pt x="18912" y="19968"/>
                    <a:pt x="19097" y="19783"/>
                    <a:pt x="19027" y="19528"/>
                  </a:cubicBezTo>
                  <a:cubicBezTo>
                    <a:pt x="19005" y="19403"/>
                    <a:pt x="19098" y="19345"/>
                    <a:pt x="19186" y="19345"/>
                  </a:cubicBezTo>
                  <a:cubicBezTo>
                    <a:pt x="19278" y="19345"/>
                    <a:pt x="19365" y="19409"/>
                    <a:pt x="19306" y="19528"/>
                  </a:cubicBezTo>
                  <a:cubicBezTo>
                    <a:pt x="19217" y="19687"/>
                    <a:pt x="19237" y="19861"/>
                    <a:pt x="19324" y="19861"/>
                  </a:cubicBezTo>
                  <a:cubicBezTo>
                    <a:pt x="19350" y="19861"/>
                    <a:pt x="19383" y="19844"/>
                    <a:pt x="19421" y="19806"/>
                  </a:cubicBezTo>
                  <a:cubicBezTo>
                    <a:pt x="19584" y="19644"/>
                    <a:pt x="19885" y="19760"/>
                    <a:pt x="20441" y="19597"/>
                  </a:cubicBezTo>
                  <a:cubicBezTo>
                    <a:pt x="20997" y="19435"/>
                    <a:pt x="21530" y="18995"/>
                    <a:pt x="21646" y="18555"/>
                  </a:cubicBezTo>
                  <a:cubicBezTo>
                    <a:pt x="21785" y="18114"/>
                    <a:pt x="22411" y="18161"/>
                    <a:pt x="22318" y="17882"/>
                  </a:cubicBezTo>
                  <a:cubicBezTo>
                    <a:pt x="22273" y="17686"/>
                    <a:pt x="22336" y="17568"/>
                    <a:pt x="22502" y="17568"/>
                  </a:cubicBezTo>
                  <a:cubicBezTo>
                    <a:pt x="22590" y="17568"/>
                    <a:pt x="22706" y="17601"/>
                    <a:pt x="22851" y="17674"/>
                  </a:cubicBezTo>
                  <a:cubicBezTo>
                    <a:pt x="22939" y="17715"/>
                    <a:pt x="22991" y="17731"/>
                    <a:pt x="23024" y="17731"/>
                  </a:cubicBezTo>
                  <a:cubicBezTo>
                    <a:pt x="23140" y="17731"/>
                    <a:pt x="23024" y="17535"/>
                    <a:pt x="23384" y="17535"/>
                  </a:cubicBezTo>
                  <a:cubicBezTo>
                    <a:pt x="23825" y="17535"/>
                    <a:pt x="23755" y="17373"/>
                    <a:pt x="24196" y="17349"/>
                  </a:cubicBezTo>
                  <a:cubicBezTo>
                    <a:pt x="24613" y="17349"/>
                    <a:pt x="25748" y="17141"/>
                    <a:pt x="26142" y="16816"/>
                  </a:cubicBezTo>
                  <a:cubicBezTo>
                    <a:pt x="26536" y="16492"/>
                    <a:pt x="27347" y="16237"/>
                    <a:pt x="27695" y="16005"/>
                  </a:cubicBezTo>
                  <a:cubicBezTo>
                    <a:pt x="27945" y="15845"/>
                    <a:pt x="28057" y="15712"/>
                    <a:pt x="28001" y="15712"/>
                  </a:cubicBezTo>
                  <a:cubicBezTo>
                    <a:pt x="27984" y="15712"/>
                    <a:pt x="27952" y="15724"/>
                    <a:pt x="27904" y="15750"/>
                  </a:cubicBezTo>
                  <a:cubicBezTo>
                    <a:pt x="27777" y="15806"/>
                    <a:pt x="27566" y="15837"/>
                    <a:pt x="27347" y="15837"/>
                  </a:cubicBezTo>
                  <a:cubicBezTo>
                    <a:pt x="27204" y="15837"/>
                    <a:pt x="27058" y="15824"/>
                    <a:pt x="26930" y="15797"/>
                  </a:cubicBezTo>
                  <a:cubicBezTo>
                    <a:pt x="26691" y="15728"/>
                    <a:pt x="26350" y="15559"/>
                    <a:pt x="26039" y="15559"/>
                  </a:cubicBezTo>
                  <a:cubicBezTo>
                    <a:pt x="25929" y="15559"/>
                    <a:pt x="25822" y="15580"/>
                    <a:pt x="25725" y="15634"/>
                  </a:cubicBezTo>
                  <a:cubicBezTo>
                    <a:pt x="25659" y="15676"/>
                    <a:pt x="25613" y="15693"/>
                    <a:pt x="25582" y="15693"/>
                  </a:cubicBezTo>
                  <a:cubicBezTo>
                    <a:pt x="25439" y="15693"/>
                    <a:pt x="25639" y="15325"/>
                    <a:pt x="25887" y="15287"/>
                  </a:cubicBezTo>
                  <a:cubicBezTo>
                    <a:pt x="26189" y="15240"/>
                    <a:pt x="26050" y="15101"/>
                    <a:pt x="25980" y="14777"/>
                  </a:cubicBezTo>
                  <a:cubicBezTo>
                    <a:pt x="25948" y="14665"/>
                    <a:pt x="25999" y="14616"/>
                    <a:pt x="26090" y="14616"/>
                  </a:cubicBezTo>
                  <a:cubicBezTo>
                    <a:pt x="26263" y="14616"/>
                    <a:pt x="26578" y="14789"/>
                    <a:pt x="26745" y="15032"/>
                  </a:cubicBezTo>
                  <a:cubicBezTo>
                    <a:pt x="26956" y="15314"/>
                    <a:pt x="27288" y="15475"/>
                    <a:pt x="27629" y="15475"/>
                  </a:cubicBezTo>
                  <a:cubicBezTo>
                    <a:pt x="27736" y="15475"/>
                    <a:pt x="27844" y="15459"/>
                    <a:pt x="27950" y="15426"/>
                  </a:cubicBezTo>
                  <a:cubicBezTo>
                    <a:pt x="28390" y="15310"/>
                    <a:pt x="27973" y="14939"/>
                    <a:pt x="28135" y="14707"/>
                  </a:cubicBezTo>
                  <a:cubicBezTo>
                    <a:pt x="28321" y="14453"/>
                    <a:pt x="26814" y="13711"/>
                    <a:pt x="26722" y="13456"/>
                  </a:cubicBezTo>
                  <a:cubicBezTo>
                    <a:pt x="26696" y="13354"/>
                    <a:pt x="26743" y="13314"/>
                    <a:pt x="26832" y="13314"/>
                  </a:cubicBezTo>
                  <a:cubicBezTo>
                    <a:pt x="26987" y="13314"/>
                    <a:pt x="27269" y="13431"/>
                    <a:pt x="27533" y="13549"/>
                  </a:cubicBezTo>
                  <a:cubicBezTo>
                    <a:pt x="27588" y="13570"/>
                    <a:pt x="27638" y="13580"/>
                    <a:pt x="27683" y="13580"/>
                  </a:cubicBezTo>
                  <a:cubicBezTo>
                    <a:pt x="27973" y="13580"/>
                    <a:pt x="28043" y="13170"/>
                    <a:pt x="28043" y="12969"/>
                  </a:cubicBezTo>
                  <a:cubicBezTo>
                    <a:pt x="28043" y="12862"/>
                    <a:pt x="27805" y="12804"/>
                    <a:pt x="27520" y="12804"/>
                  </a:cubicBezTo>
                  <a:cubicBezTo>
                    <a:pt x="27249" y="12804"/>
                    <a:pt x="26937" y="12856"/>
                    <a:pt x="26745" y="12969"/>
                  </a:cubicBezTo>
                  <a:cubicBezTo>
                    <a:pt x="26675" y="13004"/>
                    <a:pt x="26606" y="13019"/>
                    <a:pt x="26543" y="13019"/>
                  </a:cubicBezTo>
                  <a:cubicBezTo>
                    <a:pt x="26229" y="13019"/>
                    <a:pt x="26046" y="12656"/>
                    <a:pt x="26490" y="12599"/>
                  </a:cubicBezTo>
                  <a:cubicBezTo>
                    <a:pt x="27046" y="12552"/>
                    <a:pt x="26536" y="12320"/>
                    <a:pt x="26698" y="12158"/>
                  </a:cubicBezTo>
                  <a:cubicBezTo>
                    <a:pt x="26717" y="12139"/>
                    <a:pt x="26743" y="12131"/>
                    <a:pt x="26775" y="12131"/>
                  </a:cubicBezTo>
                  <a:cubicBezTo>
                    <a:pt x="26994" y="12131"/>
                    <a:pt x="27489" y="12520"/>
                    <a:pt x="27825" y="12520"/>
                  </a:cubicBezTo>
                  <a:cubicBezTo>
                    <a:pt x="27861" y="12520"/>
                    <a:pt x="27895" y="12516"/>
                    <a:pt x="27927" y="12506"/>
                  </a:cubicBezTo>
                  <a:cubicBezTo>
                    <a:pt x="28274" y="12390"/>
                    <a:pt x="28529" y="12529"/>
                    <a:pt x="28831" y="12274"/>
                  </a:cubicBezTo>
                  <a:cubicBezTo>
                    <a:pt x="29155" y="12042"/>
                    <a:pt x="28298" y="11811"/>
                    <a:pt x="28112" y="11602"/>
                  </a:cubicBezTo>
                  <a:cubicBezTo>
                    <a:pt x="28014" y="11492"/>
                    <a:pt x="28267" y="11466"/>
                    <a:pt x="28574" y="11466"/>
                  </a:cubicBezTo>
                  <a:cubicBezTo>
                    <a:pt x="28848" y="11466"/>
                    <a:pt x="29165" y="11486"/>
                    <a:pt x="29317" y="11486"/>
                  </a:cubicBezTo>
                  <a:cubicBezTo>
                    <a:pt x="29325" y="11487"/>
                    <a:pt x="29332" y="11487"/>
                    <a:pt x="29340" y="11487"/>
                  </a:cubicBezTo>
                  <a:cubicBezTo>
                    <a:pt x="29618" y="11487"/>
                    <a:pt x="29711" y="11104"/>
                    <a:pt x="29521" y="11104"/>
                  </a:cubicBezTo>
                  <a:cubicBezTo>
                    <a:pt x="29502" y="11104"/>
                    <a:pt x="29481" y="11107"/>
                    <a:pt x="29456" y="11115"/>
                  </a:cubicBezTo>
                  <a:cubicBezTo>
                    <a:pt x="29432" y="11124"/>
                    <a:pt x="29401" y="11128"/>
                    <a:pt x="29365" y="11128"/>
                  </a:cubicBezTo>
                  <a:cubicBezTo>
                    <a:pt x="29036" y="11128"/>
                    <a:pt x="28315" y="10764"/>
                    <a:pt x="28483" y="10513"/>
                  </a:cubicBezTo>
                  <a:cubicBezTo>
                    <a:pt x="28546" y="10411"/>
                    <a:pt x="28630" y="10383"/>
                    <a:pt x="28729" y="10383"/>
                  </a:cubicBezTo>
                  <a:cubicBezTo>
                    <a:pt x="28846" y="10383"/>
                    <a:pt x="28983" y="10422"/>
                    <a:pt x="29131" y="10422"/>
                  </a:cubicBezTo>
                  <a:cubicBezTo>
                    <a:pt x="29228" y="10422"/>
                    <a:pt x="29330" y="10405"/>
                    <a:pt x="29433" y="10351"/>
                  </a:cubicBezTo>
                  <a:cubicBezTo>
                    <a:pt x="29827" y="10142"/>
                    <a:pt x="29456" y="9354"/>
                    <a:pt x="29178" y="9354"/>
                  </a:cubicBezTo>
                  <a:cubicBezTo>
                    <a:pt x="28877" y="9354"/>
                    <a:pt x="28205" y="9238"/>
                    <a:pt x="28205" y="9099"/>
                  </a:cubicBezTo>
                  <a:cubicBezTo>
                    <a:pt x="28205" y="8960"/>
                    <a:pt x="27649" y="8821"/>
                    <a:pt x="27811" y="8682"/>
                  </a:cubicBezTo>
                  <a:cubicBezTo>
                    <a:pt x="27842" y="8655"/>
                    <a:pt x="27875" y="8646"/>
                    <a:pt x="27911" y="8646"/>
                  </a:cubicBezTo>
                  <a:cubicBezTo>
                    <a:pt x="28000" y="8646"/>
                    <a:pt x="28105" y="8706"/>
                    <a:pt x="28240" y="8706"/>
                  </a:cubicBezTo>
                  <a:cubicBezTo>
                    <a:pt x="28330" y="8706"/>
                    <a:pt x="28433" y="8679"/>
                    <a:pt x="28552" y="8589"/>
                  </a:cubicBezTo>
                  <a:cubicBezTo>
                    <a:pt x="28666" y="8504"/>
                    <a:pt x="28817" y="8475"/>
                    <a:pt x="28982" y="8475"/>
                  </a:cubicBezTo>
                  <a:cubicBezTo>
                    <a:pt x="29316" y="8475"/>
                    <a:pt x="29708" y="8594"/>
                    <a:pt x="29958" y="8594"/>
                  </a:cubicBezTo>
                  <a:cubicBezTo>
                    <a:pt x="29986" y="8594"/>
                    <a:pt x="30012" y="8592"/>
                    <a:pt x="30036" y="8589"/>
                  </a:cubicBezTo>
                  <a:cubicBezTo>
                    <a:pt x="30333" y="8526"/>
                    <a:pt x="29969" y="7996"/>
                    <a:pt x="29746" y="7996"/>
                  </a:cubicBezTo>
                  <a:cubicBezTo>
                    <a:pt x="29725" y="7996"/>
                    <a:pt x="29706" y="8000"/>
                    <a:pt x="29688" y="8010"/>
                  </a:cubicBezTo>
                  <a:cubicBezTo>
                    <a:pt x="29614" y="8047"/>
                    <a:pt x="29462" y="8077"/>
                    <a:pt x="29303" y="8077"/>
                  </a:cubicBezTo>
                  <a:cubicBezTo>
                    <a:pt x="29065" y="8077"/>
                    <a:pt x="28812" y="8010"/>
                    <a:pt x="28784" y="7801"/>
                  </a:cubicBezTo>
                  <a:cubicBezTo>
                    <a:pt x="28767" y="7681"/>
                    <a:pt x="28848" y="7650"/>
                    <a:pt x="28963" y="7650"/>
                  </a:cubicBezTo>
                  <a:cubicBezTo>
                    <a:pt x="29088" y="7650"/>
                    <a:pt x="29254" y="7688"/>
                    <a:pt x="29376" y="7688"/>
                  </a:cubicBezTo>
                  <a:cubicBezTo>
                    <a:pt x="29445" y="7688"/>
                    <a:pt x="29500" y="7676"/>
                    <a:pt x="29526" y="7639"/>
                  </a:cubicBezTo>
                  <a:cubicBezTo>
                    <a:pt x="29609" y="7522"/>
                    <a:pt x="29091" y="7273"/>
                    <a:pt x="28734" y="7273"/>
                  </a:cubicBezTo>
                  <a:cubicBezTo>
                    <a:pt x="28596" y="7273"/>
                    <a:pt x="28482" y="7310"/>
                    <a:pt x="28437" y="7407"/>
                  </a:cubicBezTo>
                  <a:cubicBezTo>
                    <a:pt x="28363" y="7555"/>
                    <a:pt x="28202" y="7612"/>
                    <a:pt x="28078" y="7612"/>
                  </a:cubicBezTo>
                  <a:cubicBezTo>
                    <a:pt x="27929" y="7612"/>
                    <a:pt x="27832" y="7531"/>
                    <a:pt x="27996" y="7430"/>
                  </a:cubicBezTo>
                  <a:cubicBezTo>
                    <a:pt x="28298" y="7245"/>
                    <a:pt x="28367" y="6689"/>
                    <a:pt x="28344" y="6411"/>
                  </a:cubicBezTo>
                  <a:cubicBezTo>
                    <a:pt x="28298" y="6133"/>
                    <a:pt x="29433" y="6133"/>
                    <a:pt x="29317" y="5669"/>
                  </a:cubicBezTo>
                  <a:cubicBezTo>
                    <a:pt x="29178" y="5229"/>
                    <a:pt x="29850" y="5113"/>
                    <a:pt x="30221" y="5113"/>
                  </a:cubicBezTo>
                  <a:cubicBezTo>
                    <a:pt x="30574" y="5113"/>
                    <a:pt x="30234" y="4693"/>
                    <a:pt x="29900" y="4693"/>
                  </a:cubicBezTo>
                  <a:cubicBezTo>
                    <a:pt x="29883" y="4693"/>
                    <a:pt x="29867" y="4694"/>
                    <a:pt x="29850" y="4696"/>
                  </a:cubicBezTo>
                  <a:cubicBezTo>
                    <a:pt x="29542" y="4734"/>
                    <a:pt x="29234" y="5013"/>
                    <a:pt x="29046" y="5013"/>
                  </a:cubicBezTo>
                  <a:cubicBezTo>
                    <a:pt x="29007" y="5013"/>
                    <a:pt x="28974" y="5001"/>
                    <a:pt x="28946" y="4974"/>
                  </a:cubicBezTo>
                  <a:cubicBezTo>
                    <a:pt x="28761" y="4812"/>
                    <a:pt x="29364" y="4534"/>
                    <a:pt x="29688" y="4534"/>
                  </a:cubicBezTo>
                  <a:cubicBezTo>
                    <a:pt x="30012" y="4534"/>
                    <a:pt x="30777" y="4487"/>
                    <a:pt x="31055" y="4325"/>
                  </a:cubicBezTo>
                  <a:cubicBezTo>
                    <a:pt x="31283" y="4192"/>
                    <a:pt x="30812" y="4075"/>
                    <a:pt x="30354" y="4075"/>
                  </a:cubicBezTo>
                  <a:cubicBezTo>
                    <a:pt x="30252" y="4075"/>
                    <a:pt x="30151" y="4081"/>
                    <a:pt x="30059" y="4093"/>
                  </a:cubicBezTo>
                  <a:cubicBezTo>
                    <a:pt x="30008" y="4098"/>
                    <a:pt x="29962" y="4100"/>
                    <a:pt x="29922" y="4100"/>
                  </a:cubicBezTo>
                  <a:cubicBezTo>
                    <a:pt x="29557" y="4100"/>
                    <a:pt x="29625" y="3929"/>
                    <a:pt x="30314" y="3908"/>
                  </a:cubicBezTo>
                  <a:cubicBezTo>
                    <a:pt x="31079" y="3885"/>
                    <a:pt x="30963" y="3722"/>
                    <a:pt x="31496" y="3676"/>
                  </a:cubicBezTo>
                  <a:cubicBezTo>
                    <a:pt x="32052" y="3607"/>
                    <a:pt x="31867" y="3375"/>
                    <a:pt x="32214" y="3352"/>
                  </a:cubicBezTo>
                  <a:cubicBezTo>
                    <a:pt x="32562" y="3352"/>
                    <a:pt x="33442" y="2981"/>
                    <a:pt x="33442" y="2795"/>
                  </a:cubicBezTo>
                  <a:cubicBezTo>
                    <a:pt x="33442" y="2633"/>
                    <a:pt x="32168" y="2286"/>
                    <a:pt x="31588" y="2286"/>
                  </a:cubicBezTo>
                  <a:cubicBezTo>
                    <a:pt x="30986" y="2286"/>
                    <a:pt x="30499" y="2378"/>
                    <a:pt x="30453" y="2795"/>
                  </a:cubicBezTo>
                  <a:cubicBezTo>
                    <a:pt x="30446" y="2923"/>
                    <a:pt x="30369" y="2964"/>
                    <a:pt x="30258" y="2964"/>
                  </a:cubicBezTo>
                  <a:cubicBezTo>
                    <a:pt x="30057" y="2964"/>
                    <a:pt x="29742" y="2832"/>
                    <a:pt x="29507" y="2832"/>
                  </a:cubicBezTo>
                  <a:cubicBezTo>
                    <a:pt x="29445" y="2832"/>
                    <a:pt x="29388" y="2841"/>
                    <a:pt x="29340" y="2865"/>
                  </a:cubicBezTo>
                  <a:cubicBezTo>
                    <a:pt x="29299" y="2883"/>
                    <a:pt x="29265" y="2890"/>
                    <a:pt x="29238" y="2890"/>
                  </a:cubicBezTo>
                  <a:cubicBezTo>
                    <a:pt x="29081" y="2890"/>
                    <a:pt x="29115" y="2646"/>
                    <a:pt x="28968" y="2646"/>
                  </a:cubicBezTo>
                  <a:cubicBezTo>
                    <a:pt x="28938" y="2646"/>
                    <a:pt x="28901" y="2656"/>
                    <a:pt x="28854" y="2680"/>
                  </a:cubicBezTo>
                  <a:cubicBezTo>
                    <a:pt x="28529" y="2842"/>
                    <a:pt x="28182" y="3236"/>
                    <a:pt x="27788" y="3398"/>
                  </a:cubicBezTo>
                  <a:cubicBezTo>
                    <a:pt x="27417" y="3560"/>
                    <a:pt x="27116" y="3954"/>
                    <a:pt x="26884" y="3977"/>
                  </a:cubicBezTo>
                  <a:cubicBezTo>
                    <a:pt x="26877" y="3979"/>
                    <a:pt x="26870" y="3979"/>
                    <a:pt x="26865" y="3979"/>
                  </a:cubicBezTo>
                  <a:cubicBezTo>
                    <a:pt x="26672" y="3979"/>
                    <a:pt x="27405" y="3225"/>
                    <a:pt x="27788" y="2865"/>
                  </a:cubicBezTo>
                  <a:cubicBezTo>
                    <a:pt x="28141" y="2489"/>
                    <a:pt x="27968" y="2051"/>
                    <a:pt x="27509" y="2051"/>
                  </a:cubicBezTo>
                  <a:cubicBezTo>
                    <a:pt x="27487" y="2051"/>
                    <a:pt x="27464" y="2052"/>
                    <a:pt x="27440" y="2054"/>
                  </a:cubicBezTo>
                  <a:cubicBezTo>
                    <a:pt x="26930" y="2123"/>
                    <a:pt x="27046" y="2448"/>
                    <a:pt x="26745" y="2494"/>
                  </a:cubicBezTo>
                  <a:cubicBezTo>
                    <a:pt x="26483" y="2555"/>
                    <a:pt x="25395" y="3089"/>
                    <a:pt x="25087" y="3089"/>
                  </a:cubicBezTo>
                  <a:cubicBezTo>
                    <a:pt x="25041" y="3089"/>
                    <a:pt x="25013" y="3077"/>
                    <a:pt x="25007" y="3050"/>
                  </a:cubicBezTo>
                  <a:cubicBezTo>
                    <a:pt x="24937" y="2842"/>
                    <a:pt x="26142" y="2494"/>
                    <a:pt x="26119" y="2332"/>
                  </a:cubicBezTo>
                  <a:cubicBezTo>
                    <a:pt x="26119" y="2253"/>
                    <a:pt x="25626" y="2211"/>
                    <a:pt x="25077" y="2211"/>
                  </a:cubicBezTo>
                  <a:cubicBezTo>
                    <a:pt x="24659" y="2211"/>
                    <a:pt x="24208" y="2235"/>
                    <a:pt x="23917" y="2286"/>
                  </a:cubicBezTo>
                  <a:cubicBezTo>
                    <a:pt x="23377" y="2360"/>
                    <a:pt x="22491" y="2615"/>
                    <a:pt x="22165" y="2615"/>
                  </a:cubicBezTo>
                  <a:cubicBezTo>
                    <a:pt x="22086" y="2615"/>
                    <a:pt x="22040" y="2600"/>
                    <a:pt x="22040" y="2564"/>
                  </a:cubicBezTo>
                  <a:cubicBezTo>
                    <a:pt x="22017" y="2378"/>
                    <a:pt x="23431" y="2100"/>
                    <a:pt x="24126" y="2007"/>
                  </a:cubicBezTo>
                  <a:cubicBezTo>
                    <a:pt x="24868" y="1938"/>
                    <a:pt x="26142" y="2054"/>
                    <a:pt x="26698" y="1845"/>
                  </a:cubicBezTo>
                  <a:cubicBezTo>
                    <a:pt x="27255" y="1613"/>
                    <a:pt x="28066" y="1590"/>
                    <a:pt x="28228" y="1428"/>
                  </a:cubicBezTo>
                  <a:cubicBezTo>
                    <a:pt x="28361" y="1251"/>
                    <a:pt x="27645" y="1009"/>
                    <a:pt x="27258" y="1009"/>
                  </a:cubicBezTo>
                  <a:cubicBezTo>
                    <a:pt x="27241" y="1009"/>
                    <a:pt x="27224" y="1010"/>
                    <a:pt x="27208" y="1011"/>
                  </a:cubicBezTo>
                  <a:cubicBezTo>
                    <a:pt x="27149" y="1014"/>
                    <a:pt x="27089" y="1016"/>
                    <a:pt x="27031" y="1016"/>
                  </a:cubicBezTo>
                  <a:cubicBezTo>
                    <a:pt x="26705" y="1016"/>
                    <a:pt x="26427" y="956"/>
                    <a:pt x="26467" y="779"/>
                  </a:cubicBezTo>
                  <a:cubicBezTo>
                    <a:pt x="26490" y="594"/>
                    <a:pt x="25864" y="547"/>
                    <a:pt x="25795" y="408"/>
                  </a:cubicBezTo>
                  <a:cubicBezTo>
                    <a:pt x="25725" y="246"/>
                    <a:pt x="24520" y="362"/>
                    <a:pt x="24265" y="200"/>
                  </a:cubicBezTo>
                  <a:cubicBezTo>
                    <a:pt x="24062" y="71"/>
                    <a:pt x="23536" y="0"/>
                    <a:pt x="23003"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59"/>
            <p:cNvSpPr/>
            <p:nvPr/>
          </p:nvSpPr>
          <p:spPr>
            <a:xfrm>
              <a:off x="3312284" y="4444677"/>
              <a:ext cx="38769" cy="20742"/>
            </a:xfrm>
            <a:custGeom>
              <a:avLst/>
              <a:gdLst/>
              <a:ahLst/>
              <a:cxnLst/>
              <a:rect l="l" t="t" r="r" b="b"/>
              <a:pathLst>
                <a:path w="1271" h="680" extrusionOk="0">
                  <a:moveTo>
                    <a:pt x="74" y="1"/>
                  </a:moveTo>
                  <a:cubicBezTo>
                    <a:pt x="27" y="1"/>
                    <a:pt x="1" y="9"/>
                    <a:pt x="4" y="26"/>
                  </a:cubicBezTo>
                  <a:cubicBezTo>
                    <a:pt x="51" y="235"/>
                    <a:pt x="259" y="142"/>
                    <a:pt x="468" y="327"/>
                  </a:cubicBezTo>
                  <a:cubicBezTo>
                    <a:pt x="614" y="458"/>
                    <a:pt x="761" y="679"/>
                    <a:pt x="907" y="679"/>
                  </a:cubicBezTo>
                  <a:cubicBezTo>
                    <a:pt x="969" y="679"/>
                    <a:pt x="1031" y="639"/>
                    <a:pt x="1094" y="536"/>
                  </a:cubicBezTo>
                  <a:cubicBezTo>
                    <a:pt x="1271" y="260"/>
                    <a:pt x="342" y="1"/>
                    <a:pt x="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59"/>
            <p:cNvSpPr/>
            <p:nvPr/>
          </p:nvSpPr>
          <p:spPr>
            <a:xfrm>
              <a:off x="1581951" y="1538395"/>
              <a:ext cx="1484496" cy="1139177"/>
            </a:xfrm>
            <a:custGeom>
              <a:avLst/>
              <a:gdLst/>
              <a:ahLst/>
              <a:cxnLst/>
              <a:rect l="l" t="t" r="r" b="b"/>
              <a:pathLst>
                <a:path w="48668" h="37347" extrusionOk="0">
                  <a:moveTo>
                    <a:pt x="22677" y="4097"/>
                  </a:moveTo>
                  <a:cubicBezTo>
                    <a:pt x="22574" y="4097"/>
                    <a:pt x="22529" y="4130"/>
                    <a:pt x="22619" y="4206"/>
                  </a:cubicBezTo>
                  <a:cubicBezTo>
                    <a:pt x="22743" y="4312"/>
                    <a:pt x="23000" y="4578"/>
                    <a:pt x="23187" y="4578"/>
                  </a:cubicBezTo>
                  <a:cubicBezTo>
                    <a:pt x="23246" y="4578"/>
                    <a:pt x="23299" y="4551"/>
                    <a:pt x="23338" y="4485"/>
                  </a:cubicBezTo>
                  <a:cubicBezTo>
                    <a:pt x="23468" y="4274"/>
                    <a:pt x="22917" y="4097"/>
                    <a:pt x="22677" y="4097"/>
                  </a:cubicBezTo>
                  <a:close/>
                  <a:moveTo>
                    <a:pt x="16773" y="5804"/>
                  </a:moveTo>
                  <a:cubicBezTo>
                    <a:pt x="16602" y="5804"/>
                    <a:pt x="16446" y="5830"/>
                    <a:pt x="16362" y="5875"/>
                  </a:cubicBezTo>
                  <a:cubicBezTo>
                    <a:pt x="16130" y="6037"/>
                    <a:pt x="15018" y="6084"/>
                    <a:pt x="15319" y="6315"/>
                  </a:cubicBezTo>
                  <a:cubicBezTo>
                    <a:pt x="15375" y="6364"/>
                    <a:pt x="15435" y="6379"/>
                    <a:pt x="15498" y="6379"/>
                  </a:cubicBezTo>
                  <a:cubicBezTo>
                    <a:pt x="15603" y="6379"/>
                    <a:pt x="15716" y="6337"/>
                    <a:pt x="15831" y="6337"/>
                  </a:cubicBezTo>
                  <a:cubicBezTo>
                    <a:pt x="15877" y="6337"/>
                    <a:pt x="15922" y="6344"/>
                    <a:pt x="15968" y="6362"/>
                  </a:cubicBezTo>
                  <a:cubicBezTo>
                    <a:pt x="16003" y="6375"/>
                    <a:pt x="16038" y="6380"/>
                    <a:pt x="16072" y="6380"/>
                  </a:cubicBezTo>
                  <a:cubicBezTo>
                    <a:pt x="16238" y="6380"/>
                    <a:pt x="16390" y="6255"/>
                    <a:pt x="16516" y="6255"/>
                  </a:cubicBezTo>
                  <a:cubicBezTo>
                    <a:pt x="16552" y="6255"/>
                    <a:pt x="16586" y="6265"/>
                    <a:pt x="16617" y="6292"/>
                  </a:cubicBezTo>
                  <a:cubicBezTo>
                    <a:pt x="16712" y="6363"/>
                    <a:pt x="16952" y="6434"/>
                    <a:pt x="17164" y="6434"/>
                  </a:cubicBezTo>
                  <a:cubicBezTo>
                    <a:pt x="17367" y="6434"/>
                    <a:pt x="17544" y="6369"/>
                    <a:pt x="17544" y="6176"/>
                  </a:cubicBezTo>
                  <a:cubicBezTo>
                    <a:pt x="17544" y="5912"/>
                    <a:pt x="17125" y="5804"/>
                    <a:pt x="16773" y="5804"/>
                  </a:cubicBezTo>
                  <a:close/>
                  <a:moveTo>
                    <a:pt x="26011" y="2366"/>
                  </a:moveTo>
                  <a:cubicBezTo>
                    <a:pt x="25724" y="2366"/>
                    <a:pt x="25585" y="2520"/>
                    <a:pt x="25818" y="2561"/>
                  </a:cubicBezTo>
                  <a:cubicBezTo>
                    <a:pt x="26167" y="2627"/>
                    <a:pt x="26167" y="2795"/>
                    <a:pt x="25914" y="2795"/>
                  </a:cubicBezTo>
                  <a:cubicBezTo>
                    <a:pt x="25898" y="2795"/>
                    <a:pt x="25882" y="2794"/>
                    <a:pt x="25864" y="2793"/>
                  </a:cubicBezTo>
                  <a:cubicBezTo>
                    <a:pt x="25815" y="2789"/>
                    <a:pt x="25760" y="2787"/>
                    <a:pt x="25705" y="2787"/>
                  </a:cubicBezTo>
                  <a:cubicBezTo>
                    <a:pt x="25396" y="2787"/>
                    <a:pt x="25061" y="2848"/>
                    <a:pt x="25493" y="3025"/>
                  </a:cubicBezTo>
                  <a:cubicBezTo>
                    <a:pt x="26003" y="3210"/>
                    <a:pt x="25447" y="3279"/>
                    <a:pt x="25030" y="3279"/>
                  </a:cubicBezTo>
                  <a:cubicBezTo>
                    <a:pt x="24636" y="3279"/>
                    <a:pt x="24589" y="3813"/>
                    <a:pt x="25122" y="3882"/>
                  </a:cubicBezTo>
                  <a:cubicBezTo>
                    <a:pt x="25571" y="3960"/>
                    <a:pt x="25379" y="4186"/>
                    <a:pt x="25044" y="4186"/>
                  </a:cubicBezTo>
                  <a:cubicBezTo>
                    <a:pt x="24981" y="4186"/>
                    <a:pt x="24914" y="4178"/>
                    <a:pt x="24844" y="4160"/>
                  </a:cubicBezTo>
                  <a:cubicBezTo>
                    <a:pt x="24757" y="4137"/>
                    <a:pt x="24682" y="4127"/>
                    <a:pt x="24620" y="4127"/>
                  </a:cubicBezTo>
                  <a:cubicBezTo>
                    <a:pt x="24370" y="4127"/>
                    <a:pt x="24343" y="4294"/>
                    <a:pt x="24659" y="4461"/>
                  </a:cubicBezTo>
                  <a:cubicBezTo>
                    <a:pt x="25007" y="4624"/>
                    <a:pt x="24798" y="4855"/>
                    <a:pt x="25192" y="5041"/>
                  </a:cubicBezTo>
                  <a:cubicBezTo>
                    <a:pt x="25260" y="5070"/>
                    <a:pt x="25353" y="5082"/>
                    <a:pt x="25461" y="5082"/>
                  </a:cubicBezTo>
                  <a:cubicBezTo>
                    <a:pt x="25779" y="5082"/>
                    <a:pt x="26225" y="4985"/>
                    <a:pt x="26512" y="4985"/>
                  </a:cubicBezTo>
                  <a:cubicBezTo>
                    <a:pt x="26660" y="4985"/>
                    <a:pt x="26765" y="5010"/>
                    <a:pt x="26791" y="5087"/>
                  </a:cubicBezTo>
                  <a:cubicBezTo>
                    <a:pt x="26884" y="5342"/>
                    <a:pt x="25655" y="5365"/>
                    <a:pt x="25818" y="5551"/>
                  </a:cubicBezTo>
                  <a:cubicBezTo>
                    <a:pt x="25980" y="5713"/>
                    <a:pt x="26675" y="5968"/>
                    <a:pt x="26582" y="6130"/>
                  </a:cubicBezTo>
                  <a:cubicBezTo>
                    <a:pt x="26508" y="6242"/>
                    <a:pt x="27307" y="6535"/>
                    <a:pt x="27692" y="6535"/>
                  </a:cubicBezTo>
                  <a:cubicBezTo>
                    <a:pt x="27785" y="6535"/>
                    <a:pt x="27853" y="6518"/>
                    <a:pt x="27880" y="6478"/>
                  </a:cubicBezTo>
                  <a:cubicBezTo>
                    <a:pt x="27936" y="6388"/>
                    <a:pt x="28045" y="6353"/>
                    <a:pt x="28177" y="6353"/>
                  </a:cubicBezTo>
                  <a:cubicBezTo>
                    <a:pt x="28320" y="6353"/>
                    <a:pt x="28489" y="6394"/>
                    <a:pt x="28645" y="6454"/>
                  </a:cubicBezTo>
                  <a:cubicBezTo>
                    <a:pt x="28669" y="6465"/>
                    <a:pt x="28691" y="6469"/>
                    <a:pt x="28712" y="6469"/>
                  </a:cubicBezTo>
                  <a:cubicBezTo>
                    <a:pt x="28953" y="6469"/>
                    <a:pt x="29001" y="5837"/>
                    <a:pt x="29158" y="5837"/>
                  </a:cubicBezTo>
                  <a:cubicBezTo>
                    <a:pt x="29172" y="5837"/>
                    <a:pt x="29186" y="5842"/>
                    <a:pt x="29201" y="5852"/>
                  </a:cubicBezTo>
                  <a:cubicBezTo>
                    <a:pt x="29232" y="5870"/>
                    <a:pt x="29258" y="5879"/>
                    <a:pt x="29282" y="5879"/>
                  </a:cubicBezTo>
                  <a:cubicBezTo>
                    <a:pt x="29433" y="5879"/>
                    <a:pt x="29456" y="5529"/>
                    <a:pt x="29757" y="5388"/>
                  </a:cubicBezTo>
                  <a:cubicBezTo>
                    <a:pt x="30128" y="5249"/>
                    <a:pt x="30638" y="5249"/>
                    <a:pt x="30684" y="5087"/>
                  </a:cubicBezTo>
                  <a:cubicBezTo>
                    <a:pt x="30705" y="4965"/>
                    <a:pt x="30617" y="4824"/>
                    <a:pt x="30295" y="4824"/>
                  </a:cubicBezTo>
                  <a:cubicBezTo>
                    <a:pt x="30252" y="4824"/>
                    <a:pt x="30204" y="4827"/>
                    <a:pt x="30151" y="4832"/>
                  </a:cubicBezTo>
                  <a:cubicBezTo>
                    <a:pt x="30101" y="4838"/>
                    <a:pt x="30052" y="4840"/>
                    <a:pt x="30006" y="4840"/>
                  </a:cubicBezTo>
                  <a:cubicBezTo>
                    <a:pt x="29653" y="4840"/>
                    <a:pt x="29454" y="4690"/>
                    <a:pt x="29618" y="4485"/>
                  </a:cubicBezTo>
                  <a:cubicBezTo>
                    <a:pt x="29804" y="4230"/>
                    <a:pt x="29132" y="4160"/>
                    <a:pt x="29363" y="3975"/>
                  </a:cubicBezTo>
                  <a:cubicBezTo>
                    <a:pt x="29526" y="3842"/>
                    <a:pt x="29302" y="3718"/>
                    <a:pt x="29137" y="3718"/>
                  </a:cubicBezTo>
                  <a:cubicBezTo>
                    <a:pt x="29043" y="3718"/>
                    <a:pt x="28967" y="3758"/>
                    <a:pt x="28993" y="3859"/>
                  </a:cubicBezTo>
                  <a:cubicBezTo>
                    <a:pt x="29014" y="3952"/>
                    <a:pt x="28980" y="3990"/>
                    <a:pt x="28921" y="3990"/>
                  </a:cubicBezTo>
                  <a:cubicBezTo>
                    <a:pt x="28788" y="3990"/>
                    <a:pt x="28531" y="3803"/>
                    <a:pt x="28483" y="3627"/>
                  </a:cubicBezTo>
                  <a:cubicBezTo>
                    <a:pt x="28413" y="3349"/>
                    <a:pt x="27417" y="3256"/>
                    <a:pt x="26745" y="2677"/>
                  </a:cubicBezTo>
                  <a:cubicBezTo>
                    <a:pt x="26479" y="2440"/>
                    <a:pt x="26210" y="2366"/>
                    <a:pt x="26011" y="2366"/>
                  </a:cubicBezTo>
                  <a:close/>
                  <a:moveTo>
                    <a:pt x="23768" y="5642"/>
                  </a:moveTo>
                  <a:cubicBezTo>
                    <a:pt x="23719" y="5642"/>
                    <a:pt x="23682" y="5656"/>
                    <a:pt x="23662" y="5690"/>
                  </a:cubicBezTo>
                  <a:cubicBezTo>
                    <a:pt x="23523" y="5898"/>
                    <a:pt x="23987" y="6848"/>
                    <a:pt x="24358" y="6848"/>
                  </a:cubicBezTo>
                  <a:cubicBezTo>
                    <a:pt x="24728" y="6848"/>
                    <a:pt x="25007" y="6802"/>
                    <a:pt x="25331" y="6686"/>
                  </a:cubicBezTo>
                  <a:cubicBezTo>
                    <a:pt x="25655" y="6547"/>
                    <a:pt x="25169" y="6547"/>
                    <a:pt x="25377" y="6269"/>
                  </a:cubicBezTo>
                  <a:cubicBezTo>
                    <a:pt x="25512" y="6074"/>
                    <a:pt x="25250" y="5996"/>
                    <a:pt x="25036" y="5996"/>
                  </a:cubicBezTo>
                  <a:cubicBezTo>
                    <a:pt x="24918" y="5996"/>
                    <a:pt x="24814" y="6019"/>
                    <a:pt x="24798" y="6061"/>
                  </a:cubicBezTo>
                  <a:cubicBezTo>
                    <a:pt x="24795" y="6066"/>
                    <a:pt x="24788" y="6069"/>
                    <a:pt x="24779" y="6069"/>
                  </a:cubicBezTo>
                  <a:cubicBezTo>
                    <a:pt x="24657" y="6069"/>
                    <a:pt x="24035" y="5642"/>
                    <a:pt x="23768" y="5642"/>
                  </a:cubicBezTo>
                  <a:close/>
                  <a:moveTo>
                    <a:pt x="20283" y="4960"/>
                  </a:moveTo>
                  <a:cubicBezTo>
                    <a:pt x="20020" y="4960"/>
                    <a:pt x="19773" y="4989"/>
                    <a:pt x="19653" y="5041"/>
                  </a:cubicBezTo>
                  <a:cubicBezTo>
                    <a:pt x="19389" y="5142"/>
                    <a:pt x="19641" y="5653"/>
                    <a:pt x="19910" y="5653"/>
                  </a:cubicBezTo>
                  <a:cubicBezTo>
                    <a:pt x="19948" y="5653"/>
                    <a:pt x="19987" y="5643"/>
                    <a:pt x="20024" y="5620"/>
                  </a:cubicBezTo>
                  <a:cubicBezTo>
                    <a:pt x="20087" y="5573"/>
                    <a:pt x="20163" y="5553"/>
                    <a:pt x="20242" y="5553"/>
                  </a:cubicBezTo>
                  <a:cubicBezTo>
                    <a:pt x="20512" y="5553"/>
                    <a:pt x="20814" y="5783"/>
                    <a:pt x="20742" y="5945"/>
                  </a:cubicBezTo>
                  <a:cubicBezTo>
                    <a:pt x="20708" y="6029"/>
                    <a:pt x="20576" y="6049"/>
                    <a:pt x="20424" y="6049"/>
                  </a:cubicBezTo>
                  <a:cubicBezTo>
                    <a:pt x="20292" y="6049"/>
                    <a:pt x="20144" y="6034"/>
                    <a:pt x="20037" y="6034"/>
                  </a:cubicBezTo>
                  <a:cubicBezTo>
                    <a:pt x="19931" y="6034"/>
                    <a:pt x="19863" y="6048"/>
                    <a:pt x="19885" y="6107"/>
                  </a:cubicBezTo>
                  <a:cubicBezTo>
                    <a:pt x="19903" y="6161"/>
                    <a:pt x="19963" y="6342"/>
                    <a:pt x="20264" y="6342"/>
                  </a:cubicBezTo>
                  <a:cubicBezTo>
                    <a:pt x="20349" y="6342"/>
                    <a:pt x="20453" y="6328"/>
                    <a:pt x="20580" y="6292"/>
                  </a:cubicBezTo>
                  <a:cubicBezTo>
                    <a:pt x="20758" y="6242"/>
                    <a:pt x="20928" y="6219"/>
                    <a:pt x="21088" y="6219"/>
                  </a:cubicBezTo>
                  <a:cubicBezTo>
                    <a:pt x="21450" y="6219"/>
                    <a:pt x="21767" y="6339"/>
                    <a:pt x="22040" y="6547"/>
                  </a:cubicBezTo>
                  <a:cubicBezTo>
                    <a:pt x="22262" y="6741"/>
                    <a:pt x="22484" y="6861"/>
                    <a:pt x="22681" y="6861"/>
                  </a:cubicBezTo>
                  <a:cubicBezTo>
                    <a:pt x="22813" y="6861"/>
                    <a:pt x="22934" y="6807"/>
                    <a:pt x="23037" y="6686"/>
                  </a:cubicBezTo>
                  <a:cubicBezTo>
                    <a:pt x="23315" y="6362"/>
                    <a:pt x="22712" y="6315"/>
                    <a:pt x="22828" y="6084"/>
                  </a:cubicBezTo>
                  <a:cubicBezTo>
                    <a:pt x="22944" y="5829"/>
                    <a:pt x="22434" y="5690"/>
                    <a:pt x="22179" y="5690"/>
                  </a:cubicBezTo>
                  <a:cubicBezTo>
                    <a:pt x="21925" y="5690"/>
                    <a:pt x="21826" y="5284"/>
                    <a:pt x="21652" y="5284"/>
                  </a:cubicBezTo>
                  <a:cubicBezTo>
                    <a:pt x="21635" y="5284"/>
                    <a:pt x="21618" y="5288"/>
                    <a:pt x="21600" y="5296"/>
                  </a:cubicBezTo>
                  <a:cubicBezTo>
                    <a:pt x="21466" y="5349"/>
                    <a:pt x="21364" y="5433"/>
                    <a:pt x="21301" y="5433"/>
                  </a:cubicBezTo>
                  <a:cubicBezTo>
                    <a:pt x="21254" y="5433"/>
                    <a:pt x="21229" y="5387"/>
                    <a:pt x="21229" y="5249"/>
                  </a:cubicBezTo>
                  <a:cubicBezTo>
                    <a:pt x="21229" y="5045"/>
                    <a:pt x="20732" y="4960"/>
                    <a:pt x="20283" y="4960"/>
                  </a:cubicBezTo>
                  <a:close/>
                  <a:moveTo>
                    <a:pt x="14722" y="6730"/>
                  </a:moveTo>
                  <a:cubicBezTo>
                    <a:pt x="14543" y="6730"/>
                    <a:pt x="14385" y="6762"/>
                    <a:pt x="14415" y="6802"/>
                  </a:cubicBezTo>
                  <a:cubicBezTo>
                    <a:pt x="14537" y="6939"/>
                    <a:pt x="14768" y="7085"/>
                    <a:pt x="14945" y="7085"/>
                  </a:cubicBezTo>
                  <a:cubicBezTo>
                    <a:pt x="15039" y="7085"/>
                    <a:pt x="15117" y="7045"/>
                    <a:pt x="15157" y="6941"/>
                  </a:cubicBezTo>
                  <a:cubicBezTo>
                    <a:pt x="15223" y="6784"/>
                    <a:pt x="14954" y="6730"/>
                    <a:pt x="14722" y="6730"/>
                  </a:cubicBezTo>
                  <a:close/>
                  <a:moveTo>
                    <a:pt x="26094" y="6922"/>
                  </a:moveTo>
                  <a:cubicBezTo>
                    <a:pt x="25594" y="6922"/>
                    <a:pt x="24491" y="7101"/>
                    <a:pt x="24728" y="7266"/>
                  </a:cubicBezTo>
                  <a:cubicBezTo>
                    <a:pt x="24853" y="7361"/>
                    <a:pt x="25022" y="7398"/>
                    <a:pt x="25204" y="7398"/>
                  </a:cubicBezTo>
                  <a:cubicBezTo>
                    <a:pt x="25730" y="7398"/>
                    <a:pt x="26362" y="7085"/>
                    <a:pt x="26327" y="6964"/>
                  </a:cubicBezTo>
                  <a:cubicBezTo>
                    <a:pt x="26318" y="6935"/>
                    <a:pt x="26227" y="6922"/>
                    <a:pt x="26094" y="6922"/>
                  </a:cubicBezTo>
                  <a:close/>
                  <a:moveTo>
                    <a:pt x="17004" y="6604"/>
                  </a:moveTo>
                  <a:cubicBezTo>
                    <a:pt x="16951" y="6604"/>
                    <a:pt x="16891" y="6608"/>
                    <a:pt x="16826" y="6617"/>
                  </a:cubicBezTo>
                  <a:cubicBezTo>
                    <a:pt x="16316" y="6686"/>
                    <a:pt x="15435" y="6686"/>
                    <a:pt x="15435" y="7057"/>
                  </a:cubicBezTo>
                  <a:cubicBezTo>
                    <a:pt x="15435" y="7335"/>
                    <a:pt x="15621" y="7474"/>
                    <a:pt x="16177" y="7521"/>
                  </a:cubicBezTo>
                  <a:cubicBezTo>
                    <a:pt x="16201" y="7523"/>
                    <a:pt x="16225" y="7524"/>
                    <a:pt x="16249" y="7524"/>
                  </a:cubicBezTo>
                  <a:cubicBezTo>
                    <a:pt x="16774" y="7524"/>
                    <a:pt x="17208" y="7057"/>
                    <a:pt x="16942" y="7057"/>
                  </a:cubicBezTo>
                  <a:cubicBezTo>
                    <a:pt x="16687" y="7034"/>
                    <a:pt x="16849" y="6872"/>
                    <a:pt x="17173" y="6825"/>
                  </a:cubicBezTo>
                  <a:cubicBezTo>
                    <a:pt x="17436" y="6785"/>
                    <a:pt x="17364" y="6604"/>
                    <a:pt x="17004" y="6604"/>
                  </a:cubicBezTo>
                  <a:close/>
                  <a:moveTo>
                    <a:pt x="27877" y="7109"/>
                  </a:moveTo>
                  <a:cubicBezTo>
                    <a:pt x="27525" y="7109"/>
                    <a:pt x="27247" y="7436"/>
                    <a:pt x="27602" y="7567"/>
                  </a:cubicBezTo>
                  <a:cubicBezTo>
                    <a:pt x="27673" y="7596"/>
                    <a:pt x="27750" y="7609"/>
                    <a:pt x="27825" y="7609"/>
                  </a:cubicBezTo>
                  <a:cubicBezTo>
                    <a:pt x="28171" y="7609"/>
                    <a:pt x="28496" y="7344"/>
                    <a:pt x="28135" y="7173"/>
                  </a:cubicBezTo>
                  <a:cubicBezTo>
                    <a:pt x="28050" y="7128"/>
                    <a:pt x="27961" y="7109"/>
                    <a:pt x="27877" y="7109"/>
                  </a:cubicBezTo>
                  <a:close/>
                  <a:moveTo>
                    <a:pt x="19478" y="6898"/>
                  </a:moveTo>
                  <a:cubicBezTo>
                    <a:pt x="19422" y="6898"/>
                    <a:pt x="19383" y="6925"/>
                    <a:pt x="19375" y="6988"/>
                  </a:cubicBezTo>
                  <a:cubicBezTo>
                    <a:pt x="19337" y="7293"/>
                    <a:pt x="19770" y="7724"/>
                    <a:pt x="20041" y="7724"/>
                  </a:cubicBezTo>
                  <a:cubicBezTo>
                    <a:pt x="20099" y="7724"/>
                    <a:pt x="20149" y="7705"/>
                    <a:pt x="20186" y="7660"/>
                  </a:cubicBezTo>
                  <a:cubicBezTo>
                    <a:pt x="20357" y="7451"/>
                    <a:pt x="19733" y="6898"/>
                    <a:pt x="19478" y="6898"/>
                  </a:cubicBezTo>
                  <a:close/>
                  <a:moveTo>
                    <a:pt x="37803" y="1"/>
                  </a:moveTo>
                  <a:cubicBezTo>
                    <a:pt x="37497" y="1"/>
                    <a:pt x="37180" y="157"/>
                    <a:pt x="37243" y="313"/>
                  </a:cubicBezTo>
                  <a:cubicBezTo>
                    <a:pt x="37288" y="415"/>
                    <a:pt x="37262" y="467"/>
                    <a:pt x="37188" y="467"/>
                  </a:cubicBezTo>
                  <a:cubicBezTo>
                    <a:pt x="37111" y="467"/>
                    <a:pt x="36980" y="409"/>
                    <a:pt x="36826" y="290"/>
                  </a:cubicBezTo>
                  <a:cubicBezTo>
                    <a:pt x="36735" y="206"/>
                    <a:pt x="36611" y="180"/>
                    <a:pt x="36469" y="180"/>
                  </a:cubicBezTo>
                  <a:cubicBezTo>
                    <a:pt x="36229" y="180"/>
                    <a:pt x="35935" y="255"/>
                    <a:pt x="35656" y="255"/>
                  </a:cubicBezTo>
                  <a:cubicBezTo>
                    <a:pt x="35597" y="255"/>
                    <a:pt x="35539" y="252"/>
                    <a:pt x="35482" y="244"/>
                  </a:cubicBezTo>
                  <a:cubicBezTo>
                    <a:pt x="35436" y="235"/>
                    <a:pt x="35397" y="232"/>
                    <a:pt x="35362" y="232"/>
                  </a:cubicBezTo>
                  <a:cubicBezTo>
                    <a:pt x="35080" y="232"/>
                    <a:pt x="35098" y="469"/>
                    <a:pt x="34874" y="469"/>
                  </a:cubicBezTo>
                  <a:cubicBezTo>
                    <a:pt x="34813" y="469"/>
                    <a:pt x="34733" y="451"/>
                    <a:pt x="34624" y="406"/>
                  </a:cubicBezTo>
                  <a:cubicBezTo>
                    <a:pt x="34382" y="295"/>
                    <a:pt x="34132" y="259"/>
                    <a:pt x="33939" y="259"/>
                  </a:cubicBezTo>
                  <a:cubicBezTo>
                    <a:pt x="33689" y="259"/>
                    <a:pt x="33536" y="320"/>
                    <a:pt x="33628" y="359"/>
                  </a:cubicBezTo>
                  <a:cubicBezTo>
                    <a:pt x="33759" y="416"/>
                    <a:pt x="33647" y="517"/>
                    <a:pt x="33477" y="517"/>
                  </a:cubicBezTo>
                  <a:cubicBezTo>
                    <a:pt x="33437" y="517"/>
                    <a:pt x="33394" y="512"/>
                    <a:pt x="33350" y="498"/>
                  </a:cubicBezTo>
                  <a:cubicBezTo>
                    <a:pt x="33295" y="484"/>
                    <a:pt x="33242" y="476"/>
                    <a:pt x="33195" y="476"/>
                  </a:cubicBezTo>
                  <a:cubicBezTo>
                    <a:pt x="33020" y="476"/>
                    <a:pt x="32911" y="576"/>
                    <a:pt x="33002" y="777"/>
                  </a:cubicBezTo>
                  <a:cubicBezTo>
                    <a:pt x="33037" y="847"/>
                    <a:pt x="32967" y="866"/>
                    <a:pt x="32851" y="866"/>
                  </a:cubicBezTo>
                  <a:cubicBezTo>
                    <a:pt x="32720" y="866"/>
                    <a:pt x="32531" y="842"/>
                    <a:pt x="32375" y="842"/>
                  </a:cubicBezTo>
                  <a:cubicBezTo>
                    <a:pt x="32220" y="842"/>
                    <a:pt x="32098" y="866"/>
                    <a:pt x="32098" y="962"/>
                  </a:cubicBezTo>
                  <a:cubicBezTo>
                    <a:pt x="32098" y="1127"/>
                    <a:pt x="31953" y="1252"/>
                    <a:pt x="31769" y="1252"/>
                  </a:cubicBezTo>
                  <a:cubicBezTo>
                    <a:pt x="31669" y="1252"/>
                    <a:pt x="31556" y="1215"/>
                    <a:pt x="31449" y="1124"/>
                  </a:cubicBezTo>
                  <a:cubicBezTo>
                    <a:pt x="31285" y="987"/>
                    <a:pt x="30895" y="907"/>
                    <a:pt x="30655" y="907"/>
                  </a:cubicBezTo>
                  <a:cubicBezTo>
                    <a:pt x="30489" y="907"/>
                    <a:pt x="30394" y="946"/>
                    <a:pt x="30499" y="1031"/>
                  </a:cubicBezTo>
                  <a:cubicBezTo>
                    <a:pt x="30777" y="1240"/>
                    <a:pt x="29688" y="1124"/>
                    <a:pt x="29966" y="1356"/>
                  </a:cubicBezTo>
                  <a:cubicBezTo>
                    <a:pt x="30198" y="1516"/>
                    <a:pt x="29867" y="1650"/>
                    <a:pt x="29702" y="1650"/>
                  </a:cubicBezTo>
                  <a:cubicBezTo>
                    <a:pt x="29653" y="1650"/>
                    <a:pt x="29618" y="1638"/>
                    <a:pt x="29618" y="1611"/>
                  </a:cubicBezTo>
                  <a:cubicBezTo>
                    <a:pt x="29618" y="1531"/>
                    <a:pt x="29330" y="1406"/>
                    <a:pt x="29068" y="1406"/>
                  </a:cubicBezTo>
                  <a:cubicBezTo>
                    <a:pt x="28951" y="1406"/>
                    <a:pt x="28839" y="1431"/>
                    <a:pt x="28761" y="1495"/>
                  </a:cubicBezTo>
                  <a:cubicBezTo>
                    <a:pt x="28572" y="1665"/>
                    <a:pt x="28476" y="1880"/>
                    <a:pt x="28384" y="1880"/>
                  </a:cubicBezTo>
                  <a:cubicBezTo>
                    <a:pt x="28363" y="1880"/>
                    <a:pt x="28342" y="1869"/>
                    <a:pt x="28321" y="1843"/>
                  </a:cubicBezTo>
                  <a:cubicBezTo>
                    <a:pt x="28273" y="1777"/>
                    <a:pt x="28157" y="1745"/>
                    <a:pt x="28001" y="1745"/>
                  </a:cubicBezTo>
                  <a:cubicBezTo>
                    <a:pt x="27774" y="1745"/>
                    <a:pt x="27464" y="1812"/>
                    <a:pt x="27162" y="1935"/>
                  </a:cubicBezTo>
                  <a:cubicBezTo>
                    <a:pt x="26833" y="2055"/>
                    <a:pt x="26967" y="2155"/>
                    <a:pt x="27191" y="2155"/>
                  </a:cubicBezTo>
                  <a:cubicBezTo>
                    <a:pt x="27314" y="2155"/>
                    <a:pt x="27464" y="2125"/>
                    <a:pt x="27579" y="2051"/>
                  </a:cubicBezTo>
                  <a:cubicBezTo>
                    <a:pt x="27707" y="1975"/>
                    <a:pt x="27822" y="1945"/>
                    <a:pt x="27903" y="1945"/>
                  </a:cubicBezTo>
                  <a:cubicBezTo>
                    <a:pt x="28042" y="1945"/>
                    <a:pt x="28079" y="2033"/>
                    <a:pt x="27903" y="2121"/>
                  </a:cubicBezTo>
                  <a:cubicBezTo>
                    <a:pt x="27628" y="2248"/>
                    <a:pt x="27682" y="2355"/>
                    <a:pt x="28011" y="2355"/>
                  </a:cubicBezTo>
                  <a:cubicBezTo>
                    <a:pt x="28042" y="2355"/>
                    <a:pt x="28076" y="2354"/>
                    <a:pt x="28112" y="2352"/>
                  </a:cubicBezTo>
                  <a:cubicBezTo>
                    <a:pt x="28160" y="2347"/>
                    <a:pt x="28195" y="2345"/>
                    <a:pt x="28219" y="2345"/>
                  </a:cubicBezTo>
                  <a:cubicBezTo>
                    <a:pt x="28403" y="2345"/>
                    <a:pt x="27950" y="2495"/>
                    <a:pt x="27950" y="2700"/>
                  </a:cubicBezTo>
                  <a:cubicBezTo>
                    <a:pt x="27950" y="2955"/>
                    <a:pt x="28436" y="2793"/>
                    <a:pt x="28460" y="3048"/>
                  </a:cubicBezTo>
                  <a:cubicBezTo>
                    <a:pt x="28473" y="3179"/>
                    <a:pt x="28813" y="3266"/>
                    <a:pt x="29160" y="3266"/>
                  </a:cubicBezTo>
                  <a:cubicBezTo>
                    <a:pt x="29426" y="3266"/>
                    <a:pt x="29696" y="3215"/>
                    <a:pt x="29827" y="3094"/>
                  </a:cubicBezTo>
                  <a:cubicBezTo>
                    <a:pt x="29915" y="3012"/>
                    <a:pt x="29970" y="2980"/>
                    <a:pt x="30004" y="2980"/>
                  </a:cubicBezTo>
                  <a:cubicBezTo>
                    <a:pt x="30095" y="2980"/>
                    <a:pt x="30029" y="3214"/>
                    <a:pt x="30012" y="3349"/>
                  </a:cubicBezTo>
                  <a:cubicBezTo>
                    <a:pt x="29997" y="3485"/>
                    <a:pt x="30634" y="3602"/>
                    <a:pt x="31097" y="3602"/>
                  </a:cubicBezTo>
                  <a:cubicBezTo>
                    <a:pt x="31343" y="3602"/>
                    <a:pt x="31541" y="3569"/>
                    <a:pt x="31565" y="3488"/>
                  </a:cubicBezTo>
                  <a:cubicBezTo>
                    <a:pt x="31600" y="3361"/>
                    <a:pt x="31669" y="3320"/>
                    <a:pt x="31768" y="3320"/>
                  </a:cubicBezTo>
                  <a:cubicBezTo>
                    <a:pt x="31866" y="3320"/>
                    <a:pt x="31994" y="3361"/>
                    <a:pt x="32144" y="3395"/>
                  </a:cubicBezTo>
                  <a:cubicBezTo>
                    <a:pt x="32176" y="3406"/>
                    <a:pt x="32221" y="3411"/>
                    <a:pt x="32278" y="3411"/>
                  </a:cubicBezTo>
                  <a:cubicBezTo>
                    <a:pt x="32727" y="3411"/>
                    <a:pt x="33862" y="3107"/>
                    <a:pt x="33883" y="2839"/>
                  </a:cubicBezTo>
                  <a:cubicBezTo>
                    <a:pt x="33888" y="2777"/>
                    <a:pt x="33914" y="2751"/>
                    <a:pt x="33946" y="2751"/>
                  </a:cubicBezTo>
                  <a:cubicBezTo>
                    <a:pt x="34057" y="2751"/>
                    <a:pt x="34243" y="3069"/>
                    <a:pt x="33883" y="3303"/>
                  </a:cubicBezTo>
                  <a:cubicBezTo>
                    <a:pt x="33419" y="3627"/>
                    <a:pt x="32492" y="3581"/>
                    <a:pt x="32098" y="3697"/>
                  </a:cubicBezTo>
                  <a:cubicBezTo>
                    <a:pt x="31681" y="3813"/>
                    <a:pt x="32353" y="4114"/>
                    <a:pt x="32770" y="4415"/>
                  </a:cubicBezTo>
                  <a:cubicBezTo>
                    <a:pt x="32922" y="4534"/>
                    <a:pt x="32893" y="4587"/>
                    <a:pt x="32774" y="4587"/>
                  </a:cubicBezTo>
                  <a:cubicBezTo>
                    <a:pt x="32568" y="4587"/>
                    <a:pt x="32093" y="4425"/>
                    <a:pt x="31843" y="4160"/>
                  </a:cubicBezTo>
                  <a:cubicBezTo>
                    <a:pt x="31524" y="3823"/>
                    <a:pt x="30902" y="3758"/>
                    <a:pt x="30430" y="3758"/>
                  </a:cubicBezTo>
                  <a:cubicBezTo>
                    <a:pt x="30319" y="3758"/>
                    <a:pt x="30217" y="3762"/>
                    <a:pt x="30128" y="3766"/>
                  </a:cubicBezTo>
                  <a:cubicBezTo>
                    <a:pt x="29665" y="3789"/>
                    <a:pt x="29804" y="4647"/>
                    <a:pt x="30151" y="4647"/>
                  </a:cubicBezTo>
                  <a:cubicBezTo>
                    <a:pt x="30499" y="4647"/>
                    <a:pt x="30823" y="4763"/>
                    <a:pt x="31171" y="5296"/>
                  </a:cubicBezTo>
                  <a:cubicBezTo>
                    <a:pt x="31496" y="5829"/>
                    <a:pt x="32237" y="5713"/>
                    <a:pt x="32237" y="5945"/>
                  </a:cubicBezTo>
                  <a:cubicBezTo>
                    <a:pt x="32237" y="6001"/>
                    <a:pt x="32191" y="6023"/>
                    <a:pt x="32114" y="6023"/>
                  </a:cubicBezTo>
                  <a:cubicBezTo>
                    <a:pt x="31840" y="6023"/>
                    <a:pt x="31170" y="5739"/>
                    <a:pt x="30754" y="5667"/>
                  </a:cubicBezTo>
                  <a:cubicBezTo>
                    <a:pt x="30692" y="5656"/>
                    <a:pt x="30625" y="5651"/>
                    <a:pt x="30556" y="5651"/>
                  </a:cubicBezTo>
                  <a:cubicBezTo>
                    <a:pt x="30032" y="5651"/>
                    <a:pt x="29361" y="5944"/>
                    <a:pt x="29340" y="6292"/>
                  </a:cubicBezTo>
                  <a:cubicBezTo>
                    <a:pt x="29329" y="6486"/>
                    <a:pt x="29519" y="6573"/>
                    <a:pt x="29779" y="6573"/>
                  </a:cubicBezTo>
                  <a:cubicBezTo>
                    <a:pt x="30048" y="6573"/>
                    <a:pt x="30390" y="6480"/>
                    <a:pt x="30661" y="6315"/>
                  </a:cubicBezTo>
                  <a:cubicBezTo>
                    <a:pt x="30800" y="6231"/>
                    <a:pt x="30876" y="6197"/>
                    <a:pt x="30908" y="6197"/>
                  </a:cubicBezTo>
                  <a:cubicBezTo>
                    <a:pt x="30999" y="6197"/>
                    <a:pt x="30734" y="6474"/>
                    <a:pt x="30545" y="6663"/>
                  </a:cubicBezTo>
                  <a:cubicBezTo>
                    <a:pt x="30267" y="6895"/>
                    <a:pt x="31171" y="7080"/>
                    <a:pt x="31171" y="7381"/>
                  </a:cubicBezTo>
                  <a:cubicBezTo>
                    <a:pt x="31171" y="7500"/>
                    <a:pt x="31053" y="7551"/>
                    <a:pt x="30911" y="7551"/>
                  </a:cubicBezTo>
                  <a:cubicBezTo>
                    <a:pt x="30719" y="7551"/>
                    <a:pt x="30483" y="7458"/>
                    <a:pt x="30429" y="7312"/>
                  </a:cubicBezTo>
                  <a:cubicBezTo>
                    <a:pt x="30366" y="7056"/>
                    <a:pt x="30164" y="6820"/>
                    <a:pt x="29645" y="6820"/>
                  </a:cubicBezTo>
                  <a:cubicBezTo>
                    <a:pt x="29600" y="6820"/>
                    <a:pt x="29552" y="6822"/>
                    <a:pt x="29502" y="6825"/>
                  </a:cubicBezTo>
                  <a:cubicBezTo>
                    <a:pt x="28877" y="6872"/>
                    <a:pt x="29039" y="7312"/>
                    <a:pt x="29433" y="7358"/>
                  </a:cubicBezTo>
                  <a:cubicBezTo>
                    <a:pt x="29804" y="7405"/>
                    <a:pt x="29827" y="7706"/>
                    <a:pt x="29410" y="7706"/>
                  </a:cubicBezTo>
                  <a:cubicBezTo>
                    <a:pt x="28969" y="7706"/>
                    <a:pt x="27973" y="7961"/>
                    <a:pt x="28274" y="8262"/>
                  </a:cubicBezTo>
                  <a:cubicBezTo>
                    <a:pt x="28407" y="8377"/>
                    <a:pt x="28668" y="8404"/>
                    <a:pt x="28953" y="8404"/>
                  </a:cubicBezTo>
                  <a:cubicBezTo>
                    <a:pt x="29209" y="8404"/>
                    <a:pt x="29484" y="8382"/>
                    <a:pt x="29703" y="8382"/>
                  </a:cubicBezTo>
                  <a:cubicBezTo>
                    <a:pt x="29879" y="8382"/>
                    <a:pt x="30018" y="8397"/>
                    <a:pt x="30082" y="8448"/>
                  </a:cubicBezTo>
                  <a:cubicBezTo>
                    <a:pt x="30201" y="8553"/>
                    <a:pt x="30449" y="8622"/>
                    <a:pt x="30670" y="8622"/>
                  </a:cubicBezTo>
                  <a:cubicBezTo>
                    <a:pt x="30835" y="8622"/>
                    <a:pt x="30986" y="8583"/>
                    <a:pt x="31055" y="8494"/>
                  </a:cubicBezTo>
                  <a:cubicBezTo>
                    <a:pt x="31129" y="8383"/>
                    <a:pt x="31300" y="8357"/>
                    <a:pt x="31517" y="8357"/>
                  </a:cubicBezTo>
                  <a:cubicBezTo>
                    <a:pt x="31710" y="8357"/>
                    <a:pt x="31939" y="8378"/>
                    <a:pt x="32168" y="8378"/>
                  </a:cubicBezTo>
                  <a:cubicBezTo>
                    <a:pt x="32654" y="8378"/>
                    <a:pt x="32770" y="8448"/>
                    <a:pt x="32979" y="8633"/>
                  </a:cubicBezTo>
                  <a:cubicBezTo>
                    <a:pt x="33076" y="8720"/>
                    <a:pt x="33197" y="8759"/>
                    <a:pt x="33326" y="8759"/>
                  </a:cubicBezTo>
                  <a:cubicBezTo>
                    <a:pt x="33505" y="8759"/>
                    <a:pt x="33698" y="8685"/>
                    <a:pt x="33859" y="8563"/>
                  </a:cubicBezTo>
                  <a:cubicBezTo>
                    <a:pt x="34114" y="8378"/>
                    <a:pt x="34114" y="8378"/>
                    <a:pt x="34462" y="8378"/>
                  </a:cubicBezTo>
                  <a:cubicBezTo>
                    <a:pt x="34810" y="8378"/>
                    <a:pt x="34879" y="8146"/>
                    <a:pt x="34717" y="7891"/>
                  </a:cubicBezTo>
                  <a:cubicBezTo>
                    <a:pt x="34672" y="7824"/>
                    <a:pt x="34612" y="7800"/>
                    <a:pt x="34546" y="7800"/>
                  </a:cubicBezTo>
                  <a:cubicBezTo>
                    <a:pt x="34389" y="7800"/>
                    <a:pt x="34198" y="7937"/>
                    <a:pt x="34102" y="7937"/>
                  </a:cubicBezTo>
                  <a:cubicBezTo>
                    <a:pt x="34073" y="7937"/>
                    <a:pt x="34053" y="7924"/>
                    <a:pt x="34045" y="7891"/>
                  </a:cubicBezTo>
                  <a:cubicBezTo>
                    <a:pt x="34012" y="7727"/>
                    <a:pt x="33793" y="7633"/>
                    <a:pt x="33430" y="7633"/>
                  </a:cubicBezTo>
                  <a:cubicBezTo>
                    <a:pt x="33280" y="7633"/>
                    <a:pt x="33105" y="7649"/>
                    <a:pt x="32909" y="7683"/>
                  </a:cubicBezTo>
                  <a:cubicBezTo>
                    <a:pt x="32855" y="7690"/>
                    <a:pt x="32807" y="7694"/>
                    <a:pt x="32765" y="7694"/>
                  </a:cubicBezTo>
                  <a:cubicBezTo>
                    <a:pt x="32335" y="7694"/>
                    <a:pt x="32500" y="7342"/>
                    <a:pt x="32814" y="7342"/>
                  </a:cubicBezTo>
                  <a:cubicBezTo>
                    <a:pt x="32851" y="7342"/>
                    <a:pt x="32891" y="7347"/>
                    <a:pt x="32932" y="7358"/>
                  </a:cubicBezTo>
                  <a:cubicBezTo>
                    <a:pt x="33101" y="7405"/>
                    <a:pt x="33292" y="7425"/>
                    <a:pt x="33490" y="7425"/>
                  </a:cubicBezTo>
                  <a:cubicBezTo>
                    <a:pt x="33784" y="7425"/>
                    <a:pt x="34093" y="7381"/>
                    <a:pt x="34369" y="7312"/>
                  </a:cubicBezTo>
                  <a:cubicBezTo>
                    <a:pt x="34833" y="7196"/>
                    <a:pt x="34462" y="6964"/>
                    <a:pt x="34462" y="6779"/>
                  </a:cubicBezTo>
                  <a:cubicBezTo>
                    <a:pt x="34462" y="6690"/>
                    <a:pt x="34568" y="6664"/>
                    <a:pt x="34725" y="6664"/>
                  </a:cubicBezTo>
                  <a:cubicBezTo>
                    <a:pt x="34933" y="6664"/>
                    <a:pt x="35230" y="6709"/>
                    <a:pt x="35482" y="6709"/>
                  </a:cubicBezTo>
                  <a:cubicBezTo>
                    <a:pt x="35922" y="6709"/>
                    <a:pt x="36548" y="5991"/>
                    <a:pt x="36571" y="5597"/>
                  </a:cubicBezTo>
                  <a:cubicBezTo>
                    <a:pt x="36587" y="5308"/>
                    <a:pt x="36114" y="5264"/>
                    <a:pt x="35660" y="5264"/>
                  </a:cubicBezTo>
                  <a:cubicBezTo>
                    <a:pt x="35459" y="5264"/>
                    <a:pt x="35261" y="5273"/>
                    <a:pt x="35111" y="5273"/>
                  </a:cubicBezTo>
                  <a:cubicBezTo>
                    <a:pt x="34653" y="5273"/>
                    <a:pt x="35344" y="4944"/>
                    <a:pt x="36200" y="4944"/>
                  </a:cubicBezTo>
                  <a:cubicBezTo>
                    <a:pt x="36254" y="4944"/>
                    <a:pt x="36308" y="4945"/>
                    <a:pt x="36362" y="4948"/>
                  </a:cubicBezTo>
                  <a:cubicBezTo>
                    <a:pt x="36412" y="4951"/>
                    <a:pt x="36458" y="4952"/>
                    <a:pt x="36500" y="4952"/>
                  </a:cubicBezTo>
                  <a:cubicBezTo>
                    <a:pt x="37225" y="4952"/>
                    <a:pt x="36881" y="4592"/>
                    <a:pt x="37034" y="4438"/>
                  </a:cubicBezTo>
                  <a:cubicBezTo>
                    <a:pt x="37064" y="4413"/>
                    <a:pt x="37103" y="4403"/>
                    <a:pt x="37149" y="4403"/>
                  </a:cubicBezTo>
                  <a:cubicBezTo>
                    <a:pt x="37318" y="4403"/>
                    <a:pt x="37588" y="4533"/>
                    <a:pt x="37885" y="4533"/>
                  </a:cubicBezTo>
                  <a:cubicBezTo>
                    <a:pt x="37956" y="4533"/>
                    <a:pt x="38028" y="4526"/>
                    <a:pt x="38100" y="4508"/>
                  </a:cubicBezTo>
                  <a:cubicBezTo>
                    <a:pt x="38564" y="4415"/>
                    <a:pt x="38240" y="4044"/>
                    <a:pt x="38564" y="4044"/>
                  </a:cubicBezTo>
                  <a:cubicBezTo>
                    <a:pt x="38773" y="4044"/>
                    <a:pt x="39282" y="3697"/>
                    <a:pt x="40279" y="3140"/>
                  </a:cubicBezTo>
                  <a:cubicBezTo>
                    <a:pt x="41275" y="2584"/>
                    <a:pt x="42040" y="2677"/>
                    <a:pt x="42087" y="2352"/>
                  </a:cubicBezTo>
                  <a:cubicBezTo>
                    <a:pt x="42103" y="2246"/>
                    <a:pt x="41937" y="2215"/>
                    <a:pt x="41705" y="2215"/>
                  </a:cubicBezTo>
                  <a:cubicBezTo>
                    <a:pt x="41374" y="2215"/>
                    <a:pt x="40907" y="2278"/>
                    <a:pt x="40638" y="2278"/>
                  </a:cubicBezTo>
                  <a:cubicBezTo>
                    <a:pt x="40562" y="2278"/>
                    <a:pt x="40501" y="2273"/>
                    <a:pt x="40464" y="2260"/>
                  </a:cubicBezTo>
                  <a:cubicBezTo>
                    <a:pt x="40260" y="2178"/>
                    <a:pt x="41192" y="1970"/>
                    <a:pt x="41621" y="1970"/>
                  </a:cubicBezTo>
                  <a:cubicBezTo>
                    <a:pt x="41679" y="1970"/>
                    <a:pt x="41727" y="1974"/>
                    <a:pt x="41762" y="1982"/>
                  </a:cubicBezTo>
                  <a:cubicBezTo>
                    <a:pt x="41820" y="1996"/>
                    <a:pt x="41882" y="2005"/>
                    <a:pt x="41954" y="2005"/>
                  </a:cubicBezTo>
                  <a:cubicBezTo>
                    <a:pt x="42229" y="2005"/>
                    <a:pt x="42641" y="1881"/>
                    <a:pt x="43431" y="1495"/>
                  </a:cubicBezTo>
                  <a:cubicBezTo>
                    <a:pt x="44255" y="1092"/>
                    <a:pt x="44096" y="943"/>
                    <a:pt x="43780" y="943"/>
                  </a:cubicBezTo>
                  <a:cubicBezTo>
                    <a:pt x="43715" y="943"/>
                    <a:pt x="43642" y="950"/>
                    <a:pt x="43570" y="962"/>
                  </a:cubicBezTo>
                  <a:cubicBezTo>
                    <a:pt x="43498" y="974"/>
                    <a:pt x="43425" y="980"/>
                    <a:pt x="43354" y="980"/>
                  </a:cubicBezTo>
                  <a:cubicBezTo>
                    <a:pt x="43008" y="980"/>
                    <a:pt x="42693" y="845"/>
                    <a:pt x="42712" y="614"/>
                  </a:cubicBezTo>
                  <a:cubicBezTo>
                    <a:pt x="42722" y="510"/>
                    <a:pt x="42622" y="487"/>
                    <a:pt x="42500" y="487"/>
                  </a:cubicBezTo>
                  <a:cubicBezTo>
                    <a:pt x="42406" y="487"/>
                    <a:pt x="42298" y="501"/>
                    <a:pt x="42216" y="501"/>
                  </a:cubicBezTo>
                  <a:cubicBezTo>
                    <a:pt x="42145" y="501"/>
                    <a:pt x="42093" y="490"/>
                    <a:pt x="42087" y="452"/>
                  </a:cubicBezTo>
                  <a:cubicBezTo>
                    <a:pt x="42079" y="404"/>
                    <a:pt x="42004" y="381"/>
                    <a:pt x="41883" y="381"/>
                  </a:cubicBezTo>
                  <a:cubicBezTo>
                    <a:pt x="41656" y="381"/>
                    <a:pt x="41267" y="463"/>
                    <a:pt x="40858" y="614"/>
                  </a:cubicBezTo>
                  <a:cubicBezTo>
                    <a:pt x="40731" y="666"/>
                    <a:pt x="40653" y="687"/>
                    <a:pt x="40613" y="687"/>
                  </a:cubicBezTo>
                  <a:cubicBezTo>
                    <a:pt x="40455" y="687"/>
                    <a:pt x="40864" y="364"/>
                    <a:pt x="41067" y="290"/>
                  </a:cubicBezTo>
                  <a:cubicBezTo>
                    <a:pt x="41345" y="174"/>
                    <a:pt x="39468" y="290"/>
                    <a:pt x="39143" y="58"/>
                  </a:cubicBezTo>
                  <a:cubicBezTo>
                    <a:pt x="39095" y="25"/>
                    <a:pt x="39046" y="12"/>
                    <a:pt x="38995" y="12"/>
                  </a:cubicBezTo>
                  <a:cubicBezTo>
                    <a:pt x="38795" y="12"/>
                    <a:pt x="38578" y="216"/>
                    <a:pt x="38384" y="216"/>
                  </a:cubicBezTo>
                  <a:cubicBezTo>
                    <a:pt x="38317" y="216"/>
                    <a:pt x="38253" y="192"/>
                    <a:pt x="38193" y="128"/>
                  </a:cubicBezTo>
                  <a:cubicBezTo>
                    <a:pt x="38095" y="37"/>
                    <a:pt x="37950" y="1"/>
                    <a:pt x="37803" y="1"/>
                  </a:cubicBezTo>
                  <a:close/>
                  <a:moveTo>
                    <a:pt x="13522" y="7191"/>
                  </a:moveTo>
                  <a:cubicBezTo>
                    <a:pt x="13401" y="7191"/>
                    <a:pt x="13349" y="7371"/>
                    <a:pt x="13349" y="7474"/>
                  </a:cubicBezTo>
                  <a:cubicBezTo>
                    <a:pt x="13349" y="7528"/>
                    <a:pt x="13298" y="7549"/>
                    <a:pt x="13219" y="7549"/>
                  </a:cubicBezTo>
                  <a:cubicBezTo>
                    <a:pt x="13061" y="7549"/>
                    <a:pt x="12793" y="7466"/>
                    <a:pt x="12608" y="7405"/>
                  </a:cubicBezTo>
                  <a:cubicBezTo>
                    <a:pt x="12583" y="7396"/>
                    <a:pt x="12557" y="7391"/>
                    <a:pt x="12530" y="7391"/>
                  </a:cubicBezTo>
                  <a:cubicBezTo>
                    <a:pt x="12284" y="7391"/>
                    <a:pt x="11967" y="7747"/>
                    <a:pt x="11611" y="7915"/>
                  </a:cubicBezTo>
                  <a:cubicBezTo>
                    <a:pt x="11253" y="8116"/>
                    <a:pt x="11219" y="8426"/>
                    <a:pt x="10883" y="8426"/>
                  </a:cubicBezTo>
                  <a:cubicBezTo>
                    <a:pt x="10871" y="8426"/>
                    <a:pt x="10859" y="8425"/>
                    <a:pt x="10846" y="8424"/>
                  </a:cubicBezTo>
                  <a:cubicBezTo>
                    <a:pt x="10835" y="8424"/>
                    <a:pt x="10822" y="8423"/>
                    <a:pt x="10810" y="8423"/>
                  </a:cubicBezTo>
                  <a:cubicBezTo>
                    <a:pt x="10442" y="8423"/>
                    <a:pt x="9948" y="8751"/>
                    <a:pt x="10105" y="8818"/>
                  </a:cubicBezTo>
                  <a:cubicBezTo>
                    <a:pt x="10267" y="8879"/>
                    <a:pt x="10145" y="9136"/>
                    <a:pt x="10253" y="9136"/>
                  </a:cubicBezTo>
                  <a:cubicBezTo>
                    <a:pt x="10268" y="9136"/>
                    <a:pt x="10288" y="9131"/>
                    <a:pt x="10313" y="9120"/>
                  </a:cubicBezTo>
                  <a:cubicBezTo>
                    <a:pt x="10437" y="9058"/>
                    <a:pt x="10499" y="9027"/>
                    <a:pt x="10568" y="9027"/>
                  </a:cubicBezTo>
                  <a:cubicBezTo>
                    <a:pt x="10602" y="9027"/>
                    <a:pt x="10638" y="9035"/>
                    <a:pt x="10684" y="9050"/>
                  </a:cubicBezTo>
                  <a:cubicBezTo>
                    <a:pt x="10729" y="9065"/>
                    <a:pt x="10767" y="9071"/>
                    <a:pt x="10801" y="9071"/>
                  </a:cubicBezTo>
                  <a:cubicBezTo>
                    <a:pt x="10979" y="9071"/>
                    <a:pt x="11027" y="8892"/>
                    <a:pt x="11125" y="8795"/>
                  </a:cubicBezTo>
                  <a:cubicBezTo>
                    <a:pt x="11135" y="8784"/>
                    <a:pt x="11145" y="8779"/>
                    <a:pt x="11153" y="8779"/>
                  </a:cubicBezTo>
                  <a:cubicBezTo>
                    <a:pt x="11235" y="8779"/>
                    <a:pt x="11225" y="9236"/>
                    <a:pt x="11519" y="9236"/>
                  </a:cubicBezTo>
                  <a:cubicBezTo>
                    <a:pt x="11742" y="9236"/>
                    <a:pt x="11734" y="8790"/>
                    <a:pt x="11901" y="8790"/>
                  </a:cubicBezTo>
                  <a:cubicBezTo>
                    <a:pt x="11924" y="8790"/>
                    <a:pt x="11951" y="8798"/>
                    <a:pt x="11982" y="8818"/>
                  </a:cubicBezTo>
                  <a:cubicBezTo>
                    <a:pt x="12037" y="8857"/>
                    <a:pt x="12084" y="8873"/>
                    <a:pt x="12125" y="8873"/>
                  </a:cubicBezTo>
                  <a:cubicBezTo>
                    <a:pt x="12255" y="8873"/>
                    <a:pt x="12318" y="8705"/>
                    <a:pt x="12353" y="8563"/>
                  </a:cubicBezTo>
                  <a:cubicBezTo>
                    <a:pt x="12399" y="8401"/>
                    <a:pt x="12399" y="8123"/>
                    <a:pt x="12654" y="8054"/>
                  </a:cubicBezTo>
                  <a:cubicBezTo>
                    <a:pt x="12672" y="8051"/>
                    <a:pt x="12688" y="8049"/>
                    <a:pt x="12702" y="8049"/>
                  </a:cubicBezTo>
                  <a:cubicBezTo>
                    <a:pt x="12904" y="8049"/>
                    <a:pt x="12710" y="8345"/>
                    <a:pt x="12840" y="8540"/>
                  </a:cubicBezTo>
                  <a:cubicBezTo>
                    <a:pt x="12892" y="8646"/>
                    <a:pt x="12960" y="8685"/>
                    <a:pt x="13029" y="8685"/>
                  </a:cubicBezTo>
                  <a:cubicBezTo>
                    <a:pt x="13171" y="8685"/>
                    <a:pt x="13318" y="8518"/>
                    <a:pt x="13349" y="8424"/>
                  </a:cubicBezTo>
                  <a:cubicBezTo>
                    <a:pt x="13373" y="8285"/>
                    <a:pt x="13790" y="8378"/>
                    <a:pt x="13767" y="8216"/>
                  </a:cubicBezTo>
                  <a:cubicBezTo>
                    <a:pt x="13743" y="8030"/>
                    <a:pt x="13906" y="7984"/>
                    <a:pt x="13767" y="7799"/>
                  </a:cubicBezTo>
                  <a:cubicBezTo>
                    <a:pt x="13651" y="7613"/>
                    <a:pt x="13975" y="7660"/>
                    <a:pt x="14114" y="7497"/>
                  </a:cubicBezTo>
                  <a:cubicBezTo>
                    <a:pt x="14253" y="7358"/>
                    <a:pt x="13929" y="7474"/>
                    <a:pt x="13674" y="7266"/>
                  </a:cubicBezTo>
                  <a:cubicBezTo>
                    <a:pt x="13614" y="7212"/>
                    <a:pt x="13564" y="7191"/>
                    <a:pt x="13522" y="7191"/>
                  </a:cubicBezTo>
                  <a:close/>
                  <a:moveTo>
                    <a:pt x="12928" y="8897"/>
                  </a:moveTo>
                  <a:cubicBezTo>
                    <a:pt x="12718" y="8897"/>
                    <a:pt x="11938" y="9470"/>
                    <a:pt x="12121" y="9490"/>
                  </a:cubicBezTo>
                  <a:cubicBezTo>
                    <a:pt x="12145" y="9493"/>
                    <a:pt x="12169" y="9494"/>
                    <a:pt x="12193" y="9494"/>
                  </a:cubicBezTo>
                  <a:cubicBezTo>
                    <a:pt x="12608" y="9494"/>
                    <a:pt x="13000" y="9131"/>
                    <a:pt x="12979" y="8934"/>
                  </a:cubicBezTo>
                  <a:cubicBezTo>
                    <a:pt x="12976" y="8909"/>
                    <a:pt x="12957" y="8897"/>
                    <a:pt x="12928" y="8897"/>
                  </a:cubicBezTo>
                  <a:close/>
                  <a:moveTo>
                    <a:pt x="20266" y="9579"/>
                  </a:moveTo>
                  <a:cubicBezTo>
                    <a:pt x="20195" y="9579"/>
                    <a:pt x="20130" y="9613"/>
                    <a:pt x="20093" y="9699"/>
                  </a:cubicBezTo>
                  <a:cubicBezTo>
                    <a:pt x="19999" y="9936"/>
                    <a:pt x="20194" y="10065"/>
                    <a:pt x="20379" y="10065"/>
                  </a:cubicBezTo>
                  <a:cubicBezTo>
                    <a:pt x="20466" y="10065"/>
                    <a:pt x="20551" y="10036"/>
                    <a:pt x="20603" y="9977"/>
                  </a:cubicBezTo>
                  <a:cubicBezTo>
                    <a:pt x="20722" y="9841"/>
                    <a:pt x="20466" y="9579"/>
                    <a:pt x="20266" y="9579"/>
                  </a:cubicBezTo>
                  <a:close/>
                  <a:moveTo>
                    <a:pt x="22179" y="8022"/>
                  </a:moveTo>
                  <a:cubicBezTo>
                    <a:pt x="21953" y="8022"/>
                    <a:pt x="22202" y="8438"/>
                    <a:pt x="22504" y="8679"/>
                  </a:cubicBezTo>
                  <a:cubicBezTo>
                    <a:pt x="22629" y="8795"/>
                    <a:pt x="22630" y="8846"/>
                    <a:pt x="22559" y="8846"/>
                  </a:cubicBezTo>
                  <a:cubicBezTo>
                    <a:pt x="22446" y="8846"/>
                    <a:pt x="22149" y="8717"/>
                    <a:pt x="21878" y="8517"/>
                  </a:cubicBezTo>
                  <a:cubicBezTo>
                    <a:pt x="21774" y="8444"/>
                    <a:pt x="21695" y="8415"/>
                    <a:pt x="21639" y="8415"/>
                  </a:cubicBezTo>
                  <a:cubicBezTo>
                    <a:pt x="21443" y="8415"/>
                    <a:pt x="21508" y="8767"/>
                    <a:pt x="21669" y="8911"/>
                  </a:cubicBezTo>
                  <a:cubicBezTo>
                    <a:pt x="21810" y="9010"/>
                    <a:pt x="21762" y="9143"/>
                    <a:pt x="21640" y="9143"/>
                  </a:cubicBezTo>
                  <a:cubicBezTo>
                    <a:pt x="21562" y="9143"/>
                    <a:pt x="21454" y="9088"/>
                    <a:pt x="21345" y="8934"/>
                  </a:cubicBezTo>
                  <a:cubicBezTo>
                    <a:pt x="21044" y="8540"/>
                    <a:pt x="20904" y="8123"/>
                    <a:pt x="20441" y="8100"/>
                  </a:cubicBezTo>
                  <a:cubicBezTo>
                    <a:pt x="20430" y="8099"/>
                    <a:pt x="20420" y="8099"/>
                    <a:pt x="20410" y="8099"/>
                  </a:cubicBezTo>
                  <a:cubicBezTo>
                    <a:pt x="19987" y="8099"/>
                    <a:pt x="20190" y="8569"/>
                    <a:pt x="20371" y="8795"/>
                  </a:cubicBezTo>
                  <a:cubicBezTo>
                    <a:pt x="20603" y="9096"/>
                    <a:pt x="20858" y="9166"/>
                    <a:pt x="21229" y="9398"/>
                  </a:cubicBezTo>
                  <a:cubicBezTo>
                    <a:pt x="21333" y="9453"/>
                    <a:pt x="21454" y="9473"/>
                    <a:pt x="21581" y="9473"/>
                  </a:cubicBezTo>
                  <a:cubicBezTo>
                    <a:pt x="21881" y="9473"/>
                    <a:pt x="22214" y="9364"/>
                    <a:pt x="22442" y="9364"/>
                  </a:cubicBezTo>
                  <a:cubicBezTo>
                    <a:pt x="22481" y="9364"/>
                    <a:pt x="22518" y="9367"/>
                    <a:pt x="22550" y="9375"/>
                  </a:cubicBezTo>
                  <a:cubicBezTo>
                    <a:pt x="22828" y="9444"/>
                    <a:pt x="22225" y="9815"/>
                    <a:pt x="22434" y="10047"/>
                  </a:cubicBezTo>
                  <a:cubicBezTo>
                    <a:pt x="22508" y="10148"/>
                    <a:pt x="22636" y="10180"/>
                    <a:pt x="22791" y="10180"/>
                  </a:cubicBezTo>
                  <a:cubicBezTo>
                    <a:pt x="23025" y="10180"/>
                    <a:pt x="23318" y="10107"/>
                    <a:pt x="23570" y="10093"/>
                  </a:cubicBezTo>
                  <a:cubicBezTo>
                    <a:pt x="23987" y="10070"/>
                    <a:pt x="23778" y="9838"/>
                    <a:pt x="24033" y="9653"/>
                  </a:cubicBezTo>
                  <a:cubicBezTo>
                    <a:pt x="24265" y="9490"/>
                    <a:pt x="23778" y="9514"/>
                    <a:pt x="23987" y="9096"/>
                  </a:cubicBezTo>
                  <a:cubicBezTo>
                    <a:pt x="24144" y="8763"/>
                    <a:pt x="23585" y="8229"/>
                    <a:pt x="23397" y="8229"/>
                  </a:cubicBezTo>
                  <a:cubicBezTo>
                    <a:pt x="23363" y="8229"/>
                    <a:pt x="23341" y="8246"/>
                    <a:pt x="23338" y="8285"/>
                  </a:cubicBezTo>
                  <a:cubicBezTo>
                    <a:pt x="23332" y="8348"/>
                    <a:pt x="23286" y="8373"/>
                    <a:pt x="23215" y="8373"/>
                  </a:cubicBezTo>
                  <a:cubicBezTo>
                    <a:pt x="23022" y="8373"/>
                    <a:pt x="22639" y="8189"/>
                    <a:pt x="22318" y="8054"/>
                  </a:cubicBezTo>
                  <a:cubicBezTo>
                    <a:pt x="22260" y="8032"/>
                    <a:pt x="22214" y="8022"/>
                    <a:pt x="22179" y="8022"/>
                  </a:cubicBezTo>
                  <a:close/>
                  <a:moveTo>
                    <a:pt x="25461" y="9483"/>
                  </a:moveTo>
                  <a:cubicBezTo>
                    <a:pt x="24937" y="9483"/>
                    <a:pt x="24254" y="10004"/>
                    <a:pt x="24404" y="10116"/>
                  </a:cubicBezTo>
                  <a:cubicBezTo>
                    <a:pt x="24625" y="10293"/>
                    <a:pt x="25520" y="10512"/>
                    <a:pt x="25984" y="10512"/>
                  </a:cubicBezTo>
                  <a:cubicBezTo>
                    <a:pt x="26007" y="10512"/>
                    <a:pt x="26029" y="10511"/>
                    <a:pt x="26049" y="10510"/>
                  </a:cubicBezTo>
                  <a:cubicBezTo>
                    <a:pt x="26490" y="10487"/>
                    <a:pt x="26281" y="9954"/>
                    <a:pt x="25794" y="9583"/>
                  </a:cubicBezTo>
                  <a:cubicBezTo>
                    <a:pt x="25701" y="9512"/>
                    <a:pt x="25586" y="9483"/>
                    <a:pt x="25461" y="9483"/>
                  </a:cubicBezTo>
                  <a:close/>
                  <a:moveTo>
                    <a:pt x="25102" y="7806"/>
                  </a:moveTo>
                  <a:cubicBezTo>
                    <a:pt x="24677" y="7806"/>
                    <a:pt x="24285" y="7900"/>
                    <a:pt x="24427" y="8100"/>
                  </a:cubicBezTo>
                  <a:cubicBezTo>
                    <a:pt x="24577" y="8306"/>
                    <a:pt x="25516" y="8679"/>
                    <a:pt x="25955" y="8679"/>
                  </a:cubicBezTo>
                  <a:cubicBezTo>
                    <a:pt x="26058" y="8679"/>
                    <a:pt x="26134" y="8658"/>
                    <a:pt x="26165" y="8610"/>
                  </a:cubicBezTo>
                  <a:cubicBezTo>
                    <a:pt x="26189" y="8570"/>
                    <a:pt x="26220" y="8553"/>
                    <a:pt x="26255" y="8553"/>
                  </a:cubicBezTo>
                  <a:cubicBezTo>
                    <a:pt x="26427" y="8553"/>
                    <a:pt x="26711" y="8955"/>
                    <a:pt x="26884" y="9166"/>
                  </a:cubicBezTo>
                  <a:cubicBezTo>
                    <a:pt x="27092" y="9444"/>
                    <a:pt x="26745" y="9537"/>
                    <a:pt x="26907" y="10023"/>
                  </a:cubicBezTo>
                  <a:cubicBezTo>
                    <a:pt x="26988" y="10267"/>
                    <a:pt x="27081" y="10302"/>
                    <a:pt x="27185" y="10302"/>
                  </a:cubicBezTo>
                  <a:cubicBezTo>
                    <a:pt x="27227" y="10302"/>
                    <a:pt x="27270" y="10296"/>
                    <a:pt x="27316" y="10296"/>
                  </a:cubicBezTo>
                  <a:cubicBezTo>
                    <a:pt x="27384" y="10296"/>
                    <a:pt x="27456" y="10309"/>
                    <a:pt x="27533" y="10371"/>
                  </a:cubicBezTo>
                  <a:cubicBezTo>
                    <a:pt x="27697" y="10490"/>
                    <a:pt x="27928" y="10581"/>
                    <a:pt x="28134" y="10581"/>
                  </a:cubicBezTo>
                  <a:cubicBezTo>
                    <a:pt x="28248" y="10581"/>
                    <a:pt x="28354" y="10553"/>
                    <a:pt x="28436" y="10487"/>
                  </a:cubicBezTo>
                  <a:cubicBezTo>
                    <a:pt x="28580" y="10359"/>
                    <a:pt x="28669" y="10243"/>
                    <a:pt x="28740" y="10243"/>
                  </a:cubicBezTo>
                  <a:cubicBezTo>
                    <a:pt x="28773" y="10243"/>
                    <a:pt x="28801" y="10267"/>
                    <a:pt x="28830" y="10325"/>
                  </a:cubicBezTo>
                  <a:cubicBezTo>
                    <a:pt x="28946" y="10580"/>
                    <a:pt x="29479" y="10626"/>
                    <a:pt x="30638" y="10649"/>
                  </a:cubicBezTo>
                  <a:cubicBezTo>
                    <a:pt x="30664" y="10650"/>
                    <a:pt x="30689" y="10650"/>
                    <a:pt x="30714" y="10650"/>
                  </a:cubicBezTo>
                  <a:cubicBezTo>
                    <a:pt x="31598" y="10650"/>
                    <a:pt x="31576" y="10321"/>
                    <a:pt x="31720" y="10321"/>
                  </a:cubicBezTo>
                  <a:cubicBezTo>
                    <a:pt x="31750" y="10321"/>
                    <a:pt x="31788" y="10336"/>
                    <a:pt x="31843" y="10371"/>
                  </a:cubicBezTo>
                  <a:cubicBezTo>
                    <a:pt x="32059" y="10486"/>
                    <a:pt x="32435" y="10530"/>
                    <a:pt x="32772" y="10530"/>
                  </a:cubicBezTo>
                  <a:cubicBezTo>
                    <a:pt x="32979" y="10530"/>
                    <a:pt x="33171" y="10513"/>
                    <a:pt x="33303" y="10487"/>
                  </a:cubicBezTo>
                  <a:cubicBezTo>
                    <a:pt x="33651" y="10417"/>
                    <a:pt x="33813" y="9884"/>
                    <a:pt x="33790" y="9606"/>
                  </a:cubicBezTo>
                  <a:cubicBezTo>
                    <a:pt x="33774" y="9434"/>
                    <a:pt x="32577" y="9271"/>
                    <a:pt x="31663" y="9271"/>
                  </a:cubicBezTo>
                  <a:cubicBezTo>
                    <a:pt x="31228" y="9271"/>
                    <a:pt x="30857" y="9308"/>
                    <a:pt x="30708" y="9398"/>
                  </a:cubicBezTo>
                  <a:cubicBezTo>
                    <a:pt x="30580" y="9468"/>
                    <a:pt x="30433" y="9491"/>
                    <a:pt x="30279" y="9491"/>
                  </a:cubicBezTo>
                  <a:cubicBezTo>
                    <a:pt x="29996" y="9491"/>
                    <a:pt x="29689" y="9413"/>
                    <a:pt x="29438" y="9413"/>
                  </a:cubicBezTo>
                  <a:cubicBezTo>
                    <a:pt x="29332" y="9413"/>
                    <a:pt x="29235" y="9427"/>
                    <a:pt x="29155" y="9467"/>
                  </a:cubicBezTo>
                  <a:cubicBezTo>
                    <a:pt x="29092" y="9501"/>
                    <a:pt x="29044" y="9515"/>
                    <a:pt x="29004" y="9515"/>
                  </a:cubicBezTo>
                  <a:cubicBezTo>
                    <a:pt x="28824" y="9515"/>
                    <a:pt x="28806" y="9231"/>
                    <a:pt x="28274" y="9212"/>
                  </a:cubicBezTo>
                  <a:cubicBezTo>
                    <a:pt x="27602" y="9189"/>
                    <a:pt x="28321" y="8842"/>
                    <a:pt x="28436" y="8702"/>
                  </a:cubicBezTo>
                  <a:cubicBezTo>
                    <a:pt x="28540" y="8558"/>
                    <a:pt x="27667" y="8247"/>
                    <a:pt x="27148" y="8247"/>
                  </a:cubicBezTo>
                  <a:cubicBezTo>
                    <a:pt x="27085" y="8247"/>
                    <a:pt x="27027" y="8252"/>
                    <a:pt x="26976" y="8262"/>
                  </a:cubicBezTo>
                  <a:cubicBezTo>
                    <a:pt x="26909" y="8276"/>
                    <a:pt x="26845" y="8282"/>
                    <a:pt x="26785" y="8282"/>
                  </a:cubicBezTo>
                  <a:cubicBezTo>
                    <a:pt x="26434" y="8282"/>
                    <a:pt x="26194" y="8073"/>
                    <a:pt x="25818" y="7915"/>
                  </a:cubicBezTo>
                  <a:cubicBezTo>
                    <a:pt x="25648" y="7843"/>
                    <a:pt x="25368" y="7806"/>
                    <a:pt x="25102" y="7806"/>
                  </a:cubicBezTo>
                  <a:close/>
                  <a:moveTo>
                    <a:pt x="17773" y="8073"/>
                  </a:moveTo>
                  <a:cubicBezTo>
                    <a:pt x="17760" y="8073"/>
                    <a:pt x="17745" y="8074"/>
                    <a:pt x="17729" y="8077"/>
                  </a:cubicBezTo>
                  <a:cubicBezTo>
                    <a:pt x="17405" y="8123"/>
                    <a:pt x="16733" y="8633"/>
                    <a:pt x="17150" y="8679"/>
                  </a:cubicBezTo>
                  <a:cubicBezTo>
                    <a:pt x="17544" y="8726"/>
                    <a:pt x="17405" y="8957"/>
                    <a:pt x="17196" y="9050"/>
                  </a:cubicBezTo>
                  <a:cubicBezTo>
                    <a:pt x="16965" y="9143"/>
                    <a:pt x="17706" y="9305"/>
                    <a:pt x="17614" y="9467"/>
                  </a:cubicBezTo>
                  <a:cubicBezTo>
                    <a:pt x="17580" y="9508"/>
                    <a:pt x="17461" y="9527"/>
                    <a:pt x="17308" y="9527"/>
                  </a:cubicBezTo>
                  <a:cubicBezTo>
                    <a:pt x="16939" y="9527"/>
                    <a:pt x="16372" y="9416"/>
                    <a:pt x="16339" y="9236"/>
                  </a:cubicBezTo>
                  <a:cubicBezTo>
                    <a:pt x="16297" y="9025"/>
                    <a:pt x="15569" y="8643"/>
                    <a:pt x="15174" y="8643"/>
                  </a:cubicBezTo>
                  <a:cubicBezTo>
                    <a:pt x="15134" y="8643"/>
                    <a:pt x="15097" y="8648"/>
                    <a:pt x="15064" y="8656"/>
                  </a:cubicBezTo>
                  <a:cubicBezTo>
                    <a:pt x="15023" y="8666"/>
                    <a:pt x="14988" y="8671"/>
                    <a:pt x="14959" y="8671"/>
                  </a:cubicBezTo>
                  <a:cubicBezTo>
                    <a:pt x="14718" y="8671"/>
                    <a:pt x="14794" y="8375"/>
                    <a:pt x="14485" y="8355"/>
                  </a:cubicBezTo>
                  <a:cubicBezTo>
                    <a:pt x="14472" y="8354"/>
                    <a:pt x="14460" y="8354"/>
                    <a:pt x="14448" y="8354"/>
                  </a:cubicBezTo>
                  <a:cubicBezTo>
                    <a:pt x="14122" y="8354"/>
                    <a:pt x="14218" y="8658"/>
                    <a:pt x="13882" y="8702"/>
                  </a:cubicBezTo>
                  <a:cubicBezTo>
                    <a:pt x="13558" y="8726"/>
                    <a:pt x="13581" y="9050"/>
                    <a:pt x="13975" y="9050"/>
                  </a:cubicBezTo>
                  <a:cubicBezTo>
                    <a:pt x="14312" y="9050"/>
                    <a:pt x="14439" y="9146"/>
                    <a:pt x="14041" y="9146"/>
                  </a:cubicBezTo>
                  <a:cubicBezTo>
                    <a:pt x="14001" y="9146"/>
                    <a:pt x="13956" y="9145"/>
                    <a:pt x="13906" y="9143"/>
                  </a:cubicBezTo>
                  <a:cubicBezTo>
                    <a:pt x="13893" y="9142"/>
                    <a:pt x="13880" y="9142"/>
                    <a:pt x="13867" y="9142"/>
                  </a:cubicBezTo>
                  <a:cubicBezTo>
                    <a:pt x="13386" y="9142"/>
                    <a:pt x="13167" y="9525"/>
                    <a:pt x="13423" y="9525"/>
                  </a:cubicBezTo>
                  <a:cubicBezTo>
                    <a:pt x="13448" y="9525"/>
                    <a:pt x="13477" y="9522"/>
                    <a:pt x="13512" y="9514"/>
                  </a:cubicBezTo>
                  <a:cubicBezTo>
                    <a:pt x="13697" y="9467"/>
                    <a:pt x="13906" y="9444"/>
                    <a:pt x="14033" y="9444"/>
                  </a:cubicBezTo>
                  <a:cubicBezTo>
                    <a:pt x="14161" y="9444"/>
                    <a:pt x="14207" y="9467"/>
                    <a:pt x="14068" y="9514"/>
                  </a:cubicBezTo>
                  <a:cubicBezTo>
                    <a:pt x="13767" y="9606"/>
                    <a:pt x="12979" y="9676"/>
                    <a:pt x="13094" y="9838"/>
                  </a:cubicBezTo>
                  <a:cubicBezTo>
                    <a:pt x="13164" y="9931"/>
                    <a:pt x="13488" y="9908"/>
                    <a:pt x="13790" y="10023"/>
                  </a:cubicBezTo>
                  <a:cubicBezTo>
                    <a:pt x="13952" y="10081"/>
                    <a:pt x="14079" y="10128"/>
                    <a:pt x="14198" y="10128"/>
                  </a:cubicBezTo>
                  <a:cubicBezTo>
                    <a:pt x="14317" y="10128"/>
                    <a:pt x="14427" y="10081"/>
                    <a:pt x="14554" y="9954"/>
                  </a:cubicBezTo>
                  <a:cubicBezTo>
                    <a:pt x="14706" y="9772"/>
                    <a:pt x="14897" y="9600"/>
                    <a:pt x="14973" y="9600"/>
                  </a:cubicBezTo>
                  <a:cubicBezTo>
                    <a:pt x="15012" y="9600"/>
                    <a:pt x="15020" y="9648"/>
                    <a:pt x="14972" y="9769"/>
                  </a:cubicBezTo>
                  <a:cubicBezTo>
                    <a:pt x="14924" y="9922"/>
                    <a:pt x="14983" y="9968"/>
                    <a:pt x="15114" y="9968"/>
                  </a:cubicBezTo>
                  <a:cubicBezTo>
                    <a:pt x="15301" y="9968"/>
                    <a:pt x="15634" y="9875"/>
                    <a:pt x="16015" y="9861"/>
                  </a:cubicBezTo>
                  <a:cubicBezTo>
                    <a:pt x="16034" y="9861"/>
                    <a:pt x="16052" y="9860"/>
                    <a:pt x="16069" y="9860"/>
                  </a:cubicBezTo>
                  <a:cubicBezTo>
                    <a:pt x="16642" y="9860"/>
                    <a:pt x="15879" y="10233"/>
                    <a:pt x="15227" y="10278"/>
                  </a:cubicBezTo>
                  <a:cubicBezTo>
                    <a:pt x="14554" y="10348"/>
                    <a:pt x="14670" y="10672"/>
                    <a:pt x="15203" y="10788"/>
                  </a:cubicBezTo>
                  <a:cubicBezTo>
                    <a:pt x="15270" y="10806"/>
                    <a:pt x="15347" y="10814"/>
                    <a:pt x="15430" y="10814"/>
                  </a:cubicBezTo>
                  <a:cubicBezTo>
                    <a:pt x="16008" y="10814"/>
                    <a:pt x="16907" y="10429"/>
                    <a:pt x="17150" y="10186"/>
                  </a:cubicBezTo>
                  <a:cubicBezTo>
                    <a:pt x="17214" y="10122"/>
                    <a:pt x="17278" y="10100"/>
                    <a:pt x="17341" y="10100"/>
                  </a:cubicBezTo>
                  <a:cubicBezTo>
                    <a:pt x="17478" y="10100"/>
                    <a:pt x="17614" y="10200"/>
                    <a:pt x="17751" y="10200"/>
                  </a:cubicBezTo>
                  <a:cubicBezTo>
                    <a:pt x="17806" y="10200"/>
                    <a:pt x="17860" y="10184"/>
                    <a:pt x="17915" y="10139"/>
                  </a:cubicBezTo>
                  <a:cubicBezTo>
                    <a:pt x="18008" y="10078"/>
                    <a:pt x="18126" y="10060"/>
                    <a:pt x="18259" y="10060"/>
                  </a:cubicBezTo>
                  <a:cubicBezTo>
                    <a:pt x="18445" y="10060"/>
                    <a:pt x="18660" y="10095"/>
                    <a:pt x="18873" y="10095"/>
                  </a:cubicBezTo>
                  <a:cubicBezTo>
                    <a:pt x="18964" y="10095"/>
                    <a:pt x="19055" y="10088"/>
                    <a:pt x="19143" y="10070"/>
                  </a:cubicBezTo>
                  <a:cubicBezTo>
                    <a:pt x="19607" y="9977"/>
                    <a:pt x="19676" y="9096"/>
                    <a:pt x="19352" y="8957"/>
                  </a:cubicBezTo>
                  <a:cubicBezTo>
                    <a:pt x="19287" y="8932"/>
                    <a:pt x="19235" y="8921"/>
                    <a:pt x="19191" y="8921"/>
                  </a:cubicBezTo>
                  <a:cubicBezTo>
                    <a:pt x="18995" y="8921"/>
                    <a:pt x="18957" y="9128"/>
                    <a:pt x="18749" y="9166"/>
                  </a:cubicBezTo>
                  <a:cubicBezTo>
                    <a:pt x="18731" y="9169"/>
                    <a:pt x="18714" y="9170"/>
                    <a:pt x="18697" y="9170"/>
                  </a:cubicBezTo>
                  <a:cubicBezTo>
                    <a:pt x="18453" y="9170"/>
                    <a:pt x="18318" y="8873"/>
                    <a:pt x="18123" y="8656"/>
                  </a:cubicBezTo>
                  <a:cubicBezTo>
                    <a:pt x="17904" y="8458"/>
                    <a:pt x="18017" y="8073"/>
                    <a:pt x="17773" y="8073"/>
                  </a:cubicBezTo>
                  <a:close/>
                  <a:moveTo>
                    <a:pt x="33287" y="11386"/>
                  </a:moveTo>
                  <a:cubicBezTo>
                    <a:pt x="33192" y="11386"/>
                    <a:pt x="33116" y="11417"/>
                    <a:pt x="33071" y="11507"/>
                  </a:cubicBezTo>
                  <a:cubicBezTo>
                    <a:pt x="32932" y="11808"/>
                    <a:pt x="33396" y="11808"/>
                    <a:pt x="33419" y="12179"/>
                  </a:cubicBezTo>
                  <a:cubicBezTo>
                    <a:pt x="33435" y="12426"/>
                    <a:pt x="33646" y="12560"/>
                    <a:pt x="33888" y="12560"/>
                  </a:cubicBezTo>
                  <a:cubicBezTo>
                    <a:pt x="34009" y="12560"/>
                    <a:pt x="34138" y="12526"/>
                    <a:pt x="34253" y="12457"/>
                  </a:cubicBezTo>
                  <a:cubicBezTo>
                    <a:pt x="34374" y="12371"/>
                    <a:pt x="34584" y="12355"/>
                    <a:pt x="34801" y="12355"/>
                  </a:cubicBezTo>
                  <a:cubicBezTo>
                    <a:pt x="34925" y="12355"/>
                    <a:pt x="35051" y="12360"/>
                    <a:pt x="35164" y="12360"/>
                  </a:cubicBezTo>
                  <a:cubicBezTo>
                    <a:pt x="35383" y="12360"/>
                    <a:pt x="35551" y="12341"/>
                    <a:pt x="35551" y="12225"/>
                  </a:cubicBezTo>
                  <a:cubicBezTo>
                    <a:pt x="35551" y="11987"/>
                    <a:pt x="34661" y="11546"/>
                    <a:pt x="34242" y="11546"/>
                  </a:cubicBezTo>
                  <a:cubicBezTo>
                    <a:pt x="34212" y="11546"/>
                    <a:pt x="34185" y="11548"/>
                    <a:pt x="34161" y="11553"/>
                  </a:cubicBezTo>
                  <a:cubicBezTo>
                    <a:pt x="34135" y="11558"/>
                    <a:pt x="34107" y="11561"/>
                    <a:pt x="34079" y="11561"/>
                  </a:cubicBezTo>
                  <a:cubicBezTo>
                    <a:pt x="33833" y="11561"/>
                    <a:pt x="33509" y="11386"/>
                    <a:pt x="33287" y="11386"/>
                  </a:cubicBezTo>
                  <a:close/>
                  <a:moveTo>
                    <a:pt x="23740" y="10986"/>
                  </a:moveTo>
                  <a:cubicBezTo>
                    <a:pt x="23462" y="10986"/>
                    <a:pt x="22914" y="11153"/>
                    <a:pt x="23176" y="11252"/>
                  </a:cubicBezTo>
                  <a:cubicBezTo>
                    <a:pt x="23414" y="11356"/>
                    <a:pt x="23355" y="11470"/>
                    <a:pt x="23190" y="11470"/>
                  </a:cubicBezTo>
                  <a:cubicBezTo>
                    <a:pt x="23099" y="11470"/>
                    <a:pt x="22975" y="11435"/>
                    <a:pt x="22851" y="11344"/>
                  </a:cubicBezTo>
                  <a:cubicBezTo>
                    <a:pt x="22783" y="11295"/>
                    <a:pt x="22686" y="11274"/>
                    <a:pt x="22579" y="11274"/>
                  </a:cubicBezTo>
                  <a:cubicBezTo>
                    <a:pt x="22183" y="11274"/>
                    <a:pt x="21650" y="11566"/>
                    <a:pt x="21924" y="11785"/>
                  </a:cubicBezTo>
                  <a:cubicBezTo>
                    <a:pt x="22179" y="12017"/>
                    <a:pt x="22990" y="11646"/>
                    <a:pt x="22527" y="12271"/>
                  </a:cubicBezTo>
                  <a:cubicBezTo>
                    <a:pt x="22393" y="12452"/>
                    <a:pt x="22281" y="12515"/>
                    <a:pt x="22179" y="12515"/>
                  </a:cubicBezTo>
                  <a:cubicBezTo>
                    <a:pt x="21941" y="12515"/>
                    <a:pt x="21758" y="12174"/>
                    <a:pt x="21490" y="12174"/>
                  </a:cubicBezTo>
                  <a:cubicBezTo>
                    <a:pt x="21473" y="12174"/>
                    <a:pt x="21455" y="12176"/>
                    <a:pt x="21438" y="12179"/>
                  </a:cubicBezTo>
                  <a:cubicBezTo>
                    <a:pt x="20997" y="12248"/>
                    <a:pt x="21183" y="12781"/>
                    <a:pt x="21832" y="12967"/>
                  </a:cubicBezTo>
                  <a:cubicBezTo>
                    <a:pt x="22504" y="13175"/>
                    <a:pt x="22411" y="13546"/>
                    <a:pt x="22944" y="13894"/>
                  </a:cubicBezTo>
                  <a:cubicBezTo>
                    <a:pt x="23063" y="13976"/>
                    <a:pt x="23147" y="14008"/>
                    <a:pt x="23213" y="14008"/>
                  </a:cubicBezTo>
                  <a:cubicBezTo>
                    <a:pt x="23437" y="14008"/>
                    <a:pt x="23449" y="13638"/>
                    <a:pt x="23886" y="13638"/>
                  </a:cubicBezTo>
                  <a:cubicBezTo>
                    <a:pt x="23896" y="13638"/>
                    <a:pt x="23907" y="13638"/>
                    <a:pt x="23917" y="13639"/>
                  </a:cubicBezTo>
                  <a:cubicBezTo>
                    <a:pt x="23924" y="13639"/>
                    <a:pt x="23931" y="13639"/>
                    <a:pt x="23938" y="13639"/>
                  </a:cubicBezTo>
                  <a:cubicBezTo>
                    <a:pt x="24521" y="13639"/>
                    <a:pt x="24567" y="12661"/>
                    <a:pt x="24659" y="12295"/>
                  </a:cubicBezTo>
                  <a:cubicBezTo>
                    <a:pt x="24707" y="12114"/>
                    <a:pt x="24574" y="12034"/>
                    <a:pt x="24454" y="12034"/>
                  </a:cubicBezTo>
                  <a:cubicBezTo>
                    <a:pt x="24344" y="12034"/>
                    <a:pt x="24244" y="12103"/>
                    <a:pt x="24311" y="12225"/>
                  </a:cubicBezTo>
                  <a:cubicBezTo>
                    <a:pt x="24406" y="12414"/>
                    <a:pt x="24361" y="12593"/>
                    <a:pt x="24308" y="12593"/>
                  </a:cubicBezTo>
                  <a:cubicBezTo>
                    <a:pt x="24283" y="12593"/>
                    <a:pt x="24257" y="12553"/>
                    <a:pt x="24242" y="12457"/>
                  </a:cubicBezTo>
                  <a:cubicBezTo>
                    <a:pt x="24221" y="12310"/>
                    <a:pt x="24114" y="12291"/>
                    <a:pt x="23988" y="12291"/>
                  </a:cubicBezTo>
                  <a:cubicBezTo>
                    <a:pt x="23946" y="12291"/>
                    <a:pt x="23902" y="12293"/>
                    <a:pt x="23858" y="12293"/>
                  </a:cubicBezTo>
                  <a:cubicBezTo>
                    <a:pt x="23745" y="12293"/>
                    <a:pt x="23634" y="12279"/>
                    <a:pt x="23570" y="12179"/>
                  </a:cubicBezTo>
                  <a:cubicBezTo>
                    <a:pt x="23384" y="11947"/>
                    <a:pt x="24103" y="11924"/>
                    <a:pt x="24265" y="11599"/>
                  </a:cubicBezTo>
                  <a:cubicBezTo>
                    <a:pt x="24427" y="11275"/>
                    <a:pt x="23709" y="11321"/>
                    <a:pt x="23871" y="11090"/>
                  </a:cubicBezTo>
                  <a:cubicBezTo>
                    <a:pt x="23925" y="11015"/>
                    <a:pt x="23856" y="10986"/>
                    <a:pt x="23740" y="10986"/>
                  </a:cubicBezTo>
                  <a:close/>
                  <a:moveTo>
                    <a:pt x="10801" y="10558"/>
                  </a:moveTo>
                  <a:cubicBezTo>
                    <a:pt x="10478" y="10558"/>
                    <a:pt x="9441" y="10858"/>
                    <a:pt x="9178" y="10858"/>
                  </a:cubicBezTo>
                  <a:cubicBezTo>
                    <a:pt x="8853" y="10858"/>
                    <a:pt x="9201" y="11182"/>
                    <a:pt x="9410" y="11368"/>
                  </a:cubicBezTo>
                  <a:cubicBezTo>
                    <a:pt x="9618" y="11530"/>
                    <a:pt x="8877" y="12063"/>
                    <a:pt x="9016" y="12179"/>
                  </a:cubicBezTo>
                  <a:cubicBezTo>
                    <a:pt x="9178" y="12295"/>
                    <a:pt x="8877" y="12619"/>
                    <a:pt x="8529" y="13013"/>
                  </a:cubicBezTo>
                  <a:cubicBezTo>
                    <a:pt x="8204" y="13384"/>
                    <a:pt x="8784" y="13361"/>
                    <a:pt x="9224" y="13477"/>
                  </a:cubicBezTo>
                  <a:cubicBezTo>
                    <a:pt x="9665" y="13569"/>
                    <a:pt x="9711" y="14334"/>
                    <a:pt x="9989" y="14334"/>
                  </a:cubicBezTo>
                  <a:cubicBezTo>
                    <a:pt x="10198" y="14334"/>
                    <a:pt x="10035" y="14102"/>
                    <a:pt x="10360" y="14102"/>
                  </a:cubicBezTo>
                  <a:cubicBezTo>
                    <a:pt x="10643" y="14102"/>
                    <a:pt x="10598" y="13938"/>
                    <a:pt x="10843" y="13938"/>
                  </a:cubicBezTo>
                  <a:cubicBezTo>
                    <a:pt x="10859" y="13938"/>
                    <a:pt x="10875" y="13939"/>
                    <a:pt x="10893" y="13940"/>
                  </a:cubicBezTo>
                  <a:cubicBezTo>
                    <a:pt x="10919" y="13942"/>
                    <a:pt x="10946" y="13943"/>
                    <a:pt x="10972" y="13943"/>
                  </a:cubicBezTo>
                  <a:cubicBezTo>
                    <a:pt x="11217" y="13943"/>
                    <a:pt x="11426" y="13840"/>
                    <a:pt x="11426" y="13546"/>
                  </a:cubicBezTo>
                  <a:cubicBezTo>
                    <a:pt x="11426" y="13198"/>
                    <a:pt x="11634" y="13083"/>
                    <a:pt x="11936" y="13013"/>
                  </a:cubicBezTo>
                  <a:cubicBezTo>
                    <a:pt x="12214" y="12944"/>
                    <a:pt x="11959" y="12573"/>
                    <a:pt x="12376" y="12480"/>
                  </a:cubicBezTo>
                  <a:cubicBezTo>
                    <a:pt x="12770" y="12364"/>
                    <a:pt x="13906" y="11901"/>
                    <a:pt x="14114" y="11738"/>
                  </a:cubicBezTo>
                  <a:cubicBezTo>
                    <a:pt x="14300" y="11599"/>
                    <a:pt x="13859" y="11414"/>
                    <a:pt x="13442" y="11136"/>
                  </a:cubicBezTo>
                  <a:cubicBezTo>
                    <a:pt x="13179" y="10983"/>
                    <a:pt x="12949" y="10897"/>
                    <a:pt x="12732" y="10897"/>
                  </a:cubicBezTo>
                  <a:cubicBezTo>
                    <a:pt x="12586" y="10897"/>
                    <a:pt x="12446" y="10936"/>
                    <a:pt x="12306" y="11020"/>
                  </a:cubicBezTo>
                  <a:cubicBezTo>
                    <a:pt x="12245" y="11059"/>
                    <a:pt x="12205" y="11075"/>
                    <a:pt x="12177" y="11075"/>
                  </a:cubicBezTo>
                  <a:cubicBezTo>
                    <a:pt x="12080" y="11075"/>
                    <a:pt x="12153" y="10878"/>
                    <a:pt x="12060" y="10878"/>
                  </a:cubicBezTo>
                  <a:cubicBezTo>
                    <a:pt x="12041" y="10878"/>
                    <a:pt x="12016" y="10885"/>
                    <a:pt x="11982" y="10904"/>
                  </a:cubicBezTo>
                  <a:cubicBezTo>
                    <a:pt x="11941" y="10921"/>
                    <a:pt x="11890" y="10929"/>
                    <a:pt x="11834" y="10929"/>
                  </a:cubicBezTo>
                  <a:cubicBezTo>
                    <a:pt x="11505" y="10929"/>
                    <a:pt x="10972" y="10678"/>
                    <a:pt x="10893" y="10580"/>
                  </a:cubicBezTo>
                  <a:cubicBezTo>
                    <a:pt x="10881" y="10565"/>
                    <a:pt x="10849" y="10558"/>
                    <a:pt x="10801" y="10558"/>
                  </a:cubicBezTo>
                  <a:close/>
                  <a:moveTo>
                    <a:pt x="19629" y="11416"/>
                  </a:moveTo>
                  <a:cubicBezTo>
                    <a:pt x="19226" y="11416"/>
                    <a:pt x="18786" y="11641"/>
                    <a:pt x="18842" y="11715"/>
                  </a:cubicBezTo>
                  <a:cubicBezTo>
                    <a:pt x="18911" y="11808"/>
                    <a:pt x="19514" y="12156"/>
                    <a:pt x="19514" y="12295"/>
                  </a:cubicBezTo>
                  <a:cubicBezTo>
                    <a:pt x="19514" y="12310"/>
                    <a:pt x="19507" y="12317"/>
                    <a:pt x="19494" y="12317"/>
                  </a:cubicBezTo>
                  <a:cubicBezTo>
                    <a:pt x="19406" y="12317"/>
                    <a:pt x="19047" y="11994"/>
                    <a:pt x="18848" y="11994"/>
                  </a:cubicBezTo>
                  <a:cubicBezTo>
                    <a:pt x="18819" y="11994"/>
                    <a:pt x="18793" y="12001"/>
                    <a:pt x="18772" y="12017"/>
                  </a:cubicBezTo>
                  <a:cubicBezTo>
                    <a:pt x="18743" y="12033"/>
                    <a:pt x="18713" y="12040"/>
                    <a:pt x="18684" y="12040"/>
                  </a:cubicBezTo>
                  <a:cubicBezTo>
                    <a:pt x="18561" y="12040"/>
                    <a:pt x="18441" y="11925"/>
                    <a:pt x="18332" y="11925"/>
                  </a:cubicBezTo>
                  <a:cubicBezTo>
                    <a:pt x="18283" y="11925"/>
                    <a:pt x="18236" y="11948"/>
                    <a:pt x="18193" y="12017"/>
                  </a:cubicBezTo>
                  <a:cubicBezTo>
                    <a:pt x="18008" y="12248"/>
                    <a:pt x="18402" y="13106"/>
                    <a:pt x="18541" y="13338"/>
                  </a:cubicBezTo>
                  <a:cubicBezTo>
                    <a:pt x="18680" y="13592"/>
                    <a:pt x="18402" y="13592"/>
                    <a:pt x="18216" y="13639"/>
                  </a:cubicBezTo>
                  <a:cubicBezTo>
                    <a:pt x="18210" y="13640"/>
                    <a:pt x="18204" y="13641"/>
                    <a:pt x="18198" y="13641"/>
                  </a:cubicBezTo>
                  <a:cubicBezTo>
                    <a:pt x="18006" y="13641"/>
                    <a:pt x="17979" y="12936"/>
                    <a:pt x="17799" y="12689"/>
                  </a:cubicBezTo>
                  <a:cubicBezTo>
                    <a:pt x="17635" y="12470"/>
                    <a:pt x="17128" y="12237"/>
                    <a:pt x="16896" y="12237"/>
                  </a:cubicBezTo>
                  <a:cubicBezTo>
                    <a:pt x="16832" y="12237"/>
                    <a:pt x="16789" y="12255"/>
                    <a:pt x="16779" y="12295"/>
                  </a:cubicBezTo>
                  <a:cubicBezTo>
                    <a:pt x="16733" y="12480"/>
                    <a:pt x="17266" y="12480"/>
                    <a:pt x="17196" y="12758"/>
                  </a:cubicBezTo>
                  <a:cubicBezTo>
                    <a:pt x="17179" y="12822"/>
                    <a:pt x="17147" y="12844"/>
                    <a:pt x="17105" y="12844"/>
                  </a:cubicBezTo>
                  <a:cubicBezTo>
                    <a:pt x="17015" y="12844"/>
                    <a:pt x="16879" y="12744"/>
                    <a:pt x="16738" y="12744"/>
                  </a:cubicBezTo>
                  <a:cubicBezTo>
                    <a:pt x="16682" y="12744"/>
                    <a:pt x="16625" y="12760"/>
                    <a:pt x="16571" y="12804"/>
                  </a:cubicBezTo>
                  <a:cubicBezTo>
                    <a:pt x="16474" y="12877"/>
                    <a:pt x="16416" y="12908"/>
                    <a:pt x="16384" y="12908"/>
                  </a:cubicBezTo>
                  <a:cubicBezTo>
                    <a:pt x="16325" y="12908"/>
                    <a:pt x="16355" y="12801"/>
                    <a:pt x="16385" y="12665"/>
                  </a:cubicBezTo>
                  <a:cubicBezTo>
                    <a:pt x="16428" y="12454"/>
                    <a:pt x="16064" y="12242"/>
                    <a:pt x="15648" y="12242"/>
                  </a:cubicBezTo>
                  <a:cubicBezTo>
                    <a:pt x="15608" y="12242"/>
                    <a:pt x="15568" y="12244"/>
                    <a:pt x="15528" y="12248"/>
                  </a:cubicBezTo>
                  <a:cubicBezTo>
                    <a:pt x="15041" y="12295"/>
                    <a:pt x="15296" y="12642"/>
                    <a:pt x="15157" y="12758"/>
                  </a:cubicBezTo>
                  <a:cubicBezTo>
                    <a:pt x="15126" y="12784"/>
                    <a:pt x="15064" y="12795"/>
                    <a:pt x="14992" y="12795"/>
                  </a:cubicBezTo>
                  <a:cubicBezTo>
                    <a:pt x="14745" y="12795"/>
                    <a:pt x="14381" y="12668"/>
                    <a:pt x="14740" y="12596"/>
                  </a:cubicBezTo>
                  <a:cubicBezTo>
                    <a:pt x="15203" y="12503"/>
                    <a:pt x="15018" y="12225"/>
                    <a:pt x="14833" y="11970"/>
                  </a:cubicBezTo>
                  <a:cubicBezTo>
                    <a:pt x="14788" y="11895"/>
                    <a:pt x="14722" y="11863"/>
                    <a:pt x="14634" y="11863"/>
                  </a:cubicBezTo>
                  <a:cubicBezTo>
                    <a:pt x="14398" y="11863"/>
                    <a:pt x="14005" y="12086"/>
                    <a:pt x="13465" y="12271"/>
                  </a:cubicBezTo>
                  <a:cubicBezTo>
                    <a:pt x="12700" y="12550"/>
                    <a:pt x="12376" y="12828"/>
                    <a:pt x="12469" y="12851"/>
                  </a:cubicBezTo>
                  <a:cubicBezTo>
                    <a:pt x="12561" y="12874"/>
                    <a:pt x="12585" y="13013"/>
                    <a:pt x="12283" y="13245"/>
                  </a:cubicBezTo>
                  <a:cubicBezTo>
                    <a:pt x="12005" y="13500"/>
                    <a:pt x="12283" y="13708"/>
                    <a:pt x="12561" y="13708"/>
                  </a:cubicBezTo>
                  <a:cubicBezTo>
                    <a:pt x="12816" y="13708"/>
                    <a:pt x="12585" y="13917"/>
                    <a:pt x="12770" y="13963"/>
                  </a:cubicBezTo>
                  <a:cubicBezTo>
                    <a:pt x="12785" y="13969"/>
                    <a:pt x="12805" y="13972"/>
                    <a:pt x="12829" y="13972"/>
                  </a:cubicBezTo>
                  <a:cubicBezTo>
                    <a:pt x="13043" y="13972"/>
                    <a:pt x="13571" y="13761"/>
                    <a:pt x="13888" y="13761"/>
                  </a:cubicBezTo>
                  <a:cubicBezTo>
                    <a:pt x="13961" y="13761"/>
                    <a:pt x="14024" y="13773"/>
                    <a:pt x="14068" y="13801"/>
                  </a:cubicBezTo>
                  <a:cubicBezTo>
                    <a:pt x="14300" y="13963"/>
                    <a:pt x="12631" y="14079"/>
                    <a:pt x="12631" y="14357"/>
                  </a:cubicBezTo>
                  <a:cubicBezTo>
                    <a:pt x="12631" y="14592"/>
                    <a:pt x="13194" y="14742"/>
                    <a:pt x="13761" y="14742"/>
                  </a:cubicBezTo>
                  <a:cubicBezTo>
                    <a:pt x="13921" y="14742"/>
                    <a:pt x="14082" y="14730"/>
                    <a:pt x="14230" y="14705"/>
                  </a:cubicBezTo>
                  <a:cubicBezTo>
                    <a:pt x="14374" y="14675"/>
                    <a:pt x="14542" y="14662"/>
                    <a:pt x="14717" y="14662"/>
                  </a:cubicBezTo>
                  <a:cubicBezTo>
                    <a:pt x="15356" y="14662"/>
                    <a:pt x="16084" y="14832"/>
                    <a:pt x="16084" y="14960"/>
                  </a:cubicBezTo>
                  <a:cubicBezTo>
                    <a:pt x="16084" y="15052"/>
                    <a:pt x="15830" y="15077"/>
                    <a:pt x="15499" y="15077"/>
                  </a:cubicBezTo>
                  <a:cubicBezTo>
                    <a:pt x="15248" y="15077"/>
                    <a:pt x="14954" y="15062"/>
                    <a:pt x="14694" y="15052"/>
                  </a:cubicBezTo>
                  <a:cubicBezTo>
                    <a:pt x="14663" y="15051"/>
                    <a:pt x="14630" y="15051"/>
                    <a:pt x="14597" y="15051"/>
                  </a:cubicBezTo>
                  <a:cubicBezTo>
                    <a:pt x="13987" y="15051"/>
                    <a:pt x="13050" y="15247"/>
                    <a:pt x="13094" y="15423"/>
                  </a:cubicBezTo>
                  <a:cubicBezTo>
                    <a:pt x="13141" y="15632"/>
                    <a:pt x="13210" y="15632"/>
                    <a:pt x="13836" y="15933"/>
                  </a:cubicBezTo>
                  <a:cubicBezTo>
                    <a:pt x="14019" y="16015"/>
                    <a:pt x="14207" y="16036"/>
                    <a:pt x="14379" y="16036"/>
                  </a:cubicBezTo>
                  <a:cubicBezTo>
                    <a:pt x="14578" y="16036"/>
                    <a:pt x="14757" y="16008"/>
                    <a:pt x="14889" y="16008"/>
                  </a:cubicBezTo>
                  <a:cubicBezTo>
                    <a:pt x="15033" y="16008"/>
                    <a:pt x="15119" y="16042"/>
                    <a:pt x="15111" y="16188"/>
                  </a:cubicBezTo>
                  <a:cubicBezTo>
                    <a:pt x="15088" y="16605"/>
                    <a:pt x="15435" y="16698"/>
                    <a:pt x="16293" y="16721"/>
                  </a:cubicBezTo>
                  <a:cubicBezTo>
                    <a:pt x="16316" y="16722"/>
                    <a:pt x="16340" y="16722"/>
                    <a:pt x="16363" y="16722"/>
                  </a:cubicBezTo>
                  <a:cubicBezTo>
                    <a:pt x="17126" y="16722"/>
                    <a:pt x="17510" y="16372"/>
                    <a:pt x="17902" y="16372"/>
                  </a:cubicBezTo>
                  <a:cubicBezTo>
                    <a:pt x="17914" y="16372"/>
                    <a:pt x="17926" y="16373"/>
                    <a:pt x="17938" y="16373"/>
                  </a:cubicBezTo>
                  <a:cubicBezTo>
                    <a:pt x="17986" y="16376"/>
                    <a:pt x="18031" y="16378"/>
                    <a:pt x="18073" y="16378"/>
                  </a:cubicBezTo>
                  <a:cubicBezTo>
                    <a:pt x="18398" y="16378"/>
                    <a:pt x="18562" y="16292"/>
                    <a:pt x="18726" y="16026"/>
                  </a:cubicBezTo>
                  <a:cubicBezTo>
                    <a:pt x="18809" y="15915"/>
                    <a:pt x="18885" y="15874"/>
                    <a:pt x="18950" y="15874"/>
                  </a:cubicBezTo>
                  <a:cubicBezTo>
                    <a:pt x="19046" y="15874"/>
                    <a:pt x="19115" y="15966"/>
                    <a:pt x="19143" y="16049"/>
                  </a:cubicBezTo>
                  <a:cubicBezTo>
                    <a:pt x="19190" y="16188"/>
                    <a:pt x="19723" y="16165"/>
                    <a:pt x="19862" y="16304"/>
                  </a:cubicBezTo>
                  <a:cubicBezTo>
                    <a:pt x="20002" y="16444"/>
                    <a:pt x="20297" y="16499"/>
                    <a:pt x="20613" y="16499"/>
                  </a:cubicBezTo>
                  <a:cubicBezTo>
                    <a:pt x="20976" y="16499"/>
                    <a:pt x="21366" y="16426"/>
                    <a:pt x="21577" y="16327"/>
                  </a:cubicBezTo>
                  <a:cubicBezTo>
                    <a:pt x="21897" y="16157"/>
                    <a:pt x="21573" y="15773"/>
                    <a:pt x="21342" y="15773"/>
                  </a:cubicBezTo>
                  <a:cubicBezTo>
                    <a:pt x="21288" y="15773"/>
                    <a:pt x="21240" y="15793"/>
                    <a:pt x="21206" y="15840"/>
                  </a:cubicBezTo>
                  <a:cubicBezTo>
                    <a:pt x="21132" y="15932"/>
                    <a:pt x="21063" y="15966"/>
                    <a:pt x="21001" y="15966"/>
                  </a:cubicBezTo>
                  <a:cubicBezTo>
                    <a:pt x="20907" y="15966"/>
                    <a:pt x="20831" y="15887"/>
                    <a:pt x="20789" y="15817"/>
                  </a:cubicBezTo>
                  <a:cubicBezTo>
                    <a:pt x="20742" y="15701"/>
                    <a:pt x="21183" y="15632"/>
                    <a:pt x="21322" y="15446"/>
                  </a:cubicBezTo>
                  <a:cubicBezTo>
                    <a:pt x="21345" y="15423"/>
                    <a:pt x="21378" y="15414"/>
                    <a:pt x="21417" y="15414"/>
                  </a:cubicBezTo>
                  <a:cubicBezTo>
                    <a:pt x="21571" y="15414"/>
                    <a:pt x="21823" y="15562"/>
                    <a:pt x="21977" y="15562"/>
                  </a:cubicBezTo>
                  <a:cubicBezTo>
                    <a:pt x="22051" y="15562"/>
                    <a:pt x="22103" y="15527"/>
                    <a:pt x="22110" y="15423"/>
                  </a:cubicBezTo>
                  <a:cubicBezTo>
                    <a:pt x="22133" y="15052"/>
                    <a:pt x="21438" y="14890"/>
                    <a:pt x="21136" y="14705"/>
                  </a:cubicBezTo>
                  <a:cubicBezTo>
                    <a:pt x="20858" y="14496"/>
                    <a:pt x="20719" y="14612"/>
                    <a:pt x="20256" y="14265"/>
                  </a:cubicBezTo>
                  <a:cubicBezTo>
                    <a:pt x="19815" y="13917"/>
                    <a:pt x="20395" y="13755"/>
                    <a:pt x="20047" y="13477"/>
                  </a:cubicBezTo>
                  <a:cubicBezTo>
                    <a:pt x="19699" y="13222"/>
                    <a:pt x="19584" y="12480"/>
                    <a:pt x="19838" y="12248"/>
                  </a:cubicBezTo>
                  <a:cubicBezTo>
                    <a:pt x="20070" y="11993"/>
                    <a:pt x="20348" y="11646"/>
                    <a:pt x="19908" y="11460"/>
                  </a:cubicBezTo>
                  <a:cubicBezTo>
                    <a:pt x="19822" y="11429"/>
                    <a:pt x="19727" y="11416"/>
                    <a:pt x="19629" y="11416"/>
                  </a:cubicBezTo>
                  <a:close/>
                  <a:moveTo>
                    <a:pt x="35647" y="16899"/>
                  </a:moveTo>
                  <a:cubicBezTo>
                    <a:pt x="35590" y="16899"/>
                    <a:pt x="35534" y="16902"/>
                    <a:pt x="35482" y="16906"/>
                  </a:cubicBezTo>
                  <a:cubicBezTo>
                    <a:pt x="35227" y="16930"/>
                    <a:pt x="34763" y="17347"/>
                    <a:pt x="34995" y="17764"/>
                  </a:cubicBezTo>
                  <a:cubicBezTo>
                    <a:pt x="35093" y="17915"/>
                    <a:pt x="35239" y="17964"/>
                    <a:pt x="35397" y="17964"/>
                  </a:cubicBezTo>
                  <a:cubicBezTo>
                    <a:pt x="35651" y="17964"/>
                    <a:pt x="35936" y="17839"/>
                    <a:pt x="36107" y="17810"/>
                  </a:cubicBezTo>
                  <a:cubicBezTo>
                    <a:pt x="36409" y="17764"/>
                    <a:pt x="36339" y="17300"/>
                    <a:pt x="36177" y="17069"/>
                  </a:cubicBezTo>
                  <a:cubicBezTo>
                    <a:pt x="36085" y="16940"/>
                    <a:pt x="35862" y="16899"/>
                    <a:pt x="35647" y="16899"/>
                  </a:cubicBezTo>
                  <a:close/>
                  <a:moveTo>
                    <a:pt x="11723" y="18253"/>
                  </a:moveTo>
                  <a:cubicBezTo>
                    <a:pt x="11837" y="18253"/>
                    <a:pt x="11918" y="18273"/>
                    <a:pt x="11936" y="18320"/>
                  </a:cubicBezTo>
                  <a:cubicBezTo>
                    <a:pt x="12028" y="18529"/>
                    <a:pt x="11379" y="18645"/>
                    <a:pt x="11681" y="18830"/>
                  </a:cubicBezTo>
                  <a:cubicBezTo>
                    <a:pt x="11789" y="18884"/>
                    <a:pt x="11915" y="18907"/>
                    <a:pt x="12040" y="18907"/>
                  </a:cubicBezTo>
                  <a:cubicBezTo>
                    <a:pt x="12288" y="18907"/>
                    <a:pt x="12531" y="18815"/>
                    <a:pt x="12608" y="18691"/>
                  </a:cubicBezTo>
                  <a:cubicBezTo>
                    <a:pt x="12650" y="18623"/>
                    <a:pt x="12746" y="18586"/>
                    <a:pt x="12833" y="18586"/>
                  </a:cubicBezTo>
                  <a:cubicBezTo>
                    <a:pt x="12985" y="18586"/>
                    <a:pt x="13115" y="18696"/>
                    <a:pt x="12909" y="18946"/>
                  </a:cubicBezTo>
                  <a:cubicBezTo>
                    <a:pt x="12648" y="19262"/>
                    <a:pt x="12537" y="19355"/>
                    <a:pt x="12336" y="19355"/>
                  </a:cubicBezTo>
                  <a:cubicBezTo>
                    <a:pt x="12286" y="19355"/>
                    <a:pt x="12231" y="19349"/>
                    <a:pt x="12167" y="19340"/>
                  </a:cubicBezTo>
                  <a:cubicBezTo>
                    <a:pt x="12113" y="19328"/>
                    <a:pt x="12063" y="19323"/>
                    <a:pt x="12016" y="19323"/>
                  </a:cubicBezTo>
                  <a:cubicBezTo>
                    <a:pt x="11784" y="19323"/>
                    <a:pt x="11661" y="19452"/>
                    <a:pt x="11797" y="19548"/>
                  </a:cubicBezTo>
                  <a:cubicBezTo>
                    <a:pt x="11959" y="19664"/>
                    <a:pt x="11982" y="19757"/>
                    <a:pt x="11634" y="19850"/>
                  </a:cubicBezTo>
                  <a:cubicBezTo>
                    <a:pt x="11324" y="19916"/>
                    <a:pt x="11098" y="20152"/>
                    <a:pt x="10958" y="20152"/>
                  </a:cubicBezTo>
                  <a:cubicBezTo>
                    <a:pt x="10951" y="20152"/>
                    <a:pt x="10945" y="20152"/>
                    <a:pt x="10939" y="20151"/>
                  </a:cubicBezTo>
                  <a:cubicBezTo>
                    <a:pt x="10800" y="20128"/>
                    <a:pt x="11519" y="19618"/>
                    <a:pt x="11333" y="19479"/>
                  </a:cubicBezTo>
                  <a:cubicBezTo>
                    <a:pt x="11305" y="19458"/>
                    <a:pt x="11271" y="19448"/>
                    <a:pt x="11233" y="19448"/>
                  </a:cubicBezTo>
                  <a:cubicBezTo>
                    <a:pt x="11023" y="19448"/>
                    <a:pt x="10704" y="19735"/>
                    <a:pt x="10684" y="19873"/>
                  </a:cubicBezTo>
                  <a:cubicBezTo>
                    <a:pt x="10684" y="20035"/>
                    <a:pt x="10383" y="20035"/>
                    <a:pt x="10198" y="20035"/>
                  </a:cubicBezTo>
                  <a:cubicBezTo>
                    <a:pt x="10012" y="20035"/>
                    <a:pt x="9780" y="19850"/>
                    <a:pt x="9966" y="19827"/>
                  </a:cubicBezTo>
                  <a:cubicBezTo>
                    <a:pt x="10151" y="19803"/>
                    <a:pt x="10012" y="19618"/>
                    <a:pt x="10267" y="19502"/>
                  </a:cubicBezTo>
                  <a:cubicBezTo>
                    <a:pt x="10522" y="19409"/>
                    <a:pt x="10221" y="19270"/>
                    <a:pt x="10290" y="19154"/>
                  </a:cubicBezTo>
                  <a:cubicBezTo>
                    <a:pt x="10309" y="19136"/>
                    <a:pt x="10344" y="19129"/>
                    <a:pt x="10389" y="19129"/>
                  </a:cubicBezTo>
                  <a:cubicBezTo>
                    <a:pt x="10492" y="19129"/>
                    <a:pt x="10647" y="19165"/>
                    <a:pt x="10757" y="19165"/>
                  </a:cubicBezTo>
                  <a:cubicBezTo>
                    <a:pt x="10836" y="19165"/>
                    <a:pt x="10893" y="19147"/>
                    <a:pt x="10893" y="19085"/>
                  </a:cubicBezTo>
                  <a:cubicBezTo>
                    <a:pt x="10893" y="18924"/>
                    <a:pt x="10591" y="18791"/>
                    <a:pt x="10367" y="18791"/>
                  </a:cubicBezTo>
                  <a:cubicBezTo>
                    <a:pt x="10300" y="18791"/>
                    <a:pt x="10240" y="18803"/>
                    <a:pt x="10198" y="18830"/>
                  </a:cubicBezTo>
                  <a:cubicBezTo>
                    <a:pt x="10077" y="18916"/>
                    <a:pt x="9817" y="19091"/>
                    <a:pt x="9502" y="19091"/>
                  </a:cubicBezTo>
                  <a:cubicBezTo>
                    <a:pt x="9392" y="19091"/>
                    <a:pt x="9275" y="19069"/>
                    <a:pt x="9155" y="19015"/>
                  </a:cubicBezTo>
                  <a:cubicBezTo>
                    <a:pt x="8992" y="18946"/>
                    <a:pt x="10360" y="18807"/>
                    <a:pt x="10592" y="18598"/>
                  </a:cubicBezTo>
                  <a:cubicBezTo>
                    <a:pt x="10764" y="18426"/>
                    <a:pt x="11388" y="18253"/>
                    <a:pt x="11723" y="18253"/>
                  </a:cubicBezTo>
                  <a:close/>
                  <a:moveTo>
                    <a:pt x="30663" y="19226"/>
                  </a:moveTo>
                  <a:cubicBezTo>
                    <a:pt x="30491" y="19226"/>
                    <a:pt x="30214" y="19425"/>
                    <a:pt x="30198" y="19711"/>
                  </a:cubicBezTo>
                  <a:cubicBezTo>
                    <a:pt x="30175" y="20151"/>
                    <a:pt x="29943" y="20058"/>
                    <a:pt x="30059" y="20475"/>
                  </a:cubicBezTo>
                  <a:cubicBezTo>
                    <a:pt x="30175" y="20869"/>
                    <a:pt x="29526" y="20985"/>
                    <a:pt x="29595" y="21194"/>
                  </a:cubicBezTo>
                  <a:cubicBezTo>
                    <a:pt x="29617" y="21259"/>
                    <a:pt x="29663" y="21281"/>
                    <a:pt x="29725" y="21281"/>
                  </a:cubicBezTo>
                  <a:cubicBezTo>
                    <a:pt x="29862" y="21281"/>
                    <a:pt x="30075" y="21171"/>
                    <a:pt x="30267" y="21171"/>
                  </a:cubicBezTo>
                  <a:cubicBezTo>
                    <a:pt x="30569" y="21171"/>
                    <a:pt x="30198" y="21588"/>
                    <a:pt x="30569" y="21611"/>
                  </a:cubicBezTo>
                  <a:cubicBezTo>
                    <a:pt x="30577" y="21612"/>
                    <a:pt x="30587" y="21612"/>
                    <a:pt x="30596" y="21612"/>
                  </a:cubicBezTo>
                  <a:cubicBezTo>
                    <a:pt x="30879" y="21612"/>
                    <a:pt x="31360" y="21281"/>
                    <a:pt x="31472" y="21101"/>
                  </a:cubicBezTo>
                  <a:cubicBezTo>
                    <a:pt x="31551" y="20997"/>
                    <a:pt x="31659" y="20922"/>
                    <a:pt x="31800" y="20922"/>
                  </a:cubicBezTo>
                  <a:cubicBezTo>
                    <a:pt x="31909" y="20922"/>
                    <a:pt x="32039" y="20967"/>
                    <a:pt x="32191" y="21078"/>
                  </a:cubicBezTo>
                  <a:cubicBezTo>
                    <a:pt x="32361" y="21200"/>
                    <a:pt x="32646" y="21264"/>
                    <a:pt x="32886" y="21264"/>
                  </a:cubicBezTo>
                  <a:cubicBezTo>
                    <a:pt x="33102" y="21264"/>
                    <a:pt x="33281" y="21211"/>
                    <a:pt x="33303" y="21101"/>
                  </a:cubicBezTo>
                  <a:cubicBezTo>
                    <a:pt x="33350" y="20846"/>
                    <a:pt x="32492" y="20754"/>
                    <a:pt x="32562" y="20499"/>
                  </a:cubicBezTo>
                  <a:cubicBezTo>
                    <a:pt x="32608" y="20221"/>
                    <a:pt x="31750" y="20012"/>
                    <a:pt x="31472" y="19873"/>
                  </a:cubicBezTo>
                  <a:cubicBezTo>
                    <a:pt x="31217" y="19711"/>
                    <a:pt x="30800" y="19641"/>
                    <a:pt x="30800" y="19363"/>
                  </a:cubicBezTo>
                  <a:cubicBezTo>
                    <a:pt x="30800" y="19268"/>
                    <a:pt x="30743" y="19226"/>
                    <a:pt x="30663" y="19226"/>
                  </a:cubicBezTo>
                  <a:close/>
                  <a:moveTo>
                    <a:pt x="32373" y="21780"/>
                  </a:moveTo>
                  <a:cubicBezTo>
                    <a:pt x="32065" y="21780"/>
                    <a:pt x="31150" y="22185"/>
                    <a:pt x="31565" y="22422"/>
                  </a:cubicBezTo>
                  <a:cubicBezTo>
                    <a:pt x="31624" y="22463"/>
                    <a:pt x="31689" y="22481"/>
                    <a:pt x="31756" y="22481"/>
                  </a:cubicBezTo>
                  <a:cubicBezTo>
                    <a:pt x="32105" y="22481"/>
                    <a:pt x="32508" y="21995"/>
                    <a:pt x="32469" y="21820"/>
                  </a:cubicBezTo>
                  <a:cubicBezTo>
                    <a:pt x="32462" y="21792"/>
                    <a:pt x="32427" y="21780"/>
                    <a:pt x="32373" y="21780"/>
                  </a:cubicBezTo>
                  <a:close/>
                  <a:moveTo>
                    <a:pt x="30417" y="11364"/>
                  </a:moveTo>
                  <a:cubicBezTo>
                    <a:pt x="29956" y="11364"/>
                    <a:pt x="29198" y="11532"/>
                    <a:pt x="28668" y="12017"/>
                  </a:cubicBezTo>
                  <a:cubicBezTo>
                    <a:pt x="27880" y="12735"/>
                    <a:pt x="28112" y="13708"/>
                    <a:pt x="28158" y="13894"/>
                  </a:cubicBezTo>
                  <a:cubicBezTo>
                    <a:pt x="28205" y="14102"/>
                    <a:pt x="28923" y="14010"/>
                    <a:pt x="29317" y="14125"/>
                  </a:cubicBezTo>
                  <a:cubicBezTo>
                    <a:pt x="29684" y="14227"/>
                    <a:pt x="29567" y="14365"/>
                    <a:pt x="29312" y="14365"/>
                  </a:cubicBezTo>
                  <a:cubicBezTo>
                    <a:pt x="29277" y="14365"/>
                    <a:pt x="29240" y="14363"/>
                    <a:pt x="29201" y="14357"/>
                  </a:cubicBezTo>
                  <a:cubicBezTo>
                    <a:pt x="29044" y="14333"/>
                    <a:pt x="28823" y="14296"/>
                    <a:pt x="28652" y="14296"/>
                  </a:cubicBezTo>
                  <a:cubicBezTo>
                    <a:pt x="28495" y="14296"/>
                    <a:pt x="28379" y="14327"/>
                    <a:pt x="28390" y="14427"/>
                  </a:cubicBezTo>
                  <a:cubicBezTo>
                    <a:pt x="28411" y="14631"/>
                    <a:pt x="28918" y="14980"/>
                    <a:pt x="29307" y="14980"/>
                  </a:cubicBezTo>
                  <a:cubicBezTo>
                    <a:pt x="29360" y="14980"/>
                    <a:pt x="29410" y="14973"/>
                    <a:pt x="29456" y="14960"/>
                  </a:cubicBezTo>
                  <a:cubicBezTo>
                    <a:pt x="29600" y="14924"/>
                    <a:pt x="29688" y="14902"/>
                    <a:pt x="29752" y="14902"/>
                  </a:cubicBezTo>
                  <a:cubicBezTo>
                    <a:pt x="29855" y="14902"/>
                    <a:pt x="29899" y="14957"/>
                    <a:pt x="30012" y="15099"/>
                  </a:cubicBezTo>
                  <a:cubicBezTo>
                    <a:pt x="30175" y="15307"/>
                    <a:pt x="30638" y="15238"/>
                    <a:pt x="31102" y="15261"/>
                  </a:cubicBezTo>
                  <a:cubicBezTo>
                    <a:pt x="31565" y="15284"/>
                    <a:pt x="32098" y="15446"/>
                    <a:pt x="32307" y="15470"/>
                  </a:cubicBezTo>
                  <a:cubicBezTo>
                    <a:pt x="32322" y="15471"/>
                    <a:pt x="32338" y="15472"/>
                    <a:pt x="32354" y="15472"/>
                  </a:cubicBezTo>
                  <a:cubicBezTo>
                    <a:pt x="32556" y="15472"/>
                    <a:pt x="32799" y="15345"/>
                    <a:pt x="32863" y="15238"/>
                  </a:cubicBezTo>
                  <a:cubicBezTo>
                    <a:pt x="32874" y="15219"/>
                    <a:pt x="32907" y="15211"/>
                    <a:pt x="32956" y="15211"/>
                  </a:cubicBezTo>
                  <a:cubicBezTo>
                    <a:pt x="33197" y="15211"/>
                    <a:pt x="33819" y="15401"/>
                    <a:pt x="34060" y="15401"/>
                  </a:cubicBezTo>
                  <a:cubicBezTo>
                    <a:pt x="34071" y="15401"/>
                    <a:pt x="34082" y="15401"/>
                    <a:pt x="34091" y="15400"/>
                  </a:cubicBezTo>
                  <a:cubicBezTo>
                    <a:pt x="34369" y="15377"/>
                    <a:pt x="34184" y="15145"/>
                    <a:pt x="34022" y="15076"/>
                  </a:cubicBezTo>
                  <a:cubicBezTo>
                    <a:pt x="33885" y="14998"/>
                    <a:pt x="33913" y="14771"/>
                    <a:pt x="34050" y="14771"/>
                  </a:cubicBezTo>
                  <a:cubicBezTo>
                    <a:pt x="34075" y="14771"/>
                    <a:pt x="34105" y="14779"/>
                    <a:pt x="34138" y="14798"/>
                  </a:cubicBezTo>
                  <a:cubicBezTo>
                    <a:pt x="34369" y="14913"/>
                    <a:pt x="34740" y="14983"/>
                    <a:pt x="34810" y="15215"/>
                  </a:cubicBezTo>
                  <a:cubicBezTo>
                    <a:pt x="34856" y="15400"/>
                    <a:pt x="35065" y="15307"/>
                    <a:pt x="35088" y="15470"/>
                  </a:cubicBezTo>
                  <a:cubicBezTo>
                    <a:pt x="35111" y="15655"/>
                    <a:pt x="35899" y="15840"/>
                    <a:pt x="35922" y="16026"/>
                  </a:cubicBezTo>
                  <a:cubicBezTo>
                    <a:pt x="35945" y="16234"/>
                    <a:pt x="35157" y="16327"/>
                    <a:pt x="35389" y="16489"/>
                  </a:cubicBezTo>
                  <a:cubicBezTo>
                    <a:pt x="35428" y="16524"/>
                    <a:pt x="35473" y="16539"/>
                    <a:pt x="35521" y="16539"/>
                  </a:cubicBezTo>
                  <a:cubicBezTo>
                    <a:pt x="35727" y="16539"/>
                    <a:pt x="35998" y="16276"/>
                    <a:pt x="36223" y="16258"/>
                  </a:cubicBezTo>
                  <a:cubicBezTo>
                    <a:pt x="36229" y="16257"/>
                    <a:pt x="36234" y="16257"/>
                    <a:pt x="36239" y="16257"/>
                  </a:cubicBezTo>
                  <a:cubicBezTo>
                    <a:pt x="36505" y="16257"/>
                    <a:pt x="36526" y="16800"/>
                    <a:pt x="36694" y="16800"/>
                  </a:cubicBezTo>
                  <a:cubicBezTo>
                    <a:pt x="36706" y="16800"/>
                    <a:pt x="36719" y="16797"/>
                    <a:pt x="36733" y="16791"/>
                  </a:cubicBezTo>
                  <a:cubicBezTo>
                    <a:pt x="36789" y="16765"/>
                    <a:pt x="36843" y="16752"/>
                    <a:pt x="36896" y="16752"/>
                  </a:cubicBezTo>
                  <a:cubicBezTo>
                    <a:pt x="37123" y="16752"/>
                    <a:pt x="37322" y="16984"/>
                    <a:pt x="37567" y="17324"/>
                  </a:cubicBezTo>
                  <a:cubicBezTo>
                    <a:pt x="37846" y="17718"/>
                    <a:pt x="37544" y="18112"/>
                    <a:pt x="37567" y="18251"/>
                  </a:cubicBezTo>
                  <a:cubicBezTo>
                    <a:pt x="37577" y="18318"/>
                    <a:pt x="37680" y="18350"/>
                    <a:pt x="37818" y="18350"/>
                  </a:cubicBezTo>
                  <a:cubicBezTo>
                    <a:pt x="38011" y="18350"/>
                    <a:pt x="38273" y="18289"/>
                    <a:pt x="38448" y="18181"/>
                  </a:cubicBezTo>
                  <a:cubicBezTo>
                    <a:pt x="38504" y="18153"/>
                    <a:pt x="38559" y="18141"/>
                    <a:pt x="38613" y="18141"/>
                  </a:cubicBezTo>
                  <a:cubicBezTo>
                    <a:pt x="38874" y="18141"/>
                    <a:pt x="39114" y="18425"/>
                    <a:pt x="39306" y="18598"/>
                  </a:cubicBezTo>
                  <a:cubicBezTo>
                    <a:pt x="39512" y="18767"/>
                    <a:pt x="38791" y="19043"/>
                    <a:pt x="38571" y="19043"/>
                  </a:cubicBezTo>
                  <a:cubicBezTo>
                    <a:pt x="38520" y="19043"/>
                    <a:pt x="38496" y="19027"/>
                    <a:pt x="38518" y="18992"/>
                  </a:cubicBezTo>
                  <a:cubicBezTo>
                    <a:pt x="38593" y="18823"/>
                    <a:pt x="38087" y="18408"/>
                    <a:pt x="37521" y="18408"/>
                  </a:cubicBezTo>
                  <a:cubicBezTo>
                    <a:pt x="37391" y="18408"/>
                    <a:pt x="37257" y="18430"/>
                    <a:pt x="37127" y="18482"/>
                  </a:cubicBezTo>
                  <a:cubicBezTo>
                    <a:pt x="36432" y="18737"/>
                    <a:pt x="36919" y="19154"/>
                    <a:pt x="36988" y="19409"/>
                  </a:cubicBezTo>
                  <a:cubicBezTo>
                    <a:pt x="37039" y="19578"/>
                    <a:pt x="36674" y="19746"/>
                    <a:pt x="36223" y="19746"/>
                  </a:cubicBezTo>
                  <a:cubicBezTo>
                    <a:pt x="36052" y="19746"/>
                    <a:pt x="35868" y="19722"/>
                    <a:pt x="35690" y="19664"/>
                  </a:cubicBezTo>
                  <a:cubicBezTo>
                    <a:pt x="35541" y="19616"/>
                    <a:pt x="35435" y="19598"/>
                    <a:pt x="35359" y="19598"/>
                  </a:cubicBezTo>
                  <a:cubicBezTo>
                    <a:pt x="35103" y="19598"/>
                    <a:pt x="35168" y="19803"/>
                    <a:pt x="34972" y="19803"/>
                  </a:cubicBezTo>
                  <a:cubicBezTo>
                    <a:pt x="34694" y="19803"/>
                    <a:pt x="34416" y="20221"/>
                    <a:pt x="34647" y="20499"/>
                  </a:cubicBezTo>
                  <a:cubicBezTo>
                    <a:pt x="34740" y="20591"/>
                    <a:pt x="34868" y="20619"/>
                    <a:pt x="35015" y="20619"/>
                  </a:cubicBezTo>
                  <a:cubicBezTo>
                    <a:pt x="35256" y="20619"/>
                    <a:pt x="35546" y="20543"/>
                    <a:pt x="35810" y="20543"/>
                  </a:cubicBezTo>
                  <a:cubicBezTo>
                    <a:pt x="35832" y="20543"/>
                    <a:pt x="35854" y="20544"/>
                    <a:pt x="35876" y="20545"/>
                  </a:cubicBezTo>
                  <a:cubicBezTo>
                    <a:pt x="36084" y="20557"/>
                    <a:pt x="36200" y="20591"/>
                    <a:pt x="36273" y="20591"/>
                  </a:cubicBezTo>
                  <a:cubicBezTo>
                    <a:pt x="36345" y="20591"/>
                    <a:pt x="36374" y="20557"/>
                    <a:pt x="36409" y="20429"/>
                  </a:cubicBezTo>
                  <a:cubicBezTo>
                    <a:pt x="36429" y="20326"/>
                    <a:pt x="36533" y="20292"/>
                    <a:pt x="36668" y="20292"/>
                  </a:cubicBezTo>
                  <a:cubicBezTo>
                    <a:pt x="36836" y="20292"/>
                    <a:pt x="37053" y="20344"/>
                    <a:pt x="37220" y="20383"/>
                  </a:cubicBezTo>
                  <a:cubicBezTo>
                    <a:pt x="37544" y="20452"/>
                    <a:pt x="37475" y="20893"/>
                    <a:pt x="37846" y="20939"/>
                  </a:cubicBezTo>
                  <a:cubicBezTo>
                    <a:pt x="38240" y="20985"/>
                    <a:pt x="37915" y="21379"/>
                    <a:pt x="38170" y="21657"/>
                  </a:cubicBezTo>
                  <a:cubicBezTo>
                    <a:pt x="38402" y="21912"/>
                    <a:pt x="39190" y="21773"/>
                    <a:pt x="39468" y="22051"/>
                  </a:cubicBezTo>
                  <a:cubicBezTo>
                    <a:pt x="39725" y="22308"/>
                    <a:pt x="40656" y="22768"/>
                    <a:pt x="41040" y="22768"/>
                  </a:cubicBezTo>
                  <a:cubicBezTo>
                    <a:pt x="41106" y="22768"/>
                    <a:pt x="41156" y="22754"/>
                    <a:pt x="41183" y="22723"/>
                  </a:cubicBezTo>
                  <a:cubicBezTo>
                    <a:pt x="41368" y="22469"/>
                    <a:pt x="40117" y="21356"/>
                    <a:pt x="39746" y="21263"/>
                  </a:cubicBezTo>
                  <a:cubicBezTo>
                    <a:pt x="39565" y="21218"/>
                    <a:pt x="39648" y="21168"/>
                    <a:pt x="39832" y="21168"/>
                  </a:cubicBezTo>
                  <a:cubicBezTo>
                    <a:pt x="40026" y="21168"/>
                    <a:pt x="40331" y="21224"/>
                    <a:pt x="40557" y="21402"/>
                  </a:cubicBezTo>
                  <a:cubicBezTo>
                    <a:pt x="40824" y="21616"/>
                    <a:pt x="41168" y="21760"/>
                    <a:pt x="41473" y="21760"/>
                  </a:cubicBezTo>
                  <a:cubicBezTo>
                    <a:pt x="41698" y="21760"/>
                    <a:pt x="41903" y="21682"/>
                    <a:pt x="42040" y="21495"/>
                  </a:cubicBezTo>
                  <a:cubicBezTo>
                    <a:pt x="42388" y="21078"/>
                    <a:pt x="41762" y="21194"/>
                    <a:pt x="41762" y="20869"/>
                  </a:cubicBezTo>
                  <a:cubicBezTo>
                    <a:pt x="41762" y="20568"/>
                    <a:pt x="41530" y="20128"/>
                    <a:pt x="41206" y="20128"/>
                  </a:cubicBezTo>
                  <a:cubicBezTo>
                    <a:pt x="40858" y="20128"/>
                    <a:pt x="39978" y="19456"/>
                    <a:pt x="40302" y="19294"/>
                  </a:cubicBezTo>
                  <a:cubicBezTo>
                    <a:pt x="40627" y="19154"/>
                    <a:pt x="40209" y="18969"/>
                    <a:pt x="40441" y="18691"/>
                  </a:cubicBezTo>
                  <a:cubicBezTo>
                    <a:pt x="40492" y="18640"/>
                    <a:pt x="40542" y="18620"/>
                    <a:pt x="40591" y="18620"/>
                  </a:cubicBezTo>
                  <a:cubicBezTo>
                    <a:pt x="40791" y="18620"/>
                    <a:pt x="40988" y="18951"/>
                    <a:pt x="41229" y="18969"/>
                  </a:cubicBezTo>
                  <a:cubicBezTo>
                    <a:pt x="41507" y="18992"/>
                    <a:pt x="41554" y="19363"/>
                    <a:pt x="42017" y="19734"/>
                  </a:cubicBezTo>
                  <a:cubicBezTo>
                    <a:pt x="42188" y="19879"/>
                    <a:pt x="42303" y="19936"/>
                    <a:pt x="42382" y="19936"/>
                  </a:cubicBezTo>
                  <a:cubicBezTo>
                    <a:pt x="42518" y="19936"/>
                    <a:pt x="42553" y="19770"/>
                    <a:pt x="42596" y="19595"/>
                  </a:cubicBezTo>
                  <a:cubicBezTo>
                    <a:pt x="42666" y="19340"/>
                    <a:pt x="43176" y="19548"/>
                    <a:pt x="43153" y="19270"/>
                  </a:cubicBezTo>
                  <a:cubicBezTo>
                    <a:pt x="43129" y="19015"/>
                    <a:pt x="43570" y="18691"/>
                    <a:pt x="43871" y="18575"/>
                  </a:cubicBezTo>
                  <a:cubicBezTo>
                    <a:pt x="44139" y="18463"/>
                    <a:pt x="43654" y="18180"/>
                    <a:pt x="43287" y="18180"/>
                  </a:cubicBezTo>
                  <a:cubicBezTo>
                    <a:pt x="43273" y="18180"/>
                    <a:pt x="43259" y="18180"/>
                    <a:pt x="43245" y="18181"/>
                  </a:cubicBezTo>
                  <a:cubicBezTo>
                    <a:pt x="43228" y="18182"/>
                    <a:pt x="43212" y="18183"/>
                    <a:pt x="43196" y="18183"/>
                  </a:cubicBezTo>
                  <a:cubicBezTo>
                    <a:pt x="42846" y="18183"/>
                    <a:pt x="42782" y="17942"/>
                    <a:pt x="42782" y="17787"/>
                  </a:cubicBezTo>
                  <a:cubicBezTo>
                    <a:pt x="42782" y="17616"/>
                    <a:pt x="42154" y="17269"/>
                    <a:pt x="41873" y="17269"/>
                  </a:cubicBezTo>
                  <a:cubicBezTo>
                    <a:pt x="41849" y="17269"/>
                    <a:pt x="41827" y="17272"/>
                    <a:pt x="41809" y="17277"/>
                  </a:cubicBezTo>
                  <a:cubicBezTo>
                    <a:pt x="41788" y="17283"/>
                    <a:pt x="41766" y="17285"/>
                    <a:pt x="41744" y="17285"/>
                  </a:cubicBezTo>
                  <a:cubicBezTo>
                    <a:pt x="41490" y="17285"/>
                    <a:pt x="41133" y="16951"/>
                    <a:pt x="40835" y="16930"/>
                  </a:cubicBezTo>
                  <a:cubicBezTo>
                    <a:pt x="40511" y="16906"/>
                    <a:pt x="40047" y="16675"/>
                    <a:pt x="40117" y="16327"/>
                  </a:cubicBezTo>
                  <a:cubicBezTo>
                    <a:pt x="40131" y="16218"/>
                    <a:pt x="40198" y="16187"/>
                    <a:pt x="40286" y="16187"/>
                  </a:cubicBezTo>
                  <a:cubicBezTo>
                    <a:pt x="40409" y="16187"/>
                    <a:pt x="40575" y="16249"/>
                    <a:pt x="40700" y="16249"/>
                  </a:cubicBezTo>
                  <a:cubicBezTo>
                    <a:pt x="40771" y="16249"/>
                    <a:pt x="40829" y="16229"/>
                    <a:pt x="40858" y="16165"/>
                  </a:cubicBezTo>
                  <a:cubicBezTo>
                    <a:pt x="40974" y="15887"/>
                    <a:pt x="40256" y="16026"/>
                    <a:pt x="40233" y="15840"/>
                  </a:cubicBezTo>
                  <a:cubicBezTo>
                    <a:pt x="40209" y="15655"/>
                    <a:pt x="40395" y="15725"/>
                    <a:pt x="40534" y="15609"/>
                  </a:cubicBezTo>
                  <a:cubicBezTo>
                    <a:pt x="40696" y="15470"/>
                    <a:pt x="40418" y="15238"/>
                    <a:pt x="40256" y="15145"/>
                  </a:cubicBezTo>
                  <a:cubicBezTo>
                    <a:pt x="40233" y="15132"/>
                    <a:pt x="40212" y="15126"/>
                    <a:pt x="40193" y="15126"/>
                  </a:cubicBezTo>
                  <a:cubicBezTo>
                    <a:pt x="40077" y="15126"/>
                    <a:pt x="40021" y="15331"/>
                    <a:pt x="39862" y="15331"/>
                  </a:cubicBezTo>
                  <a:cubicBezTo>
                    <a:pt x="39700" y="15331"/>
                    <a:pt x="39839" y="15076"/>
                    <a:pt x="39954" y="14890"/>
                  </a:cubicBezTo>
                  <a:cubicBezTo>
                    <a:pt x="40068" y="14758"/>
                    <a:pt x="39627" y="14611"/>
                    <a:pt x="39310" y="14611"/>
                  </a:cubicBezTo>
                  <a:cubicBezTo>
                    <a:pt x="39238" y="14611"/>
                    <a:pt x="39172" y="14618"/>
                    <a:pt x="39120" y="14635"/>
                  </a:cubicBezTo>
                  <a:cubicBezTo>
                    <a:pt x="39061" y="14654"/>
                    <a:pt x="39009" y="14662"/>
                    <a:pt x="38965" y="14662"/>
                  </a:cubicBezTo>
                  <a:cubicBezTo>
                    <a:pt x="38786" y="14662"/>
                    <a:pt x="38726" y="14525"/>
                    <a:pt x="38726" y="14357"/>
                  </a:cubicBezTo>
                  <a:cubicBezTo>
                    <a:pt x="38726" y="14302"/>
                    <a:pt x="38681" y="14280"/>
                    <a:pt x="38613" y="14280"/>
                  </a:cubicBezTo>
                  <a:cubicBezTo>
                    <a:pt x="38452" y="14280"/>
                    <a:pt x="38161" y="14405"/>
                    <a:pt x="38031" y="14519"/>
                  </a:cubicBezTo>
                  <a:cubicBezTo>
                    <a:pt x="37992" y="14545"/>
                    <a:pt x="37952" y="14556"/>
                    <a:pt x="37915" y="14556"/>
                  </a:cubicBezTo>
                  <a:cubicBezTo>
                    <a:pt x="37752" y="14556"/>
                    <a:pt x="37634" y="14353"/>
                    <a:pt x="37822" y="14334"/>
                  </a:cubicBezTo>
                  <a:cubicBezTo>
                    <a:pt x="38077" y="14311"/>
                    <a:pt x="38355" y="14125"/>
                    <a:pt x="38286" y="13894"/>
                  </a:cubicBezTo>
                  <a:cubicBezTo>
                    <a:pt x="38251" y="13789"/>
                    <a:pt x="38077" y="13731"/>
                    <a:pt x="37898" y="13731"/>
                  </a:cubicBezTo>
                  <a:cubicBezTo>
                    <a:pt x="37718" y="13731"/>
                    <a:pt x="37533" y="13789"/>
                    <a:pt x="37475" y="13917"/>
                  </a:cubicBezTo>
                  <a:cubicBezTo>
                    <a:pt x="37448" y="13970"/>
                    <a:pt x="37408" y="13993"/>
                    <a:pt x="37360" y="13993"/>
                  </a:cubicBezTo>
                  <a:cubicBezTo>
                    <a:pt x="37158" y="13993"/>
                    <a:pt x="36826" y="13594"/>
                    <a:pt x="36826" y="13407"/>
                  </a:cubicBezTo>
                  <a:cubicBezTo>
                    <a:pt x="36826" y="13198"/>
                    <a:pt x="36061" y="13384"/>
                    <a:pt x="36154" y="13036"/>
                  </a:cubicBezTo>
                  <a:cubicBezTo>
                    <a:pt x="36246" y="12665"/>
                    <a:pt x="35273" y="12573"/>
                    <a:pt x="34995" y="12573"/>
                  </a:cubicBezTo>
                  <a:cubicBezTo>
                    <a:pt x="34740" y="12573"/>
                    <a:pt x="34346" y="12781"/>
                    <a:pt x="34392" y="13036"/>
                  </a:cubicBezTo>
                  <a:cubicBezTo>
                    <a:pt x="34411" y="13127"/>
                    <a:pt x="34369" y="13168"/>
                    <a:pt x="34308" y="13168"/>
                  </a:cubicBezTo>
                  <a:cubicBezTo>
                    <a:pt x="34214" y="13168"/>
                    <a:pt x="34073" y="13067"/>
                    <a:pt x="34045" y="12897"/>
                  </a:cubicBezTo>
                  <a:cubicBezTo>
                    <a:pt x="34036" y="12850"/>
                    <a:pt x="34007" y="12830"/>
                    <a:pt x="33963" y="12830"/>
                  </a:cubicBezTo>
                  <a:cubicBezTo>
                    <a:pt x="33773" y="12830"/>
                    <a:pt x="33315" y="13198"/>
                    <a:pt x="33164" y="13198"/>
                  </a:cubicBezTo>
                  <a:cubicBezTo>
                    <a:pt x="32956" y="13198"/>
                    <a:pt x="33280" y="12503"/>
                    <a:pt x="33187" y="12271"/>
                  </a:cubicBezTo>
                  <a:cubicBezTo>
                    <a:pt x="33095" y="12063"/>
                    <a:pt x="32932" y="11993"/>
                    <a:pt x="32793" y="11623"/>
                  </a:cubicBezTo>
                  <a:cubicBezTo>
                    <a:pt x="32733" y="11462"/>
                    <a:pt x="32559" y="11401"/>
                    <a:pt x="32367" y="11401"/>
                  </a:cubicBezTo>
                  <a:cubicBezTo>
                    <a:pt x="32116" y="11401"/>
                    <a:pt x="31832" y="11504"/>
                    <a:pt x="31727" y="11623"/>
                  </a:cubicBezTo>
                  <a:cubicBezTo>
                    <a:pt x="31542" y="11831"/>
                    <a:pt x="30893" y="11738"/>
                    <a:pt x="30569" y="12086"/>
                  </a:cubicBezTo>
                  <a:cubicBezTo>
                    <a:pt x="30221" y="12410"/>
                    <a:pt x="30592" y="12758"/>
                    <a:pt x="30731" y="12874"/>
                  </a:cubicBezTo>
                  <a:cubicBezTo>
                    <a:pt x="30870" y="13013"/>
                    <a:pt x="30221" y="13198"/>
                    <a:pt x="30453" y="13384"/>
                  </a:cubicBezTo>
                  <a:cubicBezTo>
                    <a:pt x="30661" y="13592"/>
                    <a:pt x="31009" y="13477"/>
                    <a:pt x="31032" y="13801"/>
                  </a:cubicBezTo>
                  <a:cubicBezTo>
                    <a:pt x="31038" y="13885"/>
                    <a:pt x="30987" y="13919"/>
                    <a:pt x="30905" y="13919"/>
                  </a:cubicBezTo>
                  <a:cubicBezTo>
                    <a:pt x="30672" y="13919"/>
                    <a:pt x="30191" y="13636"/>
                    <a:pt x="30105" y="13430"/>
                  </a:cubicBezTo>
                  <a:cubicBezTo>
                    <a:pt x="29989" y="13175"/>
                    <a:pt x="30151" y="12920"/>
                    <a:pt x="29989" y="12735"/>
                  </a:cubicBezTo>
                  <a:cubicBezTo>
                    <a:pt x="29804" y="12550"/>
                    <a:pt x="29966" y="12295"/>
                    <a:pt x="30267" y="11970"/>
                  </a:cubicBezTo>
                  <a:cubicBezTo>
                    <a:pt x="30592" y="11623"/>
                    <a:pt x="30823" y="11669"/>
                    <a:pt x="30823" y="11483"/>
                  </a:cubicBezTo>
                  <a:cubicBezTo>
                    <a:pt x="30823" y="11411"/>
                    <a:pt x="30662" y="11364"/>
                    <a:pt x="30417" y="11364"/>
                  </a:cubicBezTo>
                  <a:close/>
                  <a:moveTo>
                    <a:pt x="33791" y="22352"/>
                  </a:moveTo>
                  <a:cubicBezTo>
                    <a:pt x="33783" y="22352"/>
                    <a:pt x="33775" y="22352"/>
                    <a:pt x="33767" y="22353"/>
                  </a:cubicBezTo>
                  <a:cubicBezTo>
                    <a:pt x="33342" y="22375"/>
                    <a:pt x="33413" y="22958"/>
                    <a:pt x="33668" y="22958"/>
                  </a:cubicBezTo>
                  <a:cubicBezTo>
                    <a:pt x="33678" y="22958"/>
                    <a:pt x="33687" y="22957"/>
                    <a:pt x="33697" y="22955"/>
                  </a:cubicBezTo>
                  <a:cubicBezTo>
                    <a:pt x="33856" y="22932"/>
                    <a:pt x="34194" y="22352"/>
                    <a:pt x="33791" y="22352"/>
                  </a:cubicBezTo>
                  <a:close/>
                  <a:moveTo>
                    <a:pt x="17170" y="21948"/>
                  </a:moveTo>
                  <a:cubicBezTo>
                    <a:pt x="17244" y="21948"/>
                    <a:pt x="17289" y="21972"/>
                    <a:pt x="17289" y="22028"/>
                  </a:cubicBezTo>
                  <a:cubicBezTo>
                    <a:pt x="17289" y="22306"/>
                    <a:pt x="16362" y="22515"/>
                    <a:pt x="15968" y="22839"/>
                  </a:cubicBezTo>
                  <a:cubicBezTo>
                    <a:pt x="15597" y="23164"/>
                    <a:pt x="15621" y="23071"/>
                    <a:pt x="15296" y="23141"/>
                  </a:cubicBezTo>
                  <a:cubicBezTo>
                    <a:pt x="14972" y="23187"/>
                    <a:pt x="15227" y="23511"/>
                    <a:pt x="14833" y="23535"/>
                  </a:cubicBezTo>
                  <a:cubicBezTo>
                    <a:pt x="14686" y="23552"/>
                    <a:pt x="14461" y="23566"/>
                    <a:pt x="14230" y="23566"/>
                  </a:cubicBezTo>
                  <a:cubicBezTo>
                    <a:pt x="13842" y="23566"/>
                    <a:pt x="13437" y="23526"/>
                    <a:pt x="13349" y="23396"/>
                  </a:cubicBezTo>
                  <a:cubicBezTo>
                    <a:pt x="13303" y="23326"/>
                    <a:pt x="13882" y="23372"/>
                    <a:pt x="13906" y="23210"/>
                  </a:cubicBezTo>
                  <a:cubicBezTo>
                    <a:pt x="13952" y="23048"/>
                    <a:pt x="14114" y="22793"/>
                    <a:pt x="14346" y="22793"/>
                  </a:cubicBezTo>
                  <a:cubicBezTo>
                    <a:pt x="14601" y="22793"/>
                    <a:pt x="14578" y="22469"/>
                    <a:pt x="14184" y="22283"/>
                  </a:cubicBezTo>
                  <a:cubicBezTo>
                    <a:pt x="13961" y="22165"/>
                    <a:pt x="14168" y="22077"/>
                    <a:pt x="14432" y="22077"/>
                  </a:cubicBezTo>
                  <a:cubicBezTo>
                    <a:pt x="14635" y="22077"/>
                    <a:pt x="14871" y="22129"/>
                    <a:pt x="14972" y="22260"/>
                  </a:cubicBezTo>
                  <a:cubicBezTo>
                    <a:pt x="15122" y="22494"/>
                    <a:pt x="15370" y="22668"/>
                    <a:pt x="15583" y="22668"/>
                  </a:cubicBezTo>
                  <a:cubicBezTo>
                    <a:pt x="15665" y="22668"/>
                    <a:pt x="15742" y="22642"/>
                    <a:pt x="15806" y="22584"/>
                  </a:cubicBezTo>
                  <a:cubicBezTo>
                    <a:pt x="15975" y="22396"/>
                    <a:pt x="16849" y="21948"/>
                    <a:pt x="17170" y="21948"/>
                  </a:cubicBezTo>
                  <a:close/>
                  <a:moveTo>
                    <a:pt x="4796" y="29037"/>
                  </a:moveTo>
                  <a:cubicBezTo>
                    <a:pt x="4721" y="29037"/>
                    <a:pt x="4630" y="29062"/>
                    <a:pt x="4520" y="29120"/>
                  </a:cubicBezTo>
                  <a:cubicBezTo>
                    <a:pt x="4105" y="29338"/>
                    <a:pt x="5005" y="30337"/>
                    <a:pt x="5305" y="30337"/>
                  </a:cubicBezTo>
                  <a:cubicBezTo>
                    <a:pt x="5324" y="30337"/>
                    <a:pt x="5340" y="30333"/>
                    <a:pt x="5354" y="30325"/>
                  </a:cubicBezTo>
                  <a:cubicBezTo>
                    <a:pt x="5493" y="30209"/>
                    <a:pt x="5099" y="29746"/>
                    <a:pt x="5099" y="29467"/>
                  </a:cubicBezTo>
                  <a:cubicBezTo>
                    <a:pt x="5099" y="29259"/>
                    <a:pt x="5021" y="29037"/>
                    <a:pt x="4796" y="29037"/>
                  </a:cubicBezTo>
                  <a:close/>
                  <a:moveTo>
                    <a:pt x="23533" y="29120"/>
                  </a:moveTo>
                  <a:cubicBezTo>
                    <a:pt x="23637" y="29120"/>
                    <a:pt x="23737" y="29155"/>
                    <a:pt x="23801" y="29236"/>
                  </a:cubicBezTo>
                  <a:cubicBezTo>
                    <a:pt x="23987" y="29491"/>
                    <a:pt x="24288" y="30464"/>
                    <a:pt x="24450" y="30788"/>
                  </a:cubicBezTo>
                  <a:cubicBezTo>
                    <a:pt x="24636" y="31113"/>
                    <a:pt x="24636" y="31623"/>
                    <a:pt x="24404" y="31646"/>
                  </a:cubicBezTo>
                  <a:cubicBezTo>
                    <a:pt x="24400" y="31646"/>
                    <a:pt x="24396" y="31646"/>
                    <a:pt x="24393" y="31646"/>
                  </a:cubicBezTo>
                  <a:cubicBezTo>
                    <a:pt x="24157" y="31646"/>
                    <a:pt x="24420" y="30924"/>
                    <a:pt x="23940" y="30673"/>
                  </a:cubicBezTo>
                  <a:cubicBezTo>
                    <a:pt x="23384" y="30348"/>
                    <a:pt x="23129" y="29769"/>
                    <a:pt x="23129" y="29444"/>
                  </a:cubicBezTo>
                  <a:cubicBezTo>
                    <a:pt x="23129" y="29247"/>
                    <a:pt x="23337" y="29120"/>
                    <a:pt x="23533" y="29120"/>
                  </a:cubicBezTo>
                  <a:close/>
                  <a:moveTo>
                    <a:pt x="42270" y="32087"/>
                  </a:moveTo>
                  <a:cubicBezTo>
                    <a:pt x="42196" y="32087"/>
                    <a:pt x="42152" y="32101"/>
                    <a:pt x="42156" y="32133"/>
                  </a:cubicBezTo>
                  <a:cubicBezTo>
                    <a:pt x="42213" y="32285"/>
                    <a:pt x="43169" y="32706"/>
                    <a:pt x="43528" y="32706"/>
                  </a:cubicBezTo>
                  <a:cubicBezTo>
                    <a:pt x="43605" y="32706"/>
                    <a:pt x="43654" y="32687"/>
                    <a:pt x="43663" y="32642"/>
                  </a:cubicBezTo>
                  <a:cubicBezTo>
                    <a:pt x="43701" y="32412"/>
                    <a:pt x="42627" y="32087"/>
                    <a:pt x="42270" y="32087"/>
                  </a:cubicBezTo>
                  <a:close/>
                  <a:moveTo>
                    <a:pt x="7271" y="31390"/>
                  </a:moveTo>
                  <a:cubicBezTo>
                    <a:pt x="7200" y="31390"/>
                    <a:pt x="7134" y="31414"/>
                    <a:pt x="7069" y="31460"/>
                  </a:cubicBezTo>
                  <a:cubicBezTo>
                    <a:pt x="6907" y="31576"/>
                    <a:pt x="7254" y="31600"/>
                    <a:pt x="7231" y="31715"/>
                  </a:cubicBezTo>
                  <a:cubicBezTo>
                    <a:pt x="7231" y="31810"/>
                    <a:pt x="7309" y="31890"/>
                    <a:pt x="7414" y="31890"/>
                  </a:cubicBezTo>
                  <a:cubicBezTo>
                    <a:pt x="7437" y="31890"/>
                    <a:pt x="7461" y="31886"/>
                    <a:pt x="7486" y="31878"/>
                  </a:cubicBezTo>
                  <a:cubicBezTo>
                    <a:pt x="7492" y="31877"/>
                    <a:pt x="7498" y="31876"/>
                    <a:pt x="7504" y="31876"/>
                  </a:cubicBezTo>
                  <a:cubicBezTo>
                    <a:pt x="7654" y="31876"/>
                    <a:pt x="7724" y="32157"/>
                    <a:pt x="7880" y="32179"/>
                  </a:cubicBezTo>
                  <a:cubicBezTo>
                    <a:pt x="8019" y="32179"/>
                    <a:pt x="8065" y="32411"/>
                    <a:pt x="8228" y="32411"/>
                  </a:cubicBezTo>
                  <a:cubicBezTo>
                    <a:pt x="8413" y="32411"/>
                    <a:pt x="8436" y="32619"/>
                    <a:pt x="8529" y="32735"/>
                  </a:cubicBezTo>
                  <a:cubicBezTo>
                    <a:pt x="8598" y="32828"/>
                    <a:pt x="8807" y="32735"/>
                    <a:pt x="8807" y="32851"/>
                  </a:cubicBezTo>
                  <a:cubicBezTo>
                    <a:pt x="8807" y="32944"/>
                    <a:pt x="8992" y="33036"/>
                    <a:pt x="9039" y="33152"/>
                  </a:cubicBezTo>
                  <a:cubicBezTo>
                    <a:pt x="9230" y="33178"/>
                    <a:pt x="9399" y="33196"/>
                    <a:pt x="9556" y="33196"/>
                  </a:cubicBezTo>
                  <a:cubicBezTo>
                    <a:pt x="9685" y="33196"/>
                    <a:pt x="9804" y="33184"/>
                    <a:pt x="9919" y="33152"/>
                  </a:cubicBezTo>
                  <a:cubicBezTo>
                    <a:pt x="9919" y="33083"/>
                    <a:pt x="9943" y="32990"/>
                    <a:pt x="9966" y="32921"/>
                  </a:cubicBezTo>
                  <a:cubicBezTo>
                    <a:pt x="10059" y="32781"/>
                    <a:pt x="9780" y="32874"/>
                    <a:pt x="9618" y="32712"/>
                  </a:cubicBezTo>
                  <a:cubicBezTo>
                    <a:pt x="9479" y="32550"/>
                    <a:pt x="9062" y="32573"/>
                    <a:pt x="8992" y="32434"/>
                  </a:cubicBezTo>
                  <a:cubicBezTo>
                    <a:pt x="8947" y="32275"/>
                    <a:pt x="8567" y="31715"/>
                    <a:pt x="8378" y="31715"/>
                  </a:cubicBezTo>
                  <a:cubicBezTo>
                    <a:pt x="8374" y="31715"/>
                    <a:pt x="8370" y="31715"/>
                    <a:pt x="8367" y="31715"/>
                  </a:cubicBezTo>
                  <a:cubicBezTo>
                    <a:pt x="8325" y="31715"/>
                    <a:pt x="8281" y="31716"/>
                    <a:pt x="8234" y="31716"/>
                  </a:cubicBezTo>
                  <a:cubicBezTo>
                    <a:pt x="8049" y="31716"/>
                    <a:pt x="7834" y="31701"/>
                    <a:pt x="7648" y="31553"/>
                  </a:cubicBezTo>
                  <a:cubicBezTo>
                    <a:pt x="7496" y="31443"/>
                    <a:pt x="7377" y="31390"/>
                    <a:pt x="7271" y="31390"/>
                  </a:cubicBezTo>
                  <a:close/>
                  <a:moveTo>
                    <a:pt x="46861" y="30888"/>
                  </a:moveTo>
                  <a:cubicBezTo>
                    <a:pt x="46811" y="30888"/>
                    <a:pt x="46755" y="30899"/>
                    <a:pt x="46698" y="30927"/>
                  </a:cubicBezTo>
                  <a:cubicBezTo>
                    <a:pt x="46444" y="31020"/>
                    <a:pt x="45795" y="31901"/>
                    <a:pt x="45795" y="32156"/>
                  </a:cubicBezTo>
                  <a:cubicBezTo>
                    <a:pt x="45795" y="32379"/>
                    <a:pt x="45773" y="32667"/>
                    <a:pt x="45585" y="32667"/>
                  </a:cubicBezTo>
                  <a:cubicBezTo>
                    <a:pt x="45578" y="32667"/>
                    <a:pt x="45571" y="32666"/>
                    <a:pt x="45563" y="32666"/>
                  </a:cubicBezTo>
                  <a:cubicBezTo>
                    <a:pt x="45551" y="32664"/>
                    <a:pt x="45539" y="32664"/>
                    <a:pt x="45527" y="32664"/>
                  </a:cubicBezTo>
                  <a:cubicBezTo>
                    <a:pt x="45306" y="32664"/>
                    <a:pt x="45085" y="32858"/>
                    <a:pt x="45238" y="32990"/>
                  </a:cubicBezTo>
                  <a:cubicBezTo>
                    <a:pt x="45424" y="33129"/>
                    <a:pt x="44775" y="33477"/>
                    <a:pt x="45076" y="33662"/>
                  </a:cubicBezTo>
                  <a:cubicBezTo>
                    <a:pt x="45129" y="33683"/>
                    <a:pt x="45188" y="33691"/>
                    <a:pt x="45249" y="33691"/>
                  </a:cubicBezTo>
                  <a:cubicBezTo>
                    <a:pt x="45421" y="33691"/>
                    <a:pt x="45620" y="33630"/>
                    <a:pt x="45815" y="33630"/>
                  </a:cubicBezTo>
                  <a:cubicBezTo>
                    <a:pt x="45855" y="33630"/>
                    <a:pt x="45895" y="33633"/>
                    <a:pt x="45934" y="33639"/>
                  </a:cubicBezTo>
                  <a:cubicBezTo>
                    <a:pt x="46026" y="33647"/>
                    <a:pt x="46117" y="33654"/>
                    <a:pt x="46204" y="33654"/>
                  </a:cubicBezTo>
                  <a:cubicBezTo>
                    <a:pt x="46379" y="33654"/>
                    <a:pt x="46544" y="33623"/>
                    <a:pt x="46698" y="33500"/>
                  </a:cubicBezTo>
                  <a:cubicBezTo>
                    <a:pt x="46750" y="33467"/>
                    <a:pt x="46791" y="33454"/>
                    <a:pt x="46826" y="33454"/>
                  </a:cubicBezTo>
                  <a:cubicBezTo>
                    <a:pt x="46958" y="33454"/>
                    <a:pt x="47001" y="33640"/>
                    <a:pt x="47183" y="33640"/>
                  </a:cubicBezTo>
                  <a:cubicBezTo>
                    <a:pt x="47191" y="33640"/>
                    <a:pt x="47199" y="33640"/>
                    <a:pt x="47208" y="33639"/>
                  </a:cubicBezTo>
                  <a:cubicBezTo>
                    <a:pt x="47229" y="33635"/>
                    <a:pt x="47245" y="33633"/>
                    <a:pt x="47258" y="33633"/>
                  </a:cubicBezTo>
                  <a:cubicBezTo>
                    <a:pt x="47402" y="33633"/>
                    <a:pt x="47069" y="33863"/>
                    <a:pt x="47069" y="34033"/>
                  </a:cubicBezTo>
                  <a:cubicBezTo>
                    <a:pt x="47074" y="34068"/>
                    <a:pt x="47090" y="34083"/>
                    <a:pt x="47114" y="34083"/>
                  </a:cubicBezTo>
                  <a:cubicBezTo>
                    <a:pt x="47200" y="34083"/>
                    <a:pt x="47388" y="33897"/>
                    <a:pt x="47533" y="33824"/>
                  </a:cubicBezTo>
                  <a:cubicBezTo>
                    <a:pt x="47590" y="33799"/>
                    <a:pt x="47649" y="33788"/>
                    <a:pt x="47702" y="33788"/>
                  </a:cubicBezTo>
                  <a:cubicBezTo>
                    <a:pt x="47844" y="33788"/>
                    <a:pt x="47948" y="33869"/>
                    <a:pt x="47880" y="33987"/>
                  </a:cubicBezTo>
                  <a:cubicBezTo>
                    <a:pt x="47823" y="34088"/>
                    <a:pt x="48044" y="34189"/>
                    <a:pt x="48253" y="34189"/>
                  </a:cubicBezTo>
                  <a:cubicBezTo>
                    <a:pt x="48379" y="34189"/>
                    <a:pt x="48500" y="34152"/>
                    <a:pt x="48552" y="34056"/>
                  </a:cubicBezTo>
                  <a:cubicBezTo>
                    <a:pt x="48668" y="33845"/>
                    <a:pt x="48497" y="33523"/>
                    <a:pt x="48382" y="33523"/>
                  </a:cubicBezTo>
                  <a:cubicBezTo>
                    <a:pt x="48358" y="33523"/>
                    <a:pt x="48337" y="33537"/>
                    <a:pt x="48321" y="33569"/>
                  </a:cubicBezTo>
                  <a:cubicBezTo>
                    <a:pt x="48301" y="33609"/>
                    <a:pt x="48278" y="33625"/>
                    <a:pt x="48257" y="33625"/>
                  </a:cubicBezTo>
                  <a:cubicBezTo>
                    <a:pt x="48176" y="33625"/>
                    <a:pt x="48110" y="33396"/>
                    <a:pt x="48274" y="33268"/>
                  </a:cubicBezTo>
                  <a:cubicBezTo>
                    <a:pt x="48411" y="33162"/>
                    <a:pt x="48358" y="33105"/>
                    <a:pt x="48253" y="33105"/>
                  </a:cubicBezTo>
                  <a:cubicBezTo>
                    <a:pt x="48199" y="33105"/>
                    <a:pt x="48129" y="33120"/>
                    <a:pt x="48066" y="33152"/>
                  </a:cubicBezTo>
                  <a:cubicBezTo>
                    <a:pt x="48049" y="33160"/>
                    <a:pt x="48034" y="33163"/>
                    <a:pt x="48021" y="33163"/>
                  </a:cubicBezTo>
                  <a:cubicBezTo>
                    <a:pt x="47865" y="33163"/>
                    <a:pt x="47918" y="32705"/>
                    <a:pt x="48089" y="32619"/>
                  </a:cubicBezTo>
                  <a:cubicBezTo>
                    <a:pt x="48221" y="32553"/>
                    <a:pt x="47943" y="32429"/>
                    <a:pt x="47771" y="32429"/>
                  </a:cubicBezTo>
                  <a:cubicBezTo>
                    <a:pt x="47701" y="32429"/>
                    <a:pt x="47649" y="32450"/>
                    <a:pt x="47649" y="32503"/>
                  </a:cubicBezTo>
                  <a:cubicBezTo>
                    <a:pt x="47649" y="32571"/>
                    <a:pt x="47590" y="32598"/>
                    <a:pt x="47514" y="32598"/>
                  </a:cubicBezTo>
                  <a:cubicBezTo>
                    <a:pt x="47381" y="32598"/>
                    <a:pt x="47191" y="32514"/>
                    <a:pt x="47162" y="32411"/>
                  </a:cubicBezTo>
                  <a:cubicBezTo>
                    <a:pt x="47116" y="32248"/>
                    <a:pt x="46814" y="32202"/>
                    <a:pt x="46930" y="32086"/>
                  </a:cubicBezTo>
                  <a:cubicBezTo>
                    <a:pt x="46992" y="32024"/>
                    <a:pt x="46882" y="31976"/>
                    <a:pt x="46759" y="31976"/>
                  </a:cubicBezTo>
                  <a:cubicBezTo>
                    <a:pt x="46651" y="31976"/>
                    <a:pt x="46535" y="32012"/>
                    <a:pt x="46513" y="32109"/>
                  </a:cubicBezTo>
                  <a:cubicBezTo>
                    <a:pt x="46504" y="32148"/>
                    <a:pt x="46489" y="32164"/>
                    <a:pt x="46474" y="32164"/>
                  </a:cubicBezTo>
                  <a:cubicBezTo>
                    <a:pt x="46418" y="32164"/>
                    <a:pt x="46357" y="31918"/>
                    <a:pt x="46559" y="31715"/>
                  </a:cubicBezTo>
                  <a:cubicBezTo>
                    <a:pt x="46791" y="31460"/>
                    <a:pt x="46722" y="31229"/>
                    <a:pt x="46953" y="31090"/>
                  </a:cubicBezTo>
                  <a:cubicBezTo>
                    <a:pt x="47111" y="31002"/>
                    <a:pt x="47017" y="30888"/>
                    <a:pt x="46861" y="30888"/>
                  </a:cubicBezTo>
                  <a:close/>
                  <a:moveTo>
                    <a:pt x="26179" y="10993"/>
                  </a:moveTo>
                  <a:cubicBezTo>
                    <a:pt x="25800" y="10993"/>
                    <a:pt x="25252" y="11078"/>
                    <a:pt x="25169" y="11182"/>
                  </a:cubicBezTo>
                  <a:cubicBezTo>
                    <a:pt x="25076" y="11298"/>
                    <a:pt x="25354" y="11391"/>
                    <a:pt x="25308" y="11507"/>
                  </a:cubicBezTo>
                  <a:cubicBezTo>
                    <a:pt x="25297" y="11533"/>
                    <a:pt x="25279" y="11542"/>
                    <a:pt x="25256" y="11542"/>
                  </a:cubicBezTo>
                  <a:cubicBezTo>
                    <a:pt x="25185" y="11542"/>
                    <a:pt x="25069" y="11453"/>
                    <a:pt x="24992" y="11453"/>
                  </a:cubicBezTo>
                  <a:cubicBezTo>
                    <a:pt x="24980" y="11453"/>
                    <a:pt x="24970" y="11456"/>
                    <a:pt x="24960" y="11460"/>
                  </a:cubicBezTo>
                  <a:cubicBezTo>
                    <a:pt x="24867" y="11530"/>
                    <a:pt x="25007" y="11669"/>
                    <a:pt x="24960" y="12109"/>
                  </a:cubicBezTo>
                  <a:cubicBezTo>
                    <a:pt x="24914" y="12526"/>
                    <a:pt x="25053" y="12550"/>
                    <a:pt x="25169" y="12712"/>
                  </a:cubicBezTo>
                  <a:cubicBezTo>
                    <a:pt x="25285" y="12851"/>
                    <a:pt x="25261" y="13059"/>
                    <a:pt x="25261" y="13338"/>
                  </a:cubicBezTo>
                  <a:cubicBezTo>
                    <a:pt x="25261" y="13592"/>
                    <a:pt x="25007" y="13592"/>
                    <a:pt x="24914" y="13639"/>
                  </a:cubicBezTo>
                  <a:cubicBezTo>
                    <a:pt x="24844" y="13708"/>
                    <a:pt x="25146" y="13801"/>
                    <a:pt x="25099" y="13986"/>
                  </a:cubicBezTo>
                  <a:cubicBezTo>
                    <a:pt x="25089" y="14024"/>
                    <a:pt x="25067" y="14038"/>
                    <a:pt x="25038" y="14038"/>
                  </a:cubicBezTo>
                  <a:cubicBezTo>
                    <a:pt x="24950" y="14038"/>
                    <a:pt x="24796" y="13912"/>
                    <a:pt x="24676" y="13912"/>
                  </a:cubicBezTo>
                  <a:cubicBezTo>
                    <a:pt x="24662" y="13912"/>
                    <a:pt x="24648" y="13913"/>
                    <a:pt x="24636" y="13917"/>
                  </a:cubicBezTo>
                  <a:cubicBezTo>
                    <a:pt x="24497" y="13986"/>
                    <a:pt x="24381" y="14380"/>
                    <a:pt x="24543" y="14519"/>
                  </a:cubicBezTo>
                  <a:cubicBezTo>
                    <a:pt x="24682" y="14658"/>
                    <a:pt x="24752" y="14635"/>
                    <a:pt x="24636" y="14798"/>
                  </a:cubicBezTo>
                  <a:cubicBezTo>
                    <a:pt x="24520" y="14937"/>
                    <a:pt x="24381" y="15168"/>
                    <a:pt x="24659" y="15400"/>
                  </a:cubicBezTo>
                  <a:cubicBezTo>
                    <a:pt x="24960" y="15632"/>
                    <a:pt x="25493" y="15609"/>
                    <a:pt x="25771" y="15794"/>
                  </a:cubicBezTo>
                  <a:cubicBezTo>
                    <a:pt x="26049" y="15979"/>
                    <a:pt x="25655" y="15864"/>
                    <a:pt x="25771" y="16072"/>
                  </a:cubicBezTo>
                  <a:cubicBezTo>
                    <a:pt x="25864" y="16281"/>
                    <a:pt x="25586" y="16350"/>
                    <a:pt x="25586" y="16513"/>
                  </a:cubicBezTo>
                  <a:cubicBezTo>
                    <a:pt x="25594" y="16567"/>
                    <a:pt x="25609" y="16592"/>
                    <a:pt x="25632" y="16592"/>
                  </a:cubicBezTo>
                  <a:cubicBezTo>
                    <a:pt x="25679" y="16592"/>
                    <a:pt x="25756" y="16489"/>
                    <a:pt x="25864" y="16304"/>
                  </a:cubicBezTo>
                  <a:cubicBezTo>
                    <a:pt x="25899" y="16241"/>
                    <a:pt x="25932" y="16214"/>
                    <a:pt x="25961" y="16214"/>
                  </a:cubicBezTo>
                  <a:cubicBezTo>
                    <a:pt x="26052" y="16214"/>
                    <a:pt x="26113" y="16454"/>
                    <a:pt x="26096" y="16628"/>
                  </a:cubicBezTo>
                  <a:cubicBezTo>
                    <a:pt x="26096" y="16837"/>
                    <a:pt x="25887" y="16721"/>
                    <a:pt x="25725" y="16953"/>
                  </a:cubicBezTo>
                  <a:cubicBezTo>
                    <a:pt x="25605" y="17123"/>
                    <a:pt x="25499" y="17181"/>
                    <a:pt x="25358" y="17181"/>
                  </a:cubicBezTo>
                  <a:cubicBezTo>
                    <a:pt x="25308" y="17181"/>
                    <a:pt x="25253" y="17174"/>
                    <a:pt x="25192" y="17161"/>
                  </a:cubicBezTo>
                  <a:cubicBezTo>
                    <a:pt x="25178" y="17159"/>
                    <a:pt x="25166" y="17157"/>
                    <a:pt x="25155" y="17157"/>
                  </a:cubicBezTo>
                  <a:cubicBezTo>
                    <a:pt x="24976" y="17157"/>
                    <a:pt x="25105" y="17498"/>
                    <a:pt x="25192" y="17694"/>
                  </a:cubicBezTo>
                  <a:cubicBezTo>
                    <a:pt x="25261" y="17851"/>
                    <a:pt x="25214" y="17929"/>
                    <a:pt x="25068" y="17929"/>
                  </a:cubicBezTo>
                  <a:cubicBezTo>
                    <a:pt x="25020" y="17929"/>
                    <a:pt x="24960" y="17920"/>
                    <a:pt x="24891" y="17903"/>
                  </a:cubicBezTo>
                  <a:cubicBezTo>
                    <a:pt x="24636" y="17833"/>
                    <a:pt x="24473" y="17648"/>
                    <a:pt x="24613" y="17463"/>
                  </a:cubicBezTo>
                  <a:cubicBezTo>
                    <a:pt x="24746" y="17263"/>
                    <a:pt x="24836" y="17021"/>
                    <a:pt x="24701" y="17021"/>
                  </a:cubicBezTo>
                  <a:cubicBezTo>
                    <a:pt x="24695" y="17021"/>
                    <a:pt x="24689" y="17021"/>
                    <a:pt x="24682" y="17022"/>
                  </a:cubicBezTo>
                  <a:cubicBezTo>
                    <a:pt x="24650" y="17027"/>
                    <a:pt x="24609" y="17030"/>
                    <a:pt x="24564" y="17030"/>
                  </a:cubicBezTo>
                  <a:cubicBezTo>
                    <a:pt x="24383" y="17030"/>
                    <a:pt x="24130" y="16985"/>
                    <a:pt x="24056" y="16837"/>
                  </a:cubicBezTo>
                  <a:cubicBezTo>
                    <a:pt x="24001" y="16760"/>
                    <a:pt x="24014" y="16735"/>
                    <a:pt x="24077" y="16735"/>
                  </a:cubicBezTo>
                  <a:cubicBezTo>
                    <a:pt x="24147" y="16735"/>
                    <a:pt x="24279" y="16766"/>
                    <a:pt x="24450" y="16791"/>
                  </a:cubicBezTo>
                  <a:cubicBezTo>
                    <a:pt x="24464" y="16792"/>
                    <a:pt x="24477" y="16792"/>
                    <a:pt x="24489" y="16792"/>
                  </a:cubicBezTo>
                  <a:cubicBezTo>
                    <a:pt x="24752" y="16792"/>
                    <a:pt x="24508" y="16559"/>
                    <a:pt x="24752" y="16559"/>
                  </a:cubicBezTo>
                  <a:cubicBezTo>
                    <a:pt x="24891" y="16559"/>
                    <a:pt x="25013" y="16609"/>
                    <a:pt x="25134" y="16609"/>
                  </a:cubicBezTo>
                  <a:cubicBezTo>
                    <a:pt x="25214" y="16609"/>
                    <a:pt x="25294" y="16587"/>
                    <a:pt x="25377" y="16513"/>
                  </a:cubicBezTo>
                  <a:cubicBezTo>
                    <a:pt x="25567" y="16344"/>
                    <a:pt x="25296" y="16040"/>
                    <a:pt x="25123" y="16040"/>
                  </a:cubicBezTo>
                  <a:cubicBezTo>
                    <a:pt x="25106" y="16040"/>
                    <a:pt x="25090" y="16043"/>
                    <a:pt x="25076" y="16049"/>
                  </a:cubicBezTo>
                  <a:cubicBezTo>
                    <a:pt x="24979" y="16085"/>
                    <a:pt x="24863" y="16122"/>
                    <a:pt x="24775" y="16122"/>
                  </a:cubicBezTo>
                  <a:cubicBezTo>
                    <a:pt x="24694" y="16122"/>
                    <a:pt x="24636" y="16091"/>
                    <a:pt x="24636" y="16003"/>
                  </a:cubicBezTo>
                  <a:cubicBezTo>
                    <a:pt x="24636" y="15933"/>
                    <a:pt x="24687" y="15914"/>
                    <a:pt x="24759" y="15914"/>
                  </a:cubicBezTo>
                  <a:cubicBezTo>
                    <a:pt x="24838" y="15914"/>
                    <a:pt x="24940" y="15936"/>
                    <a:pt x="25026" y="15936"/>
                  </a:cubicBezTo>
                  <a:cubicBezTo>
                    <a:pt x="25043" y="15936"/>
                    <a:pt x="25060" y="15935"/>
                    <a:pt x="25076" y="15933"/>
                  </a:cubicBezTo>
                  <a:cubicBezTo>
                    <a:pt x="25222" y="15891"/>
                    <a:pt x="25030" y="15718"/>
                    <a:pt x="24821" y="15718"/>
                  </a:cubicBezTo>
                  <a:cubicBezTo>
                    <a:pt x="24798" y="15718"/>
                    <a:pt x="24774" y="15720"/>
                    <a:pt x="24752" y="15725"/>
                  </a:cubicBezTo>
                  <a:cubicBezTo>
                    <a:pt x="24647" y="15753"/>
                    <a:pt x="24557" y="15774"/>
                    <a:pt x="24476" y="15774"/>
                  </a:cubicBezTo>
                  <a:cubicBezTo>
                    <a:pt x="24359" y="15774"/>
                    <a:pt x="24258" y="15731"/>
                    <a:pt x="24149" y="15609"/>
                  </a:cubicBezTo>
                  <a:cubicBezTo>
                    <a:pt x="24047" y="15506"/>
                    <a:pt x="23910" y="15426"/>
                    <a:pt x="23790" y="15426"/>
                  </a:cubicBezTo>
                  <a:cubicBezTo>
                    <a:pt x="23666" y="15426"/>
                    <a:pt x="23559" y="15512"/>
                    <a:pt x="23523" y="15748"/>
                  </a:cubicBezTo>
                  <a:cubicBezTo>
                    <a:pt x="23431" y="16211"/>
                    <a:pt x="23083" y="15956"/>
                    <a:pt x="22967" y="16119"/>
                  </a:cubicBezTo>
                  <a:cubicBezTo>
                    <a:pt x="22828" y="16281"/>
                    <a:pt x="23129" y="16397"/>
                    <a:pt x="23454" y="16397"/>
                  </a:cubicBezTo>
                  <a:cubicBezTo>
                    <a:pt x="23778" y="16420"/>
                    <a:pt x="24010" y="16721"/>
                    <a:pt x="23848" y="16721"/>
                  </a:cubicBezTo>
                  <a:cubicBezTo>
                    <a:pt x="23732" y="16721"/>
                    <a:pt x="23761" y="16882"/>
                    <a:pt x="23666" y="16882"/>
                  </a:cubicBezTo>
                  <a:cubicBezTo>
                    <a:pt x="23648" y="16882"/>
                    <a:pt x="23624" y="16876"/>
                    <a:pt x="23593" y="16860"/>
                  </a:cubicBezTo>
                  <a:cubicBezTo>
                    <a:pt x="23548" y="16834"/>
                    <a:pt x="23502" y="16823"/>
                    <a:pt x="23463" y="16823"/>
                  </a:cubicBezTo>
                  <a:cubicBezTo>
                    <a:pt x="23362" y="16823"/>
                    <a:pt x="23301" y="16899"/>
                    <a:pt x="23384" y="16999"/>
                  </a:cubicBezTo>
                  <a:cubicBezTo>
                    <a:pt x="23500" y="17161"/>
                    <a:pt x="23338" y="17208"/>
                    <a:pt x="23338" y="17347"/>
                  </a:cubicBezTo>
                  <a:cubicBezTo>
                    <a:pt x="23346" y="17405"/>
                    <a:pt x="23316" y="17424"/>
                    <a:pt x="23262" y="17424"/>
                  </a:cubicBezTo>
                  <a:cubicBezTo>
                    <a:pt x="23165" y="17424"/>
                    <a:pt x="22992" y="17362"/>
                    <a:pt x="22828" y="17347"/>
                  </a:cubicBezTo>
                  <a:cubicBezTo>
                    <a:pt x="22801" y="17344"/>
                    <a:pt x="22771" y="17343"/>
                    <a:pt x="22740" y="17343"/>
                  </a:cubicBezTo>
                  <a:cubicBezTo>
                    <a:pt x="22475" y="17343"/>
                    <a:pt x="22072" y="17424"/>
                    <a:pt x="21762" y="17486"/>
                  </a:cubicBezTo>
                  <a:cubicBezTo>
                    <a:pt x="21696" y="17500"/>
                    <a:pt x="21627" y="17506"/>
                    <a:pt x="21559" y="17506"/>
                  </a:cubicBezTo>
                  <a:cubicBezTo>
                    <a:pt x="21288" y="17506"/>
                    <a:pt x="21015" y="17407"/>
                    <a:pt x="20904" y="17277"/>
                  </a:cubicBezTo>
                  <a:cubicBezTo>
                    <a:pt x="20796" y="17151"/>
                    <a:pt x="20660" y="17137"/>
                    <a:pt x="20485" y="17137"/>
                  </a:cubicBezTo>
                  <a:cubicBezTo>
                    <a:pt x="20435" y="17137"/>
                    <a:pt x="20382" y="17138"/>
                    <a:pt x="20325" y="17138"/>
                  </a:cubicBezTo>
                  <a:cubicBezTo>
                    <a:pt x="20093" y="17138"/>
                    <a:pt x="20163" y="16906"/>
                    <a:pt x="19838" y="16906"/>
                  </a:cubicBezTo>
                  <a:cubicBezTo>
                    <a:pt x="19537" y="16883"/>
                    <a:pt x="19607" y="16628"/>
                    <a:pt x="19560" y="16466"/>
                  </a:cubicBezTo>
                  <a:cubicBezTo>
                    <a:pt x="19550" y="16394"/>
                    <a:pt x="19421" y="16363"/>
                    <a:pt x="19261" y="16363"/>
                  </a:cubicBezTo>
                  <a:cubicBezTo>
                    <a:pt x="19060" y="16363"/>
                    <a:pt x="18809" y="16412"/>
                    <a:pt x="18680" y="16489"/>
                  </a:cubicBezTo>
                  <a:cubicBezTo>
                    <a:pt x="18448" y="16652"/>
                    <a:pt x="17984" y="16582"/>
                    <a:pt x="17869" y="16837"/>
                  </a:cubicBezTo>
                  <a:cubicBezTo>
                    <a:pt x="17782" y="17046"/>
                    <a:pt x="17890" y="17072"/>
                    <a:pt x="18009" y="17072"/>
                  </a:cubicBezTo>
                  <a:cubicBezTo>
                    <a:pt x="18048" y="17072"/>
                    <a:pt x="18089" y="17069"/>
                    <a:pt x="18123" y="17069"/>
                  </a:cubicBezTo>
                  <a:cubicBezTo>
                    <a:pt x="18290" y="17069"/>
                    <a:pt x="18288" y="16900"/>
                    <a:pt x="18540" y="16900"/>
                  </a:cubicBezTo>
                  <a:cubicBezTo>
                    <a:pt x="18568" y="16900"/>
                    <a:pt x="18599" y="16902"/>
                    <a:pt x="18633" y="16906"/>
                  </a:cubicBezTo>
                  <a:cubicBezTo>
                    <a:pt x="18652" y="16909"/>
                    <a:pt x="18670" y="16910"/>
                    <a:pt x="18687" y="16910"/>
                  </a:cubicBezTo>
                  <a:cubicBezTo>
                    <a:pt x="18938" y="16910"/>
                    <a:pt x="19144" y="16668"/>
                    <a:pt x="19281" y="16668"/>
                  </a:cubicBezTo>
                  <a:cubicBezTo>
                    <a:pt x="19307" y="16668"/>
                    <a:pt x="19331" y="16677"/>
                    <a:pt x="19352" y="16698"/>
                  </a:cubicBezTo>
                  <a:cubicBezTo>
                    <a:pt x="19491" y="16837"/>
                    <a:pt x="18772" y="17115"/>
                    <a:pt x="18448" y="17161"/>
                  </a:cubicBezTo>
                  <a:cubicBezTo>
                    <a:pt x="18147" y="17231"/>
                    <a:pt x="18216" y="17486"/>
                    <a:pt x="18517" y="17926"/>
                  </a:cubicBezTo>
                  <a:cubicBezTo>
                    <a:pt x="18819" y="18367"/>
                    <a:pt x="18378" y="18112"/>
                    <a:pt x="18378" y="18343"/>
                  </a:cubicBezTo>
                  <a:cubicBezTo>
                    <a:pt x="18378" y="18395"/>
                    <a:pt x="18344" y="18416"/>
                    <a:pt x="18295" y="18416"/>
                  </a:cubicBezTo>
                  <a:cubicBezTo>
                    <a:pt x="18150" y="18416"/>
                    <a:pt x="17880" y="18233"/>
                    <a:pt x="18054" y="18181"/>
                  </a:cubicBezTo>
                  <a:cubicBezTo>
                    <a:pt x="18286" y="18112"/>
                    <a:pt x="18170" y="17880"/>
                    <a:pt x="17984" y="17741"/>
                  </a:cubicBezTo>
                  <a:cubicBezTo>
                    <a:pt x="17799" y="17602"/>
                    <a:pt x="17683" y="17741"/>
                    <a:pt x="17706" y="17579"/>
                  </a:cubicBezTo>
                  <a:cubicBezTo>
                    <a:pt x="17715" y="17521"/>
                    <a:pt x="17694" y="17507"/>
                    <a:pt x="17655" y="17507"/>
                  </a:cubicBezTo>
                  <a:cubicBezTo>
                    <a:pt x="17619" y="17507"/>
                    <a:pt x="17569" y="17519"/>
                    <a:pt x="17513" y="17519"/>
                  </a:cubicBezTo>
                  <a:cubicBezTo>
                    <a:pt x="17457" y="17519"/>
                    <a:pt x="17395" y="17507"/>
                    <a:pt x="17336" y="17463"/>
                  </a:cubicBezTo>
                  <a:cubicBezTo>
                    <a:pt x="17225" y="17368"/>
                    <a:pt x="17146" y="17294"/>
                    <a:pt x="17034" y="17294"/>
                  </a:cubicBezTo>
                  <a:cubicBezTo>
                    <a:pt x="16982" y="17294"/>
                    <a:pt x="16922" y="17310"/>
                    <a:pt x="16849" y="17347"/>
                  </a:cubicBezTo>
                  <a:cubicBezTo>
                    <a:pt x="16640" y="17463"/>
                    <a:pt x="16362" y="17416"/>
                    <a:pt x="15852" y="17509"/>
                  </a:cubicBezTo>
                  <a:cubicBezTo>
                    <a:pt x="15662" y="17544"/>
                    <a:pt x="15415" y="17562"/>
                    <a:pt x="15170" y="17562"/>
                  </a:cubicBezTo>
                  <a:cubicBezTo>
                    <a:pt x="14758" y="17562"/>
                    <a:pt x="14355" y="17510"/>
                    <a:pt x="14253" y="17393"/>
                  </a:cubicBezTo>
                  <a:cubicBezTo>
                    <a:pt x="14081" y="17242"/>
                    <a:pt x="14590" y="16971"/>
                    <a:pt x="14811" y="16971"/>
                  </a:cubicBezTo>
                  <a:cubicBezTo>
                    <a:pt x="14828" y="16971"/>
                    <a:pt x="14843" y="16973"/>
                    <a:pt x="14856" y="16976"/>
                  </a:cubicBezTo>
                  <a:cubicBezTo>
                    <a:pt x="14872" y="16980"/>
                    <a:pt x="14886" y="16982"/>
                    <a:pt x="14897" y="16982"/>
                  </a:cubicBezTo>
                  <a:cubicBezTo>
                    <a:pt x="15020" y="16982"/>
                    <a:pt x="14901" y="16770"/>
                    <a:pt x="14647" y="16559"/>
                  </a:cubicBezTo>
                  <a:cubicBezTo>
                    <a:pt x="14447" y="16409"/>
                    <a:pt x="14078" y="16294"/>
                    <a:pt x="13887" y="16294"/>
                  </a:cubicBezTo>
                  <a:cubicBezTo>
                    <a:pt x="13814" y="16294"/>
                    <a:pt x="13767" y="16311"/>
                    <a:pt x="13767" y="16350"/>
                  </a:cubicBezTo>
                  <a:cubicBezTo>
                    <a:pt x="13774" y="16393"/>
                    <a:pt x="13743" y="16410"/>
                    <a:pt x="13684" y="16410"/>
                  </a:cubicBezTo>
                  <a:cubicBezTo>
                    <a:pt x="13553" y="16410"/>
                    <a:pt x="13282" y="16329"/>
                    <a:pt x="12979" y="16281"/>
                  </a:cubicBezTo>
                  <a:cubicBezTo>
                    <a:pt x="12515" y="16188"/>
                    <a:pt x="12469" y="16026"/>
                    <a:pt x="12167" y="16026"/>
                  </a:cubicBezTo>
                  <a:cubicBezTo>
                    <a:pt x="11889" y="16003"/>
                    <a:pt x="11449" y="15933"/>
                    <a:pt x="11101" y="15655"/>
                  </a:cubicBezTo>
                  <a:cubicBezTo>
                    <a:pt x="10958" y="15542"/>
                    <a:pt x="10720" y="15493"/>
                    <a:pt x="10491" y="15493"/>
                  </a:cubicBezTo>
                  <a:cubicBezTo>
                    <a:pt x="10201" y="15493"/>
                    <a:pt x="9925" y="15572"/>
                    <a:pt x="9873" y="15701"/>
                  </a:cubicBezTo>
                  <a:cubicBezTo>
                    <a:pt x="9775" y="15917"/>
                    <a:pt x="9577" y="15934"/>
                    <a:pt x="9365" y="15934"/>
                  </a:cubicBezTo>
                  <a:cubicBezTo>
                    <a:pt x="9326" y="15934"/>
                    <a:pt x="9287" y="15933"/>
                    <a:pt x="9247" y="15933"/>
                  </a:cubicBezTo>
                  <a:cubicBezTo>
                    <a:pt x="8969" y="15933"/>
                    <a:pt x="9363" y="15632"/>
                    <a:pt x="9271" y="15585"/>
                  </a:cubicBezTo>
                  <a:cubicBezTo>
                    <a:pt x="9131" y="15516"/>
                    <a:pt x="9271" y="15192"/>
                    <a:pt x="9085" y="15168"/>
                  </a:cubicBezTo>
                  <a:cubicBezTo>
                    <a:pt x="9082" y="15168"/>
                    <a:pt x="9079" y="15168"/>
                    <a:pt x="9076" y="15168"/>
                  </a:cubicBezTo>
                  <a:cubicBezTo>
                    <a:pt x="8875" y="15168"/>
                    <a:pt x="8714" y="15934"/>
                    <a:pt x="8359" y="15934"/>
                  </a:cubicBezTo>
                  <a:cubicBezTo>
                    <a:pt x="8354" y="15934"/>
                    <a:pt x="8349" y="15933"/>
                    <a:pt x="8344" y="15933"/>
                  </a:cubicBezTo>
                  <a:cubicBezTo>
                    <a:pt x="7973" y="15910"/>
                    <a:pt x="7811" y="15076"/>
                    <a:pt x="7509" y="14844"/>
                  </a:cubicBezTo>
                  <a:cubicBezTo>
                    <a:pt x="7371" y="14748"/>
                    <a:pt x="7238" y="14692"/>
                    <a:pt x="7159" y="14692"/>
                  </a:cubicBezTo>
                  <a:cubicBezTo>
                    <a:pt x="7065" y="14692"/>
                    <a:pt x="7047" y="14771"/>
                    <a:pt x="7185" y="14960"/>
                  </a:cubicBezTo>
                  <a:cubicBezTo>
                    <a:pt x="7440" y="15284"/>
                    <a:pt x="6976" y="15052"/>
                    <a:pt x="6999" y="15261"/>
                  </a:cubicBezTo>
                  <a:cubicBezTo>
                    <a:pt x="7018" y="15447"/>
                    <a:pt x="6738" y="15648"/>
                    <a:pt x="6639" y="15648"/>
                  </a:cubicBezTo>
                  <a:cubicBezTo>
                    <a:pt x="6614" y="15648"/>
                    <a:pt x="6601" y="15636"/>
                    <a:pt x="6605" y="15609"/>
                  </a:cubicBezTo>
                  <a:cubicBezTo>
                    <a:pt x="6605" y="15548"/>
                    <a:pt x="6535" y="15481"/>
                    <a:pt x="6429" y="15481"/>
                  </a:cubicBezTo>
                  <a:cubicBezTo>
                    <a:pt x="6332" y="15481"/>
                    <a:pt x="6205" y="15536"/>
                    <a:pt x="6072" y="15701"/>
                  </a:cubicBezTo>
                  <a:cubicBezTo>
                    <a:pt x="5906" y="15893"/>
                    <a:pt x="5768" y="15958"/>
                    <a:pt x="5674" y="15958"/>
                  </a:cubicBezTo>
                  <a:cubicBezTo>
                    <a:pt x="5597" y="15958"/>
                    <a:pt x="5550" y="15915"/>
                    <a:pt x="5539" y="15864"/>
                  </a:cubicBezTo>
                  <a:cubicBezTo>
                    <a:pt x="5537" y="15850"/>
                    <a:pt x="5523" y="15844"/>
                    <a:pt x="5501" y="15844"/>
                  </a:cubicBezTo>
                  <a:cubicBezTo>
                    <a:pt x="5332" y="15844"/>
                    <a:pt x="4661" y="16204"/>
                    <a:pt x="4682" y="16327"/>
                  </a:cubicBezTo>
                  <a:cubicBezTo>
                    <a:pt x="4728" y="16466"/>
                    <a:pt x="4566" y="16582"/>
                    <a:pt x="4334" y="16582"/>
                  </a:cubicBezTo>
                  <a:cubicBezTo>
                    <a:pt x="4102" y="16559"/>
                    <a:pt x="4288" y="16373"/>
                    <a:pt x="4473" y="16281"/>
                  </a:cubicBezTo>
                  <a:cubicBezTo>
                    <a:pt x="4682" y="16165"/>
                    <a:pt x="5238" y="15725"/>
                    <a:pt x="5516" y="15655"/>
                  </a:cubicBezTo>
                  <a:cubicBezTo>
                    <a:pt x="5817" y="15609"/>
                    <a:pt x="6374" y="15377"/>
                    <a:pt x="6374" y="15261"/>
                  </a:cubicBezTo>
                  <a:cubicBezTo>
                    <a:pt x="6383" y="15204"/>
                    <a:pt x="6338" y="15190"/>
                    <a:pt x="6268" y="15190"/>
                  </a:cubicBezTo>
                  <a:cubicBezTo>
                    <a:pt x="6201" y="15190"/>
                    <a:pt x="6110" y="15203"/>
                    <a:pt x="6024" y="15203"/>
                  </a:cubicBezTo>
                  <a:cubicBezTo>
                    <a:pt x="5984" y="15203"/>
                    <a:pt x="5945" y="15200"/>
                    <a:pt x="5910" y="15192"/>
                  </a:cubicBezTo>
                  <a:cubicBezTo>
                    <a:pt x="5901" y="15190"/>
                    <a:pt x="5891" y="15190"/>
                    <a:pt x="5880" y="15190"/>
                  </a:cubicBezTo>
                  <a:cubicBezTo>
                    <a:pt x="5689" y="15190"/>
                    <a:pt x="5360" y="15384"/>
                    <a:pt x="5053" y="15516"/>
                  </a:cubicBezTo>
                  <a:cubicBezTo>
                    <a:pt x="4728" y="15655"/>
                    <a:pt x="4334" y="15609"/>
                    <a:pt x="4450" y="15817"/>
                  </a:cubicBezTo>
                  <a:cubicBezTo>
                    <a:pt x="4482" y="15881"/>
                    <a:pt x="4454" y="15898"/>
                    <a:pt x="4401" y="15898"/>
                  </a:cubicBezTo>
                  <a:cubicBezTo>
                    <a:pt x="4336" y="15898"/>
                    <a:pt x="4235" y="15873"/>
                    <a:pt x="4157" y="15873"/>
                  </a:cubicBezTo>
                  <a:cubicBezTo>
                    <a:pt x="4111" y="15873"/>
                    <a:pt x="4073" y="15882"/>
                    <a:pt x="4056" y="15910"/>
                  </a:cubicBezTo>
                  <a:cubicBezTo>
                    <a:pt x="4027" y="15953"/>
                    <a:pt x="3992" y="15969"/>
                    <a:pt x="3961" y="15969"/>
                  </a:cubicBezTo>
                  <a:cubicBezTo>
                    <a:pt x="3892" y="15969"/>
                    <a:pt x="3844" y="15888"/>
                    <a:pt x="3940" y="15840"/>
                  </a:cubicBezTo>
                  <a:cubicBezTo>
                    <a:pt x="4029" y="15787"/>
                    <a:pt x="3806" y="15694"/>
                    <a:pt x="3696" y="15694"/>
                  </a:cubicBezTo>
                  <a:cubicBezTo>
                    <a:pt x="3662" y="15694"/>
                    <a:pt x="3639" y="15703"/>
                    <a:pt x="3639" y="15725"/>
                  </a:cubicBezTo>
                  <a:cubicBezTo>
                    <a:pt x="3639" y="15794"/>
                    <a:pt x="3569" y="15910"/>
                    <a:pt x="3291" y="15910"/>
                  </a:cubicBezTo>
                  <a:cubicBezTo>
                    <a:pt x="2990" y="15910"/>
                    <a:pt x="2689" y="16119"/>
                    <a:pt x="2897" y="16258"/>
                  </a:cubicBezTo>
                  <a:cubicBezTo>
                    <a:pt x="3083" y="16397"/>
                    <a:pt x="3199" y="16466"/>
                    <a:pt x="3106" y="16582"/>
                  </a:cubicBezTo>
                  <a:cubicBezTo>
                    <a:pt x="3095" y="16593"/>
                    <a:pt x="3081" y="16598"/>
                    <a:pt x="3065" y="16598"/>
                  </a:cubicBezTo>
                  <a:cubicBezTo>
                    <a:pt x="2945" y="16598"/>
                    <a:pt x="2683" y="16349"/>
                    <a:pt x="2335" y="16349"/>
                  </a:cubicBezTo>
                  <a:cubicBezTo>
                    <a:pt x="2322" y="16349"/>
                    <a:pt x="2308" y="16350"/>
                    <a:pt x="2295" y="16350"/>
                  </a:cubicBezTo>
                  <a:cubicBezTo>
                    <a:pt x="2276" y="16352"/>
                    <a:pt x="2256" y="16353"/>
                    <a:pt x="2236" y="16353"/>
                  </a:cubicBezTo>
                  <a:cubicBezTo>
                    <a:pt x="1784" y="16353"/>
                    <a:pt x="1020" y="15882"/>
                    <a:pt x="1020" y="15771"/>
                  </a:cubicBezTo>
                  <a:cubicBezTo>
                    <a:pt x="1020" y="15655"/>
                    <a:pt x="418" y="15725"/>
                    <a:pt x="0" y="15678"/>
                  </a:cubicBezTo>
                  <a:lnTo>
                    <a:pt x="0" y="24044"/>
                  </a:lnTo>
                  <a:cubicBezTo>
                    <a:pt x="0" y="24044"/>
                    <a:pt x="127" y="24143"/>
                    <a:pt x="226" y="24143"/>
                  </a:cubicBezTo>
                  <a:cubicBezTo>
                    <a:pt x="255" y="24143"/>
                    <a:pt x="281" y="24135"/>
                    <a:pt x="302" y="24114"/>
                  </a:cubicBezTo>
                  <a:cubicBezTo>
                    <a:pt x="327" y="24081"/>
                    <a:pt x="363" y="24074"/>
                    <a:pt x="411" y="24074"/>
                  </a:cubicBezTo>
                  <a:cubicBezTo>
                    <a:pt x="443" y="24074"/>
                    <a:pt x="480" y="24077"/>
                    <a:pt x="522" y="24077"/>
                  </a:cubicBezTo>
                  <a:cubicBezTo>
                    <a:pt x="596" y="24077"/>
                    <a:pt x="684" y="24069"/>
                    <a:pt x="788" y="24021"/>
                  </a:cubicBezTo>
                  <a:cubicBezTo>
                    <a:pt x="842" y="23995"/>
                    <a:pt x="888" y="23983"/>
                    <a:pt x="928" y="23983"/>
                  </a:cubicBezTo>
                  <a:cubicBezTo>
                    <a:pt x="1099" y="23983"/>
                    <a:pt x="1159" y="24187"/>
                    <a:pt x="1159" y="24299"/>
                  </a:cubicBezTo>
                  <a:cubicBezTo>
                    <a:pt x="1159" y="24415"/>
                    <a:pt x="1553" y="24624"/>
                    <a:pt x="1715" y="24832"/>
                  </a:cubicBezTo>
                  <a:cubicBezTo>
                    <a:pt x="1841" y="25011"/>
                    <a:pt x="1925" y="25149"/>
                    <a:pt x="2031" y="25149"/>
                  </a:cubicBezTo>
                  <a:cubicBezTo>
                    <a:pt x="2062" y="25149"/>
                    <a:pt x="2096" y="25137"/>
                    <a:pt x="2133" y="25110"/>
                  </a:cubicBezTo>
                  <a:cubicBezTo>
                    <a:pt x="2318" y="24995"/>
                    <a:pt x="2642" y="24948"/>
                    <a:pt x="2642" y="24740"/>
                  </a:cubicBezTo>
                  <a:cubicBezTo>
                    <a:pt x="2642" y="24633"/>
                    <a:pt x="2837" y="24569"/>
                    <a:pt x="3026" y="24569"/>
                  </a:cubicBezTo>
                  <a:cubicBezTo>
                    <a:pt x="3207" y="24569"/>
                    <a:pt x="3384" y="24627"/>
                    <a:pt x="3384" y="24763"/>
                  </a:cubicBezTo>
                  <a:cubicBezTo>
                    <a:pt x="3384" y="25041"/>
                    <a:pt x="4149" y="25365"/>
                    <a:pt x="4566" y="26107"/>
                  </a:cubicBezTo>
                  <a:cubicBezTo>
                    <a:pt x="4983" y="26849"/>
                    <a:pt x="4914" y="27011"/>
                    <a:pt x="5539" y="27243"/>
                  </a:cubicBezTo>
                  <a:cubicBezTo>
                    <a:pt x="6142" y="27498"/>
                    <a:pt x="6119" y="27613"/>
                    <a:pt x="6049" y="27822"/>
                  </a:cubicBezTo>
                  <a:cubicBezTo>
                    <a:pt x="5956" y="28031"/>
                    <a:pt x="6420" y="28146"/>
                    <a:pt x="6165" y="28332"/>
                  </a:cubicBezTo>
                  <a:cubicBezTo>
                    <a:pt x="6049" y="28401"/>
                    <a:pt x="5910" y="28494"/>
                    <a:pt x="5794" y="28587"/>
                  </a:cubicBezTo>
                  <a:cubicBezTo>
                    <a:pt x="5794" y="28703"/>
                    <a:pt x="5887" y="28772"/>
                    <a:pt x="6026" y="28865"/>
                  </a:cubicBezTo>
                  <a:cubicBezTo>
                    <a:pt x="6165" y="29004"/>
                    <a:pt x="5748" y="29004"/>
                    <a:pt x="5864" y="29097"/>
                  </a:cubicBezTo>
                  <a:cubicBezTo>
                    <a:pt x="6003" y="29212"/>
                    <a:pt x="5841" y="29375"/>
                    <a:pt x="5980" y="29514"/>
                  </a:cubicBezTo>
                  <a:cubicBezTo>
                    <a:pt x="6030" y="29574"/>
                    <a:pt x="6098" y="29600"/>
                    <a:pt x="6170" y="29600"/>
                  </a:cubicBezTo>
                  <a:cubicBezTo>
                    <a:pt x="6263" y="29600"/>
                    <a:pt x="6364" y="29556"/>
                    <a:pt x="6443" y="29491"/>
                  </a:cubicBezTo>
                  <a:cubicBezTo>
                    <a:pt x="6465" y="29476"/>
                    <a:pt x="6486" y="29469"/>
                    <a:pt x="6505" y="29469"/>
                  </a:cubicBezTo>
                  <a:cubicBezTo>
                    <a:pt x="6606" y="29469"/>
                    <a:pt x="6657" y="29659"/>
                    <a:pt x="6559" y="29815"/>
                  </a:cubicBezTo>
                  <a:cubicBezTo>
                    <a:pt x="6475" y="29949"/>
                    <a:pt x="6573" y="30047"/>
                    <a:pt x="6678" y="30047"/>
                  </a:cubicBezTo>
                  <a:cubicBezTo>
                    <a:pt x="6718" y="30047"/>
                    <a:pt x="6759" y="30033"/>
                    <a:pt x="6791" y="30000"/>
                  </a:cubicBezTo>
                  <a:cubicBezTo>
                    <a:pt x="6810" y="29978"/>
                    <a:pt x="6832" y="29968"/>
                    <a:pt x="6856" y="29968"/>
                  </a:cubicBezTo>
                  <a:cubicBezTo>
                    <a:pt x="6979" y="29968"/>
                    <a:pt x="7154" y="30220"/>
                    <a:pt x="7231" y="30279"/>
                  </a:cubicBezTo>
                  <a:cubicBezTo>
                    <a:pt x="7347" y="30325"/>
                    <a:pt x="7463" y="30510"/>
                    <a:pt x="7277" y="30510"/>
                  </a:cubicBezTo>
                  <a:cubicBezTo>
                    <a:pt x="7092" y="30510"/>
                    <a:pt x="7115" y="30835"/>
                    <a:pt x="7254" y="30835"/>
                  </a:cubicBezTo>
                  <a:cubicBezTo>
                    <a:pt x="7393" y="30858"/>
                    <a:pt x="7370" y="31020"/>
                    <a:pt x="7370" y="31136"/>
                  </a:cubicBezTo>
                  <a:cubicBezTo>
                    <a:pt x="7370" y="31236"/>
                    <a:pt x="7699" y="31354"/>
                    <a:pt x="7878" y="31354"/>
                  </a:cubicBezTo>
                  <a:cubicBezTo>
                    <a:pt x="7906" y="31354"/>
                    <a:pt x="7931" y="31351"/>
                    <a:pt x="7950" y="31345"/>
                  </a:cubicBezTo>
                  <a:cubicBezTo>
                    <a:pt x="7971" y="31338"/>
                    <a:pt x="7993" y="31336"/>
                    <a:pt x="8013" y="31336"/>
                  </a:cubicBezTo>
                  <a:cubicBezTo>
                    <a:pt x="8148" y="31336"/>
                    <a:pt x="8263" y="31456"/>
                    <a:pt x="8344" y="31576"/>
                  </a:cubicBezTo>
                  <a:cubicBezTo>
                    <a:pt x="8394" y="31677"/>
                    <a:pt x="8552" y="31753"/>
                    <a:pt x="8680" y="31753"/>
                  </a:cubicBezTo>
                  <a:cubicBezTo>
                    <a:pt x="8730" y="31753"/>
                    <a:pt x="8775" y="31741"/>
                    <a:pt x="8807" y="31715"/>
                  </a:cubicBezTo>
                  <a:cubicBezTo>
                    <a:pt x="8822" y="31707"/>
                    <a:pt x="8835" y="31703"/>
                    <a:pt x="8848" y="31703"/>
                  </a:cubicBezTo>
                  <a:cubicBezTo>
                    <a:pt x="8940" y="31703"/>
                    <a:pt x="8995" y="31898"/>
                    <a:pt x="9016" y="32040"/>
                  </a:cubicBezTo>
                  <a:cubicBezTo>
                    <a:pt x="9027" y="32128"/>
                    <a:pt x="9084" y="32153"/>
                    <a:pt x="9159" y="32153"/>
                  </a:cubicBezTo>
                  <a:cubicBezTo>
                    <a:pt x="9243" y="32153"/>
                    <a:pt x="9347" y="32122"/>
                    <a:pt x="9433" y="32109"/>
                  </a:cubicBezTo>
                  <a:cubicBezTo>
                    <a:pt x="9564" y="32109"/>
                    <a:pt x="9653" y="32274"/>
                    <a:pt x="9741" y="32274"/>
                  </a:cubicBezTo>
                  <a:cubicBezTo>
                    <a:pt x="9746" y="32274"/>
                    <a:pt x="9752" y="32273"/>
                    <a:pt x="9757" y="32272"/>
                  </a:cubicBezTo>
                  <a:cubicBezTo>
                    <a:pt x="9780" y="32262"/>
                    <a:pt x="9800" y="32257"/>
                    <a:pt x="9820" y="32257"/>
                  </a:cubicBezTo>
                  <a:cubicBezTo>
                    <a:pt x="9982" y="32257"/>
                    <a:pt x="10050" y="32575"/>
                    <a:pt x="10174" y="32781"/>
                  </a:cubicBezTo>
                  <a:lnTo>
                    <a:pt x="25238" y="32689"/>
                  </a:lnTo>
                  <a:cubicBezTo>
                    <a:pt x="25238" y="32689"/>
                    <a:pt x="25238" y="32426"/>
                    <a:pt x="25349" y="32426"/>
                  </a:cubicBezTo>
                  <a:cubicBezTo>
                    <a:pt x="25370" y="32426"/>
                    <a:pt x="25394" y="32435"/>
                    <a:pt x="25424" y="32457"/>
                  </a:cubicBezTo>
                  <a:cubicBezTo>
                    <a:pt x="25586" y="32573"/>
                    <a:pt x="25447" y="32805"/>
                    <a:pt x="25655" y="32874"/>
                  </a:cubicBezTo>
                  <a:cubicBezTo>
                    <a:pt x="25835" y="32934"/>
                    <a:pt x="25963" y="33046"/>
                    <a:pt x="26069" y="33046"/>
                  </a:cubicBezTo>
                  <a:cubicBezTo>
                    <a:pt x="26086" y="33046"/>
                    <a:pt x="26103" y="33043"/>
                    <a:pt x="26119" y="33036"/>
                  </a:cubicBezTo>
                  <a:cubicBezTo>
                    <a:pt x="26189" y="33008"/>
                    <a:pt x="26285" y="32938"/>
                    <a:pt x="26390" y="32938"/>
                  </a:cubicBezTo>
                  <a:cubicBezTo>
                    <a:pt x="26459" y="32938"/>
                    <a:pt x="26532" y="32968"/>
                    <a:pt x="26606" y="33060"/>
                  </a:cubicBezTo>
                  <a:cubicBezTo>
                    <a:pt x="26699" y="33153"/>
                    <a:pt x="26778" y="33167"/>
                    <a:pt x="26847" y="33167"/>
                  </a:cubicBezTo>
                  <a:cubicBezTo>
                    <a:pt x="26879" y="33167"/>
                    <a:pt x="26909" y="33164"/>
                    <a:pt x="26937" y="33164"/>
                  </a:cubicBezTo>
                  <a:cubicBezTo>
                    <a:pt x="26985" y="33164"/>
                    <a:pt x="27029" y="33173"/>
                    <a:pt x="27069" y="33222"/>
                  </a:cubicBezTo>
                  <a:cubicBezTo>
                    <a:pt x="27142" y="33324"/>
                    <a:pt x="27253" y="33399"/>
                    <a:pt x="27359" y="33399"/>
                  </a:cubicBezTo>
                  <a:cubicBezTo>
                    <a:pt x="27421" y="33399"/>
                    <a:pt x="27482" y="33374"/>
                    <a:pt x="27533" y="33314"/>
                  </a:cubicBezTo>
                  <a:cubicBezTo>
                    <a:pt x="27565" y="33276"/>
                    <a:pt x="27624" y="33260"/>
                    <a:pt x="27697" y="33260"/>
                  </a:cubicBezTo>
                  <a:cubicBezTo>
                    <a:pt x="27887" y="33260"/>
                    <a:pt x="28170" y="33363"/>
                    <a:pt x="28321" y="33430"/>
                  </a:cubicBezTo>
                  <a:cubicBezTo>
                    <a:pt x="28575" y="33199"/>
                    <a:pt x="28784" y="32758"/>
                    <a:pt x="29039" y="32758"/>
                  </a:cubicBezTo>
                  <a:cubicBezTo>
                    <a:pt x="29340" y="32758"/>
                    <a:pt x="30151" y="32828"/>
                    <a:pt x="30198" y="33245"/>
                  </a:cubicBezTo>
                  <a:cubicBezTo>
                    <a:pt x="30244" y="33639"/>
                    <a:pt x="30731" y="33268"/>
                    <a:pt x="30777" y="33639"/>
                  </a:cubicBezTo>
                  <a:cubicBezTo>
                    <a:pt x="30823" y="33987"/>
                    <a:pt x="31148" y="34241"/>
                    <a:pt x="31078" y="34404"/>
                  </a:cubicBezTo>
                  <a:cubicBezTo>
                    <a:pt x="31171" y="34473"/>
                    <a:pt x="31287" y="34543"/>
                    <a:pt x="31403" y="34635"/>
                  </a:cubicBezTo>
                  <a:cubicBezTo>
                    <a:pt x="31442" y="34616"/>
                    <a:pt x="31504" y="34607"/>
                    <a:pt x="31579" y="34607"/>
                  </a:cubicBezTo>
                  <a:cubicBezTo>
                    <a:pt x="31767" y="34607"/>
                    <a:pt x="32038" y="34662"/>
                    <a:pt x="32237" y="34728"/>
                  </a:cubicBezTo>
                  <a:cubicBezTo>
                    <a:pt x="32318" y="34763"/>
                    <a:pt x="32411" y="34772"/>
                    <a:pt x="32507" y="34772"/>
                  </a:cubicBezTo>
                  <a:cubicBezTo>
                    <a:pt x="32604" y="34772"/>
                    <a:pt x="32704" y="34763"/>
                    <a:pt x="32799" y="34763"/>
                  </a:cubicBezTo>
                  <a:cubicBezTo>
                    <a:pt x="32990" y="34763"/>
                    <a:pt x="33164" y="34798"/>
                    <a:pt x="33257" y="35006"/>
                  </a:cubicBezTo>
                  <a:cubicBezTo>
                    <a:pt x="33419" y="35423"/>
                    <a:pt x="33813" y="35725"/>
                    <a:pt x="33442" y="35748"/>
                  </a:cubicBezTo>
                  <a:cubicBezTo>
                    <a:pt x="33433" y="35749"/>
                    <a:pt x="33425" y="35749"/>
                    <a:pt x="33416" y="35749"/>
                  </a:cubicBezTo>
                  <a:cubicBezTo>
                    <a:pt x="33168" y="35749"/>
                    <a:pt x="32889" y="35515"/>
                    <a:pt x="32787" y="35515"/>
                  </a:cubicBezTo>
                  <a:cubicBezTo>
                    <a:pt x="32757" y="35515"/>
                    <a:pt x="32742" y="35535"/>
                    <a:pt x="32747" y="35586"/>
                  </a:cubicBezTo>
                  <a:cubicBezTo>
                    <a:pt x="32770" y="35817"/>
                    <a:pt x="32562" y="35702"/>
                    <a:pt x="32562" y="36072"/>
                  </a:cubicBezTo>
                  <a:cubicBezTo>
                    <a:pt x="32562" y="36435"/>
                    <a:pt x="32340" y="36931"/>
                    <a:pt x="32200" y="36931"/>
                  </a:cubicBezTo>
                  <a:cubicBezTo>
                    <a:pt x="32197" y="36931"/>
                    <a:pt x="32194" y="36930"/>
                    <a:pt x="32191" y="36930"/>
                  </a:cubicBezTo>
                  <a:cubicBezTo>
                    <a:pt x="32168" y="36930"/>
                    <a:pt x="32168" y="36930"/>
                    <a:pt x="32168" y="36907"/>
                  </a:cubicBezTo>
                  <a:lnTo>
                    <a:pt x="32168" y="36907"/>
                  </a:lnTo>
                  <a:cubicBezTo>
                    <a:pt x="32144" y="37046"/>
                    <a:pt x="32144" y="37231"/>
                    <a:pt x="32260" y="37347"/>
                  </a:cubicBezTo>
                  <a:cubicBezTo>
                    <a:pt x="32437" y="37214"/>
                    <a:pt x="32677" y="36998"/>
                    <a:pt x="32900" y="36998"/>
                  </a:cubicBezTo>
                  <a:cubicBezTo>
                    <a:pt x="32911" y="36998"/>
                    <a:pt x="32922" y="36998"/>
                    <a:pt x="32932" y="36999"/>
                  </a:cubicBezTo>
                  <a:cubicBezTo>
                    <a:pt x="33201" y="37016"/>
                    <a:pt x="33324" y="37130"/>
                    <a:pt x="33459" y="37130"/>
                  </a:cubicBezTo>
                  <a:cubicBezTo>
                    <a:pt x="33510" y="37130"/>
                    <a:pt x="33564" y="37114"/>
                    <a:pt x="33628" y="37069"/>
                  </a:cubicBezTo>
                  <a:cubicBezTo>
                    <a:pt x="33796" y="36962"/>
                    <a:pt x="33873" y="36885"/>
                    <a:pt x="33920" y="36885"/>
                  </a:cubicBezTo>
                  <a:cubicBezTo>
                    <a:pt x="33944" y="36885"/>
                    <a:pt x="33960" y="36906"/>
                    <a:pt x="33975" y="36953"/>
                  </a:cubicBezTo>
                  <a:cubicBezTo>
                    <a:pt x="33975" y="36953"/>
                    <a:pt x="33975" y="36976"/>
                    <a:pt x="33975" y="36999"/>
                  </a:cubicBezTo>
                  <a:cubicBezTo>
                    <a:pt x="34068" y="36953"/>
                    <a:pt x="34114" y="36907"/>
                    <a:pt x="34138" y="36860"/>
                  </a:cubicBezTo>
                  <a:cubicBezTo>
                    <a:pt x="34138" y="36814"/>
                    <a:pt x="34114" y="36721"/>
                    <a:pt x="34091" y="36652"/>
                  </a:cubicBezTo>
                  <a:cubicBezTo>
                    <a:pt x="34009" y="36660"/>
                    <a:pt x="33945" y="36668"/>
                    <a:pt x="33893" y="36668"/>
                  </a:cubicBezTo>
                  <a:cubicBezTo>
                    <a:pt x="33800" y="36668"/>
                    <a:pt x="33750" y="36641"/>
                    <a:pt x="33720" y="36536"/>
                  </a:cubicBezTo>
                  <a:cubicBezTo>
                    <a:pt x="33615" y="36303"/>
                    <a:pt x="34301" y="36090"/>
                    <a:pt x="34721" y="36090"/>
                  </a:cubicBezTo>
                  <a:cubicBezTo>
                    <a:pt x="34761" y="36090"/>
                    <a:pt x="34799" y="36091"/>
                    <a:pt x="34833" y="36096"/>
                  </a:cubicBezTo>
                  <a:cubicBezTo>
                    <a:pt x="34865" y="36099"/>
                    <a:pt x="34895" y="36101"/>
                    <a:pt x="34926" y="36101"/>
                  </a:cubicBezTo>
                  <a:cubicBezTo>
                    <a:pt x="35160" y="36101"/>
                    <a:pt x="35341" y="35994"/>
                    <a:pt x="35463" y="35994"/>
                  </a:cubicBezTo>
                  <a:cubicBezTo>
                    <a:pt x="35509" y="35994"/>
                    <a:pt x="35546" y="36009"/>
                    <a:pt x="35574" y="36049"/>
                  </a:cubicBezTo>
                  <a:cubicBezTo>
                    <a:pt x="35806" y="35841"/>
                    <a:pt x="36223" y="35493"/>
                    <a:pt x="36316" y="35493"/>
                  </a:cubicBezTo>
                  <a:cubicBezTo>
                    <a:pt x="36455" y="35493"/>
                    <a:pt x="38193" y="35470"/>
                    <a:pt x="38193" y="35470"/>
                  </a:cubicBezTo>
                  <a:cubicBezTo>
                    <a:pt x="38193" y="35470"/>
                    <a:pt x="38773" y="35099"/>
                    <a:pt x="38865" y="34751"/>
                  </a:cubicBezTo>
                  <a:cubicBezTo>
                    <a:pt x="38928" y="34460"/>
                    <a:pt x="39253" y="33774"/>
                    <a:pt x="39486" y="33774"/>
                  </a:cubicBezTo>
                  <a:cubicBezTo>
                    <a:pt x="39512" y="33774"/>
                    <a:pt x="39537" y="33783"/>
                    <a:pt x="39561" y="33801"/>
                  </a:cubicBezTo>
                  <a:cubicBezTo>
                    <a:pt x="39792" y="33963"/>
                    <a:pt x="40279" y="33848"/>
                    <a:pt x="40279" y="34010"/>
                  </a:cubicBezTo>
                  <a:cubicBezTo>
                    <a:pt x="40302" y="34149"/>
                    <a:pt x="40117" y="34705"/>
                    <a:pt x="40742" y="35516"/>
                  </a:cubicBezTo>
                  <a:cubicBezTo>
                    <a:pt x="40974" y="35377"/>
                    <a:pt x="41183" y="35284"/>
                    <a:pt x="41322" y="35284"/>
                  </a:cubicBezTo>
                  <a:cubicBezTo>
                    <a:pt x="41530" y="35284"/>
                    <a:pt x="41855" y="35006"/>
                    <a:pt x="41971" y="34821"/>
                  </a:cubicBezTo>
                  <a:cubicBezTo>
                    <a:pt x="41990" y="34783"/>
                    <a:pt x="42011" y="34767"/>
                    <a:pt x="42031" y="34767"/>
                  </a:cubicBezTo>
                  <a:cubicBezTo>
                    <a:pt x="42106" y="34767"/>
                    <a:pt x="42159" y="34997"/>
                    <a:pt x="41994" y="35053"/>
                  </a:cubicBezTo>
                  <a:cubicBezTo>
                    <a:pt x="41823" y="35117"/>
                    <a:pt x="42107" y="35241"/>
                    <a:pt x="42425" y="35241"/>
                  </a:cubicBezTo>
                  <a:cubicBezTo>
                    <a:pt x="42451" y="35241"/>
                    <a:pt x="42478" y="35240"/>
                    <a:pt x="42504" y="35238"/>
                  </a:cubicBezTo>
                  <a:cubicBezTo>
                    <a:pt x="42803" y="35238"/>
                    <a:pt x="42412" y="35357"/>
                    <a:pt x="42149" y="35357"/>
                  </a:cubicBezTo>
                  <a:cubicBezTo>
                    <a:pt x="42127" y="35357"/>
                    <a:pt x="42106" y="35356"/>
                    <a:pt x="42087" y="35354"/>
                  </a:cubicBezTo>
                  <a:cubicBezTo>
                    <a:pt x="41832" y="35354"/>
                    <a:pt x="41716" y="35377"/>
                    <a:pt x="41391" y="35725"/>
                  </a:cubicBezTo>
                  <a:cubicBezTo>
                    <a:pt x="41044" y="36049"/>
                    <a:pt x="41136" y="36165"/>
                    <a:pt x="41322" y="36327"/>
                  </a:cubicBezTo>
                  <a:cubicBezTo>
                    <a:pt x="41391" y="36387"/>
                    <a:pt x="41469" y="36416"/>
                    <a:pt x="41554" y="36416"/>
                  </a:cubicBezTo>
                  <a:cubicBezTo>
                    <a:pt x="41699" y="36416"/>
                    <a:pt x="41865" y="36334"/>
                    <a:pt x="42040" y="36188"/>
                  </a:cubicBezTo>
                  <a:cubicBezTo>
                    <a:pt x="42283" y="35967"/>
                    <a:pt x="42295" y="35746"/>
                    <a:pt x="42516" y="35746"/>
                  </a:cubicBezTo>
                  <a:cubicBezTo>
                    <a:pt x="42527" y="35746"/>
                    <a:pt x="42538" y="35747"/>
                    <a:pt x="42550" y="35748"/>
                  </a:cubicBezTo>
                  <a:cubicBezTo>
                    <a:pt x="42828" y="35748"/>
                    <a:pt x="43523" y="35493"/>
                    <a:pt x="43825" y="35400"/>
                  </a:cubicBezTo>
                  <a:cubicBezTo>
                    <a:pt x="44126" y="35308"/>
                    <a:pt x="43917" y="35261"/>
                    <a:pt x="43917" y="35122"/>
                  </a:cubicBezTo>
                  <a:cubicBezTo>
                    <a:pt x="43917" y="34983"/>
                    <a:pt x="44450" y="34983"/>
                    <a:pt x="44659" y="34867"/>
                  </a:cubicBezTo>
                  <a:cubicBezTo>
                    <a:pt x="44828" y="34740"/>
                    <a:pt x="44650" y="34633"/>
                    <a:pt x="44494" y="34633"/>
                  </a:cubicBezTo>
                  <a:cubicBezTo>
                    <a:pt x="44479" y="34633"/>
                    <a:pt x="44465" y="34633"/>
                    <a:pt x="44450" y="34635"/>
                  </a:cubicBezTo>
                  <a:cubicBezTo>
                    <a:pt x="44443" y="34636"/>
                    <a:pt x="44435" y="34637"/>
                    <a:pt x="44428" y="34637"/>
                  </a:cubicBezTo>
                  <a:cubicBezTo>
                    <a:pt x="44277" y="34637"/>
                    <a:pt x="44405" y="34398"/>
                    <a:pt x="44427" y="34265"/>
                  </a:cubicBezTo>
                  <a:cubicBezTo>
                    <a:pt x="44433" y="34232"/>
                    <a:pt x="44417" y="34219"/>
                    <a:pt x="44389" y="34219"/>
                  </a:cubicBezTo>
                  <a:cubicBezTo>
                    <a:pt x="44297" y="34219"/>
                    <a:pt x="44074" y="34367"/>
                    <a:pt x="44057" y="34473"/>
                  </a:cubicBezTo>
                  <a:cubicBezTo>
                    <a:pt x="44033" y="34635"/>
                    <a:pt x="43778" y="34705"/>
                    <a:pt x="43778" y="34798"/>
                  </a:cubicBezTo>
                  <a:cubicBezTo>
                    <a:pt x="43778" y="35076"/>
                    <a:pt x="43732" y="34937"/>
                    <a:pt x="43547" y="35029"/>
                  </a:cubicBezTo>
                  <a:cubicBezTo>
                    <a:pt x="43496" y="35055"/>
                    <a:pt x="43402" y="35066"/>
                    <a:pt x="43292" y="35066"/>
                  </a:cubicBezTo>
                  <a:cubicBezTo>
                    <a:pt x="42999" y="35066"/>
                    <a:pt x="42590" y="34985"/>
                    <a:pt x="42573" y="34867"/>
                  </a:cubicBezTo>
                  <a:cubicBezTo>
                    <a:pt x="42550" y="34682"/>
                    <a:pt x="42017" y="34612"/>
                    <a:pt x="41994" y="34381"/>
                  </a:cubicBezTo>
                  <a:cubicBezTo>
                    <a:pt x="41971" y="34149"/>
                    <a:pt x="41693" y="34079"/>
                    <a:pt x="41901" y="33824"/>
                  </a:cubicBezTo>
                  <a:cubicBezTo>
                    <a:pt x="42055" y="33656"/>
                    <a:pt x="41995" y="33538"/>
                    <a:pt x="41876" y="33538"/>
                  </a:cubicBezTo>
                  <a:cubicBezTo>
                    <a:pt x="41816" y="33538"/>
                    <a:pt x="41740" y="33568"/>
                    <a:pt x="41669" y="33639"/>
                  </a:cubicBezTo>
                  <a:cubicBezTo>
                    <a:pt x="41622" y="33681"/>
                    <a:pt x="41580" y="33698"/>
                    <a:pt x="41546" y="33698"/>
                  </a:cubicBezTo>
                  <a:cubicBezTo>
                    <a:pt x="41429" y="33698"/>
                    <a:pt x="41408" y="33497"/>
                    <a:pt x="41623" y="33407"/>
                  </a:cubicBezTo>
                  <a:cubicBezTo>
                    <a:pt x="41901" y="33314"/>
                    <a:pt x="42411" y="33199"/>
                    <a:pt x="42156" y="32712"/>
                  </a:cubicBezTo>
                  <a:cubicBezTo>
                    <a:pt x="42082" y="32583"/>
                    <a:pt x="41910" y="32532"/>
                    <a:pt x="41689" y="32532"/>
                  </a:cubicBezTo>
                  <a:cubicBezTo>
                    <a:pt x="41079" y="32532"/>
                    <a:pt x="40099" y="32919"/>
                    <a:pt x="39792" y="33106"/>
                  </a:cubicBezTo>
                  <a:cubicBezTo>
                    <a:pt x="39375" y="33338"/>
                    <a:pt x="38842" y="34126"/>
                    <a:pt x="38610" y="34126"/>
                  </a:cubicBezTo>
                  <a:cubicBezTo>
                    <a:pt x="38379" y="34126"/>
                    <a:pt x="39004" y="33708"/>
                    <a:pt x="39097" y="33546"/>
                  </a:cubicBezTo>
                  <a:cubicBezTo>
                    <a:pt x="39175" y="33411"/>
                    <a:pt x="39106" y="33275"/>
                    <a:pt x="39163" y="33275"/>
                  </a:cubicBezTo>
                  <a:cubicBezTo>
                    <a:pt x="39174" y="33275"/>
                    <a:pt x="39190" y="33280"/>
                    <a:pt x="39213" y="33291"/>
                  </a:cubicBezTo>
                  <a:cubicBezTo>
                    <a:pt x="39219" y="33295"/>
                    <a:pt x="39227" y="33297"/>
                    <a:pt x="39235" y="33297"/>
                  </a:cubicBezTo>
                  <a:cubicBezTo>
                    <a:pt x="39372" y="33297"/>
                    <a:pt x="39737" y="32770"/>
                    <a:pt x="39978" y="32573"/>
                  </a:cubicBezTo>
                  <a:cubicBezTo>
                    <a:pt x="40086" y="32494"/>
                    <a:pt x="40198" y="32482"/>
                    <a:pt x="40294" y="32482"/>
                  </a:cubicBezTo>
                  <a:cubicBezTo>
                    <a:pt x="40335" y="32482"/>
                    <a:pt x="40373" y="32484"/>
                    <a:pt x="40406" y="32484"/>
                  </a:cubicBezTo>
                  <a:cubicBezTo>
                    <a:pt x="40476" y="32484"/>
                    <a:pt x="40525" y="32474"/>
                    <a:pt x="40534" y="32411"/>
                  </a:cubicBezTo>
                  <a:cubicBezTo>
                    <a:pt x="40580" y="32248"/>
                    <a:pt x="40696" y="32133"/>
                    <a:pt x="40928" y="31924"/>
                  </a:cubicBezTo>
                  <a:cubicBezTo>
                    <a:pt x="41102" y="31781"/>
                    <a:pt x="42512" y="31747"/>
                    <a:pt x="43475" y="31747"/>
                  </a:cubicBezTo>
                  <a:cubicBezTo>
                    <a:pt x="43920" y="31747"/>
                    <a:pt x="44270" y="31754"/>
                    <a:pt x="44358" y="31762"/>
                  </a:cubicBezTo>
                  <a:cubicBezTo>
                    <a:pt x="44636" y="31762"/>
                    <a:pt x="45169" y="31391"/>
                    <a:pt x="45331" y="31159"/>
                  </a:cubicBezTo>
                  <a:cubicBezTo>
                    <a:pt x="45456" y="30963"/>
                    <a:pt x="45608" y="30918"/>
                    <a:pt x="45850" y="30918"/>
                  </a:cubicBezTo>
                  <a:cubicBezTo>
                    <a:pt x="45923" y="30918"/>
                    <a:pt x="46005" y="30922"/>
                    <a:pt x="46096" y="30927"/>
                  </a:cubicBezTo>
                  <a:cubicBezTo>
                    <a:pt x="46108" y="30928"/>
                    <a:pt x="46119" y="30929"/>
                    <a:pt x="46131" y="30929"/>
                  </a:cubicBezTo>
                  <a:cubicBezTo>
                    <a:pt x="46479" y="30929"/>
                    <a:pt x="46658" y="30599"/>
                    <a:pt x="46838" y="30464"/>
                  </a:cubicBezTo>
                  <a:cubicBezTo>
                    <a:pt x="47046" y="30348"/>
                    <a:pt x="46977" y="30279"/>
                    <a:pt x="46791" y="30232"/>
                  </a:cubicBezTo>
                  <a:cubicBezTo>
                    <a:pt x="46629" y="30209"/>
                    <a:pt x="46467" y="30093"/>
                    <a:pt x="46652" y="30093"/>
                  </a:cubicBezTo>
                  <a:cubicBezTo>
                    <a:pt x="46814" y="30070"/>
                    <a:pt x="46907" y="29977"/>
                    <a:pt x="46977" y="29769"/>
                  </a:cubicBezTo>
                  <a:cubicBezTo>
                    <a:pt x="47046" y="29537"/>
                    <a:pt x="46907" y="29630"/>
                    <a:pt x="46675" y="29328"/>
                  </a:cubicBezTo>
                  <a:cubicBezTo>
                    <a:pt x="46611" y="29244"/>
                    <a:pt x="46555" y="29214"/>
                    <a:pt x="46503" y="29214"/>
                  </a:cubicBezTo>
                  <a:cubicBezTo>
                    <a:pt x="46375" y="29214"/>
                    <a:pt x="46272" y="29399"/>
                    <a:pt x="46116" y="29399"/>
                  </a:cubicBezTo>
                  <a:cubicBezTo>
                    <a:pt x="46109" y="29399"/>
                    <a:pt x="46103" y="29399"/>
                    <a:pt x="46096" y="29398"/>
                  </a:cubicBezTo>
                  <a:cubicBezTo>
                    <a:pt x="45864" y="29375"/>
                    <a:pt x="46258" y="29097"/>
                    <a:pt x="46050" y="28958"/>
                  </a:cubicBezTo>
                  <a:cubicBezTo>
                    <a:pt x="45995" y="28924"/>
                    <a:pt x="45925" y="28908"/>
                    <a:pt x="45847" y="28908"/>
                  </a:cubicBezTo>
                  <a:cubicBezTo>
                    <a:pt x="45656" y="28908"/>
                    <a:pt x="45412" y="29002"/>
                    <a:pt x="45215" y="29166"/>
                  </a:cubicBezTo>
                  <a:cubicBezTo>
                    <a:pt x="45084" y="29277"/>
                    <a:pt x="45015" y="29291"/>
                    <a:pt x="44957" y="29291"/>
                  </a:cubicBezTo>
                  <a:cubicBezTo>
                    <a:pt x="44936" y="29291"/>
                    <a:pt x="44917" y="29290"/>
                    <a:pt x="44898" y="29290"/>
                  </a:cubicBezTo>
                  <a:cubicBezTo>
                    <a:pt x="44845" y="29290"/>
                    <a:pt x="44787" y="29303"/>
                    <a:pt x="44682" y="29398"/>
                  </a:cubicBezTo>
                  <a:cubicBezTo>
                    <a:pt x="44619" y="29461"/>
                    <a:pt x="44571" y="29486"/>
                    <a:pt x="44538" y="29486"/>
                  </a:cubicBezTo>
                  <a:cubicBezTo>
                    <a:pt x="44436" y="29486"/>
                    <a:pt x="44462" y="29259"/>
                    <a:pt x="44566" y="29189"/>
                  </a:cubicBezTo>
                  <a:cubicBezTo>
                    <a:pt x="44682" y="29097"/>
                    <a:pt x="44752" y="29189"/>
                    <a:pt x="44868" y="29050"/>
                  </a:cubicBezTo>
                  <a:cubicBezTo>
                    <a:pt x="44984" y="28911"/>
                    <a:pt x="45099" y="29050"/>
                    <a:pt x="45377" y="28865"/>
                  </a:cubicBezTo>
                  <a:cubicBezTo>
                    <a:pt x="45656" y="28679"/>
                    <a:pt x="45887" y="28772"/>
                    <a:pt x="45980" y="28633"/>
                  </a:cubicBezTo>
                  <a:cubicBezTo>
                    <a:pt x="46041" y="28511"/>
                    <a:pt x="45887" y="28370"/>
                    <a:pt x="45659" y="28370"/>
                  </a:cubicBezTo>
                  <a:cubicBezTo>
                    <a:pt x="45628" y="28370"/>
                    <a:pt x="45596" y="28373"/>
                    <a:pt x="45563" y="28378"/>
                  </a:cubicBezTo>
                  <a:cubicBezTo>
                    <a:pt x="45543" y="28384"/>
                    <a:pt x="45524" y="28386"/>
                    <a:pt x="45505" y="28386"/>
                  </a:cubicBezTo>
                  <a:cubicBezTo>
                    <a:pt x="45309" y="28386"/>
                    <a:pt x="45156" y="28126"/>
                    <a:pt x="45021" y="28126"/>
                  </a:cubicBezTo>
                  <a:cubicBezTo>
                    <a:pt x="45001" y="28126"/>
                    <a:pt x="44980" y="28132"/>
                    <a:pt x="44960" y="28146"/>
                  </a:cubicBezTo>
                  <a:cubicBezTo>
                    <a:pt x="44933" y="28166"/>
                    <a:pt x="44911" y="28173"/>
                    <a:pt x="44893" y="28173"/>
                  </a:cubicBezTo>
                  <a:cubicBezTo>
                    <a:pt x="44819" y="28173"/>
                    <a:pt x="44798" y="28050"/>
                    <a:pt x="44713" y="28050"/>
                  </a:cubicBezTo>
                  <a:cubicBezTo>
                    <a:pt x="44692" y="28050"/>
                    <a:pt x="44667" y="28058"/>
                    <a:pt x="44636" y="28077"/>
                  </a:cubicBezTo>
                  <a:cubicBezTo>
                    <a:pt x="44584" y="28105"/>
                    <a:pt x="44540" y="28119"/>
                    <a:pt x="44501" y="28119"/>
                  </a:cubicBezTo>
                  <a:cubicBezTo>
                    <a:pt x="44382" y="28119"/>
                    <a:pt x="44312" y="27997"/>
                    <a:pt x="44242" y="27822"/>
                  </a:cubicBezTo>
                  <a:cubicBezTo>
                    <a:pt x="44149" y="27590"/>
                    <a:pt x="43639" y="27196"/>
                    <a:pt x="43315" y="27104"/>
                  </a:cubicBezTo>
                  <a:cubicBezTo>
                    <a:pt x="43088" y="27034"/>
                    <a:pt x="43137" y="26924"/>
                    <a:pt x="43255" y="26924"/>
                  </a:cubicBezTo>
                  <a:cubicBezTo>
                    <a:pt x="43293" y="26924"/>
                    <a:pt x="43339" y="26936"/>
                    <a:pt x="43384" y="26964"/>
                  </a:cubicBezTo>
                  <a:cubicBezTo>
                    <a:pt x="43415" y="26986"/>
                    <a:pt x="43447" y="26996"/>
                    <a:pt x="43478" y="26996"/>
                  </a:cubicBezTo>
                  <a:cubicBezTo>
                    <a:pt x="43614" y="26996"/>
                    <a:pt x="43750" y="26822"/>
                    <a:pt x="43825" y="26710"/>
                  </a:cubicBezTo>
                  <a:cubicBezTo>
                    <a:pt x="43894" y="26594"/>
                    <a:pt x="43686" y="26501"/>
                    <a:pt x="43593" y="26478"/>
                  </a:cubicBezTo>
                  <a:cubicBezTo>
                    <a:pt x="43500" y="26478"/>
                    <a:pt x="43500" y="26316"/>
                    <a:pt x="43523" y="26200"/>
                  </a:cubicBezTo>
                  <a:cubicBezTo>
                    <a:pt x="43547" y="26061"/>
                    <a:pt x="43199" y="25898"/>
                    <a:pt x="43176" y="25783"/>
                  </a:cubicBezTo>
                  <a:cubicBezTo>
                    <a:pt x="43176" y="25667"/>
                    <a:pt x="42967" y="25574"/>
                    <a:pt x="42967" y="25481"/>
                  </a:cubicBezTo>
                  <a:cubicBezTo>
                    <a:pt x="42990" y="25365"/>
                    <a:pt x="42759" y="25203"/>
                    <a:pt x="42759" y="25064"/>
                  </a:cubicBezTo>
                  <a:cubicBezTo>
                    <a:pt x="42759" y="24925"/>
                    <a:pt x="42411" y="24624"/>
                    <a:pt x="42388" y="24462"/>
                  </a:cubicBezTo>
                  <a:cubicBezTo>
                    <a:pt x="42388" y="24276"/>
                    <a:pt x="42179" y="24160"/>
                    <a:pt x="42110" y="23952"/>
                  </a:cubicBezTo>
                  <a:cubicBezTo>
                    <a:pt x="42085" y="23878"/>
                    <a:pt x="42058" y="23845"/>
                    <a:pt x="42030" y="23845"/>
                  </a:cubicBezTo>
                  <a:cubicBezTo>
                    <a:pt x="41978" y="23845"/>
                    <a:pt x="41923" y="23957"/>
                    <a:pt x="41878" y="24137"/>
                  </a:cubicBezTo>
                  <a:cubicBezTo>
                    <a:pt x="41785" y="24438"/>
                    <a:pt x="41530" y="24415"/>
                    <a:pt x="41623" y="24531"/>
                  </a:cubicBezTo>
                  <a:cubicBezTo>
                    <a:pt x="41762" y="24717"/>
                    <a:pt x="41646" y="24717"/>
                    <a:pt x="41530" y="24856"/>
                  </a:cubicBezTo>
                  <a:cubicBezTo>
                    <a:pt x="41438" y="24971"/>
                    <a:pt x="41623" y="25157"/>
                    <a:pt x="41438" y="25157"/>
                  </a:cubicBezTo>
                  <a:cubicBezTo>
                    <a:pt x="41286" y="25157"/>
                    <a:pt x="41305" y="25406"/>
                    <a:pt x="41266" y="25406"/>
                  </a:cubicBezTo>
                  <a:cubicBezTo>
                    <a:pt x="41257" y="25406"/>
                    <a:pt x="41246" y="25395"/>
                    <a:pt x="41229" y="25365"/>
                  </a:cubicBezTo>
                  <a:cubicBezTo>
                    <a:pt x="41188" y="25284"/>
                    <a:pt x="41121" y="25247"/>
                    <a:pt x="41058" y="25247"/>
                  </a:cubicBezTo>
                  <a:cubicBezTo>
                    <a:pt x="40978" y="25247"/>
                    <a:pt x="40905" y="25308"/>
                    <a:pt x="40905" y="25412"/>
                  </a:cubicBezTo>
                  <a:cubicBezTo>
                    <a:pt x="40905" y="25564"/>
                    <a:pt x="40560" y="25715"/>
                    <a:pt x="40402" y="25715"/>
                  </a:cubicBezTo>
                  <a:cubicBezTo>
                    <a:pt x="40391" y="25715"/>
                    <a:pt x="40381" y="25715"/>
                    <a:pt x="40372" y="25713"/>
                  </a:cubicBezTo>
                  <a:cubicBezTo>
                    <a:pt x="40230" y="25713"/>
                    <a:pt x="40212" y="25465"/>
                    <a:pt x="40117" y="25465"/>
                  </a:cubicBezTo>
                  <a:cubicBezTo>
                    <a:pt x="40103" y="25465"/>
                    <a:pt x="40088" y="25470"/>
                    <a:pt x="40070" y="25481"/>
                  </a:cubicBezTo>
                  <a:cubicBezTo>
                    <a:pt x="40055" y="25492"/>
                    <a:pt x="40041" y="25496"/>
                    <a:pt x="40030" y="25496"/>
                  </a:cubicBezTo>
                  <a:cubicBezTo>
                    <a:pt x="39934" y="25496"/>
                    <a:pt x="39934" y="25203"/>
                    <a:pt x="39769" y="25203"/>
                  </a:cubicBezTo>
                  <a:cubicBezTo>
                    <a:pt x="39727" y="25208"/>
                    <a:pt x="39688" y="25211"/>
                    <a:pt x="39651" y="25211"/>
                  </a:cubicBezTo>
                  <a:cubicBezTo>
                    <a:pt x="39505" y="25211"/>
                    <a:pt x="39412" y="25166"/>
                    <a:pt x="39468" y="25018"/>
                  </a:cubicBezTo>
                  <a:cubicBezTo>
                    <a:pt x="39537" y="24832"/>
                    <a:pt x="39120" y="24763"/>
                    <a:pt x="39259" y="24647"/>
                  </a:cubicBezTo>
                  <a:cubicBezTo>
                    <a:pt x="39375" y="24531"/>
                    <a:pt x="39213" y="24346"/>
                    <a:pt x="39190" y="24021"/>
                  </a:cubicBezTo>
                  <a:cubicBezTo>
                    <a:pt x="39167" y="23720"/>
                    <a:pt x="39375" y="23697"/>
                    <a:pt x="39375" y="23558"/>
                  </a:cubicBezTo>
                  <a:cubicBezTo>
                    <a:pt x="39375" y="23497"/>
                    <a:pt x="39336" y="23468"/>
                    <a:pt x="39276" y="23468"/>
                  </a:cubicBezTo>
                  <a:cubicBezTo>
                    <a:pt x="39222" y="23468"/>
                    <a:pt x="39150" y="23491"/>
                    <a:pt x="39074" y="23535"/>
                  </a:cubicBezTo>
                  <a:cubicBezTo>
                    <a:pt x="39049" y="23551"/>
                    <a:pt x="39028" y="23558"/>
                    <a:pt x="39010" y="23558"/>
                  </a:cubicBezTo>
                  <a:cubicBezTo>
                    <a:pt x="38929" y="23558"/>
                    <a:pt x="38905" y="23419"/>
                    <a:pt x="38773" y="23419"/>
                  </a:cubicBezTo>
                  <a:cubicBezTo>
                    <a:pt x="38746" y="23423"/>
                    <a:pt x="38708" y="23426"/>
                    <a:pt x="38663" y="23426"/>
                  </a:cubicBezTo>
                  <a:cubicBezTo>
                    <a:pt x="38467" y="23426"/>
                    <a:pt x="38142" y="23375"/>
                    <a:pt x="38124" y="23187"/>
                  </a:cubicBezTo>
                  <a:cubicBezTo>
                    <a:pt x="38100" y="22978"/>
                    <a:pt x="37938" y="23071"/>
                    <a:pt x="37869" y="22886"/>
                  </a:cubicBezTo>
                  <a:cubicBezTo>
                    <a:pt x="37799" y="22677"/>
                    <a:pt x="37614" y="22816"/>
                    <a:pt x="37614" y="22677"/>
                  </a:cubicBezTo>
                  <a:cubicBezTo>
                    <a:pt x="37614" y="22538"/>
                    <a:pt x="37521" y="22469"/>
                    <a:pt x="37382" y="22469"/>
                  </a:cubicBezTo>
                  <a:cubicBezTo>
                    <a:pt x="37220" y="22445"/>
                    <a:pt x="37173" y="22306"/>
                    <a:pt x="36988" y="22260"/>
                  </a:cubicBezTo>
                  <a:cubicBezTo>
                    <a:pt x="36976" y="22258"/>
                    <a:pt x="36963" y="22258"/>
                    <a:pt x="36950" y="22258"/>
                  </a:cubicBezTo>
                  <a:cubicBezTo>
                    <a:pt x="36770" y="22258"/>
                    <a:pt x="36540" y="22402"/>
                    <a:pt x="36432" y="22445"/>
                  </a:cubicBezTo>
                  <a:cubicBezTo>
                    <a:pt x="36422" y="22450"/>
                    <a:pt x="36411" y="22452"/>
                    <a:pt x="36398" y="22452"/>
                  </a:cubicBezTo>
                  <a:cubicBezTo>
                    <a:pt x="36308" y="22452"/>
                    <a:pt x="36141" y="22352"/>
                    <a:pt x="36024" y="22352"/>
                  </a:cubicBezTo>
                  <a:cubicBezTo>
                    <a:pt x="35994" y="22352"/>
                    <a:pt x="35967" y="22359"/>
                    <a:pt x="35945" y="22376"/>
                  </a:cubicBezTo>
                  <a:cubicBezTo>
                    <a:pt x="35923" y="22389"/>
                    <a:pt x="35905" y="22395"/>
                    <a:pt x="35887" y="22395"/>
                  </a:cubicBezTo>
                  <a:cubicBezTo>
                    <a:pt x="35811" y="22395"/>
                    <a:pt x="35749" y="22289"/>
                    <a:pt x="35505" y="22214"/>
                  </a:cubicBezTo>
                  <a:cubicBezTo>
                    <a:pt x="35344" y="22176"/>
                    <a:pt x="35156" y="22152"/>
                    <a:pt x="35013" y="22152"/>
                  </a:cubicBezTo>
                  <a:cubicBezTo>
                    <a:pt x="34888" y="22152"/>
                    <a:pt x="34797" y="22170"/>
                    <a:pt x="34786" y="22214"/>
                  </a:cubicBezTo>
                  <a:cubicBezTo>
                    <a:pt x="34763" y="22329"/>
                    <a:pt x="34508" y="22376"/>
                    <a:pt x="34555" y="22631"/>
                  </a:cubicBezTo>
                  <a:cubicBezTo>
                    <a:pt x="34601" y="22886"/>
                    <a:pt x="34833" y="22839"/>
                    <a:pt x="34902" y="23002"/>
                  </a:cubicBezTo>
                  <a:cubicBezTo>
                    <a:pt x="34972" y="23164"/>
                    <a:pt x="34786" y="23117"/>
                    <a:pt x="34763" y="23256"/>
                  </a:cubicBezTo>
                  <a:cubicBezTo>
                    <a:pt x="34763" y="23419"/>
                    <a:pt x="34601" y="23419"/>
                    <a:pt x="34601" y="23511"/>
                  </a:cubicBezTo>
                  <a:cubicBezTo>
                    <a:pt x="34601" y="23627"/>
                    <a:pt x="34717" y="23604"/>
                    <a:pt x="34763" y="23836"/>
                  </a:cubicBezTo>
                  <a:cubicBezTo>
                    <a:pt x="34833" y="24044"/>
                    <a:pt x="34949" y="24021"/>
                    <a:pt x="34995" y="24323"/>
                  </a:cubicBezTo>
                  <a:cubicBezTo>
                    <a:pt x="35018" y="24601"/>
                    <a:pt x="34902" y="24554"/>
                    <a:pt x="34763" y="24577"/>
                  </a:cubicBezTo>
                  <a:cubicBezTo>
                    <a:pt x="34647" y="24624"/>
                    <a:pt x="34786" y="24763"/>
                    <a:pt x="34624" y="24971"/>
                  </a:cubicBezTo>
                  <a:cubicBezTo>
                    <a:pt x="34439" y="25157"/>
                    <a:pt x="34300" y="25365"/>
                    <a:pt x="34439" y="25481"/>
                  </a:cubicBezTo>
                  <a:cubicBezTo>
                    <a:pt x="34555" y="25597"/>
                    <a:pt x="35065" y="25806"/>
                    <a:pt x="35250" y="26130"/>
                  </a:cubicBezTo>
                  <a:cubicBezTo>
                    <a:pt x="35459" y="26478"/>
                    <a:pt x="35435" y="26988"/>
                    <a:pt x="35366" y="27335"/>
                  </a:cubicBezTo>
                  <a:cubicBezTo>
                    <a:pt x="35319" y="27706"/>
                    <a:pt x="34902" y="27799"/>
                    <a:pt x="34601" y="28100"/>
                  </a:cubicBezTo>
                  <a:cubicBezTo>
                    <a:pt x="34367" y="28352"/>
                    <a:pt x="34118" y="28380"/>
                    <a:pt x="33954" y="28380"/>
                  </a:cubicBezTo>
                  <a:cubicBezTo>
                    <a:pt x="33907" y="28380"/>
                    <a:pt x="33867" y="28378"/>
                    <a:pt x="33836" y="28378"/>
                  </a:cubicBezTo>
                  <a:cubicBezTo>
                    <a:pt x="33697" y="28401"/>
                    <a:pt x="33767" y="28679"/>
                    <a:pt x="33975" y="28911"/>
                  </a:cubicBezTo>
                  <a:cubicBezTo>
                    <a:pt x="34184" y="29143"/>
                    <a:pt x="34022" y="29212"/>
                    <a:pt x="34138" y="29467"/>
                  </a:cubicBezTo>
                  <a:cubicBezTo>
                    <a:pt x="34230" y="29699"/>
                    <a:pt x="34138" y="29885"/>
                    <a:pt x="34277" y="30116"/>
                  </a:cubicBezTo>
                  <a:cubicBezTo>
                    <a:pt x="34439" y="30325"/>
                    <a:pt x="34346" y="30418"/>
                    <a:pt x="34161" y="30580"/>
                  </a:cubicBezTo>
                  <a:cubicBezTo>
                    <a:pt x="33975" y="30719"/>
                    <a:pt x="34230" y="30649"/>
                    <a:pt x="34253" y="30858"/>
                  </a:cubicBezTo>
                  <a:cubicBezTo>
                    <a:pt x="34253" y="30930"/>
                    <a:pt x="34239" y="30957"/>
                    <a:pt x="34213" y="30957"/>
                  </a:cubicBezTo>
                  <a:cubicBezTo>
                    <a:pt x="34171" y="30957"/>
                    <a:pt x="34098" y="30891"/>
                    <a:pt x="33998" y="30835"/>
                  </a:cubicBezTo>
                  <a:cubicBezTo>
                    <a:pt x="33973" y="30817"/>
                    <a:pt x="33949" y="30809"/>
                    <a:pt x="33925" y="30809"/>
                  </a:cubicBezTo>
                  <a:cubicBezTo>
                    <a:pt x="33796" y="30809"/>
                    <a:pt x="33697" y="31042"/>
                    <a:pt x="33697" y="31159"/>
                  </a:cubicBezTo>
                  <a:cubicBezTo>
                    <a:pt x="33697" y="31184"/>
                    <a:pt x="33685" y="31194"/>
                    <a:pt x="33666" y="31194"/>
                  </a:cubicBezTo>
                  <a:cubicBezTo>
                    <a:pt x="33578" y="31194"/>
                    <a:pt x="33332" y="30996"/>
                    <a:pt x="33244" y="30996"/>
                  </a:cubicBezTo>
                  <a:cubicBezTo>
                    <a:pt x="33240" y="30996"/>
                    <a:pt x="33237" y="30996"/>
                    <a:pt x="33234" y="30997"/>
                  </a:cubicBezTo>
                  <a:cubicBezTo>
                    <a:pt x="33230" y="30998"/>
                    <a:pt x="33228" y="30999"/>
                    <a:pt x="33225" y="30999"/>
                  </a:cubicBezTo>
                  <a:cubicBezTo>
                    <a:pt x="33172" y="30999"/>
                    <a:pt x="33247" y="30781"/>
                    <a:pt x="33048" y="30626"/>
                  </a:cubicBezTo>
                  <a:cubicBezTo>
                    <a:pt x="32817" y="30464"/>
                    <a:pt x="32654" y="30418"/>
                    <a:pt x="32654" y="30255"/>
                  </a:cubicBezTo>
                  <a:cubicBezTo>
                    <a:pt x="32654" y="30070"/>
                    <a:pt x="32284" y="29954"/>
                    <a:pt x="32284" y="29769"/>
                  </a:cubicBezTo>
                  <a:cubicBezTo>
                    <a:pt x="32284" y="29560"/>
                    <a:pt x="32330" y="29073"/>
                    <a:pt x="32237" y="28934"/>
                  </a:cubicBezTo>
                  <a:cubicBezTo>
                    <a:pt x="32168" y="28772"/>
                    <a:pt x="32237" y="28633"/>
                    <a:pt x="32307" y="28494"/>
                  </a:cubicBezTo>
                  <a:cubicBezTo>
                    <a:pt x="32376" y="28355"/>
                    <a:pt x="32214" y="28146"/>
                    <a:pt x="32005" y="28146"/>
                  </a:cubicBezTo>
                  <a:cubicBezTo>
                    <a:pt x="31807" y="28146"/>
                    <a:pt x="31557" y="28095"/>
                    <a:pt x="31300" y="28095"/>
                  </a:cubicBezTo>
                  <a:cubicBezTo>
                    <a:pt x="31257" y="28095"/>
                    <a:pt x="31214" y="28097"/>
                    <a:pt x="31171" y="28100"/>
                  </a:cubicBezTo>
                  <a:cubicBezTo>
                    <a:pt x="31119" y="28104"/>
                    <a:pt x="31072" y="28106"/>
                    <a:pt x="31028" y="28106"/>
                  </a:cubicBezTo>
                  <a:cubicBezTo>
                    <a:pt x="30816" y="28106"/>
                    <a:pt x="30692" y="28061"/>
                    <a:pt x="30615" y="27984"/>
                  </a:cubicBezTo>
                  <a:cubicBezTo>
                    <a:pt x="30499" y="27915"/>
                    <a:pt x="30221" y="27729"/>
                    <a:pt x="29850" y="27637"/>
                  </a:cubicBezTo>
                  <a:cubicBezTo>
                    <a:pt x="29479" y="27544"/>
                    <a:pt x="29317" y="27335"/>
                    <a:pt x="29271" y="27219"/>
                  </a:cubicBezTo>
                  <a:cubicBezTo>
                    <a:pt x="29224" y="27127"/>
                    <a:pt x="28854" y="27034"/>
                    <a:pt x="28784" y="26918"/>
                  </a:cubicBezTo>
                  <a:cubicBezTo>
                    <a:pt x="28704" y="26838"/>
                    <a:pt x="28413" y="26775"/>
                    <a:pt x="28247" y="26775"/>
                  </a:cubicBezTo>
                  <a:cubicBezTo>
                    <a:pt x="28222" y="26775"/>
                    <a:pt x="28200" y="26776"/>
                    <a:pt x="28182" y="26779"/>
                  </a:cubicBezTo>
                  <a:cubicBezTo>
                    <a:pt x="28177" y="26780"/>
                    <a:pt x="28172" y="26780"/>
                    <a:pt x="28166" y="26780"/>
                  </a:cubicBezTo>
                  <a:cubicBezTo>
                    <a:pt x="28022" y="26780"/>
                    <a:pt x="27689" y="26500"/>
                    <a:pt x="27485" y="26500"/>
                  </a:cubicBezTo>
                  <a:cubicBezTo>
                    <a:pt x="27478" y="26500"/>
                    <a:pt x="27470" y="26500"/>
                    <a:pt x="27463" y="26501"/>
                  </a:cubicBezTo>
                  <a:cubicBezTo>
                    <a:pt x="27231" y="26501"/>
                    <a:pt x="26721" y="26710"/>
                    <a:pt x="26652" y="26733"/>
                  </a:cubicBezTo>
                  <a:cubicBezTo>
                    <a:pt x="26559" y="26733"/>
                    <a:pt x="26652" y="26547"/>
                    <a:pt x="26721" y="26455"/>
                  </a:cubicBezTo>
                  <a:cubicBezTo>
                    <a:pt x="26768" y="26385"/>
                    <a:pt x="26536" y="26014"/>
                    <a:pt x="26467" y="25783"/>
                  </a:cubicBezTo>
                  <a:cubicBezTo>
                    <a:pt x="26422" y="25538"/>
                    <a:pt x="26335" y="25294"/>
                    <a:pt x="26104" y="25294"/>
                  </a:cubicBezTo>
                  <a:cubicBezTo>
                    <a:pt x="26094" y="25294"/>
                    <a:pt x="26083" y="25295"/>
                    <a:pt x="26073" y="25296"/>
                  </a:cubicBezTo>
                  <a:cubicBezTo>
                    <a:pt x="26037" y="25302"/>
                    <a:pt x="26001" y="25305"/>
                    <a:pt x="25965" y="25305"/>
                  </a:cubicBezTo>
                  <a:cubicBezTo>
                    <a:pt x="25744" y="25305"/>
                    <a:pt x="25530" y="25197"/>
                    <a:pt x="25470" y="25157"/>
                  </a:cubicBezTo>
                  <a:cubicBezTo>
                    <a:pt x="25400" y="25110"/>
                    <a:pt x="25377" y="24415"/>
                    <a:pt x="25447" y="24137"/>
                  </a:cubicBezTo>
                  <a:cubicBezTo>
                    <a:pt x="25516" y="23836"/>
                    <a:pt x="25818" y="23396"/>
                    <a:pt x="25818" y="23210"/>
                  </a:cubicBezTo>
                  <a:cubicBezTo>
                    <a:pt x="25818" y="23048"/>
                    <a:pt x="26026" y="22955"/>
                    <a:pt x="26212" y="22909"/>
                  </a:cubicBezTo>
                  <a:cubicBezTo>
                    <a:pt x="26397" y="22862"/>
                    <a:pt x="26258" y="22515"/>
                    <a:pt x="26420" y="22492"/>
                  </a:cubicBezTo>
                  <a:cubicBezTo>
                    <a:pt x="26606" y="22469"/>
                    <a:pt x="26629" y="22376"/>
                    <a:pt x="26652" y="22237"/>
                  </a:cubicBezTo>
                  <a:cubicBezTo>
                    <a:pt x="26698" y="22098"/>
                    <a:pt x="26907" y="22190"/>
                    <a:pt x="26791" y="22075"/>
                  </a:cubicBezTo>
                  <a:cubicBezTo>
                    <a:pt x="26675" y="21935"/>
                    <a:pt x="26768" y="21912"/>
                    <a:pt x="27046" y="21912"/>
                  </a:cubicBezTo>
                  <a:cubicBezTo>
                    <a:pt x="27324" y="21912"/>
                    <a:pt x="27741" y="21820"/>
                    <a:pt x="27672" y="21542"/>
                  </a:cubicBezTo>
                  <a:cubicBezTo>
                    <a:pt x="27625" y="21263"/>
                    <a:pt x="26884" y="21472"/>
                    <a:pt x="26884" y="21240"/>
                  </a:cubicBezTo>
                  <a:cubicBezTo>
                    <a:pt x="26884" y="21008"/>
                    <a:pt x="25957" y="20985"/>
                    <a:pt x="26026" y="20846"/>
                  </a:cubicBezTo>
                  <a:cubicBezTo>
                    <a:pt x="26039" y="20824"/>
                    <a:pt x="26082" y="20815"/>
                    <a:pt x="26143" y="20815"/>
                  </a:cubicBezTo>
                  <a:cubicBezTo>
                    <a:pt x="26403" y="20815"/>
                    <a:pt x="27011" y="20984"/>
                    <a:pt x="27254" y="21078"/>
                  </a:cubicBezTo>
                  <a:cubicBezTo>
                    <a:pt x="27486" y="21161"/>
                    <a:pt x="27600" y="21173"/>
                    <a:pt x="27739" y="21173"/>
                  </a:cubicBezTo>
                  <a:cubicBezTo>
                    <a:pt x="27794" y="21173"/>
                    <a:pt x="27854" y="21171"/>
                    <a:pt x="27927" y="21171"/>
                  </a:cubicBezTo>
                  <a:cubicBezTo>
                    <a:pt x="28182" y="21148"/>
                    <a:pt x="27996" y="20823"/>
                    <a:pt x="28042" y="20707"/>
                  </a:cubicBezTo>
                  <a:cubicBezTo>
                    <a:pt x="28055" y="20682"/>
                    <a:pt x="28080" y="20672"/>
                    <a:pt x="28115" y="20672"/>
                  </a:cubicBezTo>
                  <a:cubicBezTo>
                    <a:pt x="28254" y="20672"/>
                    <a:pt x="28543" y="20833"/>
                    <a:pt x="28766" y="20833"/>
                  </a:cubicBezTo>
                  <a:cubicBezTo>
                    <a:pt x="28797" y="20833"/>
                    <a:pt x="28826" y="20830"/>
                    <a:pt x="28854" y="20823"/>
                  </a:cubicBezTo>
                  <a:cubicBezTo>
                    <a:pt x="29132" y="20754"/>
                    <a:pt x="29410" y="20197"/>
                    <a:pt x="29642" y="20035"/>
                  </a:cubicBezTo>
                  <a:cubicBezTo>
                    <a:pt x="29856" y="19885"/>
                    <a:pt x="29693" y="19754"/>
                    <a:pt x="29318" y="19754"/>
                  </a:cubicBezTo>
                  <a:cubicBezTo>
                    <a:pt x="29288" y="19754"/>
                    <a:pt x="29257" y="19755"/>
                    <a:pt x="29224" y="19757"/>
                  </a:cubicBezTo>
                  <a:cubicBezTo>
                    <a:pt x="29170" y="19762"/>
                    <a:pt x="29119" y="19765"/>
                    <a:pt x="29070" y="19765"/>
                  </a:cubicBezTo>
                  <a:cubicBezTo>
                    <a:pt x="28701" y="19765"/>
                    <a:pt x="28479" y="19619"/>
                    <a:pt x="28274" y="19456"/>
                  </a:cubicBezTo>
                  <a:cubicBezTo>
                    <a:pt x="28038" y="19284"/>
                    <a:pt x="28060" y="19152"/>
                    <a:pt x="28249" y="19152"/>
                  </a:cubicBezTo>
                  <a:cubicBezTo>
                    <a:pt x="28264" y="19152"/>
                    <a:pt x="28280" y="19153"/>
                    <a:pt x="28297" y="19154"/>
                  </a:cubicBezTo>
                  <a:cubicBezTo>
                    <a:pt x="28552" y="19178"/>
                    <a:pt x="29178" y="19664"/>
                    <a:pt x="29387" y="19687"/>
                  </a:cubicBezTo>
                  <a:cubicBezTo>
                    <a:pt x="29618" y="19687"/>
                    <a:pt x="30036" y="19224"/>
                    <a:pt x="30221" y="19085"/>
                  </a:cubicBezTo>
                  <a:cubicBezTo>
                    <a:pt x="30406" y="18946"/>
                    <a:pt x="30036" y="18876"/>
                    <a:pt x="29896" y="18760"/>
                  </a:cubicBezTo>
                  <a:cubicBezTo>
                    <a:pt x="29781" y="18668"/>
                    <a:pt x="30128" y="18575"/>
                    <a:pt x="30337" y="18575"/>
                  </a:cubicBezTo>
                  <a:cubicBezTo>
                    <a:pt x="30522" y="18575"/>
                    <a:pt x="30615" y="18760"/>
                    <a:pt x="30684" y="18830"/>
                  </a:cubicBezTo>
                  <a:cubicBezTo>
                    <a:pt x="30702" y="18853"/>
                    <a:pt x="30735" y="18862"/>
                    <a:pt x="30778" y="18862"/>
                  </a:cubicBezTo>
                  <a:cubicBezTo>
                    <a:pt x="30907" y="18862"/>
                    <a:pt x="31125" y="18784"/>
                    <a:pt x="31264" y="18784"/>
                  </a:cubicBezTo>
                  <a:cubicBezTo>
                    <a:pt x="31426" y="18784"/>
                    <a:pt x="31241" y="18506"/>
                    <a:pt x="30963" y="18390"/>
                  </a:cubicBezTo>
                  <a:cubicBezTo>
                    <a:pt x="30764" y="18307"/>
                    <a:pt x="30849" y="18177"/>
                    <a:pt x="30948" y="18177"/>
                  </a:cubicBezTo>
                  <a:cubicBezTo>
                    <a:pt x="30987" y="18177"/>
                    <a:pt x="31029" y="18198"/>
                    <a:pt x="31055" y="18251"/>
                  </a:cubicBezTo>
                  <a:cubicBezTo>
                    <a:pt x="31125" y="18413"/>
                    <a:pt x="31333" y="18390"/>
                    <a:pt x="31426" y="18575"/>
                  </a:cubicBezTo>
                  <a:cubicBezTo>
                    <a:pt x="31481" y="18684"/>
                    <a:pt x="31528" y="18722"/>
                    <a:pt x="31579" y="18722"/>
                  </a:cubicBezTo>
                  <a:cubicBezTo>
                    <a:pt x="31659" y="18722"/>
                    <a:pt x="31749" y="18631"/>
                    <a:pt x="31890" y="18575"/>
                  </a:cubicBezTo>
                  <a:cubicBezTo>
                    <a:pt x="32144" y="18506"/>
                    <a:pt x="32260" y="18367"/>
                    <a:pt x="32399" y="18204"/>
                  </a:cubicBezTo>
                  <a:cubicBezTo>
                    <a:pt x="32538" y="18065"/>
                    <a:pt x="32562" y="18227"/>
                    <a:pt x="32701" y="17996"/>
                  </a:cubicBezTo>
                  <a:cubicBezTo>
                    <a:pt x="32863" y="17764"/>
                    <a:pt x="32631" y="17555"/>
                    <a:pt x="32446" y="17416"/>
                  </a:cubicBezTo>
                  <a:cubicBezTo>
                    <a:pt x="32260" y="17254"/>
                    <a:pt x="32446" y="17115"/>
                    <a:pt x="32260" y="17022"/>
                  </a:cubicBezTo>
                  <a:cubicBezTo>
                    <a:pt x="32095" y="16940"/>
                    <a:pt x="32040" y="16783"/>
                    <a:pt x="32211" y="16783"/>
                  </a:cubicBezTo>
                  <a:cubicBezTo>
                    <a:pt x="32232" y="16783"/>
                    <a:pt x="32256" y="16786"/>
                    <a:pt x="32284" y="16791"/>
                  </a:cubicBezTo>
                  <a:cubicBezTo>
                    <a:pt x="32331" y="16800"/>
                    <a:pt x="32376" y="16805"/>
                    <a:pt x="32419" y="16805"/>
                  </a:cubicBezTo>
                  <a:cubicBezTo>
                    <a:pt x="32588" y="16805"/>
                    <a:pt x="32724" y="16734"/>
                    <a:pt x="32817" y="16605"/>
                  </a:cubicBezTo>
                  <a:cubicBezTo>
                    <a:pt x="32932" y="16420"/>
                    <a:pt x="32446" y="16397"/>
                    <a:pt x="32677" y="16258"/>
                  </a:cubicBezTo>
                  <a:cubicBezTo>
                    <a:pt x="32886" y="16142"/>
                    <a:pt x="32701" y="16026"/>
                    <a:pt x="32492" y="16026"/>
                  </a:cubicBezTo>
                  <a:cubicBezTo>
                    <a:pt x="32284" y="16026"/>
                    <a:pt x="32098" y="15910"/>
                    <a:pt x="32075" y="15725"/>
                  </a:cubicBezTo>
                  <a:cubicBezTo>
                    <a:pt x="32075" y="15562"/>
                    <a:pt x="31681" y="15678"/>
                    <a:pt x="31472" y="15562"/>
                  </a:cubicBezTo>
                  <a:cubicBezTo>
                    <a:pt x="31335" y="15494"/>
                    <a:pt x="31101" y="15474"/>
                    <a:pt x="30903" y="15474"/>
                  </a:cubicBezTo>
                  <a:cubicBezTo>
                    <a:pt x="30767" y="15474"/>
                    <a:pt x="30648" y="15483"/>
                    <a:pt x="30592" y="15493"/>
                  </a:cubicBezTo>
                  <a:cubicBezTo>
                    <a:pt x="30476" y="15493"/>
                    <a:pt x="30476" y="16003"/>
                    <a:pt x="30661" y="16003"/>
                  </a:cubicBezTo>
                  <a:cubicBezTo>
                    <a:pt x="30823" y="16026"/>
                    <a:pt x="30986" y="16211"/>
                    <a:pt x="30823" y="16281"/>
                  </a:cubicBezTo>
                  <a:cubicBezTo>
                    <a:pt x="30671" y="16346"/>
                    <a:pt x="30826" y="16514"/>
                    <a:pt x="30748" y="16514"/>
                  </a:cubicBezTo>
                  <a:cubicBezTo>
                    <a:pt x="30743" y="16514"/>
                    <a:pt x="30738" y="16514"/>
                    <a:pt x="30731" y="16513"/>
                  </a:cubicBezTo>
                  <a:cubicBezTo>
                    <a:pt x="30696" y="16513"/>
                    <a:pt x="30653" y="16506"/>
                    <a:pt x="30609" y="16506"/>
                  </a:cubicBezTo>
                  <a:cubicBezTo>
                    <a:pt x="30506" y="16506"/>
                    <a:pt x="30399" y="16540"/>
                    <a:pt x="30383" y="16767"/>
                  </a:cubicBezTo>
                  <a:cubicBezTo>
                    <a:pt x="30337" y="17069"/>
                    <a:pt x="30314" y="17208"/>
                    <a:pt x="30105" y="17300"/>
                  </a:cubicBezTo>
                  <a:cubicBezTo>
                    <a:pt x="30082" y="17313"/>
                    <a:pt x="30063" y="17319"/>
                    <a:pt x="30048" y="17319"/>
                  </a:cubicBezTo>
                  <a:cubicBezTo>
                    <a:pt x="29932" y="17319"/>
                    <a:pt x="30032" y="16975"/>
                    <a:pt x="29886" y="16975"/>
                  </a:cubicBezTo>
                  <a:cubicBezTo>
                    <a:pt x="29882" y="16975"/>
                    <a:pt x="29878" y="16975"/>
                    <a:pt x="29873" y="16976"/>
                  </a:cubicBezTo>
                  <a:cubicBezTo>
                    <a:pt x="29665" y="16976"/>
                    <a:pt x="29642" y="17347"/>
                    <a:pt x="29804" y="17393"/>
                  </a:cubicBezTo>
                  <a:cubicBezTo>
                    <a:pt x="29943" y="17440"/>
                    <a:pt x="29966" y="17555"/>
                    <a:pt x="29989" y="17741"/>
                  </a:cubicBezTo>
                  <a:cubicBezTo>
                    <a:pt x="30036" y="17903"/>
                    <a:pt x="29734" y="17787"/>
                    <a:pt x="29618" y="17996"/>
                  </a:cubicBezTo>
                  <a:cubicBezTo>
                    <a:pt x="29584" y="18047"/>
                    <a:pt x="29559" y="18067"/>
                    <a:pt x="29537" y="18067"/>
                  </a:cubicBezTo>
                  <a:cubicBezTo>
                    <a:pt x="29470" y="18067"/>
                    <a:pt x="29440" y="17869"/>
                    <a:pt x="29317" y="17764"/>
                  </a:cubicBezTo>
                  <a:cubicBezTo>
                    <a:pt x="29132" y="17602"/>
                    <a:pt x="28923" y="17370"/>
                    <a:pt x="28946" y="17185"/>
                  </a:cubicBezTo>
                  <a:cubicBezTo>
                    <a:pt x="28946" y="17022"/>
                    <a:pt x="29039" y="16976"/>
                    <a:pt x="29178" y="16930"/>
                  </a:cubicBezTo>
                  <a:cubicBezTo>
                    <a:pt x="29317" y="16906"/>
                    <a:pt x="29178" y="16791"/>
                    <a:pt x="29155" y="16582"/>
                  </a:cubicBezTo>
                  <a:cubicBezTo>
                    <a:pt x="29155" y="16350"/>
                    <a:pt x="28993" y="16443"/>
                    <a:pt x="28807" y="16211"/>
                  </a:cubicBezTo>
                  <a:cubicBezTo>
                    <a:pt x="28679" y="16069"/>
                    <a:pt x="28552" y="16014"/>
                    <a:pt x="28451" y="16014"/>
                  </a:cubicBezTo>
                  <a:cubicBezTo>
                    <a:pt x="28387" y="16014"/>
                    <a:pt x="28333" y="16036"/>
                    <a:pt x="28297" y="16072"/>
                  </a:cubicBezTo>
                  <a:cubicBezTo>
                    <a:pt x="28182" y="16188"/>
                    <a:pt x="28251" y="16397"/>
                    <a:pt x="28089" y="16466"/>
                  </a:cubicBezTo>
                  <a:cubicBezTo>
                    <a:pt x="27903" y="16536"/>
                    <a:pt x="27996" y="16883"/>
                    <a:pt x="27834" y="16906"/>
                  </a:cubicBezTo>
                  <a:cubicBezTo>
                    <a:pt x="27831" y="16907"/>
                    <a:pt x="27829" y="16907"/>
                    <a:pt x="27827" y="16907"/>
                  </a:cubicBezTo>
                  <a:cubicBezTo>
                    <a:pt x="27698" y="16907"/>
                    <a:pt x="27785" y="16303"/>
                    <a:pt x="27648" y="16258"/>
                  </a:cubicBezTo>
                  <a:cubicBezTo>
                    <a:pt x="27533" y="16188"/>
                    <a:pt x="27556" y="16049"/>
                    <a:pt x="27741" y="16026"/>
                  </a:cubicBezTo>
                  <a:cubicBezTo>
                    <a:pt x="27903" y="16003"/>
                    <a:pt x="28019" y="15794"/>
                    <a:pt x="27857" y="15794"/>
                  </a:cubicBezTo>
                  <a:cubicBezTo>
                    <a:pt x="27718" y="15794"/>
                    <a:pt x="27417" y="15632"/>
                    <a:pt x="27324" y="15585"/>
                  </a:cubicBezTo>
                  <a:cubicBezTo>
                    <a:pt x="27314" y="15582"/>
                    <a:pt x="27304" y="15580"/>
                    <a:pt x="27293" y="15580"/>
                  </a:cubicBezTo>
                  <a:cubicBezTo>
                    <a:pt x="27197" y="15580"/>
                    <a:pt x="27068" y="15722"/>
                    <a:pt x="26966" y="15722"/>
                  </a:cubicBezTo>
                  <a:cubicBezTo>
                    <a:pt x="26945" y="15722"/>
                    <a:pt x="26925" y="15716"/>
                    <a:pt x="26907" y="15701"/>
                  </a:cubicBezTo>
                  <a:cubicBezTo>
                    <a:pt x="26791" y="15609"/>
                    <a:pt x="26930" y="15354"/>
                    <a:pt x="26930" y="15215"/>
                  </a:cubicBezTo>
                  <a:cubicBezTo>
                    <a:pt x="26936" y="15183"/>
                    <a:pt x="26953" y="15174"/>
                    <a:pt x="26977" y="15174"/>
                  </a:cubicBezTo>
                  <a:cubicBezTo>
                    <a:pt x="27010" y="15174"/>
                    <a:pt x="27057" y="15192"/>
                    <a:pt x="27110" y="15192"/>
                  </a:cubicBezTo>
                  <a:cubicBezTo>
                    <a:pt x="27156" y="15192"/>
                    <a:pt x="27207" y="15178"/>
                    <a:pt x="27254" y="15122"/>
                  </a:cubicBezTo>
                  <a:cubicBezTo>
                    <a:pt x="27370" y="14937"/>
                    <a:pt x="26907" y="14937"/>
                    <a:pt x="26907" y="14774"/>
                  </a:cubicBezTo>
                  <a:cubicBezTo>
                    <a:pt x="26907" y="14589"/>
                    <a:pt x="26536" y="14543"/>
                    <a:pt x="26420" y="14473"/>
                  </a:cubicBezTo>
                  <a:cubicBezTo>
                    <a:pt x="26304" y="14404"/>
                    <a:pt x="26513" y="14102"/>
                    <a:pt x="26443" y="13986"/>
                  </a:cubicBezTo>
                  <a:cubicBezTo>
                    <a:pt x="26398" y="13874"/>
                    <a:pt x="25960" y="13499"/>
                    <a:pt x="25765" y="13499"/>
                  </a:cubicBezTo>
                  <a:cubicBezTo>
                    <a:pt x="25759" y="13499"/>
                    <a:pt x="25753" y="13499"/>
                    <a:pt x="25748" y="13500"/>
                  </a:cubicBezTo>
                  <a:cubicBezTo>
                    <a:pt x="25735" y="13503"/>
                    <a:pt x="25722" y="13505"/>
                    <a:pt x="25710" y="13505"/>
                  </a:cubicBezTo>
                  <a:cubicBezTo>
                    <a:pt x="25560" y="13505"/>
                    <a:pt x="25506" y="13267"/>
                    <a:pt x="25597" y="13267"/>
                  </a:cubicBezTo>
                  <a:cubicBezTo>
                    <a:pt x="25601" y="13267"/>
                    <a:pt x="25605" y="13267"/>
                    <a:pt x="25609" y="13268"/>
                  </a:cubicBezTo>
                  <a:cubicBezTo>
                    <a:pt x="25725" y="13268"/>
                    <a:pt x="25794" y="13198"/>
                    <a:pt x="26003" y="12967"/>
                  </a:cubicBezTo>
                  <a:cubicBezTo>
                    <a:pt x="26212" y="12735"/>
                    <a:pt x="26235" y="12665"/>
                    <a:pt x="26096" y="12619"/>
                  </a:cubicBezTo>
                  <a:cubicBezTo>
                    <a:pt x="25957" y="12573"/>
                    <a:pt x="25887" y="12434"/>
                    <a:pt x="26142" y="12434"/>
                  </a:cubicBezTo>
                  <a:cubicBezTo>
                    <a:pt x="26331" y="12451"/>
                    <a:pt x="26622" y="12545"/>
                    <a:pt x="26817" y="12545"/>
                  </a:cubicBezTo>
                  <a:cubicBezTo>
                    <a:pt x="26884" y="12545"/>
                    <a:pt x="26940" y="12533"/>
                    <a:pt x="26976" y="12503"/>
                  </a:cubicBezTo>
                  <a:cubicBezTo>
                    <a:pt x="27115" y="12410"/>
                    <a:pt x="27579" y="11692"/>
                    <a:pt x="27764" y="11437"/>
                  </a:cubicBezTo>
                  <a:cubicBezTo>
                    <a:pt x="27916" y="11229"/>
                    <a:pt x="27727" y="11175"/>
                    <a:pt x="27425" y="11175"/>
                  </a:cubicBezTo>
                  <a:cubicBezTo>
                    <a:pt x="27358" y="11175"/>
                    <a:pt x="27284" y="11178"/>
                    <a:pt x="27208" y="11182"/>
                  </a:cubicBezTo>
                  <a:cubicBezTo>
                    <a:pt x="27164" y="11187"/>
                    <a:pt x="27124" y="11189"/>
                    <a:pt x="27086" y="11189"/>
                  </a:cubicBezTo>
                  <a:cubicBezTo>
                    <a:pt x="26747" y="11189"/>
                    <a:pt x="26638" y="11018"/>
                    <a:pt x="26304" y="10997"/>
                  </a:cubicBezTo>
                  <a:cubicBezTo>
                    <a:pt x="26266" y="10994"/>
                    <a:pt x="26224" y="10993"/>
                    <a:pt x="26179" y="10993"/>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59"/>
            <p:cNvSpPr/>
            <p:nvPr/>
          </p:nvSpPr>
          <p:spPr>
            <a:xfrm>
              <a:off x="1130250" y="1966886"/>
              <a:ext cx="1694475" cy="1145948"/>
            </a:xfrm>
            <a:custGeom>
              <a:avLst/>
              <a:gdLst/>
              <a:ahLst/>
              <a:cxnLst/>
              <a:rect l="l" t="t" r="r" b="b"/>
              <a:pathLst>
                <a:path w="55552" h="37569" extrusionOk="0">
                  <a:moveTo>
                    <a:pt x="785" y="10059"/>
                  </a:moveTo>
                  <a:cubicBezTo>
                    <a:pt x="630" y="10059"/>
                    <a:pt x="385" y="10190"/>
                    <a:pt x="418" y="10321"/>
                  </a:cubicBezTo>
                  <a:cubicBezTo>
                    <a:pt x="472" y="10447"/>
                    <a:pt x="778" y="10559"/>
                    <a:pt x="1010" y="10559"/>
                  </a:cubicBezTo>
                  <a:cubicBezTo>
                    <a:pt x="1076" y="10559"/>
                    <a:pt x="1136" y="10550"/>
                    <a:pt x="1182" y="10529"/>
                  </a:cubicBezTo>
                  <a:cubicBezTo>
                    <a:pt x="1368" y="10483"/>
                    <a:pt x="1437" y="10275"/>
                    <a:pt x="1298" y="10159"/>
                  </a:cubicBezTo>
                  <a:cubicBezTo>
                    <a:pt x="1274" y="10139"/>
                    <a:pt x="1248" y="10131"/>
                    <a:pt x="1220" y="10131"/>
                  </a:cubicBezTo>
                  <a:cubicBezTo>
                    <a:pt x="1130" y="10131"/>
                    <a:pt x="1027" y="10211"/>
                    <a:pt x="963" y="10211"/>
                  </a:cubicBezTo>
                  <a:cubicBezTo>
                    <a:pt x="932" y="10211"/>
                    <a:pt x="911" y="10192"/>
                    <a:pt x="904" y="10135"/>
                  </a:cubicBezTo>
                  <a:cubicBezTo>
                    <a:pt x="898" y="10081"/>
                    <a:pt x="849" y="10059"/>
                    <a:pt x="785" y="10059"/>
                  </a:cubicBezTo>
                  <a:close/>
                  <a:moveTo>
                    <a:pt x="8557" y="11489"/>
                  </a:moveTo>
                  <a:cubicBezTo>
                    <a:pt x="8480" y="11489"/>
                    <a:pt x="8347" y="11564"/>
                    <a:pt x="8205" y="11735"/>
                  </a:cubicBezTo>
                  <a:cubicBezTo>
                    <a:pt x="7973" y="11989"/>
                    <a:pt x="7764" y="12152"/>
                    <a:pt x="7718" y="12291"/>
                  </a:cubicBezTo>
                  <a:cubicBezTo>
                    <a:pt x="7708" y="12339"/>
                    <a:pt x="7654" y="12343"/>
                    <a:pt x="7588" y="12343"/>
                  </a:cubicBezTo>
                  <a:cubicBezTo>
                    <a:pt x="7575" y="12343"/>
                    <a:pt x="7561" y="12343"/>
                    <a:pt x="7547" y="12343"/>
                  </a:cubicBezTo>
                  <a:cubicBezTo>
                    <a:pt x="7463" y="12343"/>
                    <a:pt x="7370" y="12349"/>
                    <a:pt x="7324" y="12430"/>
                  </a:cubicBezTo>
                  <a:cubicBezTo>
                    <a:pt x="7243" y="12571"/>
                    <a:pt x="7355" y="12869"/>
                    <a:pt x="7492" y="12869"/>
                  </a:cubicBezTo>
                  <a:cubicBezTo>
                    <a:pt x="7513" y="12869"/>
                    <a:pt x="7534" y="12862"/>
                    <a:pt x="7556" y="12847"/>
                  </a:cubicBezTo>
                  <a:cubicBezTo>
                    <a:pt x="7610" y="12808"/>
                    <a:pt x="7648" y="12795"/>
                    <a:pt x="7679" y="12795"/>
                  </a:cubicBezTo>
                  <a:cubicBezTo>
                    <a:pt x="7741" y="12795"/>
                    <a:pt x="7772" y="12847"/>
                    <a:pt x="7834" y="12847"/>
                  </a:cubicBezTo>
                  <a:cubicBezTo>
                    <a:pt x="7950" y="12847"/>
                    <a:pt x="8436" y="12523"/>
                    <a:pt x="8552" y="12337"/>
                  </a:cubicBezTo>
                  <a:cubicBezTo>
                    <a:pt x="8668" y="12175"/>
                    <a:pt x="8367" y="12129"/>
                    <a:pt x="8344" y="12013"/>
                  </a:cubicBezTo>
                  <a:cubicBezTo>
                    <a:pt x="8344" y="11897"/>
                    <a:pt x="8599" y="11897"/>
                    <a:pt x="8738" y="11827"/>
                  </a:cubicBezTo>
                  <a:cubicBezTo>
                    <a:pt x="8877" y="11758"/>
                    <a:pt x="8622" y="11711"/>
                    <a:pt x="8622" y="11572"/>
                  </a:cubicBezTo>
                  <a:cubicBezTo>
                    <a:pt x="8631" y="11519"/>
                    <a:pt x="8605" y="11489"/>
                    <a:pt x="8557" y="11489"/>
                  </a:cubicBezTo>
                  <a:close/>
                  <a:moveTo>
                    <a:pt x="6284" y="0"/>
                  </a:moveTo>
                  <a:cubicBezTo>
                    <a:pt x="6163" y="0"/>
                    <a:pt x="5973" y="151"/>
                    <a:pt x="5748" y="356"/>
                  </a:cubicBezTo>
                  <a:cubicBezTo>
                    <a:pt x="5570" y="517"/>
                    <a:pt x="5335" y="555"/>
                    <a:pt x="5131" y="555"/>
                  </a:cubicBezTo>
                  <a:cubicBezTo>
                    <a:pt x="5043" y="555"/>
                    <a:pt x="4960" y="548"/>
                    <a:pt x="4890" y="541"/>
                  </a:cubicBezTo>
                  <a:cubicBezTo>
                    <a:pt x="4852" y="537"/>
                    <a:pt x="4812" y="535"/>
                    <a:pt x="4772" y="535"/>
                  </a:cubicBezTo>
                  <a:cubicBezTo>
                    <a:pt x="4574" y="535"/>
                    <a:pt x="4381" y="583"/>
                    <a:pt x="4381" y="680"/>
                  </a:cubicBezTo>
                  <a:cubicBezTo>
                    <a:pt x="4404" y="819"/>
                    <a:pt x="4682" y="819"/>
                    <a:pt x="4497" y="981"/>
                  </a:cubicBezTo>
                  <a:cubicBezTo>
                    <a:pt x="4468" y="1010"/>
                    <a:pt x="4442" y="1021"/>
                    <a:pt x="4419" y="1021"/>
                  </a:cubicBezTo>
                  <a:cubicBezTo>
                    <a:pt x="4339" y="1021"/>
                    <a:pt x="4286" y="884"/>
                    <a:pt x="4199" y="884"/>
                  </a:cubicBezTo>
                  <a:cubicBezTo>
                    <a:pt x="4171" y="884"/>
                    <a:pt x="4139" y="898"/>
                    <a:pt x="4103" y="935"/>
                  </a:cubicBezTo>
                  <a:cubicBezTo>
                    <a:pt x="3994" y="1059"/>
                    <a:pt x="3732" y="1089"/>
                    <a:pt x="3534" y="1089"/>
                  </a:cubicBezTo>
                  <a:cubicBezTo>
                    <a:pt x="3436" y="1089"/>
                    <a:pt x="3353" y="1082"/>
                    <a:pt x="3315" y="1074"/>
                  </a:cubicBezTo>
                  <a:cubicBezTo>
                    <a:pt x="3311" y="1073"/>
                    <a:pt x="3307" y="1073"/>
                    <a:pt x="3303" y="1073"/>
                  </a:cubicBezTo>
                  <a:cubicBezTo>
                    <a:pt x="3156" y="1073"/>
                    <a:pt x="2779" y="1494"/>
                    <a:pt x="2666" y="1607"/>
                  </a:cubicBezTo>
                  <a:cubicBezTo>
                    <a:pt x="2550" y="1723"/>
                    <a:pt x="2758" y="1839"/>
                    <a:pt x="2434" y="2186"/>
                  </a:cubicBezTo>
                  <a:cubicBezTo>
                    <a:pt x="2202" y="2435"/>
                    <a:pt x="1687" y="2470"/>
                    <a:pt x="1343" y="2470"/>
                  </a:cubicBezTo>
                  <a:cubicBezTo>
                    <a:pt x="1206" y="2470"/>
                    <a:pt x="1096" y="2465"/>
                    <a:pt x="1043" y="2465"/>
                  </a:cubicBezTo>
                  <a:cubicBezTo>
                    <a:pt x="881" y="2465"/>
                    <a:pt x="997" y="2673"/>
                    <a:pt x="904" y="2812"/>
                  </a:cubicBezTo>
                  <a:cubicBezTo>
                    <a:pt x="812" y="2928"/>
                    <a:pt x="1020" y="3067"/>
                    <a:pt x="1507" y="3183"/>
                  </a:cubicBezTo>
                  <a:cubicBezTo>
                    <a:pt x="2017" y="3322"/>
                    <a:pt x="2341" y="3971"/>
                    <a:pt x="2411" y="4133"/>
                  </a:cubicBezTo>
                  <a:cubicBezTo>
                    <a:pt x="2435" y="4189"/>
                    <a:pt x="2521" y="4206"/>
                    <a:pt x="2634" y="4206"/>
                  </a:cubicBezTo>
                  <a:cubicBezTo>
                    <a:pt x="2829" y="4206"/>
                    <a:pt x="3104" y="4154"/>
                    <a:pt x="3280" y="4154"/>
                  </a:cubicBezTo>
                  <a:cubicBezTo>
                    <a:pt x="3301" y="4154"/>
                    <a:pt x="3320" y="4155"/>
                    <a:pt x="3338" y="4156"/>
                  </a:cubicBezTo>
                  <a:cubicBezTo>
                    <a:pt x="3570" y="4203"/>
                    <a:pt x="3315" y="4527"/>
                    <a:pt x="3523" y="4643"/>
                  </a:cubicBezTo>
                  <a:cubicBezTo>
                    <a:pt x="3572" y="4667"/>
                    <a:pt x="3631" y="4674"/>
                    <a:pt x="3692" y="4674"/>
                  </a:cubicBezTo>
                  <a:cubicBezTo>
                    <a:pt x="3766" y="4674"/>
                    <a:pt x="3842" y="4665"/>
                    <a:pt x="3910" y="4665"/>
                  </a:cubicBezTo>
                  <a:cubicBezTo>
                    <a:pt x="4000" y="4665"/>
                    <a:pt x="4073" y="4681"/>
                    <a:pt x="4103" y="4759"/>
                  </a:cubicBezTo>
                  <a:cubicBezTo>
                    <a:pt x="4149" y="4921"/>
                    <a:pt x="3685" y="4759"/>
                    <a:pt x="3430" y="4944"/>
                  </a:cubicBezTo>
                  <a:cubicBezTo>
                    <a:pt x="3283" y="5062"/>
                    <a:pt x="3182" y="5134"/>
                    <a:pt x="3105" y="5134"/>
                  </a:cubicBezTo>
                  <a:cubicBezTo>
                    <a:pt x="3060" y="5134"/>
                    <a:pt x="3024" y="5111"/>
                    <a:pt x="2990" y="5060"/>
                  </a:cubicBezTo>
                  <a:cubicBezTo>
                    <a:pt x="2941" y="5011"/>
                    <a:pt x="2841" y="4995"/>
                    <a:pt x="2727" y="4995"/>
                  </a:cubicBezTo>
                  <a:cubicBezTo>
                    <a:pt x="2572" y="4995"/>
                    <a:pt x="2391" y="5024"/>
                    <a:pt x="2272" y="5037"/>
                  </a:cubicBezTo>
                  <a:cubicBezTo>
                    <a:pt x="2263" y="5038"/>
                    <a:pt x="2256" y="5038"/>
                    <a:pt x="2249" y="5038"/>
                  </a:cubicBezTo>
                  <a:cubicBezTo>
                    <a:pt x="2079" y="5038"/>
                    <a:pt x="2272" y="4777"/>
                    <a:pt x="2272" y="4666"/>
                  </a:cubicBezTo>
                  <a:cubicBezTo>
                    <a:pt x="2284" y="4603"/>
                    <a:pt x="2200" y="4546"/>
                    <a:pt x="2056" y="4546"/>
                  </a:cubicBezTo>
                  <a:cubicBezTo>
                    <a:pt x="1937" y="4546"/>
                    <a:pt x="1778" y="4585"/>
                    <a:pt x="1600" y="4689"/>
                  </a:cubicBezTo>
                  <a:cubicBezTo>
                    <a:pt x="1206" y="4921"/>
                    <a:pt x="1345" y="4828"/>
                    <a:pt x="1298" y="5014"/>
                  </a:cubicBezTo>
                  <a:cubicBezTo>
                    <a:pt x="1286" y="5064"/>
                    <a:pt x="1263" y="5080"/>
                    <a:pt x="1232" y="5080"/>
                  </a:cubicBezTo>
                  <a:cubicBezTo>
                    <a:pt x="1172" y="5080"/>
                    <a:pt x="1081" y="5020"/>
                    <a:pt x="966" y="5020"/>
                  </a:cubicBezTo>
                  <a:cubicBezTo>
                    <a:pt x="918" y="5020"/>
                    <a:pt x="867" y="5030"/>
                    <a:pt x="812" y="5060"/>
                  </a:cubicBezTo>
                  <a:cubicBezTo>
                    <a:pt x="557" y="5222"/>
                    <a:pt x="163" y="5338"/>
                    <a:pt x="93" y="5500"/>
                  </a:cubicBezTo>
                  <a:cubicBezTo>
                    <a:pt x="1" y="5639"/>
                    <a:pt x="626" y="5755"/>
                    <a:pt x="881" y="5802"/>
                  </a:cubicBezTo>
                  <a:cubicBezTo>
                    <a:pt x="1113" y="5848"/>
                    <a:pt x="580" y="6010"/>
                    <a:pt x="765" y="6080"/>
                  </a:cubicBezTo>
                  <a:cubicBezTo>
                    <a:pt x="974" y="6126"/>
                    <a:pt x="881" y="6312"/>
                    <a:pt x="1182" y="6474"/>
                  </a:cubicBezTo>
                  <a:cubicBezTo>
                    <a:pt x="1283" y="6528"/>
                    <a:pt x="1427" y="6546"/>
                    <a:pt x="1581" y="6546"/>
                  </a:cubicBezTo>
                  <a:cubicBezTo>
                    <a:pt x="1888" y="6546"/>
                    <a:pt x="2233" y="6474"/>
                    <a:pt x="2341" y="6474"/>
                  </a:cubicBezTo>
                  <a:cubicBezTo>
                    <a:pt x="2480" y="6474"/>
                    <a:pt x="2606" y="6591"/>
                    <a:pt x="2729" y="6591"/>
                  </a:cubicBezTo>
                  <a:cubicBezTo>
                    <a:pt x="2770" y="6591"/>
                    <a:pt x="2811" y="6578"/>
                    <a:pt x="2851" y="6543"/>
                  </a:cubicBezTo>
                  <a:cubicBezTo>
                    <a:pt x="2960" y="6416"/>
                    <a:pt x="3311" y="6118"/>
                    <a:pt x="3603" y="6118"/>
                  </a:cubicBezTo>
                  <a:cubicBezTo>
                    <a:pt x="3683" y="6118"/>
                    <a:pt x="3759" y="6141"/>
                    <a:pt x="3824" y="6196"/>
                  </a:cubicBezTo>
                  <a:cubicBezTo>
                    <a:pt x="4103" y="6451"/>
                    <a:pt x="3500" y="6404"/>
                    <a:pt x="3662" y="6567"/>
                  </a:cubicBezTo>
                  <a:cubicBezTo>
                    <a:pt x="3801" y="6729"/>
                    <a:pt x="3987" y="7100"/>
                    <a:pt x="3709" y="7308"/>
                  </a:cubicBezTo>
                  <a:cubicBezTo>
                    <a:pt x="3607" y="7382"/>
                    <a:pt x="3505" y="7405"/>
                    <a:pt x="3410" y="7405"/>
                  </a:cubicBezTo>
                  <a:cubicBezTo>
                    <a:pt x="3268" y="7405"/>
                    <a:pt x="3143" y="7354"/>
                    <a:pt x="3060" y="7354"/>
                  </a:cubicBezTo>
                  <a:cubicBezTo>
                    <a:pt x="3053" y="7354"/>
                    <a:pt x="3047" y="7353"/>
                    <a:pt x="3042" y="7353"/>
                  </a:cubicBezTo>
                  <a:cubicBezTo>
                    <a:pt x="2904" y="7353"/>
                    <a:pt x="2981" y="7617"/>
                    <a:pt x="2758" y="7795"/>
                  </a:cubicBezTo>
                  <a:cubicBezTo>
                    <a:pt x="2712" y="7832"/>
                    <a:pt x="2668" y="7847"/>
                    <a:pt x="2626" y="7847"/>
                  </a:cubicBezTo>
                  <a:cubicBezTo>
                    <a:pt x="2456" y="7847"/>
                    <a:pt x="2304" y="7609"/>
                    <a:pt x="2063" y="7609"/>
                  </a:cubicBezTo>
                  <a:cubicBezTo>
                    <a:pt x="1785" y="7609"/>
                    <a:pt x="1855" y="7980"/>
                    <a:pt x="1855" y="8166"/>
                  </a:cubicBezTo>
                  <a:cubicBezTo>
                    <a:pt x="1878" y="8328"/>
                    <a:pt x="1414" y="8119"/>
                    <a:pt x="1322" y="8560"/>
                  </a:cubicBezTo>
                  <a:cubicBezTo>
                    <a:pt x="1206" y="9000"/>
                    <a:pt x="742" y="8629"/>
                    <a:pt x="1043" y="9046"/>
                  </a:cubicBezTo>
                  <a:cubicBezTo>
                    <a:pt x="1224" y="9297"/>
                    <a:pt x="1280" y="9297"/>
                    <a:pt x="1350" y="9297"/>
                  </a:cubicBezTo>
                  <a:lnTo>
                    <a:pt x="1350" y="9297"/>
                  </a:lnTo>
                  <a:cubicBezTo>
                    <a:pt x="1398" y="9297"/>
                    <a:pt x="1451" y="9297"/>
                    <a:pt x="1553" y="9371"/>
                  </a:cubicBezTo>
                  <a:cubicBezTo>
                    <a:pt x="1785" y="9533"/>
                    <a:pt x="1275" y="9834"/>
                    <a:pt x="1530" y="9881"/>
                  </a:cubicBezTo>
                  <a:cubicBezTo>
                    <a:pt x="1762" y="9927"/>
                    <a:pt x="2040" y="10367"/>
                    <a:pt x="2202" y="10529"/>
                  </a:cubicBezTo>
                  <a:cubicBezTo>
                    <a:pt x="2241" y="10569"/>
                    <a:pt x="2285" y="10583"/>
                    <a:pt x="2331" y="10583"/>
                  </a:cubicBezTo>
                  <a:cubicBezTo>
                    <a:pt x="2478" y="10583"/>
                    <a:pt x="2658" y="10437"/>
                    <a:pt x="2851" y="10437"/>
                  </a:cubicBezTo>
                  <a:cubicBezTo>
                    <a:pt x="3064" y="10417"/>
                    <a:pt x="3002" y="10172"/>
                    <a:pt x="3070" y="10172"/>
                  </a:cubicBezTo>
                  <a:cubicBezTo>
                    <a:pt x="3084" y="10172"/>
                    <a:pt x="3102" y="10182"/>
                    <a:pt x="3129" y="10205"/>
                  </a:cubicBezTo>
                  <a:cubicBezTo>
                    <a:pt x="3268" y="10344"/>
                    <a:pt x="3477" y="10738"/>
                    <a:pt x="3338" y="10831"/>
                  </a:cubicBezTo>
                  <a:cubicBezTo>
                    <a:pt x="3199" y="10923"/>
                    <a:pt x="3315" y="11225"/>
                    <a:pt x="3291" y="11364"/>
                  </a:cubicBezTo>
                  <a:cubicBezTo>
                    <a:pt x="3282" y="11420"/>
                    <a:pt x="3372" y="11446"/>
                    <a:pt x="3484" y="11446"/>
                  </a:cubicBezTo>
                  <a:cubicBezTo>
                    <a:pt x="3647" y="11446"/>
                    <a:pt x="3857" y="11391"/>
                    <a:pt x="3871" y="11294"/>
                  </a:cubicBezTo>
                  <a:cubicBezTo>
                    <a:pt x="3893" y="11215"/>
                    <a:pt x="4015" y="11164"/>
                    <a:pt x="4163" y="11164"/>
                  </a:cubicBezTo>
                  <a:cubicBezTo>
                    <a:pt x="4319" y="11164"/>
                    <a:pt x="4505" y="11221"/>
                    <a:pt x="4636" y="11364"/>
                  </a:cubicBezTo>
                  <a:cubicBezTo>
                    <a:pt x="4780" y="11522"/>
                    <a:pt x="4865" y="11605"/>
                    <a:pt x="4912" y="11605"/>
                  </a:cubicBezTo>
                  <a:cubicBezTo>
                    <a:pt x="4947" y="11605"/>
                    <a:pt x="4960" y="11557"/>
                    <a:pt x="4960" y="11456"/>
                  </a:cubicBezTo>
                  <a:cubicBezTo>
                    <a:pt x="4960" y="11297"/>
                    <a:pt x="5096" y="11124"/>
                    <a:pt x="5159" y="11124"/>
                  </a:cubicBezTo>
                  <a:cubicBezTo>
                    <a:pt x="5179" y="11124"/>
                    <a:pt x="5192" y="11140"/>
                    <a:pt x="5192" y="11178"/>
                  </a:cubicBezTo>
                  <a:cubicBezTo>
                    <a:pt x="5205" y="11286"/>
                    <a:pt x="5282" y="11347"/>
                    <a:pt x="5416" y="11347"/>
                  </a:cubicBezTo>
                  <a:cubicBezTo>
                    <a:pt x="5513" y="11347"/>
                    <a:pt x="5639" y="11316"/>
                    <a:pt x="5794" y="11248"/>
                  </a:cubicBezTo>
                  <a:cubicBezTo>
                    <a:pt x="5892" y="11205"/>
                    <a:pt x="5953" y="11187"/>
                    <a:pt x="5985" y="11187"/>
                  </a:cubicBezTo>
                  <a:cubicBezTo>
                    <a:pt x="6076" y="11187"/>
                    <a:pt x="5948" y="11332"/>
                    <a:pt x="5794" y="11503"/>
                  </a:cubicBezTo>
                  <a:cubicBezTo>
                    <a:pt x="5539" y="11850"/>
                    <a:pt x="5794" y="12337"/>
                    <a:pt x="5609" y="12383"/>
                  </a:cubicBezTo>
                  <a:cubicBezTo>
                    <a:pt x="5424" y="12430"/>
                    <a:pt x="5261" y="12916"/>
                    <a:pt x="4937" y="12963"/>
                  </a:cubicBezTo>
                  <a:cubicBezTo>
                    <a:pt x="4636" y="12986"/>
                    <a:pt x="4103" y="13589"/>
                    <a:pt x="4033" y="13681"/>
                  </a:cubicBezTo>
                  <a:cubicBezTo>
                    <a:pt x="4019" y="13696"/>
                    <a:pt x="3990" y="13701"/>
                    <a:pt x="3952" y="13701"/>
                  </a:cubicBezTo>
                  <a:cubicBezTo>
                    <a:pt x="3833" y="13701"/>
                    <a:pt x="3617" y="13647"/>
                    <a:pt x="3442" y="13647"/>
                  </a:cubicBezTo>
                  <a:cubicBezTo>
                    <a:pt x="3314" y="13647"/>
                    <a:pt x="3208" y="13675"/>
                    <a:pt x="3176" y="13774"/>
                  </a:cubicBezTo>
                  <a:cubicBezTo>
                    <a:pt x="3083" y="14052"/>
                    <a:pt x="2666" y="14261"/>
                    <a:pt x="2782" y="14377"/>
                  </a:cubicBezTo>
                  <a:cubicBezTo>
                    <a:pt x="2789" y="14384"/>
                    <a:pt x="2802" y="14387"/>
                    <a:pt x="2820" y="14387"/>
                  </a:cubicBezTo>
                  <a:cubicBezTo>
                    <a:pt x="2965" y="14387"/>
                    <a:pt x="3410" y="14150"/>
                    <a:pt x="3430" y="14006"/>
                  </a:cubicBezTo>
                  <a:cubicBezTo>
                    <a:pt x="3442" y="13939"/>
                    <a:pt x="3463" y="13910"/>
                    <a:pt x="3493" y="13910"/>
                  </a:cubicBezTo>
                  <a:cubicBezTo>
                    <a:pt x="3525" y="13910"/>
                    <a:pt x="3567" y="13945"/>
                    <a:pt x="3616" y="14006"/>
                  </a:cubicBezTo>
                  <a:cubicBezTo>
                    <a:pt x="3639" y="14034"/>
                    <a:pt x="3671" y="14046"/>
                    <a:pt x="3709" y="14046"/>
                  </a:cubicBezTo>
                  <a:cubicBezTo>
                    <a:pt x="3826" y="14046"/>
                    <a:pt x="3992" y="13937"/>
                    <a:pt x="4079" y="13867"/>
                  </a:cubicBezTo>
                  <a:cubicBezTo>
                    <a:pt x="4141" y="13805"/>
                    <a:pt x="4244" y="13795"/>
                    <a:pt x="4340" y="13795"/>
                  </a:cubicBezTo>
                  <a:cubicBezTo>
                    <a:pt x="4388" y="13795"/>
                    <a:pt x="4435" y="13797"/>
                    <a:pt x="4473" y="13797"/>
                  </a:cubicBezTo>
                  <a:cubicBezTo>
                    <a:pt x="4482" y="13799"/>
                    <a:pt x="4490" y="13800"/>
                    <a:pt x="4499" y="13800"/>
                  </a:cubicBezTo>
                  <a:cubicBezTo>
                    <a:pt x="4598" y="13800"/>
                    <a:pt x="4660" y="13676"/>
                    <a:pt x="4960" y="13612"/>
                  </a:cubicBezTo>
                  <a:cubicBezTo>
                    <a:pt x="5284" y="13542"/>
                    <a:pt x="5215" y="13450"/>
                    <a:pt x="5284" y="13287"/>
                  </a:cubicBezTo>
                  <a:cubicBezTo>
                    <a:pt x="5354" y="13125"/>
                    <a:pt x="6142" y="12754"/>
                    <a:pt x="6281" y="12708"/>
                  </a:cubicBezTo>
                  <a:cubicBezTo>
                    <a:pt x="6420" y="12685"/>
                    <a:pt x="6327" y="12430"/>
                    <a:pt x="6490" y="12430"/>
                  </a:cubicBezTo>
                  <a:cubicBezTo>
                    <a:pt x="6652" y="12407"/>
                    <a:pt x="6884" y="12221"/>
                    <a:pt x="7092" y="12059"/>
                  </a:cubicBezTo>
                  <a:cubicBezTo>
                    <a:pt x="7301" y="11874"/>
                    <a:pt x="7347" y="11943"/>
                    <a:pt x="7509" y="11897"/>
                  </a:cubicBezTo>
                  <a:cubicBezTo>
                    <a:pt x="7672" y="11827"/>
                    <a:pt x="7556" y="11526"/>
                    <a:pt x="7695" y="11503"/>
                  </a:cubicBezTo>
                  <a:cubicBezTo>
                    <a:pt x="7857" y="11480"/>
                    <a:pt x="7973" y="11341"/>
                    <a:pt x="7973" y="11225"/>
                  </a:cubicBezTo>
                  <a:cubicBezTo>
                    <a:pt x="7973" y="11086"/>
                    <a:pt x="7579" y="11086"/>
                    <a:pt x="7556" y="10993"/>
                  </a:cubicBezTo>
                  <a:cubicBezTo>
                    <a:pt x="7509" y="10923"/>
                    <a:pt x="7857" y="10599"/>
                    <a:pt x="7996" y="10599"/>
                  </a:cubicBezTo>
                  <a:cubicBezTo>
                    <a:pt x="8006" y="10601"/>
                    <a:pt x="8017" y="10601"/>
                    <a:pt x="8027" y="10601"/>
                  </a:cubicBezTo>
                  <a:cubicBezTo>
                    <a:pt x="8164" y="10601"/>
                    <a:pt x="8345" y="10468"/>
                    <a:pt x="8367" y="10275"/>
                  </a:cubicBezTo>
                  <a:cubicBezTo>
                    <a:pt x="8367" y="10089"/>
                    <a:pt x="8552" y="10043"/>
                    <a:pt x="8714" y="9881"/>
                  </a:cubicBezTo>
                  <a:cubicBezTo>
                    <a:pt x="8877" y="9718"/>
                    <a:pt x="8830" y="9556"/>
                    <a:pt x="8993" y="9556"/>
                  </a:cubicBezTo>
                  <a:cubicBezTo>
                    <a:pt x="9155" y="9533"/>
                    <a:pt x="9294" y="9324"/>
                    <a:pt x="9479" y="9232"/>
                  </a:cubicBezTo>
                  <a:cubicBezTo>
                    <a:pt x="9508" y="9215"/>
                    <a:pt x="9527" y="9208"/>
                    <a:pt x="9540" y="9208"/>
                  </a:cubicBezTo>
                  <a:cubicBezTo>
                    <a:pt x="9599" y="9208"/>
                    <a:pt x="9538" y="9352"/>
                    <a:pt x="9804" y="9371"/>
                  </a:cubicBezTo>
                  <a:cubicBezTo>
                    <a:pt x="10076" y="9371"/>
                    <a:pt x="10071" y="9583"/>
                    <a:pt x="9912" y="9583"/>
                  </a:cubicBezTo>
                  <a:cubicBezTo>
                    <a:pt x="9881" y="9583"/>
                    <a:pt x="9845" y="9575"/>
                    <a:pt x="9804" y="9556"/>
                  </a:cubicBezTo>
                  <a:cubicBezTo>
                    <a:pt x="9711" y="9519"/>
                    <a:pt x="9637" y="9497"/>
                    <a:pt x="9568" y="9497"/>
                  </a:cubicBezTo>
                  <a:cubicBezTo>
                    <a:pt x="9464" y="9497"/>
                    <a:pt x="9373" y="9547"/>
                    <a:pt x="9247" y="9672"/>
                  </a:cubicBezTo>
                  <a:cubicBezTo>
                    <a:pt x="9016" y="9881"/>
                    <a:pt x="9201" y="9950"/>
                    <a:pt x="9016" y="10182"/>
                  </a:cubicBezTo>
                  <a:cubicBezTo>
                    <a:pt x="8853" y="10414"/>
                    <a:pt x="8830" y="10553"/>
                    <a:pt x="9062" y="10576"/>
                  </a:cubicBezTo>
                  <a:cubicBezTo>
                    <a:pt x="9271" y="10599"/>
                    <a:pt x="9062" y="10761"/>
                    <a:pt x="8877" y="10808"/>
                  </a:cubicBezTo>
                  <a:cubicBezTo>
                    <a:pt x="8668" y="10877"/>
                    <a:pt x="8807" y="10993"/>
                    <a:pt x="9085" y="10993"/>
                  </a:cubicBezTo>
                  <a:cubicBezTo>
                    <a:pt x="9363" y="10993"/>
                    <a:pt x="9780" y="10599"/>
                    <a:pt x="10151" y="10414"/>
                  </a:cubicBezTo>
                  <a:cubicBezTo>
                    <a:pt x="10288" y="10341"/>
                    <a:pt x="10414" y="10319"/>
                    <a:pt x="10523" y="10319"/>
                  </a:cubicBezTo>
                  <a:cubicBezTo>
                    <a:pt x="10696" y="10319"/>
                    <a:pt x="10829" y="10374"/>
                    <a:pt x="10903" y="10374"/>
                  </a:cubicBezTo>
                  <a:cubicBezTo>
                    <a:pt x="10917" y="10374"/>
                    <a:pt x="10929" y="10372"/>
                    <a:pt x="10939" y="10367"/>
                  </a:cubicBezTo>
                  <a:cubicBezTo>
                    <a:pt x="11055" y="10321"/>
                    <a:pt x="10823" y="10159"/>
                    <a:pt x="10962" y="10089"/>
                  </a:cubicBezTo>
                  <a:cubicBezTo>
                    <a:pt x="11101" y="10020"/>
                    <a:pt x="10800" y="9996"/>
                    <a:pt x="10707" y="9765"/>
                  </a:cubicBezTo>
                  <a:cubicBezTo>
                    <a:pt x="10638" y="9533"/>
                    <a:pt x="10847" y="9672"/>
                    <a:pt x="10893" y="9487"/>
                  </a:cubicBezTo>
                  <a:cubicBezTo>
                    <a:pt x="10913" y="9406"/>
                    <a:pt x="10951" y="9378"/>
                    <a:pt x="10997" y="9378"/>
                  </a:cubicBezTo>
                  <a:cubicBezTo>
                    <a:pt x="11056" y="9378"/>
                    <a:pt x="11129" y="9424"/>
                    <a:pt x="11194" y="9463"/>
                  </a:cubicBezTo>
                  <a:cubicBezTo>
                    <a:pt x="11234" y="9490"/>
                    <a:pt x="11275" y="9496"/>
                    <a:pt x="11317" y="9496"/>
                  </a:cubicBezTo>
                  <a:cubicBezTo>
                    <a:pt x="11349" y="9496"/>
                    <a:pt x="11380" y="9492"/>
                    <a:pt x="11411" y="9492"/>
                  </a:cubicBezTo>
                  <a:cubicBezTo>
                    <a:pt x="11484" y="9492"/>
                    <a:pt x="11553" y="9510"/>
                    <a:pt x="11611" y="9626"/>
                  </a:cubicBezTo>
                  <a:cubicBezTo>
                    <a:pt x="11639" y="9688"/>
                    <a:pt x="11671" y="9707"/>
                    <a:pt x="11707" y="9707"/>
                  </a:cubicBezTo>
                  <a:cubicBezTo>
                    <a:pt x="11761" y="9707"/>
                    <a:pt x="11825" y="9665"/>
                    <a:pt x="11898" y="9665"/>
                  </a:cubicBezTo>
                  <a:cubicBezTo>
                    <a:pt x="11939" y="9665"/>
                    <a:pt x="11982" y="9678"/>
                    <a:pt x="12028" y="9718"/>
                  </a:cubicBezTo>
                  <a:cubicBezTo>
                    <a:pt x="12214" y="9857"/>
                    <a:pt x="11982" y="9834"/>
                    <a:pt x="11774" y="9904"/>
                  </a:cubicBezTo>
                  <a:cubicBezTo>
                    <a:pt x="11606" y="9941"/>
                    <a:pt x="11648" y="10128"/>
                    <a:pt x="11755" y="10128"/>
                  </a:cubicBezTo>
                  <a:cubicBezTo>
                    <a:pt x="11781" y="10128"/>
                    <a:pt x="11811" y="10116"/>
                    <a:pt x="11843" y="10089"/>
                  </a:cubicBezTo>
                  <a:cubicBezTo>
                    <a:pt x="11948" y="9999"/>
                    <a:pt x="12034" y="9938"/>
                    <a:pt x="12126" y="9938"/>
                  </a:cubicBezTo>
                  <a:cubicBezTo>
                    <a:pt x="12175" y="9938"/>
                    <a:pt x="12226" y="9956"/>
                    <a:pt x="12283" y="9996"/>
                  </a:cubicBezTo>
                  <a:cubicBezTo>
                    <a:pt x="12338" y="10051"/>
                    <a:pt x="12382" y="10074"/>
                    <a:pt x="12422" y="10074"/>
                  </a:cubicBezTo>
                  <a:cubicBezTo>
                    <a:pt x="12484" y="10074"/>
                    <a:pt x="12538" y="10020"/>
                    <a:pt x="12608" y="9950"/>
                  </a:cubicBezTo>
                  <a:cubicBezTo>
                    <a:pt x="12639" y="9919"/>
                    <a:pt x="12662" y="9906"/>
                    <a:pt x="12679" y="9906"/>
                  </a:cubicBezTo>
                  <a:cubicBezTo>
                    <a:pt x="12724" y="9906"/>
                    <a:pt x="12724" y="9998"/>
                    <a:pt x="12724" y="10066"/>
                  </a:cubicBezTo>
                  <a:cubicBezTo>
                    <a:pt x="12724" y="10159"/>
                    <a:pt x="12979" y="10205"/>
                    <a:pt x="13349" y="10251"/>
                  </a:cubicBezTo>
                  <a:cubicBezTo>
                    <a:pt x="13444" y="10270"/>
                    <a:pt x="13563" y="10277"/>
                    <a:pt x="13689" y="10277"/>
                  </a:cubicBezTo>
                  <a:cubicBezTo>
                    <a:pt x="14026" y="10277"/>
                    <a:pt x="14413" y="10228"/>
                    <a:pt x="14531" y="10228"/>
                  </a:cubicBezTo>
                  <a:cubicBezTo>
                    <a:pt x="14538" y="10227"/>
                    <a:pt x="14544" y="10227"/>
                    <a:pt x="14550" y="10227"/>
                  </a:cubicBezTo>
                  <a:cubicBezTo>
                    <a:pt x="14691" y="10227"/>
                    <a:pt x="14662" y="10486"/>
                    <a:pt x="15018" y="10553"/>
                  </a:cubicBezTo>
                  <a:cubicBezTo>
                    <a:pt x="15046" y="10558"/>
                    <a:pt x="15072" y="10560"/>
                    <a:pt x="15096" y="10560"/>
                  </a:cubicBezTo>
                  <a:cubicBezTo>
                    <a:pt x="15351" y="10560"/>
                    <a:pt x="15459" y="10308"/>
                    <a:pt x="15599" y="10308"/>
                  </a:cubicBezTo>
                  <a:cubicBezTo>
                    <a:pt x="15627" y="10308"/>
                    <a:pt x="15657" y="10318"/>
                    <a:pt x="15690" y="10344"/>
                  </a:cubicBezTo>
                  <a:cubicBezTo>
                    <a:pt x="15876" y="10483"/>
                    <a:pt x="15690" y="10553"/>
                    <a:pt x="15574" y="10669"/>
                  </a:cubicBezTo>
                  <a:cubicBezTo>
                    <a:pt x="15458" y="10784"/>
                    <a:pt x="15690" y="10808"/>
                    <a:pt x="15829" y="10877"/>
                  </a:cubicBezTo>
                  <a:cubicBezTo>
                    <a:pt x="15991" y="10923"/>
                    <a:pt x="16316" y="11016"/>
                    <a:pt x="16478" y="11178"/>
                  </a:cubicBezTo>
                  <a:cubicBezTo>
                    <a:pt x="16640" y="11341"/>
                    <a:pt x="16733" y="11503"/>
                    <a:pt x="17127" y="11711"/>
                  </a:cubicBezTo>
                  <a:cubicBezTo>
                    <a:pt x="17176" y="11734"/>
                    <a:pt x="17212" y="11744"/>
                    <a:pt x="17240" y="11744"/>
                  </a:cubicBezTo>
                  <a:cubicBezTo>
                    <a:pt x="17404" y="11744"/>
                    <a:pt x="17239" y="11393"/>
                    <a:pt x="17355" y="11393"/>
                  </a:cubicBezTo>
                  <a:cubicBezTo>
                    <a:pt x="17376" y="11393"/>
                    <a:pt x="17407" y="11405"/>
                    <a:pt x="17451" y="11433"/>
                  </a:cubicBezTo>
                  <a:cubicBezTo>
                    <a:pt x="17753" y="11665"/>
                    <a:pt x="17637" y="11456"/>
                    <a:pt x="17869" y="11665"/>
                  </a:cubicBezTo>
                  <a:cubicBezTo>
                    <a:pt x="17926" y="11712"/>
                    <a:pt x="17966" y="11733"/>
                    <a:pt x="17992" y="11733"/>
                  </a:cubicBezTo>
                  <a:cubicBezTo>
                    <a:pt x="18081" y="11733"/>
                    <a:pt x="18010" y="11488"/>
                    <a:pt x="17938" y="11202"/>
                  </a:cubicBezTo>
                  <a:cubicBezTo>
                    <a:pt x="17894" y="11069"/>
                    <a:pt x="17897" y="11021"/>
                    <a:pt x="17924" y="11021"/>
                  </a:cubicBezTo>
                  <a:cubicBezTo>
                    <a:pt x="17968" y="11021"/>
                    <a:pt x="18075" y="11148"/>
                    <a:pt x="18147" y="11248"/>
                  </a:cubicBezTo>
                  <a:cubicBezTo>
                    <a:pt x="18263" y="11433"/>
                    <a:pt x="18263" y="11758"/>
                    <a:pt x="18193" y="11966"/>
                  </a:cubicBezTo>
                  <a:cubicBezTo>
                    <a:pt x="18161" y="12047"/>
                    <a:pt x="18097" y="12077"/>
                    <a:pt x="18030" y="12077"/>
                  </a:cubicBezTo>
                  <a:cubicBezTo>
                    <a:pt x="17903" y="12077"/>
                    <a:pt x="17761" y="11972"/>
                    <a:pt x="17776" y="11897"/>
                  </a:cubicBezTo>
                  <a:cubicBezTo>
                    <a:pt x="17794" y="11842"/>
                    <a:pt x="17744" y="11816"/>
                    <a:pt x="17675" y="11816"/>
                  </a:cubicBezTo>
                  <a:cubicBezTo>
                    <a:pt x="17569" y="11816"/>
                    <a:pt x="17419" y="11877"/>
                    <a:pt x="17405" y="11989"/>
                  </a:cubicBezTo>
                  <a:cubicBezTo>
                    <a:pt x="17405" y="12152"/>
                    <a:pt x="17660" y="12476"/>
                    <a:pt x="17845" y="12523"/>
                  </a:cubicBezTo>
                  <a:cubicBezTo>
                    <a:pt x="18054" y="12546"/>
                    <a:pt x="17915" y="12847"/>
                    <a:pt x="18031" y="12893"/>
                  </a:cubicBezTo>
                  <a:cubicBezTo>
                    <a:pt x="18177" y="12935"/>
                    <a:pt x="18192" y="13204"/>
                    <a:pt x="18261" y="13204"/>
                  </a:cubicBezTo>
                  <a:cubicBezTo>
                    <a:pt x="18269" y="13204"/>
                    <a:pt x="18277" y="13201"/>
                    <a:pt x="18286" y="13195"/>
                  </a:cubicBezTo>
                  <a:cubicBezTo>
                    <a:pt x="18378" y="13148"/>
                    <a:pt x="18332" y="12777"/>
                    <a:pt x="18239" y="12615"/>
                  </a:cubicBezTo>
                  <a:cubicBezTo>
                    <a:pt x="18134" y="12446"/>
                    <a:pt x="18163" y="12238"/>
                    <a:pt x="18274" y="12238"/>
                  </a:cubicBezTo>
                  <a:cubicBezTo>
                    <a:pt x="18285" y="12238"/>
                    <a:pt x="18297" y="12240"/>
                    <a:pt x="18309" y="12244"/>
                  </a:cubicBezTo>
                  <a:cubicBezTo>
                    <a:pt x="18471" y="12291"/>
                    <a:pt x="18309" y="12546"/>
                    <a:pt x="18378" y="12638"/>
                  </a:cubicBezTo>
                  <a:cubicBezTo>
                    <a:pt x="18394" y="12650"/>
                    <a:pt x="18409" y="12655"/>
                    <a:pt x="18424" y="12655"/>
                  </a:cubicBezTo>
                  <a:cubicBezTo>
                    <a:pt x="18498" y="12655"/>
                    <a:pt x="18572" y="12530"/>
                    <a:pt x="18726" y="12453"/>
                  </a:cubicBezTo>
                  <a:cubicBezTo>
                    <a:pt x="18888" y="12360"/>
                    <a:pt x="18633" y="12082"/>
                    <a:pt x="18703" y="11920"/>
                  </a:cubicBezTo>
                  <a:cubicBezTo>
                    <a:pt x="18716" y="11894"/>
                    <a:pt x="18733" y="11883"/>
                    <a:pt x="18752" y="11883"/>
                  </a:cubicBezTo>
                  <a:cubicBezTo>
                    <a:pt x="18837" y="11883"/>
                    <a:pt x="18971" y="12106"/>
                    <a:pt x="19027" y="12314"/>
                  </a:cubicBezTo>
                  <a:cubicBezTo>
                    <a:pt x="19097" y="12569"/>
                    <a:pt x="18842" y="12546"/>
                    <a:pt x="18842" y="12685"/>
                  </a:cubicBezTo>
                  <a:cubicBezTo>
                    <a:pt x="18842" y="12824"/>
                    <a:pt x="18610" y="12754"/>
                    <a:pt x="18541" y="12824"/>
                  </a:cubicBezTo>
                  <a:cubicBezTo>
                    <a:pt x="18471" y="12893"/>
                    <a:pt x="18518" y="13380"/>
                    <a:pt x="18610" y="13403"/>
                  </a:cubicBezTo>
                  <a:cubicBezTo>
                    <a:pt x="18685" y="13403"/>
                    <a:pt x="18745" y="13145"/>
                    <a:pt x="18790" y="13145"/>
                  </a:cubicBezTo>
                  <a:cubicBezTo>
                    <a:pt x="18800" y="13145"/>
                    <a:pt x="18810" y="13159"/>
                    <a:pt x="18819" y="13195"/>
                  </a:cubicBezTo>
                  <a:cubicBezTo>
                    <a:pt x="18832" y="13234"/>
                    <a:pt x="18851" y="13250"/>
                    <a:pt x="18874" y="13250"/>
                  </a:cubicBezTo>
                  <a:cubicBezTo>
                    <a:pt x="18949" y="13250"/>
                    <a:pt x="19064" y="13080"/>
                    <a:pt x="19127" y="13080"/>
                  </a:cubicBezTo>
                  <a:cubicBezTo>
                    <a:pt x="19145" y="13080"/>
                    <a:pt x="19158" y="13093"/>
                    <a:pt x="19166" y="13125"/>
                  </a:cubicBezTo>
                  <a:cubicBezTo>
                    <a:pt x="19229" y="13314"/>
                    <a:pt x="19482" y="13502"/>
                    <a:pt x="19598" y="13502"/>
                  </a:cubicBezTo>
                  <a:cubicBezTo>
                    <a:pt x="19610" y="13502"/>
                    <a:pt x="19621" y="13500"/>
                    <a:pt x="19630" y="13496"/>
                  </a:cubicBezTo>
                  <a:cubicBezTo>
                    <a:pt x="19746" y="13450"/>
                    <a:pt x="19584" y="13241"/>
                    <a:pt x="19421" y="13218"/>
                  </a:cubicBezTo>
                  <a:cubicBezTo>
                    <a:pt x="19259" y="13218"/>
                    <a:pt x="19282" y="12940"/>
                    <a:pt x="19421" y="12916"/>
                  </a:cubicBezTo>
                  <a:cubicBezTo>
                    <a:pt x="19584" y="12916"/>
                    <a:pt x="19862" y="13334"/>
                    <a:pt x="19862" y="13473"/>
                  </a:cubicBezTo>
                  <a:cubicBezTo>
                    <a:pt x="19838" y="13612"/>
                    <a:pt x="19699" y="13612"/>
                    <a:pt x="19584" y="13751"/>
                  </a:cubicBezTo>
                  <a:cubicBezTo>
                    <a:pt x="19563" y="13772"/>
                    <a:pt x="19541" y="13781"/>
                    <a:pt x="19518" y="13781"/>
                  </a:cubicBezTo>
                  <a:cubicBezTo>
                    <a:pt x="19394" y="13781"/>
                    <a:pt x="19245" y="13518"/>
                    <a:pt x="19111" y="13518"/>
                  </a:cubicBezTo>
                  <a:cubicBezTo>
                    <a:pt x="19106" y="13518"/>
                    <a:pt x="19102" y="13518"/>
                    <a:pt x="19097" y="13519"/>
                  </a:cubicBezTo>
                  <a:cubicBezTo>
                    <a:pt x="18958" y="13519"/>
                    <a:pt x="19097" y="13774"/>
                    <a:pt x="19166" y="13936"/>
                  </a:cubicBezTo>
                  <a:cubicBezTo>
                    <a:pt x="19259" y="14098"/>
                    <a:pt x="18981" y="14330"/>
                    <a:pt x="19190" y="14469"/>
                  </a:cubicBezTo>
                  <a:cubicBezTo>
                    <a:pt x="19236" y="14500"/>
                    <a:pt x="19268" y="14513"/>
                    <a:pt x="19291" y="14513"/>
                  </a:cubicBezTo>
                  <a:cubicBezTo>
                    <a:pt x="19373" y="14513"/>
                    <a:pt x="19339" y="14356"/>
                    <a:pt x="19375" y="14284"/>
                  </a:cubicBezTo>
                  <a:cubicBezTo>
                    <a:pt x="19381" y="14260"/>
                    <a:pt x="19396" y="14250"/>
                    <a:pt x="19418" y="14250"/>
                  </a:cubicBezTo>
                  <a:cubicBezTo>
                    <a:pt x="19479" y="14250"/>
                    <a:pt x="19590" y="14331"/>
                    <a:pt x="19676" y="14400"/>
                  </a:cubicBezTo>
                  <a:cubicBezTo>
                    <a:pt x="19687" y="14408"/>
                    <a:pt x="19697" y="14412"/>
                    <a:pt x="19706" y="14412"/>
                  </a:cubicBezTo>
                  <a:cubicBezTo>
                    <a:pt x="19774" y="14412"/>
                    <a:pt x="19792" y="14201"/>
                    <a:pt x="19792" y="14098"/>
                  </a:cubicBezTo>
                  <a:cubicBezTo>
                    <a:pt x="19792" y="14058"/>
                    <a:pt x="19815" y="14040"/>
                    <a:pt x="19849" y="14040"/>
                  </a:cubicBezTo>
                  <a:cubicBezTo>
                    <a:pt x="19911" y="14040"/>
                    <a:pt x="20010" y="14101"/>
                    <a:pt x="20070" y="14191"/>
                  </a:cubicBezTo>
                  <a:cubicBezTo>
                    <a:pt x="20088" y="14217"/>
                    <a:pt x="20103" y="14228"/>
                    <a:pt x="20117" y="14228"/>
                  </a:cubicBezTo>
                  <a:cubicBezTo>
                    <a:pt x="20173" y="14228"/>
                    <a:pt x="20209" y="14051"/>
                    <a:pt x="20310" y="14051"/>
                  </a:cubicBezTo>
                  <a:cubicBezTo>
                    <a:pt x="20315" y="14051"/>
                    <a:pt x="20320" y="14051"/>
                    <a:pt x="20325" y="14052"/>
                  </a:cubicBezTo>
                  <a:cubicBezTo>
                    <a:pt x="20464" y="14075"/>
                    <a:pt x="20372" y="14307"/>
                    <a:pt x="20372" y="14446"/>
                  </a:cubicBezTo>
                  <a:cubicBezTo>
                    <a:pt x="20372" y="14478"/>
                    <a:pt x="20385" y="14489"/>
                    <a:pt x="20406" y="14489"/>
                  </a:cubicBezTo>
                  <a:cubicBezTo>
                    <a:pt x="20451" y="14489"/>
                    <a:pt x="20531" y="14436"/>
                    <a:pt x="20574" y="14436"/>
                  </a:cubicBezTo>
                  <a:cubicBezTo>
                    <a:pt x="20596" y="14436"/>
                    <a:pt x="20609" y="14450"/>
                    <a:pt x="20603" y="14492"/>
                  </a:cubicBezTo>
                  <a:cubicBezTo>
                    <a:pt x="20603" y="14516"/>
                    <a:pt x="20603" y="14516"/>
                    <a:pt x="20603" y="14539"/>
                  </a:cubicBezTo>
                  <a:cubicBezTo>
                    <a:pt x="20742" y="14446"/>
                    <a:pt x="20881" y="14353"/>
                    <a:pt x="20974" y="14284"/>
                  </a:cubicBezTo>
                  <a:cubicBezTo>
                    <a:pt x="21229" y="14098"/>
                    <a:pt x="20789" y="14006"/>
                    <a:pt x="20858" y="13797"/>
                  </a:cubicBezTo>
                  <a:cubicBezTo>
                    <a:pt x="20951" y="13565"/>
                    <a:pt x="20974" y="13450"/>
                    <a:pt x="20348" y="13195"/>
                  </a:cubicBezTo>
                  <a:cubicBezTo>
                    <a:pt x="19746" y="12963"/>
                    <a:pt x="19792" y="12801"/>
                    <a:pt x="19375" y="12059"/>
                  </a:cubicBezTo>
                  <a:cubicBezTo>
                    <a:pt x="18958" y="11317"/>
                    <a:pt x="18193" y="10993"/>
                    <a:pt x="18193" y="10715"/>
                  </a:cubicBezTo>
                  <a:cubicBezTo>
                    <a:pt x="18193" y="10579"/>
                    <a:pt x="18016" y="10521"/>
                    <a:pt x="17835" y="10521"/>
                  </a:cubicBezTo>
                  <a:cubicBezTo>
                    <a:pt x="17646" y="10521"/>
                    <a:pt x="17451" y="10585"/>
                    <a:pt x="17451" y="10692"/>
                  </a:cubicBezTo>
                  <a:cubicBezTo>
                    <a:pt x="17451" y="10900"/>
                    <a:pt x="17127" y="10970"/>
                    <a:pt x="16965" y="11062"/>
                  </a:cubicBezTo>
                  <a:cubicBezTo>
                    <a:pt x="16922" y="11089"/>
                    <a:pt x="16885" y="11101"/>
                    <a:pt x="16852" y="11101"/>
                  </a:cubicBezTo>
                  <a:cubicBezTo>
                    <a:pt x="16742" y="11101"/>
                    <a:pt x="16672" y="10968"/>
                    <a:pt x="16548" y="10808"/>
                  </a:cubicBezTo>
                  <a:cubicBezTo>
                    <a:pt x="16385" y="10599"/>
                    <a:pt x="15991" y="10367"/>
                    <a:pt x="15991" y="10251"/>
                  </a:cubicBezTo>
                  <a:cubicBezTo>
                    <a:pt x="15991" y="10139"/>
                    <a:pt x="15931" y="9935"/>
                    <a:pt x="15760" y="9935"/>
                  </a:cubicBezTo>
                  <a:cubicBezTo>
                    <a:pt x="15720" y="9935"/>
                    <a:pt x="15674" y="9947"/>
                    <a:pt x="15621" y="9973"/>
                  </a:cubicBezTo>
                  <a:cubicBezTo>
                    <a:pt x="15513" y="10027"/>
                    <a:pt x="15426" y="10039"/>
                    <a:pt x="15354" y="10039"/>
                  </a:cubicBezTo>
                  <a:cubicBezTo>
                    <a:pt x="15296" y="10039"/>
                    <a:pt x="15249" y="10031"/>
                    <a:pt x="15208" y="10031"/>
                  </a:cubicBezTo>
                  <a:cubicBezTo>
                    <a:pt x="15170" y="10031"/>
                    <a:pt x="15138" y="10038"/>
                    <a:pt x="15111" y="10066"/>
                  </a:cubicBezTo>
                  <a:cubicBezTo>
                    <a:pt x="15093" y="10089"/>
                    <a:pt x="15067" y="10098"/>
                    <a:pt x="15038" y="10098"/>
                  </a:cubicBezTo>
                  <a:cubicBezTo>
                    <a:pt x="14950" y="10098"/>
                    <a:pt x="14833" y="10020"/>
                    <a:pt x="14833" y="10020"/>
                  </a:cubicBezTo>
                  <a:lnTo>
                    <a:pt x="14833" y="1630"/>
                  </a:lnTo>
                  <a:cubicBezTo>
                    <a:pt x="14740" y="1630"/>
                    <a:pt x="14647" y="1607"/>
                    <a:pt x="14578" y="1584"/>
                  </a:cubicBezTo>
                  <a:cubicBezTo>
                    <a:pt x="14261" y="1457"/>
                    <a:pt x="13790" y="1253"/>
                    <a:pt x="13499" y="1253"/>
                  </a:cubicBezTo>
                  <a:cubicBezTo>
                    <a:pt x="13470" y="1253"/>
                    <a:pt x="13444" y="1255"/>
                    <a:pt x="13419" y="1259"/>
                  </a:cubicBezTo>
                  <a:cubicBezTo>
                    <a:pt x="13237" y="1305"/>
                    <a:pt x="12936" y="1350"/>
                    <a:pt x="12697" y="1350"/>
                  </a:cubicBezTo>
                  <a:cubicBezTo>
                    <a:pt x="12572" y="1350"/>
                    <a:pt x="12463" y="1338"/>
                    <a:pt x="12399" y="1306"/>
                  </a:cubicBezTo>
                  <a:cubicBezTo>
                    <a:pt x="12259" y="1236"/>
                    <a:pt x="12066" y="1166"/>
                    <a:pt x="11810" y="1166"/>
                  </a:cubicBezTo>
                  <a:cubicBezTo>
                    <a:pt x="11727" y="1166"/>
                    <a:pt x="11638" y="1173"/>
                    <a:pt x="11542" y="1190"/>
                  </a:cubicBezTo>
                  <a:cubicBezTo>
                    <a:pt x="11512" y="1193"/>
                    <a:pt x="11483" y="1195"/>
                    <a:pt x="11454" y="1195"/>
                  </a:cubicBezTo>
                  <a:cubicBezTo>
                    <a:pt x="11108" y="1195"/>
                    <a:pt x="10854" y="949"/>
                    <a:pt x="10383" y="842"/>
                  </a:cubicBezTo>
                  <a:cubicBezTo>
                    <a:pt x="10253" y="813"/>
                    <a:pt x="10110" y="801"/>
                    <a:pt x="9966" y="801"/>
                  </a:cubicBezTo>
                  <a:cubicBezTo>
                    <a:pt x="9543" y="801"/>
                    <a:pt x="9108" y="900"/>
                    <a:pt x="8969" y="935"/>
                  </a:cubicBezTo>
                  <a:cubicBezTo>
                    <a:pt x="8950" y="943"/>
                    <a:pt x="8933" y="947"/>
                    <a:pt x="8919" y="947"/>
                  </a:cubicBezTo>
                  <a:cubicBezTo>
                    <a:pt x="8824" y="947"/>
                    <a:pt x="8824" y="790"/>
                    <a:pt x="8675" y="790"/>
                  </a:cubicBezTo>
                  <a:cubicBezTo>
                    <a:pt x="8659" y="790"/>
                    <a:pt x="8641" y="792"/>
                    <a:pt x="8622" y="796"/>
                  </a:cubicBezTo>
                  <a:cubicBezTo>
                    <a:pt x="8606" y="798"/>
                    <a:pt x="8593" y="798"/>
                    <a:pt x="8581" y="798"/>
                  </a:cubicBezTo>
                  <a:cubicBezTo>
                    <a:pt x="8436" y="798"/>
                    <a:pt x="8567" y="668"/>
                    <a:pt x="8459" y="518"/>
                  </a:cubicBezTo>
                  <a:cubicBezTo>
                    <a:pt x="8418" y="452"/>
                    <a:pt x="8316" y="430"/>
                    <a:pt x="8191" y="430"/>
                  </a:cubicBezTo>
                  <a:cubicBezTo>
                    <a:pt x="7963" y="430"/>
                    <a:pt x="7659" y="503"/>
                    <a:pt x="7509" y="518"/>
                  </a:cubicBezTo>
                  <a:cubicBezTo>
                    <a:pt x="7494" y="520"/>
                    <a:pt x="7479" y="520"/>
                    <a:pt x="7465" y="520"/>
                  </a:cubicBezTo>
                  <a:cubicBezTo>
                    <a:pt x="7291" y="520"/>
                    <a:pt x="7233" y="395"/>
                    <a:pt x="7254" y="309"/>
                  </a:cubicBezTo>
                  <a:cubicBezTo>
                    <a:pt x="7254" y="264"/>
                    <a:pt x="7223" y="244"/>
                    <a:pt x="7180" y="244"/>
                  </a:cubicBezTo>
                  <a:cubicBezTo>
                    <a:pt x="7113" y="244"/>
                    <a:pt x="7019" y="294"/>
                    <a:pt x="6976" y="379"/>
                  </a:cubicBezTo>
                  <a:cubicBezTo>
                    <a:pt x="6921" y="462"/>
                    <a:pt x="6815" y="504"/>
                    <a:pt x="6714" y="504"/>
                  </a:cubicBezTo>
                  <a:cubicBezTo>
                    <a:pt x="6647" y="504"/>
                    <a:pt x="6582" y="485"/>
                    <a:pt x="6536" y="448"/>
                  </a:cubicBezTo>
                  <a:cubicBezTo>
                    <a:pt x="6443" y="356"/>
                    <a:pt x="6745" y="309"/>
                    <a:pt x="6768" y="193"/>
                  </a:cubicBezTo>
                  <a:cubicBezTo>
                    <a:pt x="6768" y="101"/>
                    <a:pt x="6443" y="31"/>
                    <a:pt x="6327" y="8"/>
                  </a:cubicBezTo>
                  <a:cubicBezTo>
                    <a:pt x="6314" y="3"/>
                    <a:pt x="6299" y="0"/>
                    <a:pt x="6284" y="0"/>
                  </a:cubicBezTo>
                  <a:close/>
                  <a:moveTo>
                    <a:pt x="2392" y="14409"/>
                  </a:moveTo>
                  <a:cubicBezTo>
                    <a:pt x="2092" y="14409"/>
                    <a:pt x="1532" y="14750"/>
                    <a:pt x="1762" y="14771"/>
                  </a:cubicBezTo>
                  <a:cubicBezTo>
                    <a:pt x="1773" y="14772"/>
                    <a:pt x="1783" y="14773"/>
                    <a:pt x="1793" y="14773"/>
                  </a:cubicBezTo>
                  <a:cubicBezTo>
                    <a:pt x="1934" y="14773"/>
                    <a:pt x="2008" y="14631"/>
                    <a:pt x="2202" y="14631"/>
                  </a:cubicBezTo>
                  <a:cubicBezTo>
                    <a:pt x="2388" y="14631"/>
                    <a:pt x="2758" y="14516"/>
                    <a:pt x="2480" y="14423"/>
                  </a:cubicBezTo>
                  <a:cubicBezTo>
                    <a:pt x="2455" y="14414"/>
                    <a:pt x="2425" y="14409"/>
                    <a:pt x="2392" y="14409"/>
                  </a:cubicBezTo>
                  <a:close/>
                  <a:moveTo>
                    <a:pt x="678" y="15075"/>
                  </a:moveTo>
                  <a:cubicBezTo>
                    <a:pt x="543" y="15075"/>
                    <a:pt x="274" y="15521"/>
                    <a:pt x="384" y="15521"/>
                  </a:cubicBezTo>
                  <a:cubicBezTo>
                    <a:pt x="392" y="15521"/>
                    <a:pt x="404" y="15518"/>
                    <a:pt x="418" y="15512"/>
                  </a:cubicBezTo>
                  <a:cubicBezTo>
                    <a:pt x="719" y="15373"/>
                    <a:pt x="835" y="15234"/>
                    <a:pt x="719" y="15095"/>
                  </a:cubicBezTo>
                  <a:cubicBezTo>
                    <a:pt x="708" y="15081"/>
                    <a:pt x="694" y="15075"/>
                    <a:pt x="678" y="15075"/>
                  </a:cubicBezTo>
                  <a:close/>
                  <a:moveTo>
                    <a:pt x="40158" y="18378"/>
                  </a:moveTo>
                  <a:cubicBezTo>
                    <a:pt x="40047" y="18378"/>
                    <a:pt x="40047" y="18641"/>
                    <a:pt x="40047" y="18641"/>
                  </a:cubicBezTo>
                  <a:lnTo>
                    <a:pt x="24983" y="18733"/>
                  </a:lnTo>
                  <a:cubicBezTo>
                    <a:pt x="25007" y="18757"/>
                    <a:pt x="25007" y="18780"/>
                    <a:pt x="25030" y="18803"/>
                  </a:cubicBezTo>
                  <a:cubicBezTo>
                    <a:pt x="25215" y="18988"/>
                    <a:pt x="25076" y="19127"/>
                    <a:pt x="25122" y="19359"/>
                  </a:cubicBezTo>
                  <a:cubicBezTo>
                    <a:pt x="25192" y="19591"/>
                    <a:pt x="25146" y="19915"/>
                    <a:pt x="24960" y="19915"/>
                  </a:cubicBezTo>
                  <a:cubicBezTo>
                    <a:pt x="24775" y="19915"/>
                    <a:pt x="24752" y="19730"/>
                    <a:pt x="24891" y="19637"/>
                  </a:cubicBezTo>
                  <a:cubicBezTo>
                    <a:pt x="25030" y="19568"/>
                    <a:pt x="24937" y="19313"/>
                    <a:pt x="24821" y="19313"/>
                  </a:cubicBezTo>
                  <a:cubicBezTo>
                    <a:pt x="24728" y="19313"/>
                    <a:pt x="24705" y="19220"/>
                    <a:pt x="24705" y="19104"/>
                  </a:cubicBezTo>
                  <a:cubicBezTo>
                    <a:pt x="24590" y="19136"/>
                    <a:pt x="24470" y="19148"/>
                    <a:pt x="24344" y="19148"/>
                  </a:cubicBezTo>
                  <a:cubicBezTo>
                    <a:pt x="24190" y="19148"/>
                    <a:pt x="24026" y="19130"/>
                    <a:pt x="23848" y="19104"/>
                  </a:cubicBezTo>
                  <a:cubicBezTo>
                    <a:pt x="23848" y="19127"/>
                    <a:pt x="23848" y="19127"/>
                    <a:pt x="23848" y="19151"/>
                  </a:cubicBezTo>
                  <a:cubicBezTo>
                    <a:pt x="23871" y="19290"/>
                    <a:pt x="23940" y="19614"/>
                    <a:pt x="24126" y="19869"/>
                  </a:cubicBezTo>
                  <a:cubicBezTo>
                    <a:pt x="24334" y="20124"/>
                    <a:pt x="24195" y="20286"/>
                    <a:pt x="24381" y="20379"/>
                  </a:cubicBezTo>
                  <a:cubicBezTo>
                    <a:pt x="24547" y="20483"/>
                    <a:pt x="24546" y="20568"/>
                    <a:pt x="24427" y="20568"/>
                  </a:cubicBezTo>
                  <a:cubicBezTo>
                    <a:pt x="24413" y="20568"/>
                    <a:pt x="24398" y="20567"/>
                    <a:pt x="24381" y="20564"/>
                  </a:cubicBezTo>
                  <a:cubicBezTo>
                    <a:pt x="24369" y="20563"/>
                    <a:pt x="24359" y="20562"/>
                    <a:pt x="24350" y="20562"/>
                  </a:cubicBezTo>
                  <a:cubicBezTo>
                    <a:pt x="24212" y="20562"/>
                    <a:pt x="24330" y="20726"/>
                    <a:pt x="24265" y="21074"/>
                  </a:cubicBezTo>
                  <a:cubicBezTo>
                    <a:pt x="24195" y="21422"/>
                    <a:pt x="24219" y="22187"/>
                    <a:pt x="24172" y="22418"/>
                  </a:cubicBezTo>
                  <a:cubicBezTo>
                    <a:pt x="24149" y="22650"/>
                    <a:pt x="23871" y="23021"/>
                    <a:pt x="24033" y="23253"/>
                  </a:cubicBezTo>
                  <a:cubicBezTo>
                    <a:pt x="24195" y="23508"/>
                    <a:pt x="24311" y="23855"/>
                    <a:pt x="24219" y="24156"/>
                  </a:cubicBezTo>
                  <a:cubicBezTo>
                    <a:pt x="24126" y="24458"/>
                    <a:pt x="24149" y="24620"/>
                    <a:pt x="24288" y="24852"/>
                  </a:cubicBezTo>
                  <a:cubicBezTo>
                    <a:pt x="24404" y="25083"/>
                    <a:pt x="24311" y="25501"/>
                    <a:pt x="24450" y="25570"/>
                  </a:cubicBezTo>
                  <a:cubicBezTo>
                    <a:pt x="24589" y="25663"/>
                    <a:pt x="24728" y="25825"/>
                    <a:pt x="24868" y="26057"/>
                  </a:cubicBezTo>
                  <a:cubicBezTo>
                    <a:pt x="25007" y="26265"/>
                    <a:pt x="25122" y="26126"/>
                    <a:pt x="25146" y="26358"/>
                  </a:cubicBezTo>
                  <a:cubicBezTo>
                    <a:pt x="25169" y="26567"/>
                    <a:pt x="25169" y="26613"/>
                    <a:pt x="25354" y="26683"/>
                  </a:cubicBezTo>
                  <a:cubicBezTo>
                    <a:pt x="25563" y="26775"/>
                    <a:pt x="25424" y="26984"/>
                    <a:pt x="25424" y="27123"/>
                  </a:cubicBezTo>
                  <a:cubicBezTo>
                    <a:pt x="25424" y="27239"/>
                    <a:pt x="25679" y="27447"/>
                    <a:pt x="26003" y="27725"/>
                  </a:cubicBezTo>
                  <a:cubicBezTo>
                    <a:pt x="26328" y="28004"/>
                    <a:pt x="26049" y="28235"/>
                    <a:pt x="26281" y="28235"/>
                  </a:cubicBezTo>
                  <a:cubicBezTo>
                    <a:pt x="26513" y="28235"/>
                    <a:pt x="26722" y="28374"/>
                    <a:pt x="26953" y="28513"/>
                  </a:cubicBezTo>
                  <a:cubicBezTo>
                    <a:pt x="27069" y="28594"/>
                    <a:pt x="27144" y="28612"/>
                    <a:pt x="27211" y="28612"/>
                  </a:cubicBezTo>
                  <a:cubicBezTo>
                    <a:pt x="27261" y="28612"/>
                    <a:pt x="27306" y="28602"/>
                    <a:pt x="27360" y="28602"/>
                  </a:cubicBezTo>
                  <a:cubicBezTo>
                    <a:pt x="27378" y="28602"/>
                    <a:pt x="27396" y="28603"/>
                    <a:pt x="27417" y="28606"/>
                  </a:cubicBezTo>
                  <a:cubicBezTo>
                    <a:pt x="27579" y="28652"/>
                    <a:pt x="27857" y="29000"/>
                    <a:pt x="27927" y="29232"/>
                  </a:cubicBezTo>
                  <a:cubicBezTo>
                    <a:pt x="27950" y="29325"/>
                    <a:pt x="27996" y="29440"/>
                    <a:pt x="28043" y="29556"/>
                  </a:cubicBezTo>
                  <a:lnTo>
                    <a:pt x="29317" y="29394"/>
                  </a:lnTo>
                  <a:cubicBezTo>
                    <a:pt x="29317" y="29394"/>
                    <a:pt x="29688" y="29672"/>
                    <a:pt x="29920" y="29718"/>
                  </a:cubicBezTo>
                  <a:cubicBezTo>
                    <a:pt x="30128" y="29788"/>
                    <a:pt x="31333" y="30228"/>
                    <a:pt x="31333" y="30228"/>
                  </a:cubicBezTo>
                  <a:lnTo>
                    <a:pt x="32886" y="30205"/>
                  </a:lnTo>
                  <a:lnTo>
                    <a:pt x="33072" y="29973"/>
                  </a:lnTo>
                  <a:lnTo>
                    <a:pt x="33906" y="29973"/>
                  </a:lnTo>
                  <a:cubicBezTo>
                    <a:pt x="33906" y="29973"/>
                    <a:pt x="34462" y="30506"/>
                    <a:pt x="34532" y="30530"/>
                  </a:cubicBezTo>
                  <a:cubicBezTo>
                    <a:pt x="34624" y="30553"/>
                    <a:pt x="34879" y="30808"/>
                    <a:pt x="34879" y="30947"/>
                  </a:cubicBezTo>
                  <a:cubicBezTo>
                    <a:pt x="34879" y="31109"/>
                    <a:pt x="34949" y="31248"/>
                    <a:pt x="35088" y="31294"/>
                  </a:cubicBezTo>
                  <a:cubicBezTo>
                    <a:pt x="35195" y="31359"/>
                    <a:pt x="35583" y="31624"/>
                    <a:pt x="35693" y="31624"/>
                  </a:cubicBezTo>
                  <a:cubicBezTo>
                    <a:pt x="35702" y="31624"/>
                    <a:pt x="35709" y="31622"/>
                    <a:pt x="35713" y="31619"/>
                  </a:cubicBezTo>
                  <a:cubicBezTo>
                    <a:pt x="35781" y="31596"/>
                    <a:pt x="35894" y="31131"/>
                    <a:pt x="36115" y="31131"/>
                  </a:cubicBezTo>
                  <a:cubicBezTo>
                    <a:pt x="36120" y="31131"/>
                    <a:pt x="36125" y="31132"/>
                    <a:pt x="36131" y="31132"/>
                  </a:cubicBezTo>
                  <a:cubicBezTo>
                    <a:pt x="36362" y="31132"/>
                    <a:pt x="37011" y="31318"/>
                    <a:pt x="37104" y="31688"/>
                  </a:cubicBezTo>
                  <a:cubicBezTo>
                    <a:pt x="37220" y="32036"/>
                    <a:pt x="37521" y="32337"/>
                    <a:pt x="37637" y="32430"/>
                  </a:cubicBezTo>
                  <a:cubicBezTo>
                    <a:pt x="37730" y="32499"/>
                    <a:pt x="37683" y="32708"/>
                    <a:pt x="37753" y="32824"/>
                  </a:cubicBezTo>
                  <a:cubicBezTo>
                    <a:pt x="37846" y="32940"/>
                    <a:pt x="37822" y="33172"/>
                    <a:pt x="37915" y="33172"/>
                  </a:cubicBezTo>
                  <a:cubicBezTo>
                    <a:pt x="38008" y="33172"/>
                    <a:pt x="38471" y="33450"/>
                    <a:pt x="38680" y="33450"/>
                  </a:cubicBezTo>
                  <a:cubicBezTo>
                    <a:pt x="38749" y="33450"/>
                    <a:pt x="38819" y="33473"/>
                    <a:pt x="38912" y="33519"/>
                  </a:cubicBezTo>
                  <a:cubicBezTo>
                    <a:pt x="38935" y="33102"/>
                    <a:pt x="38495" y="33009"/>
                    <a:pt x="38749" y="32824"/>
                  </a:cubicBezTo>
                  <a:cubicBezTo>
                    <a:pt x="39051" y="32592"/>
                    <a:pt x="38749" y="32407"/>
                    <a:pt x="38888" y="32291"/>
                  </a:cubicBezTo>
                  <a:cubicBezTo>
                    <a:pt x="39028" y="32198"/>
                    <a:pt x="39282" y="32106"/>
                    <a:pt x="39282" y="31966"/>
                  </a:cubicBezTo>
                  <a:cubicBezTo>
                    <a:pt x="39282" y="31868"/>
                    <a:pt x="39353" y="31839"/>
                    <a:pt x="39460" y="31839"/>
                  </a:cubicBezTo>
                  <a:cubicBezTo>
                    <a:pt x="39503" y="31839"/>
                    <a:pt x="39553" y="31844"/>
                    <a:pt x="39607" y="31851"/>
                  </a:cubicBezTo>
                  <a:cubicBezTo>
                    <a:pt x="39614" y="31851"/>
                    <a:pt x="39620" y="31852"/>
                    <a:pt x="39627" y="31852"/>
                  </a:cubicBezTo>
                  <a:cubicBezTo>
                    <a:pt x="39837" y="31852"/>
                    <a:pt x="40162" y="31522"/>
                    <a:pt x="40140" y="31387"/>
                  </a:cubicBezTo>
                  <a:cubicBezTo>
                    <a:pt x="40124" y="31290"/>
                    <a:pt x="40153" y="31250"/>
                    <a:pt x="40250" y="31250"/>
                  </a:cubicBezTo>
                  <a:cubicBezTo>
                    <a:pt x="40293" y="31250"/>
                    <a:pt x="40348" y="31257"/>
                    <a:pt x="40418" y="31271"/>
                  </a:cubicBezTo>
                  <a:cubicBezTo>
                    <a:pt x="40441" y="31278"/>
                    <a:pt x="40461" y="31281"/>
                    <a:pt x="40478" y="31281"/>
                  </a:cubicBezTo>
                  <a:cubicBezTo>
                    <a:pt x="40630" y="31281"/>
                    <a:pt x="40620" y="31058"/>
                    <a:pt x="40717" y="31058"/>
                  </a:cubicBezTo>
                  <a:cubicBezTo>
                    <a:pt x="40725" y="31058"/>
                    <a:pt x="40733" y="31060"/>
                    <a:pt x="40743" y="31063"/>
                  </a:cubicBezTo>
                  <a:cubicBezTo>
                    <a:pt x="40847" y="31093"/>
                    <a:pt x="40933" y="31142"/>
                    <a:pt x="40980" y="31142"/>
                  </a:cubicBezTo>
                  <a:cubicBezTo>
                    <a:pt x="41006" y="31142"/>
                    <a:pt x="41021" y="31127"/>
                    <a:pt x="41021" y="31086"/>
                  </a:cubicBezTo>
                  <a:cubicBezTo>
                    <a:pt x="41030" y="31038"/>
                    <a:pt x="41060" y="31013"/>
                    <a:pt x="41100" y="31013"/>
                  </a:cubicBezTo>
                  <a:cubicBezTo>
                    <a:pt x="41156" y="31013"/>
                    <a:pt x="41231" y="31061"/>
                    <a:pt x="41299" y="31155"/>
                  </a:cubicBezTo>
                  <a:cubicBezTo>
                    <a:pt x="41361" y="31230"/>
                    <a:pt x="41476" y="31278"/>
                    <a:pt x="41573" y="31278"/>
                  </a:cubicBezTo>
                  <a:cubicBezTo>
                    <a:pt x="41657" y="31278"/>
                    <a:pt x="41728" y="31242"/>
                    <a:pt x="41739" y="31155"/>
                  </a:cubicBezTo>
                  <a:cubicBezTo>
                    <a:pt x="41746" y="31108"/>
                    <a:pt x="41767" y="31088"/>
                    <a:pt x="41796" y="31088"/>
                  </a:cubicBezTo>
                  <a:cubicBezTo>
                    <a:pt x="41869" y="31088"/>
                    <a:pt x="41995" y="31203"/>
                    <a:pt x="42110" y="31318"/>
                  </a:cubicBezTo>
                  <a:cubicBezTo>
                    <a:pt x="42218" y="31441"/>
                    <a:pt x="42285" y="31462"/>
                    <a:pt x="42386" y="31462"/>
                  </a:cubicBezTo>
                  <a:cubicBezTo>
                    <a:pt x="42437" y="31462"/>
                    <a:pt x="42496" y="31457"/>
                    <a:pt x="42573" y="31457"/>
                  </a:cubicBezTo>
                  <a:cubicBezTo>
                    <a:pt x="42603" y="31460"/>
                    <a:pt x="42628" y="31461"/>
                    <a:pt x="42651" y="31461"/>
                  </a:cubicBezTo>
                  <a:cubicBezTo>
                    <a:pt x="42805" y="31461"/>
                    <a:pt x="42805" y="31393"/>
                    <a:pt x="42805" y="31271"/>
                  </a:cubicBezTo>
                  <a:cubicBezTo>
                    <a:pt x="42809" y="31247"/>
                    <a:pt x="42817" y="31237"/>
                    <a:pt x="42829" y="31237"/>
                  </a:cubicBezTo>
                  <a:cubicBezTo>
                    <a:pt x="42897" y="31237"/>
                    <a:pt x="43094" y="31576"/>
                    <a:pt x="43292" y="31596"/>
                  </a:cubicBezTo>
                  <a:cubicBezTo>
                    <a:pt x="43307" y="31597"/>
                    <a:pt x="43320" y="31598"/>
                    <a:pt x="43332" y="31598"/>
                  </a:cubicBezTo>
                  <a:cubicBezTo>
                    <a:pt x="43500" y="31598"/>
                    <a:pt x="43328" y="31448"/>
                    <a:pt x="43176" y="31318"/>
                  </a:cubicBezTo>
                  <a:cubicBezTo>
                    <a:pt x="42991" y="31202"/>
                    <a:pt x="43199" y="31132"/>
                    <a:pt x="43060" y="31016"/>
                  </a:cubicBezTo>
                  <a:cubicBezTo>
                    <a:pt x="42930" y="30930"/>
                    <a:pt x="43205" y="30782"/>
                    <a:pt x="43468" y="30782"/>
                  </a:cubicBezTo>
                  <a:cubicBezTo>
                    <a:pt x="43487" y="30782"/>
                    <a:pt x="43505" y="30783"/>
                    <a:pt x="43524" y="30785"/>
                  </a:cubicBezTo>
                  <a:cubicBezTo>
                    <a:pt x="43674" y="30785"/>
                    <a:pt x="43744" y="30808"/>
                    <a:pt x="43790" y="30808"/>
                  </a:cubicBezTo>
                  <a:cubicBezTo>
                    <a:pt x="43836" y="30808"/>
                    <a:pt x="43860" y="30785"/>
                    <a:pt x="43918" y="30692"/>
                  </a:cubicBezTo>
                  <a:cubicBezTo>
                    <a:pt x="43951" y="30644"/>
                    <a:pt x="43985" y="30625"/>
                    <a:pt x="44016" y="30625"/>
                  </a:cubicBezTo>
                  <a:cubicBezTo>
                    <a:pt x="44091" y="30625"/>
                    <a:pt x="44149" y="30739"/>
                    <a:pt x="44149" y="30854"/>
                  </a:cubicBezTo>
                  <a:cubicBezTo>
                    <a:pt x="44149" y="30886"/>
                    <a:pt x="44174" y="30898"/>
                    <a:pt x="44215" y="30898"/>
                  </a:cubicBezTo>
                  <a:cubicBezTo>
                    <a:pt x="44352" y="30898"/>
                    <a:pt x="44672" y="30761"/>
                    <a:pt x="44868" y="30761"/>
                  </a:cubicBezTo>
                  <a:cubicBezTo>
                    <a:pt x="45123" y="30761"/>
                    <a:pt x="45354" y="30970"/>
                    <a:pt x="45378" y="31109"/>
                  </a:cubicBezTo>
                  <a:cubicBezTo>
                    <a:pt x="45392" y="31207"/>
                    <a:pt x="45456" y="31271"/>
                    <a:pt x="45546" y="31271"/>
                  </a:cubicBezTo>
                  <a:cubicBezTo>
                    <a:pt x="45605" y="31271"/>
                    <a:pt x="45675" y="31243"/>
                    <a:pt x="45748" y="31179"/>
                  </a:cubicBezTo>
                  <a:cubicBezTo>
                    <a:pt x="45879" y="31064"/>
                    <a:pt x="45998" y="30939"/>
                    <a:pt x="46113" y="30939"/>
                  </a:cubicBezTo>
                  <a:cubicBezTo>
                    <a:pt x="46162" y="30939"/>
                    <a:pt x="46210" y="30961"/>
                    <a:pt x="46258" y="31016"/>
                  </a:cubicBezTo>
                  <a:cubicBezTo>
                    <a:pt x="46444" y="31179"/>
                    <a:pt x="46606" y="31410"/>
                    <a:pt x="46814" y="31619"/>
                  </a:cubicBezTo>
                  <a:cubicBezTo>
                    <a:pt x="47023" y="31827"/>
                    <a:pt x="46699" y="32082"/>
                    <a:pt x="46814" y="32221"/>
                  </a:cubicBezTo>
                  <a:cubicBezTo>
                    <a:pt x="46930" y="32384"/>
                    <a:pt x="46814" y="32615"/>
                    <a:pt x="47046" y="32778"/>
                  </a:cubicBezTo>
                  <a:cubicBezTo>
                    <a:pt x="47278" y="32940"/>
                    <a:pt x="47069" y="33287"/>
                    <a:pt x="47255" y="33357"/>
                  </a:cubicBezTo>
                  <a:cubicBezTo>
                    <a:pt x="47463" y="33403"/>
                    <a:pt x="47626" y="33705"/>
                    <a:pt x="47649" y="33820"/>
                  </a:cubicBezTo>
                  <a:cubicBezTo>
                    <a:pt x="47664" y="33896"/>
                    <a:pt x="47816" y="33991"/>
                    <a:pt x="47927" y="33991"/>
                  </a:cubicBezTo>
                  <a:cubicBezTo>
                    <a:pt x="47987" y="33991"/>
                    <a:pt x="48035" y="33963"/>
                    <a:pt x="48043" y="33890"/>
                  </a:cubicBezTo>
                  <a:cubicBezTo>
                    <a:pt x="48066" y="33681"/>
                    <a:pt x="48274" y="33450"/>
                    <a:pt x="48298" y="33241"/>
                  </a:cubicBezTo>
                  <a:cubicBezTo>
                    <a:pt x="48321" y="33056"/>
                    <a:pt x="48159" y="32360"/>
                    <a:pt x="47996" y="32152"/>
                  </a:cubicBezTo>
                  <a:cubicBezTo>
                    <a:pt x="47834" y="31920"/>
                    <a:pt x="48020" y="31874"/>
                    <a:pt x="47834" y="31619"/>
                  </a:cubicBezTo>
                  <a:cubicBezTo>
                    <a:pt x="47649" y="31364"/>
                    <a:pt x="47510" y="30924"/>
                    <a:pt x="47533" y="30553"/>
                  </a:cubicBezTo>
                  <a:cubicBezTo>
                    <a:pt x="47533" y="30205"/>
                    <a:pt x="47973" y="29603"/>
                    <a:pt x="48182" y="29417"/>
                  </a:cubicBezTo>
                  <a:cubicBezTo>
                    <a:pt x="48367" y="29232"/>
                    <a:pt x="48599" y="29325"/>
                    <a:pt x="48645" y="29139"/>
                  </a:cubicBezTo>
                  <a:cubicBezTo>
                    <a:pt x="48715" y="28954"/>
                    <a:pt x="48970" y="28699"/>
                    <a:pt x="49109" y="28699"/>
                  </a:cubicBezTo>
                  <a:cubicBezTo>
                    <a:pt x="49159" y="28699"/>
                    <a:pt x="49213" y="28705"/>
                    <a:pt x="49262" y="28705"/>
                  </a:cubicBezTo>
                  <a:cubicBezTo>
                    <a:pt x="49347" y="28705"/>
                    <a:pt x="49418" y="28686"/>
                    <a:pt x="49433" y="28583"/>
                  </a:cubicBezTo>
                  <a:cubicBezTo>
                    <a:pt x="49456" y="28421"/>
                    <a:pt x="49688" y="28235"/>
                    <a:pt x="50013" y="28189"/>
                  </a:cubicBezTo>
                  <a:cubicBezTo>
                    <a:pt x="50337" y="28143"/>
                    <a:pt x="50152" y="27957"/>
                    <a:pt x="50059" y="27818"/>
                  </a:cubicBezTo>
                  <a:cubicBezTo>
                    <a:pt x="50005" y="27710"/>
                    <a:pt x="50076" y="27603"/>
                    <a:pt x="50144" y="27603"/>
                  </a:cubicBezTo>
                  <a:cubicBezTo>
                    <a:pt x="50163" y="27603"/>
                    <a:pt x="50182" y="27612"/>
                    <a:pt x="50198" y="27633"/>
                  </a:cubicBezTo>
                  <a:cubicBezTo>
                    <a:pt x="50235" y="27682"/>
                    <a:pt x="50306" y="27705"/>
                    <a:pt x="50381" y="27705"/>
                  </a:cubicBezTo>
                  <a:cubicBezTo>
                    <a:pt x="50446" y="27705"/>
                    <a:pt x="50515" y="27688"/>
                    <a:pt x="50569" y="27656"/>
                  </a:cubicBezTo>
                  <a:cubicBezTo>
                    <a:pt x="50685" y="27563"/>
                    <a:pt x="50963" y="27331"/>
                    <a:pt x="50708" y="27331"/>
                  </a:cubicBezTo>
                  <a:cubicBezTo>
                    <a:pt x="50430" y="27308"/>
                    <a:pt x="50383" y="27192"/>
                    <a:pt x="50546" y="27146"/>
                  </a:cubicBezTo>
                  <a:cubicBezTo>
                    <a:pt x="50685" y="27077"/>
                    <a:pt x="50569" y="26798"/>
                    <a:pt x="50337" y="26775"/>
                  </a:cubicBezTo>
                  <a:cubicBezTo>
                    <a:pt x="50128" y="26752"/>
                    <a:pt x="50198" y="26636"/>
                    <a:pt x="50337" y="26497"/>
                  </a:cubicBezTo>
                  <a:cubicBezTo>
                    <a:pt x="50476" y="26358"/>
                    <a:pt x="50128" y="26150"/>
                    <a:pt x="49989" y="26034"/>
                  </a:cubicBezTo>
                  <a:cubicBezTo>
                    <a:pt x="49827" y="25918"/>
                    <a:pt x="50082" y="25871"/>
                    <a:pt x="50198" y="25848"/>
                  </a:cubicBezTo>
                  <a:cubicBezTo>
                    <a:pt x="50314" y="25825"/>
                    <a:pt x="50221" y="25269"/>
                    <a:pt x="50291" y="25130"/>
                  </a:cubicBezTo>
                  <a:cubicBezTo>
                    <a:pt x="50314" y="25060"/>
                    <a:pt x="50378" y="25026"/>
                    <a:pt x="50424" y="25026"/>
                  </a:cubicBezTo>
                  <a:cubicBezTo>
                    <a:pt x="50470" y="25026"/>
                    <a:pt x="50499" y="25060"/>
                    <a:pt x="50453" y="25130"/>
                  </a:cubicBezTo>
                  <a:cubicBezTo>
                    <a:pt x="50383" y="25269"/>
                    <a:pt x="50268" y="25477"/>
                    <a:pt x="50407" y="25663"/>
                  </a:cubicBezTo>
                  <a:cubicBezTo>
                    <a:pt x="50569" y="25848"/>
                    <a:pt x="50615" y="26034"/>
                    <a:pt x="50569" y="26312"/>
                  </a:cubicBezTo>
                  <a:cubicBezTo>
                    <a:pt x="50540" y="26426"/>
                    <a:pt x="50543" y="26482"/>
                    <a:pt x="50569" y="26482"/>
                  </a:cubicBezTo>
                  <a:cubicBezTo>
                    <a:pt x="50606" y="26482"/>
                    <a:pt x="50691" y="26368"/>
                    <a:pt x="50801" y="26150"/>
                  </a:cubicBezTo>
                  <a:cubicBezTo>
                    <a:pt x="50986" y="25802"/>
                    <a:pt x="51009" y="25477"/>
                    <a:pt x="50893" y="25454"/>
                  </a:cubicBezTo>
                  <a:cubicBezTo>
                    <a:pt x="50782" y="25417"/>
                    <a:pt x="50775" y="25171"/>
                    <a:pt x="50848" y="25171"/>
                  </a:cubicBezTo>
                  <a:cubicBezTo>
                    <a:pt x="50866" y="25171"/>
                    <a:pt x="50889" y="25186"/>
                    <a:pt x="50916" y="25222"/>
                  </a:cubicBezTo>
                  <a:cubicBezTo>
                    <a:pt x="50974" y="25304"/>
                    <a:pt x="51021" y="25350"/>
                    <a:pt x="51076" y="25350"/>
                  </a:cubicBezTo>
                  <a:cubicBezTo>
                    <a:pt x="51131" y="25350"/>
                    <a:pt x="51195" y="25304"/>
                    <a:pt x="51287" y="25199"/>
                  </a:cubicBezTo>
                  <a:cubicBezTo>
                    <a:pt x="51496" y="24968"/>
                    <a:pt x="51728" y="24597"/>
                    <a:pt x="51588" y="24504"/>
                  </a:cubicBezTo>
                  <a:cubicBezTo>
                    <a:pt x="51464" y="24442"/>
                    <a:pt x="51617" y="24361"/>
                    <a:pt x="51817" y="24361"/>
                  </a:cubicBezTo>
                  <a:cubicBezTo>
                    <a:pt x="51841" y="24361"/>
                    <a:pt x="51865" y="24363"/>
                    <a:pt x="51890" y="24365"/>
                  </a:cubicBezTo>
                  <a:cubicBezTo>
                    <a:pt x="52122" y="24365"/>
                    <a:pt x="52655" y="24203"/>
                    <a:pt x="52678" y="24133"/>
                  </a:cubicBezTo>
                  <a:cubicBezTo>
                    <a:pt x="52714" y="24072"/>
                    <a:pt x="52674" y="24051"/>
                    <a:pt x="52593" y="24051"/>
                  </a:cubicBezTo>
                  <a:cubicBezTo>
                    <a:pt x="52424" y="24051"/>
                    <a:pt x="52080" y="24144"/>
                    <a:pt x="51924" y="24144"/>
                  </a:cubicBezTo>
                  <a:cubicBezTo>
                    <a:pt x="51874" y="24144"/>
                    <a:pt x="51843" y="24135"/>
                    <a:pt x="51843" y="24110"/>
                  </a:cubicBezTo>
                  <a:cubicBezTo>
                    <a:pt x="51843" y="23994"/>
                    <a:pt x="52446" y="23855"/>
                    <a:pt x="52747" y="23832"/>
                  </a:cubicBezTo>
                  <a:cubicBezTo>
                    <a:pt x="52962" y="23832"/>
                    <a:pt x="52914" y="23569"/>
                    <a:pt x="52962" y="23569"/>
                  </a:cubicBezTo>
                  <a:cubicBezTo>
                    <a:pt x="52971" y="23569"/>
                    <a:pt x="52984" y="23578"/>
                    <a:pt x="53002" y="23600"/>
                  </a:cubicBezTo>
                  <a:cubicBezTo>
                    <a:pt x="53063" y="23685"/>
                    <a:pt x="53142" y="23719"/>
                    <a:pt x="53228" y="23719"/>
                  </a:cubicBezTo>
                  <a:cubicBezTo>
                    <a:pt x="53306" y="23719"/>
                    <a:pt x="53388" y="23691"/>
                    <a:pt x="53466" y="23647"/>
                  </a:cubicBezTo>
                  <a:cubicBezTo>
                    <a:pt x="53628" y="23554"/>
                    <a:pt x="53489" y="23276"/>
                    <a:pt x="53327" y="23229"/>
                  </a:cubicBezTo>
                  <a:cubicBezTo>
                    <a:pt x="53141" y="23183"/>
                    <a:pt x="53443" y="23044"/>
                    <a:pt x="53396" y="22951"/>
                  </a:cubicBezTo>
                  <a:cubicBezTo>
                    <a:pt x="53327" y="22835"/>
                    <a:pt x="53512" y="22395"/>
                    <a:pt x="53744" y="22349"/>
                  </a:cubicBezTo>
                  <a:cubicBezTo>
                    <a:pt x="53976" y="22302"/>
                    <a:pt x="53860" y="22163"/>
                    <a:pt x="54045" y="22163"/>
                  </a:cubicBezTo>
                  <a:cubicBezTo>
                    <a:pt x="54254" y="22163"/>
                    <a:pt x="54277" y="21932"/>
                    <a:pt x="54462" y="21769"/>
                  </a:cubicBezTo>
                  <a:cubicBezTo>
                    <a:pt x="54492" y="21736"/>
                    <a:pt x="54524" y="21723"/>
                    <a:pt x="54558" y="21723"/>
                  </a:cubicBezTo>
                  <a:cubicBezTo>
                    <a:pt x="54670" y="21723"/>
                    <a:pt x="54805" y="21862"/>
                    <a:pt x="54959" y="21862"/>
                  </a:cubicBezTo>
                  <a:cubicBezTo>
                    <a:pt x="55015" y="21862"/>
                    <a:pt x="55074" y="21843"/>
                    <a:pt x="55134" y="21793"/>
                  </a:cubicBezTo>
                  <a:cubicBezTo>
                    <a:pt x="55250" y="21677"/>
                    <a:pt x="55389" y="21584"/>
                    <a:pt x="55551" y="21468"/>
                  </a:cubicBezTo>
                  <a:cubicBezTo>
                    <a:pt x="54926" y="20657"/>
                    <a:pt x="55111" y="20101"/>
                    <a:pt x="55088" y="19962"/>
                  </a:cubicBezTo>
                  <a:cubicBezTo>
                    <a:pt x="55065" y="19800"/>
                    <a:pt x="54601" y="19915"/>
                    <a:pt x="54370" y="19753"/>
                  </a:cubicBezTo>
                  <a:cubicBezTo>
                    <a:pt x="54346" y="19735"/>
                    <a:pt x="54321" y="19726"/>
                    <a:pt x="54295" y="19726"/>
                  </a:cubicBezTo>
                  <a:cubicBezTo>
                    <a:pt x="54062" y="19726"/>
                    <a:pt x="53737" y="20412"/>
                    <a:pt x="53674" y="20703"/>
                  </a:cubicBezTo>
                  <a:cubicBezTo>
                    <a:pt x="53582" y="21051"/>
                    <a:pt x="53002" y="21422"/>
                    <a:pt x="53002" y="21422"/>
                  </a:cubicBezTo>
                  <a:cubicBezTo>
                    <a:pt x="53002" y="21422"/>
                    <a:pt x="51264" y="21445"/>
                    <a:pt x="51125" y="21445"/>
                  </a:cubicBezTo>
                  <a:cubicBezTo>
                    <a:pt x="51009" y="21445"/>
                    <a:pt x="50615" y="21793"/>
                    <a:pt x="50383" y="22001"/>
                  </a:cubicBezTo>
                  <a:cubicBezTo>
                    <a:pt x="50407" y="22001"/>
                    <a:pt x="50407" y="22001"/>
                    <a:pt x="50407" y="22024"/>
                  </a:cubicBezTo>
                  <a:cubicBezTo>
                    <a:pt x="50592" y="22349"/>
                    <a:pt x="49943" y="22534"/>
                    <a:pt x="49341" y="22557"/>
                  </a:cubicBezTo>
                  <a:cubicBezTo>
                    <a:pt x="49155" y="22557"/>
                    <a:pt x="49016" y="22581"/>
                    <a:pt x="48900" y="22604"/>
                  </a:cubicBezTo>
                  <a:cubicBezTo>
                    <a:pt x="48923" y="22673"/>
                    <a:pt x="48947" y="22743"/>
                    <a:pt x="48947" y="22812"/>
                  </a:cubicBezTo>
                  <a:cubicBezTo>
                    <a:pt x="48947" y="22859"/>
                    <a:pt x="48877" y="22905"/>
                    <a:pt x="48784" y="22951"/>
                  </a:cubicBezTo>
                  <a:cubicBezTo>
                    <a:pt x="48692" y="23137"/>
                    <a:pt x="47950" y="23508"/>
                    <a:pt x="47533" y="23716"/>
                  </a:cubicBezTo>
                  <a:cubicBezTo>
                    <a:pt x="47369" y="23806"/>
                    <a:pt x="47186" y="23847"/>
                    <a:pt x="47016" y="23847"/>
                  </a:cubicBezTo>
                  <a:cubicBezTo>
                    <a:pt x="46706" y="23847"/>
                    <a:pt x="46444" y="23709"/>
                    <a:pt x="46444" y="23484"/>
                  </a:cubicBezTo>
                  <a:cubicBezTo>
                    <a:pt x="46444" y="23287"/>
                    <a:pt x="46536" y="23214"/>
                    <a:pt x="46636" y="23214"/>
                  </a:cubicBezTo>
                  <a:cubicBezTo>
                    <a:pt x="46724" y="23214"/>
                    <a:pt x="46817" y="23270"/>
                    <a:pt x="46861" y="23345"/>
                  </a:cubicBezTo>
                  <a:cubicBezTo>
                    <a:pt x="46869" y="23370"/>
                    <a:pt x="46883" y="23380"/>
                    <a:pt x="46902" y="23380"/>
                  </a:cubicBezTo>
                  <a:cubicBezTo>
                    <a:pt x="46938" y="23380"/>
                    <a:pt x="46994" y="23344"/>
                    <a:pt x="47069" y="23299"/>
                  </a:cubicBezTo>
                  <a:cubicBezTo>
                    <a:pt x="46953" y="23183"/>
                    <a:pt x="46953" y="22998"/>
                    <a:pt x="46977" y="22859"/>
                  </a:cubicBezTo>
                  <a:cubicBezTo>
                    <a:pt x="46838" y="22812"/>
                    <a:pt x="47069" y="22256"/>
                    <a:pt x="46768" y="22163"/>
                  </a:cubicBezTo>
                  <a:cubicBezTo>
                    <a:pt x="46744" y="22155"/>
                    <a:pt x="46720" y="22152"/>
                    <a:pt x="46695" y="22152"/>
                  </a:cubicBezTo>
                  <a:cubicBezTo>
                    <a:pt x="46504" y="22152"/>
                    <a:pt x="46300" y="22365"/>
                    <a:pt x="46219" y="22365"/>
                  </a:cubicBezTo>
                  <a:cubicBezTo>
                    <a:pt x="46190" y="22365"/>
                    <a:pt x="46177" y="22336"/>
                    <a:pt x="46189" y="22256"/>
                  </a:cubicBezTo>
                  <a:cubicBezTo>
                    <a:pt x="46235" y="21955"/>
                    <a:pt x="46675" y="21677"/>
                    <a:pt x="46420" y="21260"/>
                  </a:cubicBezTo>
                  <a:cubicBezTo>
                    <a:pt x="46272" y="21049"/>
                    <a:pt x="46064" y="20951"/>
                    <a:pt x="45889" y="20951"/>
                  </a:cubicBezTo>
                  <a:cubicBezTo>
                    <a:pt x="45735" y="20951"/>
                    <a:pt x="45606" y="21026"/>
                    <a:pt x="45563" y="21167"/>
                  </a:cubicBezTo>
                  <a:cubicBezTo>
                    <a:pt x="45470" y="21491"/>
                    <a:pt x="45123" y="21352"/>
                    <a:pt x="45007" y="21584"/>
                  </a:cubicBezTo>
                  <a:cubicBezTo>
                    <a:pt x="44891" y="21839"/>
                    <a:pt x="44775" y="22372"/>
                    <a:pt x="44868" y="22743"/>
                  </a:cubicBezTo>
                  <a:cubicBezTo>
                    <a:pt x="44960" y="23137"/>
                    <a:pt x="44845" y="23322"/>
                    <a:pt x="44474" y="23554"/>
                  </a:cubicBezTo>
                  <a:cubicBezTo>
                    <a:pt x="44420" y="23584"/>
                    <a:pt x="44370" y="23598"/>
                    <a:pt x="44325" y="23598"/>
                  </a:cubicBezTo>
                  <a:cubicBezTo>
                    <a:pt x="44056" y="23598"/>
                    <a:pt x="43938" y="23105"/>
                    <a:pt x="44057" y="22511"/>
                  </a:cubicBezTo>
                  <a:cubicBezTo>
                    <a:pt x="44149" y="22024"/>
                    <a:pt x="44427" y="21561"/>
                    <a:pt x="44196" y="21561"/>
                  </a:cubicBezTo>
                  <a:cubicBezTo>
                    <a:pt x="43941" y="21561"/>
                    <a:pt x="44497" y="20981"/>
                    <a:pt x="45007" y="20866"/>
                  </a:cubicBezTo>
                  <a:cubicBezTo>
                    <a:pt x="45517" y="20727"/>
                    <a:pt x="46142" y="20796"/>
                    <a:pt x="46142" y="20634"/>
                  </a:cubicBezTo>
                  <a:cubicBezTo>
                    <a:pt x="46142" y="20611"/>
                    <a:pt x="46166" y="20587"/>
                    <a:pt x="46212" y="20587"/>
                  </a:cubicBezTo>
                  <a:cubicBezTo>
                    <a:pt x="46096" y="20495"/>
                    <a:pt x="45980" y="20425"/>
                    <a:pt x="45887" y="20356"/>
                  </a:cubicBezTo>
                  <a:cubicBezTo>
                    <a:pt x="45887" y="20402"/>
                    <a:pt x="45864" y="20425"/>
                    <a:pt x="45841" y="20448"/>
                  </a:cubicBezTo>
                  <a:cubicBezTo>
                    <a:pt x="45806" y="20472"/>
                    <a:pt x="45779" y="20481"/>
                    <a:pt x="45755" y="20481"/>
                  </a:cubicBezTo>
                  <a:cubicBezTo>
                    <a:pt x="45637" y="20481"/>
                    <a:pt x="45621" y="20240"/>
                    <a:pt x="45331" y="20240"/>
                  </a:cubicBezTo>
                  <a:cubicBezTo>
                    <a:pt x="45026" y="20240"/>
                    <a:pt x="44720" y="20460"/>
                    <a:pt x="44467" y="20460"/>
                  </a:cubicBezTo>
                  <a:cubicBezTo>
                    <a:pt x="44413" y="20460"/>
                    <a:pt x="44361" y="20450"/>
                    <a:pt x="44311" y="20425"/>
                  </a:cubicBezTo>
                  <a:cubicBezTo>
                    <a:pt x="44010" y="20286"/>
                    <a:pt x="44149" y="20078"/>
                    <a:pt x="43894" y="20078"/>
                  </a:cubicBezTo>
                  <a:cubicBezTo>
                    <a:pt x="43668" y="20078"/>
                    <a:pt x="43933" y="19739"/>
                    <a:pt x="43839" y="19739"/>
                  </a:cubicBezTo>
                  <a:cubicBezTo>
                    <a:pt x="43818" y="19739"/>
                    <a:pt x="43778" y="19757"/>
                    <a:pt x="43709" y="19800"/>
                  </a:cubicBezTo>
                  <a:cubicBezTo>
                    <a:pt x="43383" y="19972"/>
                    <a:pt x="42930" y="20367"/>
                    <a:pt x="42626" y="20367"/>
                  </a:cubicBezTo>
                  <a:cubicBezTo>
                    <a:pt x="42563" y="20367"/>
                    <a:pt x="42506" y="20349"/>
                    <a:pt x="42457" y="20309"/>
                  </a:cubicBezTo>
                  <a:cubicBezTo>
                    <a:pt x="42378" y="20230"/>
                    <a:pt x="42299" y="20207"/>
                    <a:pt x="42222" y="20207"/>
                  </a:cubicBezTo>
                  <a:cubicBezTo>
                    <a:pt x="42112" y="20207"/>
                    <a:pt x="42007" y="20254"/>
                    <a:pt x="41911" y="20254"/>
                  </a:cubicBezTo>
                  <a:cubicBezTo>
                    <a:pt x="41858" y="20254"/>
                    <a:pt x="41808" y="20239"/>
                    <a:pt x="41762" y="20193"/>
                  </a:cubicBezTo>
                  <a:cubicBezTo>
                    <a:pt x="41558" y="19989"/>
                    <a:pt x="42397" y="19474"/>
                    <a:pt x="42824" y="19474"/>
                  </a:cubicBezTo>
                  <a:cubicBezTo>
                    <a:pt x="42834" y="19474"/>
                    <a:pt x="42843" y="19475"/>
                    <a:pt x="42851" y="19475"/>
                  </a:cubicBezTo>
                  <a:cubicBezTo>
                    <a:pt x="42944" y="19475"/>
                    <a:pt x="43037" y="19452"/>
                    <a:pt x="43130" y="19382"/>
                  </a:cubicBezTo>
                  <a:cubicBezTo>
                    <a:pt x="42979" y="19315"/>
                    <a:pt x="42696" y="19212"/>
                    <a:pt x="42506" y="19212"/>
                  </a:cubicBezTo>
                  <a:cubicBezTo>
                    <a:pt x="42433" y="19212"/>
                    <a:pt x="42374" y="19228"/>
                    <a:pt x="42342" y="19266"/>
                  </a:cubicBezTo>
                  <a:cubicBezTo>
                    <a:pt x="42291" y="19326"/>
                    <a:pt x="42230" y="19351"/>
                    <a:pt x="42168" y="19351"/>
                  </a:cubicBezTo>
                  <a:cubicBezTo>
                    <a:pt x="42062" y="19351"/>
                    <a:pt x="41951" y="19276"/>
                    <a:pt x="41878" y="19174"/>
                  </a:cubicBezTo>
                  <a:cubicBezTo>
                    <a:pt x="41838" y="19125"/>
                    <a:pt x="41794" y="19116"/>
                    <a:pt x="41746" y="19116"/>
                  </a:cubicBezTo>
                  <a:cubicBezTo>
                    <a:pt x="41718" y="19116"/>
                    <a:pt x="41688" y="19119"/>
                    <a:pt x="41656" y="19119"/>
                  </a:cubicBezTo>
                  <a:cubicBezTo>
                    <a:pt x="41587" y="19119"/>
                    <a:pt x="41508" y="19105"/>
                    <a:pt x="41415" y="19012"/>
                  </a:cubicBezTo>
                  <a:cubicBezTo>
                    <a:pt x="41341" y="18920"/>
                    <a:pt x="41268" y="18890"/>
                    <a:pt x="41199" y="18890"/>
                  </a:cubicBezTo>
                  <a:cubicBezTo>
                    <a:pt x="41094" y="18890"/>
                    <a:pt x="40998" y="18960"/>
                    <a:pt x="40928" y="18988"/>
                  </a:cubicBezTo>
                  <a:cubicBezTo>
                    <a:pt x="40912" y="18995"/>
                    <a:pt x="40895" y="18998"/>
                    <a:pt x="40878" y="18998"/>
                  </a:cubicBezTo>
                  <a:cubicBezTo>
                    <a:pt x="40772" y="18998"/>
                    <a:pt x="40644" y="18886"/>
                    <a:pt x="40464" y="18826"/>
                  </a:cubicBezTo>
                  <a:cubicBezTo>
                    <a:pt x="40256" y="18733"/>
                    <a:pt x="40395" y="18525"/>
                    <a:pt x="40233" y="18409"/>
                  </a:cubicBezTo>
                  <a:cubicBezTo>
                    <a:pt x="40203" y="18387"/>
                    <a:pt x="40179" y="18378"/>
                    <a:pt x="40158" y="18378"/>
                  </a:cubicBezTo>
                  <a:close/>
                  <a:moveTo>
                    <a:pt x="4649" y="35671"/>
                  </a:moveTo>
                  <a:cubicBezTo>
                    <a:pt x="4538" y="35671"/>
                    <a:pt x="4436" y="35718"/>
                    <a:pt x="4520" y="35814"/>
                  </a:cubicBezTo>
                  <a:cubicBezTo>
                    <a:pt x="4592" y="35885"/>
                    <a:pt x="4654" y="35916"/>
                    <a:pt x="4706" y="35916"/>
                  </a:cubicBezTo>
                  <a:cubicBezTo>
                    <a:pt x="4771" y="35916"/>
                    <a:pt x="4818" y="35868"/>
                    <a:pt x="4844" y="35790"/>
                  </a:cubicBezTo>
                  <a:cubicBezTo>
                    <a:pt x="4867" y="35712"/>
                    <a:pt x="4754" y="35671"/>
                    <a:pt x="4649" y="35671"/>
                  </a:cubicBezTo>
                  <a:close/>
                  <a:moveTo>
                    <a:pt x="5473" y="36064"/>
                  </a:moveTo>
                  <a:cubicBezTo>
                    <a:pt x="5384" y="36064"/>
                    <a:pt x="5320" y="36099"/>
                    <a:pt x="5377" y="36184"/>
                  </a:cubicBezTo>
                  <a:cubicBezTo>
                    <a:pt x="5443" y="36277"/>
                    <a:pt x="5509" y="36332"/>
                    <a:pt x="5575" y="36332"/>
                  </a:cubicBezTo>
                  <a:cubicBezTo>
                    <a:pt x="5625" y="36332"/>
                    <a:pt x="5675" y="36300"/>
                    <a:pt x="5725" y="36231"/>
                  </a:cubicBezTo>
                  <a:cubicBezTo>
                    <a:pt x="5779" y="36135"/>
                    <a:pt x="5601" y="36064"/>
                    <a:pt x="5473" y="36064"/>
                  </a:cubicBezTo>
                  <a:close/>
                  <a:moveTo>
                    <a:pt x="6450" y="36414"/>
                  </a:moveTo>
                  <a:cubicBezTo>
                    <a:pt x="6441" y="36414"/>
                    <a:pt x="6431" y="36415"/>
                    <a:pt x="6420" y="36416"/>
                  </a:cubicBezTo>
                  <a:cubicBezTo>
                    <a:pt x="6258" y="36457"/>
                    <a:pt x="6326" y="36711"/>
                    <a:pt x="6424" y="36711"/>
                  </a:cubicBezTo>
                  <a:cubicBezTo>
                    <a:pt x="6438" y="36711"/>
                    <a:pt x="6452" y="36706"/>
                    <a:pt x="6466" y="36694"/>
                  </a:cubicBezTo>
                  <a:cubicBezTo>
                    <a:pt x="6640" y="36564"/>
                    <a:pt x="6590" y="36414"/>
                    <a:pt x="6450" y="36414"/>
                  </a:cubicBezTo>
                  <a:close/>
                  <a:moveTo>
                    <a:pt x="6845" y="36878"/>
                  </a:moveTo>
                  <a:cubicBezTo>
                    <a:pt x="6835" y="36878"/>
                    <a:pt x="6824" y="36879"/>
                    <a:pt x="6814" y="36880"/>
                  </a:cubicBezTo>
                  <a:cubicBezTo>
                    <a:pt x="6538" y="36922"/>
                    <a:pt x="6651" y="37569"/>
                    <a:pt x="6797" y="37569"/>
                  </a:cubicBezTo>
                  <a:cubicBezTo>
                    <a:pt x="6810" y="37569"/>
                    <a:pt x="6824" y="37563"/>
                    <a:pt x="6837" y="37552"/>
                  </a:cubicBezTo>
                  <a:cubicBezTo>
                    <a:pt x="6953" y="37459"/>
                    <a:pt x="7162" y="37459"/>
                    <a:pt x="7231" y="37343"/>
                  </a:cubicBezTo>
                  <a:cubicBezTo>
                    <a:pt x="7321" y="37186"/>
                    <a:pt x="7129" y="36878"/>
                    <a:pt x="6845" y="3687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59"/>
            <p:cNvSpPr/>
            <p:nvPr/>
          </p:nvSpPr>
          <p:spPr>
            <a:xfrm>
              <a:off x="3793083" y="2646438"/>
              <a:ext cx="214402" cy="151384"/>
            </a:xfrm>
            <a:custGeom>
              <a:avLst/>
              <a:gdLst/>
              <a:ahLst/>
              <a:cxnLst/>
              <a:rect l="l" t="t" r="r" b="b"/>
              <a:pathLst>
                <a:path w="7029" h="4963" extrusionOk="0">
                  <a:moveTo>
                    <a:pt x="6893" y="2550"/>
                  </a:moveTo>
                  <a:cubicBezTo>
                    <a:pt x="6731" y="2550"/>
                    <a:pt x="6450" y="2753"/>
                    <a:pt x="6536" y="2804"/>
                  </a:cubicBezTo>
                  <a:cubicBezTo>
                    <a:pt x="6624" y="2866"/>
                    <a:pt x="6719" y="2898"/>
                    <a:pt x="6800" y="2898"/>
                  </a:cubicBezTo>
                  <a:cubicBezTo>
                    <a:pt x="6932" y="2898"/>
                    <a:pt x="7028" y="2814"/>
                    <a:pt x="6999" y="2642"/>
                  </a:cubicBezTo>
                  <a:cubicBezTo>
                    <a:pt x="6993" y="2576"/>
                    <a:pt x="6951" y="2550"/>
                    <a:pt x="6893" y="2550"/>
                  </a:cubicBezTo>
                  <a:close/>
                  <a:moveTo>
                    <a:pt x="812" y="0"/>
                  </a:moveTo>
                  <a:cubicBezTo>
                    <a:pt x="580" y="0"/>
                    <a:pt x="673" y="278"/>
                    <a:pt x="371" y="278"/>
                  </a:cubicBezTo>
                  <a:cubicBezTo>
                    <a:pt x="47" y="278"/>
                    <a:pt x="0" y="487"/>
                    <a:pt x="232" y="672"/>
                  </a:cubicBezTo>
                  <a:cubicBezTo>
                    <a:pt x="371" y="788"/>
                    <a:pt x="348" y="997"/>
                    <a:pt x="325" y="1205"/>
                  </a:cubicBezTo>
                  <a:cubicBezTo>
                    <a:pt x="394" y="1205"/>
                    <a:pt x="441" y="1182"/>
                    <a:pt x="487" y="1136"/>
                  </a:cubicBezTo>
                  <a:cubicBezTo>
                    <a:pt x="529" y="1084"/>
                    <a:pt x="571" y="1060"/>
                    <a:pt x="604" y="1060"/>
                  </a:cubicBezTo>
                  <a:cubicBezTo>
                    <a:pt x="645" y="1060"/>
                    <a:pt x="673" y="1095"/>
                    <a:pt x="673" y="1159"/>
                  </a:cubicBezTo>
                  <a:cubicBezTo>
                    <a:pt x="673" y="1242"/>
                    <a:pt x="791" y="1254"/>
                    <a:pt x="901" y="1254"/>
                  </a:cubicBezTo>
                  <a:cubicBezTo>
                    <a:pt x="944" y="1254"/>
                    <a:pt x="987" y="1252"/>
                    <a:pt x="1020" y="1252"/>
                  </a:cubicBezTo>
                  <a:cubicBezTo>
                    <a:pt x="1097" y="1252"/>
                    <a:pt x="1103" y="1293"/>
                    <a:pt x="1139" y="1293"/>
                  </a:cubicBezTo>
                  <a:cubicBezTo>
                    <a:pt x="1157" y="1293"/>
                    <a:pt x="1182" y="1283"/>
                    <a:pt x="1229" y="1252"/>
                  </a:cubicBezTo>
                  <a:cubicBezTo>
                    <a:pt x="1285" y="1205"/>
                    <a:pt x="1349" y="1185"/>
                    <a:pt x="1405" y="1185"/>
                  </a:cubicBezTo>
                  <a:cubicBezTo>
                    <a:pt x="1487" y="1185"/>
                    <a:pt x="1553" y="1229"/>
                    <a:pt x="1553" y="1298"/>
                  </a:cubicBezTo>
                  <a:cubicBezTo>
                    <a:pt x="1553" y="1414"/>
                    <a:pt x="1854" y="1368"/>
                    <a:pt x="1692" y="1530"/>
                  </a:cubicBezTo>
                  <a:cubicBezTo>
                    <a:pt x="1553" y="1669"/>
                    <a:pt x="1345" y="1715"/>
                    <a:pt x="1345" y="1831"/>
                  </a:cubicBezTo>
                  <a:cubicBezTo>
                    <a:pt x="1345" y="1947"/>
                    <a:pt x="1530" y="2202"/>
                    <a:pt x="1391" y="2341"/>
                  </a:cubicBezTo>
                  <a:cubicBezTo>
                    <a:pt x="1252" y="2480"/>
                    <a:pt x="1437" y="2712"/>
                    <a:pt x="1298" y="2712"/>
                  </a:cubicBezTo>
                  <a:cubicBezTo>
                    <a:pt x="1159" y="2712"/>
                    <a:pt x="997" y="2781"/>
                    <a:pt x="1159" y="2943"/>
                  </a:cubicBezTo>
                  <a:cubicBezTo>
                    <a:pt x="1298" y="3083"/>
                    <a:pt x="1414" y="3222"/>
                    <a:pt x="1298" y="3222"/>
                  </a:cubicBezTo>
                  <a:cubicBezTo>
                    <a:pt x="1182" y="3222"/>
                    <a:pt x="1113" y="3453"/>
                    <a:pt x="1159" y="3523"/>
                  </a:cubicBezTo>
                  <a:cubicBezTo>
                    <a:pt x="1229" y="3569"/>
                    <a:pt x="1507" y="3755"/>
                    <a:pt x="1275" y="3801"/>
                  </a:cubicBezTo>
                  <a:cubicBezTo>
                    <a:pt x="1067" y="3847"/>
                    <a:pt x="1067" y="4010"/>
                    <a:pt x="1067" y="4125"/>
                  </a:cubicBezTo>
                  <a:cubicBezTo>
                    <a:pt x="1067" y="4172"/>
                    <a:pt x="1113" y="4241"/>
                    <a:pt x="1136" y="4311"/>
                  </a:cubicBezTo>
                  <a:cubicBezTo>
                    <a:pt x="1184" y="4301"/>
                    <a:pt x="1228" y="4296"/>
                    <a:pt x="1270" y="4296"/>
                  </a:cubicBezTo>
                  <a:cubicBezTo>
                    <a:pt x="1329" y="4296"/>
                    <a:pt x="1383" y="4307"/>
                    <a:pt x="1437" y="4334"/>
                  </a:cubicBezTo>
                  <a:cubicBezTo>
                    <a:pt x="1660" y="4423"/>
                    <a:pt x="1776" y="4962"/>
                    <a:pt x="2073" y="4962"/>
                  </a:cubicBezTo>
                  <a:cubicBezTo>
                    <a:pt x="2085" y="4962"/>
                    <a:pt x="2097" y="4962"/>
                    <a:pt x="2109" y="4960"/>
                  </a:cubicBezTo>
                  <a:cubicBezTo>
                    <a:pt x="2225" y="4937"/>
                    <a:pt x="2156" y="4844"/>
                    <a:pt x="2225" y="4774"/>
                  </a:cubicBezTo>
                  <a:cubicBezTo>
                    <a:pt x="2248" y="4759"/>
                    <a:pt x="2277" y="4754"/>
                    <a:pt x="2309" y="4754"/>
                  </a:cubicBezTo>
                  <a:cubicBezTo>
                    <a:pt x="2375" y="4754"/>
                    <a:pt x="2457" y="4774"/>
                    <a:pt x="2550" y="4774"/>
                  </a:cubicBezTo>
                  <a:cubicBezTo>
                    <a:pt x="2666" y="4774"/>
                    <a:pt x="2735" y="4589"/>
                    <a:pt x="3036" y="4566"/>
                  </a:cubicBezTo>
                  <a:cubicBezTo>
                    <a:pt x="3361" y="4566"/>
                    <a:pt x="3546" y="4543"/>
                    <a:pt x="3732" y="4543"/>
                  </a:cubicBezTo>
                  <a:cubicBezTo>
                    <a:pt x="3758" y="4546"/>
                    <a:pt x="3784" y="4547"/>
                    <a:pt x="3808" y="4547"/>
                  </a:cubicBezTo>
                  <a:cubicBezTo>
                    <a:pt x="3974" y="4547"/>
                    <a:pt x="4088" y="4479"/>
                    <a:pt x="4149" y="4357"/>
                  </a:cubicBezTo>
                  <a:cubicBezTo>
                    <a:pt x="4195" y="4218"/>
                    <a:pt x="4357" y="4102"/>
                    <a:pt x="4566" y="4056"/>
                  </a:cubicBezTo>
                  <a:cubicBezTo>
                    <a:pt x="4775" y="4033"/>
                    <a:pt x="4751" y="3801"/>
                    <a:pt x="4775" y="3685"/>
                  </a:cubicBezTo>
                  <a:cubicBezTo>
                    <a:pt x="4798" y="3546"/>
                    <a:pt x="5145" y="3361"/>
                    <a:pt x="5169" y="3268"/>
                  </a:cubicBezTo>
                  <a:cubicBezTo>
                    <a:pt x="5192" y="3152"/>
                    <a:pt x="4960" y="2781"/>
                    <a:pt x="5192" y="2457"/>
                  </a:cubicBezTo>
                  <a:cubicBezTo>
                    <a:pt x="5400" y="2132"/>
                    <a:pt x="5632" y="2109"/>
                    <a:pt x="5632" y="1924"/>
                  </a:cubicBezTo>
                  <a:cubicBezTo>
                    <a:pt x="5632" y="1762"/>
                    <a:pt x="5864" y="1692"/>
                    <a:pt x="6142" y="1669"/>
                  </a:cubicBezTo>
                  <a:cubicBezTo>
                    <a:pt x="6420" y="1623"/>
                    <a:pt x="6490" y="1437"/>
                    <a:pt x="6721" y="1344"/>
                  </a:cubicBezTo>
                  <a:cubicBezTo>
                    <a:pt x="6930" y="1252"/>
                    <a:pt x="6999" y="1113"/>
                    <a:pt x="6953" y="881"/>
                  </a:cubicBezTo>
                  <a:cubicBezTo>
                    <a:pt x="6829" y="881"/>
                    <a:pt x="6696" y="891"/>
                    <a:pt x="6572" y="891"/>
                  </a:cubicBezTo>
                  <a:cubicBezTo>
                    <a:pt x="6510" y="891"/>
                    <a:pt x="6451" y="889"/>
                    <a:pt x="6397" y="881"/>
                  </a:cubicBezTo>
                  <a:cubicBezTo>
                    <a:pt x="6211" y="835"/>
                    <a:pt x="5841" y="811"/>
                    <a:pt x="5748" y="719"/>
                  </a:cubicBezTo>
                  <a:cubicBezTo>
                    <a:pt x="5686" y="657"/>
                    <a:pt x="5593" y="595"/>
                    <a:pt x="5538" y="595"/>
                  </a:cubicBezTo>
                  <a:cubicBezTo>
                    <a:pt x="5511" y="595"/>
                    <a:pt x="5493" y="611"/>
                    <a:pt x="5493" y="649"/>
                  </a:cubicBezTo>
                  <a:cubicBezTo>
                    <a:pt x="5493" y="717"/>
                    <a:pt x="5399" y="753"/>
                    <a:pt x="5288" y="753"/>
                  </a:cubicBezTo>
                  <a:cubicBezTo>
                    <a:pt x="5208" y="753"/>
                    <a:pt x="5120" y="734"/>
                    <a:pt x="5053" y="696"/>
                  </a:cubicBezTo>
                  <a:cubicBezTo>
                    <a:pt x="4914" y="603"/>
                    <a:pt x="4659" y="510"/>
                    <a:pt x="4543" y="441"/>
                  </a:cubicBezTo>
                  <a:cubicBezTo>
                    <a:pt x="4473" y="394"/>
                    <a:pt x="4334" y="348"/>
                    <a:pt x="4218" y="278"/>
                  </a:cubicBezTo>
                  <a:cubicBezTo>
                    <a:pt x="4200" y="284"/>
                    <a:pt x="4178" y="286"/>
                    <a:pt x="4153" y="286"/>
                  </a:cubicBezTo>
                  <a:cubicBezTo>
                    <a:pt x="3979" y="286"/>
                    <a:pt x="3654" y="178"/>
                    <a:pt x="3383" y="178"/>
                  </a:cubicBezTo>
                  <a:cubicBezTo>
                    <a:pt x="3343" y="178"/>
                    <a:pt x="3305" y="180"/>
                    <a:pt x="3268" y="186"/>
                  </a:cubicBezTo>
                  <a:cubicBezTo>
                    <a:pt x="3221" y="189"/>
                    <a:pt x="3157" y="190"/>
                    <a:pt x="3082" y="190"/>
                  </a:cubicBezTo>
                  <a:cubicBezTo>
                    <a:pt x="2721" y="190"/>
                    <a:pt x="2092" y="158"/>
                    <a:pt x="1696" y="158"/>
                  </a:cubicBezTo>
                  <a:cubicBezTo>
                    <a:pt x="1613" y="158"/>
                    <a:pt x="1541" y="159"/>
                    <a:pt x="1484" y="162"/>
                  </a:cubicBezTo>
                  <a:cubicBezTo>
                    <a:pt x="1459" y="164"/>
                    <a:pt x="1436" y="164"/>
                    <a:pt x="1414" y="164"/>
                  </a:cubicBezTo>
                  <a:cubicBezTo>
                    <a:pt x="1063" y="164"/>
                    <a:pt x="1030" y="0"/>
                    <a:pt x="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9" name="Google Shape;8749;p59"/>
            <p:cNvSpPr/>
            <p:nvPr/>
          </p:nvSpPr>
          <p:spPr>
            <a:xfrm>
              <a:off x="4165600" y="2580615"/>
              <a:ext cx="56582" cy="30503"/>
            </a:xfrm>
            <a:custGeom>
              <a:avLst/>
              <a:gdLst/>
              <a:ahLst/>
              <a:cxnLst/>
              <a:rect l="l" t="t" r="r" b="b"/>
              <a:pathLst>
                <a:path w="1855" h="1000" extrusionOk="0">
                  <a:moveTo>
                    <a:pt x="1708" y="0"/>
                  </a:moveTo>
                  <a:cubicBezTo>
                    <a:pt x="1671" y="0"/>
                    <a:pt x="1537" y="119"/>
                    <a:pt x="1345" y="119"/>
                  </a:cubicBezTo>
                  <a:cubicBezTo>
                    <a:pt x="1136" y="119"/>
                    <a:pt x="974" y="281"/>
                    <a:pt x="881" y="281"/>
                  </a:cubicBezTo>
                  <a:cubicBezTo>
                    <a:pt x="766" y="281"/>
                    <a:pt x="464" y="188"/>
                    <a:pt x="256" y="188"/>
                  </a:cubicBezTo>
                  <a:cubicBezTo>
                    <a:pt x="186" y="165"/>
                    <a:pt x="117" y="165"/>
                    <a:pt x="47" y="165"/>
                  </a:cubicBezTo>
                  <a:cubicBezTo>
                    <a:pt x="24" y="351"/>
                    <a:pt x="1" y="629"/>
                    <a:pt x="24" y="884"/>
                  </a:cubicBezTo>
                  <a:cubicBezTo>
                    <a:pt x="109" y="850"/>
                    <a:pt x="218" y="828"/>
                    <a:pt x="298" y="828"/>
                  </a:cubicBezTo>
                  <a:cubicBezTo>
                    <a:pt x="328" y="828"/>
                    <a:pt x="353" y="831"/>
                    <a:pt x="372" y="837"/>
                  </a:cubicBezTo>
                  <a:cubicBezTo>
                    <a:pt x="441" y="860"/>
                    <a:pt x="441" y="930"/>
                    <a:pt x="464" y="999"/>
                  </a:cubicBezTo>
                  <a:cubicBezTo>
                    <a:pt x="580" y="999"/>
                    <a:pt x="766" y="953"/>
                    <a:pt x="858" y="930"/>
                  </a:cubicBezTo>
                  <a:cubicBezTo>
                    <a:pt x="872" y="923"/>
                    <a:pt x="888" y="920"/>
                    <a:pt x="906" y="920"/>
                  </a:cubicBezTo>
                  <a:cubicBezTo>
                    <a:pt x="984" y="920"/>
                    <a:pt x="1091" y="973"/>
                    <a:pt x="1147" y="973"/>
                  </a:cubicBezTo>
                  <a:cubicBezTo>
                    <a:pt x="1165" y="973"/>
                    <a:pt x="1178" y="968"/>
                    <a:pt x="1183" y="953"/>
                  </a:cubicBezTo>
                  <a:cubicBezTo>
                    <a:pt x="1206" y="860"/>
                    <a:pt x="1275" y="698"/>
                    <a:pt x="1391" y="698"/>
                  </a:cubicBezTo>
                  <a:cubicBezTo>
                    <a:pt x="1484" y="698"/>
                    <a:pt x="1414" y="443"/>
                    <a:pt x="1507" y="443"/>
                  </a:cubicBezTo>
                  <a:cubicBezTo>
                    <a:pt x="1600" y="420"/>
                    <a:pt x="1855" y="212"/>
                    <a:pt x="1855" y="212"/>
                  </a:cubicBezTo>
                  <a:cubicBezTo>
                    <a:pt x="1855" y="212"/>
                    <a:pt x="1762" y="3"/>
                    <a:pt x="1716" y="3"/>
                  </a:cubicBezTo>
                  <a:cubicBezTo>
                    <a:pt x="1714" y="1"/>
                    <a:pt x="1711" y="0"/>
                    <a:pt x="17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0" name="Google Shape;8750;p59"/>
            <p:cNvSpPr/>
            <p:nvPr/>
          </p:nvSpPr>
          <p:spPr>
            <a:xfrm>
              <a:off x="4280836" y="2686029"/>
              <a:ext cx="106057" cy="132198"/>
            </a:xfrm>
            <a:custGeom>
              <a:avLst/>
              <a:gdLst/>
              <a:ahLst/>
              <a:cxnLst/>
              <a:rect l="l" t="t" r="r" b="b"/>
              <a:pathLst>
                <a:path w="3477" h="4334" extrusionOk="0">
                  <a:moveTo>
                    <a:pt x="3430" y="0"/>
                  </a:moveTo>
                  <a:cubicBezTo>
                    <a:pt x="3314" y="23"/>
                    <a:pt x="3152" y="70"/>
                    <a:pt x="3175" y="116"/>
                  </a:cubicBezTo>
                  <a:cubicBezTo>
                    <a:pt x="3199" y="209"/>
                    <a:pt x="3083" y="255"/>
                    <a:pt x="2967" y="255"/>
                  </a:cubicBezTo>
                  <a:cubicBezTo>
                    <a:pt x="2967" y="255"/>
                    <a:pt x="2503" y="232"/>
                    <a:pt x="2364" y="162"/>
                  </a:cubicBezTo>
                  <a:cubicBezTo>
                    <a:pt x="2325" y="143"/>
                    <a:pt x="2228" y="136"/>
                    <a:pt x="2113" y="136"/>
                  </a:cubicBezTo>
                  <a:cubicBezTo>
                    <a:pt x="1956" y="136"/>
                    <a:pt x="1766" y="149"/>
                    <a:pt x="1646" y="162"/>
                  </a:cubicBezTo>
                  <a:cubicBezTo>
                    <a:pt x="1646" y="162"/>
                    <a:pt x="1646" y="162"/>
                    <a:pt x="1623" y="185"/>
                  </a:cubicBezTo>
                  <a:cubicBezTo>
                    <a:pt x="1579" y="251"/>
                    <a:pt x="1247" y="419"/>
                    <a:pt x="1132" y="419"/>
                  </a:cubicBezTo>
                  <a:cubicBezTo>
                    <a:pt x="1124" y="419"/>
                    <a:pt x="1118" y="419"/>
                    <a:pt x="1113" y="417"/>
                  </a:cubicBezTo>
                  <a:cubicBezTo>
                    <a:pt x="1104" y="411"/>
                    <a:pt x="1096" y="409"/>
                    <a:pt x="1089" y="409"/>
                  </a:cubicBezTo>
                  <a:cubicBezTo>
                    <a:pt x="1035" y="409"/>
                    <a:pt x="1000" y="536"/>
                    <a:pt x="858" y="556"/>
                  </a:cubicBezTo>
                  <a:cubicBezTo>
                    <a:pt x="719" y="603"/>
                    <a:pt x="510" y="556"/>
                    <a:pt x="487" y="626"/>
                  </a:cubicBezTo>
                  <a:cubicBezTo>
                    <a:pt x="487" y="672"/>
                    <a:pt x="371" y="834"/>
                    <a:pt x="302" y="927"/>
                  </a:cubicBezTo>
                  <a:cubicBezTo>
                    <a:pt x="209" y="1020"/>
                    <a:pt x="278" y="1112"/>
                    <a:pt x="163" y="1136"/>
                  </a:cubicBezTo>
                  <a:cubicBezTo>
                    <a:pt x="93" y="1159"/>
                    <a:pt x="47" y="1298"/>
                    <a:pt x="0" y="1437"/>
                  </a:cubicBezTo>
                  <a:lnTo>
                    <a:pt x="24" y="1437"/>
                  </a:lnTo>
                  <a:cubicBezTo>
                    <a:pt x="209" y="1506"/>
                    <a:pt x="348" y="1715"/>
                    <a:pt x="325" y="1924"/>
                  </a:cubicBezTo>
                  <a:cubicBezTo>
                    <a:pt x="310" y="2042"/>
                    <a:pt x="418" y="2113"/>
                    <a:pt x="528" y="2113"/>
                  </a:cubicBezTo>
                  <a:cubicBezTo>
                    <a:pt x="590" y="2113"/>
                    <a:pt x="654" y="2090"/>
                    <a:pt x="696" y="2039"/>
                  </a:cubicBezTo>
                  <a:cubicBezTo>
                    <a:pt x="726" y="2009"/>
                    <a:pt x="768" y="1996"/>
                    <a:pt x="815" y="1996"/>
                  </a:cubicBezTo>
                  <a:cubicBezTo>
                    <a:pt x="980" y="1996"/>
                    <a:pt x="1205" y="2153"/>
                    <a:pt x="1205" y="2225"/>
                  </a:cubicBezTo>
                  <a:cubicBezTo>
                    <a:pt x="1205" y="2243"/>
                    <a:pt x="1191" y="2250"/>
                    <a:pt x="1166" y="2250"/>
                  </a:cubicBezTo>
                  <a:cubicBezTo>
                    <a:pt x="1103" y="2250"/>
                    <a:pt x="973" y="2207"/>
                    <a:pt x="844" y="2207"/>
                  </a:cubicBezTo>
                  <a:cubicBezTo>
                    <a:pt x="766" y="2207"/>
                    <a:pt x="689" y="2222"/>
                    <a:pt x="626" y="2271"/>
                  </a:cubicBezTo>
                  <a:cubicBezTo>
                    <a:pt x="417" y="2433"/>
                    <a:pt x="788" y="2573"/>
                    <a:pt x="719" y="2735"/>
                  </a:cubicBezTo>
                  <a:cubicBezTo>
                    <a:pt x="675" y="2889"/>
                    <a:pt x="820" y="3107"/>
                    <a:pt x="994" y="3107"/>
                  </a:cubicBezTo>
                  <a:cubicBezTo>
                    <a:pt x="1003" y="3107"/>
                    <a:pt x="1011" y="3107"/>
                    <a:pt x="1020" y="3106"/>
                  </a:cubicBezTo>
                  <a:cubicBezTo>
                    <a:pt x="1192" y="3106"/>
                    <a:pt x="1384" y="3365"/>
                    <a:pt x="1504" y="3365"/>
                  </a:cubicBezTo>
                  <a:cubicBezTo>
                    <a:pt x="1513" y="3365"/>
                    <a:pt x="1522" y="3364"/>
                    <a:pt x="1530" y="3360"/>
                  </a:cubicBezTo>
                  <a:cubicBezTo>
                    <a:pt x="1646" y="3291"/>
                    <a:pt x="1391" y="2874"/>
                    <a:pt x="1414" y="2804"/>
                  </a:cubicBezTo>
                  <a:cubicBezTo>
                    <a:pt x="1422" y="2793"/>
                    <a:pt x="1435" y="2788"/>
                    <a:pt x="1452" y="2788"/>
                  </a:cubicBezTo>
                  <a:cubicBezTo>
                    <a:pt x="1506" y="2788"/>
                    <a:pt x="1600" y="2834"/>
                    <a:pt x="1686" y="2834"/>
                  </a:cubicBezTo>
                  <a:cubicBezTo>
                    <a:pt x="1731" y="2834"/>
                    <a:pt x="1775" y="2821"/>
                    <a:pt x="1808" y="2781"/>
                  </a:cubicBezTo>
                  <a:cubicBezTo>
                    <a:pt x="1924" y="2665"/>
                    <a:pt x="1715" y="2573"/>
                    <a:pt x="1553" y="2573"/>
                  </a:cubicBezTo>
                  <a:cubicBezTo>
                    <a:pt x="1423" y="2573"/>
                    <a:pt x="1501" y="2424"/>
                    <a:pt x="1632" y="2424"/>
                  </a:cubicBezTo>
                  <a:cubicBezTo>
                    <a:pt x="1665" y="2424"/>
                    <a:pt x="1701" y="2433"/>
                    <a:pt x="1738" y="2457"/>
                  </a:cubicBezTo>
                  <a:cubicBezTo>
                    <a:pt x="1800" y="2497"/>
                    <a:pt x="1851" y="2512"/>
                    <a:pt x="1896" y="2512"/>
                  </a:cubicBezTo>
                  <a:cubicBezTo>
                    <a:pt x="2004" y="2512"/>
                    <a:pt x="2074" y="2427"/>
                    <a:pt x="2156" y="2410"/>
                  </a:cubicBezTo>
                  <a:cubicBezTo>
                    <a:pt x="2248" y="2387"/>
                    <a:pt x="2271" y="2063"/>
                    <a:pt x="1970" y="1970"/>
                  </a:cubicBezTo>
                  <a:cubicBezTo>
                    <a:pt x="1938" y="1962"/>
                    <a:pt x="1909" y="1959"/>
                    <a:pt x="1884" y="1959"/>
                  </a:cubicBezTo>
                  <a:cubicBezTo>
                    <a:pt x="1738" y="1959"/>
                    <a:pt x="1703" y="2068"/>
                    <a:pt x="1630" y="2068"/>
                  </a:cubicBezTo>
                  <a:cubicBezTo>
                    <a:pt x="1599" y="2068"/>
                    <a:pt x="1562" y="2048"/>
                    <a:pt x="1507" y="1993"/>
                  </a:cubicBezTo>
                  <a:cubicBezTo>
                    <a:pt x="1321" y="1785"/>
                    <a:pt x="1692" y="1877"/>
                    <a:pt x="1692" y="1692"/>
                  </a:cubicBezTo>
                  <a:cubicBezTo>
                    <a:pt x="1692" y="1530"/>
                    <a:pt x="1391" y="1298"/>
                    <a:pt x="1252" y="1089"/>
                  </a:cubicBezTo>
                  <a:cubicBezTo>
                    <a:pt x="1158" y="949"/>
                    <a:pt x="1285" y="861"/>
                    <a:pt x="1399" y="861"/>
                  </a:cubicBezTo>
                  <a:cubicBezTo>
                    <a:pt x="1455" y="861"/>
                    <a:pt x="1507" y="882"/>
                    <a:pt x="1530" y="927"/>
                  </a:cubicBezTo>
                  <a:cubicBezTo>
                    <a:pt x="1582" y="1006"/>
                    <a:pt x="1672" y="1032"/>
                    <a:pt x="1765" y="1032"/>
                  </a:cubicBezTo>
                  <a:cubicBezTo>
                    <a:pt x="1836" y="1032"/>
                    <a:pt x="1910" y="1017"/>
                    <a:pt x="1970" y="997"/>
                  </a:cubicBezTo>
                  <a:cubicBezTo>
                    <a:pt x="2109" y="950"/>
                    <a:pt x="1831" y="672"/>
                    <a:pt x="2086" y="579"/>
                  </a:cubicBezTo>
                  <a:cubicBezTo>
                    <a:pt x="2141" y="559"/>
                    <a:pt x="2184" y="551"/>
                    <a:pt x="2219" y="551"/>
                  </a:cubicBezTo>
                  <a:cubicBezTo>
                    <a:pt x="2344" y="551"/>
                    <a:pt x="2356" y="659"/>
                    <a:pt x="2411" y="695"/>
                  </a:cubicBezTo>
                  <a:cubicBezTo>
                    <a:pt x="2414" y="696"/>
                    <a:pt x="2417" y="697"/>
                    <a:pt x="2421" y="697"/>
                  </a:cubicBezTo>
                  <a:cubicBezTo>
                    <a:pt x="2487" y="697"/>
                    <a:pt x="2563" y="487"/>
                    <a:pt x="2828" y="487"/>
                  </a:cubicBezTo>
                  <a:cubicBezTo>
                    <a:pt x="2944" y="487"/>
                    <a:pt x="3083" y="579"/>
                    <a:pt x="3199" y="672"/>
                  </a:cubicBezTo>
                  <a:cubicBezTo>
                    <a:pt x="3268" y="579"/>
                    <a:pt x="3314" y="533"/>
                    <a:pt x="3314" y="464"/>
                  </a:cubicBezTo>
                  <a:cubicBezTo>
                    <a:pt x="3314" y="394"/>
                    <a:pt x="3477" y="348"/>
                    <a:pt x="3477" y="209"/>
                  </a:cubicBezTo>
                  <a:cubicBezTo>
                    <a:pt x="3477" y="162"/>
                    <a:pt x="3453" y="70"/>
                    <a:pt x="3430" y="0"/>
                  </a:cubicBezTo>
                  <a:close/>
                  <a:moveTo>
                    <a:pt x="1995" y="3936"/>
                  </a:moveTo>
                  <a:cubicBezTo>
                    <a:pt x="1848" y="3936"/>
                    <a:pt x="1677" y="4107"/>
                    <a:pt x="1785" y="4125"/>
                  </a:cubicBezTo>
                  <a:cubicBezTo>
                    <a:pt x="1970" y="4148"/>
                    <a:pt x="2271" y="4311"/>
                    <a:pt x="2573" y="4334"/>
                  </a:cubicBezTo>
                  <a:cubicBezTo>
                    <a:pt x="2897" y="4334"/>
                    <a:pt x="3314" y="4172"/>
                    <a:pt x="3314" y="4102"/>
                  </a:cubicBezTo>
                  <a:cubicBezTo>
                    <a:pt x="3314" y="4077"/>
                    <a:pt x="3299" y="4069"/>
                    <a:pt x="3275" y="4069"/>
                  </a:cubicBezTo>
                  <a:cubicBezTo>
                    <a:pt x="3227" y="4069"/>
                    <a:pt x="3144" y="4099"/>
                    <a:pt x="3064" y="4099"/>
                  </a:cubicBezTo>
                  <a:cubicBezTo>
                    <a:pt x="3030" y="4099"/>
                    <a:pt x="2997" y="4094"/>
                    <a:pt x="2967" y="4079"/>
                  </a:cubicBezTo>
                  <a:cubicBezTo>
                    <a:pt x="2934" y="4059"/>
                    <a:pt x="2865" y="4054"/>
                    <a:pt x="2778" y="4054"/>
                  </a:cubicBezTo>
                  <a:cubicBezTo>
                    <a:pt x="2693" y="4054"/>
                    <a:pt x="2590" y="4059"/>
                    <a:pt x="2490" y="4059"/>
                  </a:cubicBezTo>
                  <a:cubicBezTo>
                    <a:pt x="2333" y="4059"/>
                    <a:pt x="2181" y="4047"/>
                    <a:pt x="2109" y="3986"/>
                  </a:cubicBezTo>
                  <a:cubicBezTo>
                    <a:pt x="2078" y="3950"/>
                    <a:pt x="2038" y="3936"/>
                    <a:pt x="1995" y="393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1" name="Google Shape;8751;p59"/>
            <p:cNvSpPr/>
            <p:nvPr/>
          </p:nvSpPr>
          <p:spPr>
            <a:xfrm>
              <a:off x="4477359" y="2802028"/>
              <a:ext cx="42307" cy="22053"/>
            </a:xfrm>
            <a:custGeom>
              <a:avLst/>
              <a:gdLst/>
              <a:ahLst/>
              <a:cxnLst/>
              <a:rect l="l" t="t" r="r" b="b"/>
              <a:pathLst>
                <a:path w="1387" h="723" extrusionOk="0">
                  <a:moveTo>
                    <a:pt x="1331" y="0"/>
                  </a:moveTo>
                  <a:cubicBezTo>
                    <a:pt x="1311" y="0"/>
                    <a:pt x="1283" y="13"/>
                    <a:pt x="1251" y="44"/>
                  </a:cubicBezTo>
                  <a:cubicBezTo>
                    <a:pt x="1136" y="160"/>
                    <a:pt x="834" y="253"/>
                    <a:pt x="464" y="276"/>
                  </a:cubicBezTo>
                  <a:cubicBezTo>
                    <a:pt x="116" y="299"/>
                    <a:pt x="0" y="531"/>
                    <a:pt x="232" y="670"/>
                  </a:cubicBezTo>
                  <a:cubicBezTo>
                    <a:pt x="296" y="707"/>
                    <a:pt x="371" y="723"/>
                    <a:pt x="447" y="723"/>
                  </a:cubicBezTo>
                  <a:cubicBezTo>
                    <a:pt x="700" y="723"/>
                    <a:pt x="973" y="556"/>
                    <a:pt x="973" y="484"/>
                  </a:cubicBezTo>
                  <a:cubicBezTo>
                    <a:pt x="950" y="415"/>
                    <a:pt x="1066" y="230"/>
                    <a:pt x="1251" y="160"/>
                  </a:cubicBezTo>
                  <a:cubicBezTo>
                    <a:pt x="1387" y="92"/>
                    <a:pt x="1386" y="0"/>
                    <a:pt x="1331"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59"/>
            <p:cNvSpPr/>
            <p:nvPr/>
          </p:nvSpPr>
          <p:spPr>
            <a:xfrm>
              <a:off x="3545866" y="2106097"/>
              <a:ext cx="178684" cy="85926"/>
            </a:xfrm>
            <a:custGeom>
              <a:avLst/>
              <a:gdLst/>
              <a:ahLst/>
              <a:cxnLst/>
              <a:rect l="l" t="t" r="r" b="b"/>
              <a:pathLst>
                <a:path w="5858" h="2817" extrusionOk="0">
                  <a:moveTo>
                    <a:pt x="4248" y="0"/>
                  </a:moveTo>
                  <a:cubicBezTo>
                    <a:pt x="4235" y="0"/>
                    <a:pt x="4223" y="3"/>
                    <a:pt x="4212" y="9"/>
                  </a:cubicBezTo>
                  <a:cubicBezTo>
                    <a:pt x="4096" y="79"/>
                    <a:pt x="4166" y="241"/>
                    <a:pt x="4142" y="357"/>
                  </a:cubicBezTo>
                  <a:cubicBezTo>
                    <a:pt x="4138" y="377"/>
                    <a:pt x="4120" y="384"/>
                    <a:pt x="4095" y="384"/>
                  </a:cubicBezTo>
                  <a:cubicBezTo>
                    <a:pt x="4033" y="384"/>
                    <a:pt x="3929" y="341"/>
                    <a:pt x="3867" y="341"/>
                  </a:cubicBezTo>
                  <a:cubicBezTo>
                    <a:pt x="3838" y="341"/>
                    <a:pt x="3818" y="351"/>
                    <a:pt x="3818" y="380"/>
                  </a:cubicBezTo>
                  <a:cubicBezTo>
                    <a:pt x="3818" y="429"/>
                    <a:pt x="3786" y="459"/>
                    <a:pt x="3742" y="459"/>
                  </a:cubicBezTo>
                  <a:cubicBezTo>
                    <a:pt x="3702" y="459"/>
                    <a:pt x="3653" y="435"/>
                    <a:pt x="3609" y="380"/>
                  </a:cubicBezTo>
                  <a:cubicBezTo>
                    <a:pt x="3575" y="337"/>
                    <a:pt x="3521" y="320"/>
                    <a:pt x="3467" y="320"/>
                  </a:cubicBezTo>
                  <a:cubicBezTo>
                    <a:pt x="3376" y="320"/>
                    <a:pt x="3285" y="369"/>
                    <a:pt x="3285" y="427"/>
                  </a:cubicBezTo>
                  <a:cubicBezTo>
                    <a:pt x="3292" y="457"/>
                    <a:pt x="3285" y="470"/>
                    <a:pt x="3266" y="470"/>
                  </a:cubicBezTo>
                  <a:cubicBezTo>
                    <a:pt x="3226" y="470"/>
                    <a:pt x="3132" y="412"/>
                    <a:pt x="3007" y="334"/>
                  </a:cubicBezTo>
                  <a:cubicBezTo>
                    <a:pt x="2972" y="312"/>
                    <a:pt x="2937" y="302"/>
                    <a:pt x="2903" y="302"/>
                  </a:cubicBezTo>
                  <a:cubicBezTo>
                    <a:pt x="2758" y="302"/>
                    <a:pt x="2636" y="476"/>
                    <a:pt x="2636" y="589"/>
                  </a:cubicBezTo>
                  <a:cubicBezTo>
                    <a:pt x="2646" y="639"/>
                    <a:pt x="2639" y="672"/>
                    <a:pt x="2614" y="672"/>
                  </a:cubicBezTo>
                  <a:cubicBezTo>
                    <a:pt x="2581" y="672"/>
                    <a:pt x="2519" y="617"/>
                    <a:pt x="2428" y="473"/>
                  </a:cubicBezTo>
                  <a:cubicBezTo>
                    <a:pt x="2379" y="391"/>
                    <a:pt x="2331" y="359"/>
                    <a:pt x="2289" y="359"/>
                  </a:cubicBezTo>
                  <a:cubicBezTo>
                    <a:pt x="2190" y="359"/>
                    <a:pt x="2124" y="537"/>
                    <a:pt x="2173" y="635"/>
                  </a:cubicBezTo>
                  <a:cubicBezTo>
                    <a:pt x="2251" y="753"/>
                    <a:pt x="2230" y="905"/>
                    <a:pt x="2150" y="905"/>
                  </a:cubicBezTo>
                  <a:cubicBezTo>
                    <a:pt x="2136" y="905"/>
                    <a:pt x="2120" y="900"/>
                    <a:pt x="2103" y="890"/>
                  </a:cubicBezTo>
                  <a:cubicBezTo>
                    <a:pt x="2079" y="876"/>
                    <a:pt x="2053" y="869"/>
                    <a:pt x="2025" y="869"/>
                  </a:cubicBezTo>
                  <a:cubicBezTo>
                    <a:pt x="1923" y="869"/>
                    <a:pt x="1810" y="961"/>
                    <a:pt x="1755" y="1052"/>
                  </a:cubicBezTo>
                  <a:cubicBezTo>
                    <a:pt x="1747" y="1066"/>
                    <a:pt x="1737" y="1072"/>
                    <a:pt x="1724" y="1072"/>
                  </a:cubicBezTo>
                  <a:cubicBezTo>
                    <a:pt x="1628" y="1072"/>
                    <a:pt x="1429" y="715"/>
                    <a:pt x="1593" y="612"/>
                  </a:cubicBezTo>
                  <a:cubicBezTo>
                    <a:pt x="1779" y="519"/>
                    <a:pt x="1014" y="56"/>
                    <a:pt x="782" y="56"/>
                  </a:cubicBezTo>
                  <a:cubicBezTo>
                    <a:pt x="527" y="56"/>
                    <a:pt x="689" y="241"/>
                    <a:pt x="852" y="380"/>
                  </a:cubicBezTo>
                  <a:cubicBezTo>
                    <a:pt x="925" y="432"/>
                    <a:pt x="908" y="456"/>
                    <a:pt x="860" y="456"/>
                  </a:cubicBezTo>
                  <a:cubicBezTo>
                    <a:pt x="801" y="456"/>
                    <a:pt x="694" y="421"/>
                    <a:pt x="643" y="357"/>
                  </a:cubicBezTo>
                  <a:cubicBezTo>
                    <a:pt x="614" y="321"/>
                    <a:pt x="579" y="305"/>
                    <a:pt x="541" y="305"/>
                  </a:cubicBezTo>
                  <a:cubicBezTo>
                    <a:pt x="457" y="305"/>
                    <a:pt x="359" y="384"/>
                    <a:pt x="295" y="496"/>
                  </a:cubicBezTo>
                  <a:cubicBezTo>
                    <a:pt x="203" y="658"/>
                    <a:pt x="40" y="728"/>
                    <a:pt x="17" y="844"/>
                  </a:cubicBezTo>
                  <a:cubicBezTo>
                    <a:pt x="0" y="930"/>
                    <a:pt x="163" y="1016"/>
                    <a:pt x="353" y="1016"/>
                  </a:cubicBezTo>
                  <a:cubicBezTo>
                    <a:pt x="418" y="1016"/>
                    <a:pt x="485" y="1006"/>
                    <a:pt x="550" y="983"/>
                  </a:cubicBezTo>
                  <a:cubicBezTo>
                    <a:pt x="666" y="925"/>
                    <a:pt x="799" y="896"/>
                    <a:pt x="918" y="896"/>
                  </a:cubicBezTo>
                  <a:cubicBezTo>
                    <a:pt x="1037" y="896"/>
                    <a:pt x="1141" y="925"/>
                    <a:pt x="1199" y="983"/>
                  </a:cubicBezTo>
                  <a:cubicBezTo>
                    <a:pt x="1338" y="1099"/>
                    <a:pt x="967" y="1145"/>
                    <a:pt x="1107" y="1238"/>
                  </a:cubicBezTo>
                  <a:cubicBezTo>
                    <a:pt x="1207" y="1339"/>
                    <a:pt x="1150" y="1404"/>
                    <a:pt x="935" y="1404"/>
                  </a:cubicBezTo>
                  <a:cubicBezTo>
                    <a:pt x="903" y="1404"/>
                    <a:pt x="867" y="1403"/>
                    <a:pt x="828" y="1400"/>
                  </a:cubicBezTo>
                  <a:cubicBezTo>
                    <a:pt x="794" y="1398"/>
                    <a:pt x="759" y="1396"/>
                    <a:pt x="725" y="1396"/>
                  </a:cubicBezTo>
                  <a:cubicBezTo>
                    <a:pt x="431" y="1396"/>
                    <a:pt x="141" y="1479"/>
                    <a:pt x="203" y="1562"/>
                  </a:cubicBezTo>
                  <a:cubicBezTo>
                    <a:pt x="213" y="1589"/>
                    <a:pt x="261" y="1599"/>
                    <a:pt x="327" y="1599"/>
                  </a:cubicBezTo>
                  <a:cubicBezTo>
                    <a:pt x="479" y="1599"/>
                    <a:pt x="733" y="1549"/>
                    <a:pt x="879" y="1549"/>
                  </a:cubicBezTo>
                  <a:cubicBezTo>
                    <a:pt x="942" y="1549"/>
                    <a:pt x="985" y="1558"/>
                    <a:pt x="991" y="1585"/>
                  </a:cubicBezTo>
                  <a:cubicBezTo>
                    <a:pt x="991" y="1682"/>
                    <a:pt x="991" y="1811"/>
                    <a:pt x="1098" y="1811"/>
                  </a:cubicBezTo>
                  <a:cubicBezTo>
                    <a:pt x="1119" y="1811"/>
                    <a:pt x="1145" y="1806"/>
                    <a:pt x="1176" y="1794"/>
                  </a:cubicBezTo>
                  <a:cubicBezTo>
                    <a:pt x="1210" y="1779"/>
                    <a:pt x="1235" y="1772"/>
                    <a:pt x="1253" y="1772"/>
                  </a:cubicBezTo>
                  <a:cubicBezTo>
                    <a:pt x="1345" y="1772"/>
                    <a:pt x="1261" y="1941"/>
                    <a:pt x="1338" y="1979"/>
                  </a:cubicBezTo>
                  <a:cubicBezTo>
                    <a:pt x="1454" y="2026"/>
                    <a:pt x="1408" y="2211"/>
                    <a:pt x="1153" y="2234"/>
                  </a:cubicBezTo>
                  <a:cubicBezTo>
                    <a:pt x="898" y="2234"/>
                    <a:pt x="782" y="2281"/>
                    <a:pt x="875" y="2396"/>
                  </a:cubicBezTo>
                  <a:cubicBezTo>
                    <a:pt x="927" y="2449"/>
                    <a:pt x="1003" y="2469"/>
                    <a:pt x="1091" y="2469"/>
                  </a:cubicBezTo>
                  <a:cubicBezTo>
                    <a:pt x="1236" y="2469"/>
                    <a:pt x="1412" y="2416"/>
                    <a:pt x="1570" y="2373"/>
                  </a:cubicBezTo>
                  <a:cubicBezTo>
                    <a:pt x="1595" y="2367"/>
                    <a:pt x="1621" y="2364"/>
                    <a:pt x="1647" y="2364"/>
                  </a:cubicBezTo>
                  <a:cubicBezTo>
                    <a:pt x="1918" y="2364"/>
                    <a:pt x="2271" y="2662"/>
                    <a:pt x="2567" y="2767"/>
                  </a:cubicBezTo>
                  <a:cubicBezTo>
                    <a:pt x="2647" y="2802"/>
                    <a:pt x="2741" y="2816"/>
                    <a:pt x="2839" y="2816"/>
                  </a:cubicBezTo>
                  <a:cubicBezTo>
                    <a:pt x="3136" y="2816"/>
                    <a:pt x="3464" y="2681"/>
                    <a:pt x="3517" y="2559"/>
                  </a:cubicBezTo>
                  <a:cubicBezTo>
                    <a:pt x="3586" y="2396"/>
                    <a:pt x="4027" y="2443"/>
                    <a:pt x="4189" y="2327"/>
                  </a:cubicBezTo>
                  <a:cubicBezTo>
                    <a:pt x="4374" y="2211"/>
                    <a:pt x="4606" y="2072"/>
                    <a:pt x="4930" y="2049"/>
                  </a:cubicBezTo>
                  <a:cubicBezTo>
                    <a:pt x="5222" y="2026"/>
                    <a:pt x="5231" y="1700"/>
                    <a:pt x="5358" y="1700"/>
                  </a:cubicBezTo>
                  <a:cubicBezTo>
                    <a:pt x="5362" y="1700"/>
                    <a:pt x="5366" y="1700"/>
                    <a:pt x="5371" y="1701"/>
                  </a:cubicBezTo>
                  <a:cubicBezTo>
                    <a:pt x="5376" y="1702"/>
                    <a:pt x="5381" y="1703"/>
                    <a:pt x="5386" y="1703"/>
                  </a:cubicBezTo>
                  <a:cubicBezTo>
                    <a:pt x="5504" y="1703"/>
                    <a:pt x="5699" y="1463"/>
                    <a:pt x="5788" y="1307"/>
                  </a:cubicBezTo>
                  <a:cubicBezTo>
                    <a:pt x="5857" y="1145"/>
                    <a:pt x="5695" y="844"/>
                    <a:pt x="5487" y="844"/>
                  </a:cubicBezTo>
                  <a:cubicBezTo>
                    <a:pt x="5301" y="844"/>
                    <a:pt x="5162" y="705"/>
                    <a:pt x="5209" y="589"/>
                  </a:cubicBezTo>
                  <a:cubicBezTo>
                    <a:pt x="5232" y="473"/>
                    <a:pt x="5093" y="334"/>
                    <a:pt x="5093" y="241"/>
                  </a:cubicBezTo>
                  <a:cubicBezTo>
                    <a:pt x="5100" y="219"/>
                    <a:pt x="5079" y="211"/>
                    <a:pt x="5043" y="211"/>
                  </a:cubicBezTo>
                  <a:cubicBezTo>
                    <a:pt x="4966" y="211"/>
                    <a:pt x="4817" y="249"/>
                    <a:pt x="4722" y="264"/>
                  </a:cubicBezTo>
                  <a:cubicBezTo>
                    <a:pt x="4718" y="265"/>
                    <a:pt x="4714" y="265"/>
                    <a:pt x="4710" y="265"/>
                  </a:cubicBezTo>
                  <a:cubicBezTo>
                    <a:pt x="4600" y="265"/>
                    <a:pt x="4373" y="0"/>
                    <a:pt x="42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59"/>
            <p:cNvSpPr/>
            <p:nvPr/>
          </p:nvSpPr>
          <p:spPr>
            <a:xfrm>
              <a:off x="3775422" y="2397207"/>
              <a:ext cx="75646" cy="83150"/>
            </a:xfrm>
            <a:custGeom>
              <a:avLst/>
              <a:gdLst/>
              <a:ahLst/>
              <a:cxnLst/>
              <a:rect l="l" t="t" r="r" b="b"/>
              <a:pathLst>
                <a:path w="2480" h="2726" extrusionOk="0">
                  <a:moveTo>
                    <a:pt x="1287" y="1"/>
                  </a:moveTo>
                  <a:cubicBezTo>
                    <a:pt x="1148" y="1"/>
                    <a:pt x="1034" y="51"/>
                    <a:pt x="1020" y="176"/>
                  </a:cubicBezTo>
                  <a:cubicBezTo>
                    <a:pt x="1020" y="361"/>
                    <a:pt x="1275" y="292"/>
                    <a:pt x="1275" y="431"/>
                  </a:cubicBezTo>
                  <a:cubicBezTo>
                    <a:pt x="1298" y="547"/>
                    <a:pt x="1020" y="523"/>
                    <a:pt x="834" y="663"/>
                  </a:cubicBezTo>
                  <a:cubicBezTo>
                    <a:pt x="792" y="689"/>
                    <a:pt x="749" y="699"/>
                    <a:pt x="707" y="699"/>
                  </a:cubicBezTo>
                  <a:cubicBezTo>
                    <a:pt x="599" y="699"/>
                    <a:pt x="489" y="638"/>
                    <a:pt x="373" y="638"/>
                  </a:cubicBezTo>
                  <a:cubicBezTo>
                    <a:pt x="334" y="638"/>
                    <a:pt x="295" y="645"/>
                    <a:pt x="255" y="663"/>
                  </a:cubicBezTo>
                  <a:cubicBezTo>
                    <a:pt x="70" y="755"/>
                    <a:pt x="464" y="871"/>
                    <a:pt x="325" y="1080"/>
                  </a:cubicBezTo>
                  <a:cubicBezTo>
                    <a:pt x="185" y="1265"/>
                    <a:pt x="325" y="1265"/>
                    <a:pt x="579" y="1450"/>
                  </a:cubicBezTo>
                  <a:cubicBezTo>
                    <a:pt x="811" y="1659"/>
                    <a:pt x="417" y="1705"/>
                    <a:pt x="417" y="1914"/>
                  </a:cubicBezTo>
                  <a:cubicBezTo>
                    <a:pt x="417" y="2146"/>
                    <a:pt x="139" y="2123"/>
                    <a:pt x="70" y="2285"/>
                  </a:cubicBezTo>
                  <a:cubicBezTo>
                    <a:pt x="0" y="2424"/>
                    <a:pt x="325" y="2725"/>
                    <a:pt x="603" y="2725"/>
                  </a:cubicBezTo>
                  <a:cubicBezTo>
                    <a:pt x="811" y="2725"/>
                    <a:pt x="1275" y="2586"/>
                    <a:pt x="1553" y="2331"/>
                  </a:cubicBezTo>
                  <a:cubicBezTo>
                    <a:pt x="1663" y="2230"/>
                    <a:pt x="1752" y="2205"/>
                    <a:pt x="1834" y="2205"/>
                  </a:cubicBezTo>
                  <a:cubicBezTo>
                    <a:pt x="1912" y="2205"/>
                    <a:pt x="1984" y="2227"/>
                    <a:pt x="2064" y="2227"/>
                  </a:cubicBezTo>
                  <a:cubicBezTo>
                    <a:pt x="2114" y="2227"/>
                    <a:pt x="2166" y="2219"/>
                    <a:pt x="2225" y="2192"/>
                  </a:cubicBezTo>
                  <a:cubicBezTo>
                    <a:pt x="2480" y="2053"/>
                    <a:pt x="2318" y="1126"/>
                    <a:pt x="2225" y="917"/>
                  </a:cubicBezTo>
                  <a:cubicBezTo>
                    <a:pt x="2202" y="894"/>
                    <a:pt x="2202" y="848"/>
                    <a:pt x="2225" y="848"/>
                  </a:cubicBezTo>
                  <a:cubicBezTo>
                    <a:pt x="2155" y="778"/>
                    <a:pt x="2086" y="732"/>
                    <a:pt x="2039" y="663"/>
                  </a:cubicBezTo>
                  <a:cubicBezTo>
                    <a:pt x="1969" y="584"/>
                    <a:pt x="1912" y="553"/>
                    <a:pt x="1866" y="553"/>
                  </a:cubicBezTo>
                  <a:cubicBezTo>
                    <a:pt x="1776" y="553"/>
                    <a:pt x="1730" y="671"/>
                    <a:pt x="1715" y="778"/>
                  </a:cubicBezTo>
                  <a:cubicBezTo>
                    <a:pt x="1709" y="813"/>
                    <a:pt x="1694" y="826"/>
                    <a:pt x="1671" y="826"/>
                  </a:cubicBezTo>
                  <a:cubicBezTo>
                    <a:pt x="1603" y="826"/>
                    <a:pt x="1472" y="703"/>
                    <a:pt x="1367" y="686"/>
                  </a:cubicBezTo>
                  <a:cubicBezTo>
                    <a:pt x="1252" y="663"/>
                    <a:pt x="1414" y="431"/>
                    <a:pt x="1506" y="384"/>
                  </a:cubicBezTo>
                  <a:cubicBezTo>
                    <a:pt x="1553" y="338"/>
                    <a:pt x="1599" y="222"/>
                    <a:pt x="1646" y="60"/>
                  </a:cubicBezTo>
                  <a:lnTo>
                    <a:pt x="1576" y="60"/>
                  </a:lnTo>
                  <a:cubicBezTo>
                    <a:pt x="1483" y="23"/>
                    <a:pt x="1379" y="1"/>
                    <a:pt x="12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59"/>
            <p:cNvSpPr/>
            <p:nvPr/>
          </p:nvSpPr>
          <p:spPr>
            <a:xfrm>
              <a:off x="3813580" y="2261077"/>
              <a:ext cx="168099" cy="252500"/>
            </a:xfrm>
            <a:custGeom>
              <a:avLst/>
              <a:gdLst/>
              <a:ahLst/>
              <a:cxnLst/>
              <a:rect l="l" t="t" r="r" b="b"/>
              <a:pathLst>
                <a:path w="5511" h="8278" extrusionOk="0">
                  <a:moveTo>
                    <a:pt x="3872" y="1"/>
                  </a:moveTo>
                  <a:cubicBezTo>
                    <a:pt x="3864" y="1"/>
                    <a:pt x="3856" y="2"/>
                    <a:pt x="3848" y="4"/>
                  </a:cubicBezTo>
                  <a:cubicBezTo>
                    <a:pt x="3647" y="71"/>
                    <a:pt x="3704" y="632"/>
                    <a:pt x="3770" y="632"/>
                  </a:cubicBezTo>
                  <a:cubicBezTo>
                    <a:pt x="3773" y="632"/>
                    <a:pt x="3776" y="631"/>
                    <a:pt x="3778" y="630"/>
                  </a:cubicBezTo>
                  <a:cubicBezTo>
                    <a:pt x="3889" y="496"/>
                    <a:pt x="4043" y="1"/>
                    <a:pt x="3872" y="1"/>
                  </a:cubicBezTo>
                  <a:close/>
                  <a:moveTo>
                    <a:pt x="971" y="1871"/>
                  </a:moveTo>
                  <a:cubicBezTo>
                    <a:pt x="846" y="1871"/>
                    <a:pt x="499" y="2368"/>
                    <a:pt x="649" y="2368"/>
                  </a:cubicBezTo>
                  <a:cubicBezTo>
                    <a:pt x="858" y="2368"/>
                    <a:pt x="1113" y="1997"/>
                    <a:pt x="997" y="1881"/>
                  </a:cubicBezTo>
                  <a:cubicBezTo>
                    <a:pt x="990" y="1874"/>
                    <a:pt x="982" y="1871"/>
                    <a:pt x="971" y="1871"/>
                  </a:cubicBezTo>
                  <a:close/>
                  <a:moveTo>
                    <a:pt x="916" y="4360"/>
                  </a:moveTo>
                  <a:cubicBezTo>
                    <a:pt x="757" y="4360"/>
                    <a:pt x="570" y="4524"/>
                    <a:pt x="417" y="4524"/>
                  </a:cubicBezTo>
                  <a:cubicBezTo>
                    <a:pt x="409" y="4524"/>
                    <a:pt x="402" y="4524"/>
                    <a:pt x="395" y="4523"/>
                  </a:cubicBezTo>
                  <a:cubicBezTo>
                    <a:pt x="348" y="4685"/>
                    <a:pt x="302" y="4801"/>
                    <a:pt x="255" y="4847"/>
                  </a:cubicBezTo>
                  <a:cubicBezTo>
                    <a:pt x="163" y="4894"/>
                    <a:pt x="1" y="5126"/>
                    <a:pt x="116" y="5172"/>
                  </a:cubicBezTo>
                  <a:cubicBezTo>
                    <a:pt x="218" y="5189"/>
                    <a:pt x="345" y="5293"/>
                    <a:pt x="414" y="5293"/>
                  </a:cubicBezTo>
                  <a:cubicBezTo>
                    <a:pt x="440" y="5293"/>
                    <a:pt x="458" y="5279"/>
                    <a:pt x="464" y="5241"/>
                  </a:cubicBezTo>
                  <a:cubicBezTo>
                    <a:pt x="479" y="5134"/>
                    <a:pt x="525" y="5016"/>
                    <a:pt x="615" y="5016"/>
                  </a:cubicBezTo>
                  <a:cubicBezTo>
                    <a:pt x="661" y="5016"/>
                    <a:pt x="718" y="5047"/>
                    <a:pt x="788" y="5126"/>
                  </a:cubicBezTo>
                  <a:cubicBezTo>
                    <a:pt x="835" y="5195"/>
                    <a:pt x="904" y="5241"/>
                    <a:pt x="974" y="5311"/>
                  </a:cubicBezTo>
                  <a:cubicBezTo>
                    <a:pt x="997" y="5195"/>
                    <a:pt x="1252" y="5172"/>
                    <a:pt x="1391" y="5033"/>
                  </a:cubicBezTo>
                  <a:cubicBezTo>
                    <a:pt x="1553" y="4871"/>
                    <a:pt x="1298" y="4639"/>
                    <a:pt x="1067" y="4430"/>
                  </a:cubicBezTo>
                  <a:cubicBezTo>
                    <a:pt x="1021" y="4379"/>
                    <a:pt x="970" y="4360"/>
                    <a:pt x="916" y="4360"/>
                  </a:cubicBezTo>
                  <a:close/>
                  <a:moveTo>
                    <a:pt x="2701" y="1489"/>
                  </a:moveTo>
                  <a:cubicBezTo>
                    <a:pt x="2616" y="1489"/>
                    <a:pt x="2601" y="1664"/>
                    <a:pt x="2503" y="1742"/>
                  </a:cubicBezTo>
                  <a:cubicBezTo>
                    <a:pt x="2462" y="1773"/>
                    <a:pt x="2391" y="1786"/>
                    <a:pt x="2304" y="1786"/>
                  </a:cubicBezTo>
                  <a:cubicBezTo>
                    <a:pt x="2197" y="1786"/>
                    <a:pt x="2064" y="1767"/>
                    <a:pt x="1924" y="1742"/>
                  </a:cubicBezTo>
                  <a:cubicBezTo>
                    <a:pt x="1908" y="1739"/>
                    <a:pt x="1893" y="1738"/>
                    <a:pt x="1879" y="1738"/>
                  </a:cubicBezTo>
                  <a:cubicBezTo>
                    <a:pt x="1658" y="1738"/>
                    <a:pt x="1576" y="2053"/>
                    <a:pt x="1576" y="2205"/>
                  </a:cubicBezTo>
                  <a:cubicBezTo>
                    <a:pt x="1576" y="2344"/>
                    <a:pt x="1298" y="2437"/>
                    <a:pt x="1345" y="2576"/>
                  </a:cubicBezTo>
                  <a:cubicBezTo>
                    <a:pt x="1379" y="2663"/>
                    <a:pt x="1324" y="2749"/>
                    <a:pt x="1264" y="2749"/>
                  </a:cubicBezTo>
                  <a:cubicBezTo>
                    <a:pt x="1244" y="2749"/>
                    <a:pt x="1223" y="2739"/>
                    <a:pt x="1206" y="2715"/>
                  </a:cubicBezTo>
                  <a:cubicBezTo>
                    <a:pt x="1136" y="2663"/>
                    <a:pt x="1067" y="2559"/>
                    <a:pt x="968" y="2559"/>
                  </a:cubicBezTo>
                  <a:cubicBezTo>
                    <a:pt x="935" y="2559"/>
                    <a:pt x="899" y="2570"/>
                    <a:pt x="858" y="2599"/>
                  </a:cubicBezTo>
                  <a:cubicBezTo>
                    <a:pt x="696" y="2738"/>
                    <a:pt x="1043" y="2901"/>
                    <a:pt x="1275" y="2924"/>
                  </a:cubicBezTo>
                  <a:cubicBezTo>
                    <a:pt x="1484" y="2947"/>
                    <a:pt x="1113" y="3109"/>
                    <a:pt x="1067" y="3341"/>
                  </a:cubicBezTo>
                  <a:cubicBezTo>
                    <a:pt x="1020" y="3550"/>
                    <a:pt x="1345" y="3457"/>
                    <a:pt x="1345" y="3619"/>
                  </a:cubicBezTo>
                  <a:cubicBezTo>
                    <a:pt x="1368" y="3781"/>
                    <a:pt x="904" y="3805"/>
                    <a:pt x="904" y="3967"/>
                  </a:cubicBezTo>
                  <a:cubicBezTo>
                    <a:pt x="904" y="4000"/>
                    <a:pt x="919" y="4014"/>
                    <a:pt x="943" y="4014"/>
                  </a:cubicBezTo>
                  <a:cubicBezTo>
                    <a:pt x="1020" y="4014"/>
                    <a:pt x="1193" y="3881"/>
                    <a:pt x="1298" y="3828"/>
                  </a:cubicBezTo>
                  <a:cubicBezTo>
                    <a:pt x="1307" y="3823"/>
                    <a:pt x="1314" y="3820"/>
                    <a:pt x="1319" y="3820"/>
                  </a:cubicBezTo>
                  <a:cubicBezTo>
                    <a:pt x="1386" y="3820"/>
                    <a:pt x="1264" y="4156"/>
                    <a:pt x="1468" y="4156"/>
                  </a:cubicBezTo>
                  <a:cubicBezTo>
                    <a:pt x="1480" y="4156"/>
                    <a:pt x="1493" y="4154"/>
                    <a:pt x="1507" y="4152"/>
                  </a:cubicBezTo>
                  <a:cubicBezTo>
                    <a:pt x="1800" y="4107"/>
                    <a:pt x="1720" y="3734"/>
                    <a:pt x="1822" y="3734"/>
                  </a:cubicBezTo>
                  <a:cubicBezTo>
                    <a:pt x="1825" y="3734"/>
                    <a:pt x="1828" y="3734"/>
                    <a:pt x="1831" y="3735"/>
                  </a:cubicBezTo>
                  <a:cubicBezTo>
                    <a:pt x="1924" y="3735"/>
                    <a:pt x="1785" y="3944"/>
                    <a:pt x="1878" y="4106"/>
                  </a:cubicBezTo>
                  <a:cubicBezTo>
                    <a:pt x="1947" y="4268"/>
                    <a:pt x="1646" y="4523"/>
                    <a:pt x="1669" y="4662"/>
                  </a:cubicBezTo>
                  <a:cubicBezTo>
                    <a:pt x="1679" y="4713"/>
                    <a:pt x="1798" y="4742"/>
                    <a:pt x="1943" y="4742"/>
                  </a:cubicBezTo>
                  <a:cubicBezTo>
                    <a:pt x="2127" y="4742"/>
                    <a:pt x="2354" y="4696"/>
                    <a:pt x="2457" y="4592"/>
                  </a:cubicBezTo>
                  <a:cubicBezTo>
                    <a:pt x="2513" y="4530"/>
                    <a:pt x="2560" y="4505"/>
                    <a:pt x="2595" y="4505"/>
                  </a:cubicBezTo>
                  <a:cubicBezTo>
                    <a:pt x="2677" y="4505"/>
                    <a:pt x="2693" y="4641"/>
                    <a:pt x="2596" y="4755"/>
                  </a:cubicBezTo>
                  <a:cubicBezTo>
                    <a:pt x="2480" y="4894"/>
                    <a:pt x="2527" y="5033"/>
                    <a:pt x="2689" y="5079"/>
                  </a:cubicBezTo>
                  <a:cubicBezTo>
                    <a:pt x="2851" y="5149"/>
                    <a:pt x="2897" y="5149"/>
                    <a:pt x="2828" y="5288"/>
                  </a:cubicBezTo>
                  <a:cubicBezTo>
                    <a:pt x="2758" y="5404"/>
                    <a:pt x="2828" y="5659"/>
                    <a:pt x="2782" y="5774"/>
                  </a:cubicBezTo>
                  <a:cubicBezTo>
                    <a:pt x="2757" y="5836"/>
                    <a:pt x="2610" y="5864"/>
                    <a:pt x="2473" y="5864"/>
                  </a:cubicBezTo>
                  <a:cubicBezTo>
                    <a:pt x="2351" y="5864"/>
                    <a:pt x="2236" y="5841"/>
                    <a:pt x="2225" y="5798"/>
                  </a:cubicBezTo>
                  <a:cubicBezTo>
                    <a:pt x="2218" y="5775"/>
                    <a:pt x="2191" y="5765"/>
                    <a:pt x="2161" y="5765"/>
                  </a:cubicBezTo>
                  <a:cubicBezTo>
                    <a:pt x="2097" y="5765"/>
                    <a:pt x="2016" y="5812"/>
                    <a:pt x="2063" y="5890"/>
                  </a:cubicBezTo>
                  <a:cubicBezTo>
                    <a:pt x="2109" y="6006"/>
                    <a:pt x="1878" y="6122"/>
                    <a:pt x="1901" y="6238"/>
                  </a:cubicBezTo>
                  <a:cubicBezTo>
                    <a:pt x="1924" y="6331"/>
                    <a:pt x="2202" y="6307"/>
                    <a:pt x="2225" y="6446"/>
                  </a:cubicBezTo>
                  <a:cubicBezTo>
                    <a:pt x="2225" y="6562"/>
                    <a:pt x="1994" y="6725"/>
                    <a:pt x="1692" y="6817"/>
                  </a:cubicBezTo>
                  <a:cubicBezTo>
                    <a:pt x="1449" y="6892"/>
                    <a:pt x="1644" y="7058"/>
                    <a:pt x="1801" y="7058"/>
                  </a:cubicBezTo>
                  <a:cubicBezTo>
                    <a:pt x="1839" y="7058"/>
                    <a:pt x="1874" y="7048"/>
                    <a:pt x="1901" y="7026"/>
                  </a:cubicBezTo>
                  <a:cubicBezTo>
                    <a:pt x="1929" y="7007"/>
                    <a:pt x="1950" y="7000"/>
                    <a:pt x="1968" y="7000"/>
                  </a:cubicBezTo>
                  <a:cubicBezTo>
                    <a:pt x="2040" y="7000"/>
                    <a:pt x="2058" y="7119"/>
                    <a:pt x="2225" y="7119"/>
                  </a:cubicBezTo>
                  <a:cubicBezTo>
                    <a:pt x="2388" y="7119"/>
                    <a:pt x="2508" y="7217"/>
                    <a:pt x="2662" y="7217"/>
                  </a:cubicBezTo>
                  <a:cubicBezTo>
                    <a:pt x="2706" y="7217"/>
                    <a:pt x="2753" y="7209"/>
                    <a:pt x="2805" y="7188"/>
                  </a:cubicBezTo>
                  <a:cubicBezTo>
                    <a:pt x="2869" y="7162"/>
                    <a:pt x="2916" y="7151"/>
                    <a:pt x="2946" y="7151"/>
                  </a:cubicBezTo>
                  <a:cubicBezTo>
                    <a:pt x="3022" y="7151"/>
                    <a:pt x="2985" y="7227"/>
                    <a:pt x="2851" y="7327"/>
                  </a:cubicBezTo>
                  <a:cubicBezTo>
                    <a:pt x="2783" y="7379"/>
                    <a:pt x="2705" y="7392"/>
                    <a:pt x="2625" y="7392"/>
                  </a:cubicBezTo>
                  <a:cubicBezTo>
                    <a:pt x="2539" y="7392"/>
                    <a:pt x="2450" y="7376"/>
                    <a:pt x="2371" y="7376"/>
                  </a:cubicBezTo>
                  <a:cubicBezTo>
                    <a:pt x="2327" y="7376"/>
                    <a:pt x="2285" y="7381"/>
                    <a:pt x="2249" y="7397"/>
                  </a:cubicBezTo>
                  <a:cubicBezTo>
                    <a:pt x="2086" y="7489"/>
                    <a:pt x="1437" y="8115"/>
                    <a:pt x="1553" y="8254"/>
                  </a:cubicBezTo>
                  <a:cubicBezTo>
                    <a:pt x="1565" y="8270"/>
                    <a:pt x="1578" y="8277"/>
                    <a:pt x="1593" y="8277"/>
                  </a:cubicBezTo>
                  <a:cubicBezTo>
                    <a:pt x="1660" y="8277"/>
                    <a:pt x="1756" y="8122"/>
                    <a:pt x="1947" y="8046"/>
                  </a:cubicBezTo>
                  <a:cubicBezTo>
                    <a:pt x="2004" y="8023"/>
                    <a:pt x="2050" y="8014"/>
                    <a:pt x="2088" y="8014"/>
                  </a:cubicBezTo>
                  <a:cubicBezTo>
                    <a:pt x="2207" y="8014"/>
                    <a:pt x="2259" y="8098"/>
                    <a:pt x="2364" y="8115"/>
                  </a:cubicBezTo>
                  <a:cubicBezTo>
                    <a:pt x="2369" y="8116"/>
                    <a:pt x="2374" y="8116"/>
                    <a:pt x="2378" y="8116"/>
                  </a:cubicBezTo>
                  <a:cubicBezTo>
                    <a:pt x="2478" y="8116"/>
                    <a:pt x="2505" y="7882"/>
                    <a:pt x="2585" y="7882"/>
                  </a:cubicBezTo>
                  <a:cubicBezTo>
                    <a:pt x="2589" y="7882"/>
                    <a:pt x="2592" y="7882"/>
                    <a:pt x="2596" y="7883"/>
                  </a:cubicBezTo>
                  <a:cubicBezTo>
                    <a:pt x="2607" y="7885"/>
                    <a:pt x="2617" y="7886"/>
                    <a:pt x="2628" y="7886"/>
                  </a:cubicBezTo>
                  <a:cubicBezTo>
                    <a:pt x="2719" y="7886"/>
                    <a:pt x="2803" y="7811"/>
                    <a:pt x="2941" y="7811"/>
                  </a:cubicBezTo>
                  <a:cubicBezTo>
                    <a:pt x="2957" y="7811"/>
                    <a:pt x="2973" y="7812"/>
                    <a:pt x="2990" y="7814"/>
                  </a:cubicBezTo>
                  <a:cubicBezTo>
                    <a:pt x="3036" y="7824"/>
                    <a:pt x="3078" y="7829"/>
                    <a:pt x="3118" y="7829"/>
                  </a:cubicBezTo>
                  <a:cubicBezTo>
                    <a:pt x="3257" y="7829"/>
                    <a:pt x="3358" y="7770"/>
                    <a:pt x="3430" y="7698"/>
                  </a:cubicBezTo>
                  <a:cubicBezTo>
                    <a:pt x="3443" y="7689"/>
                    <a:pt x="3458" y="7685"/>
                    <a:pt x="3475" y="7685"/>
                  </a:cubicBezTo>
                  <a:cubicBezTo>
                    <a:pt x="3576" y="7685"/>
                    <a:pt x="3748" y="7820"/>
                    <a:pt x="3841" y="7820"/>
                  </a:cubicBezTo>
                  <a:cubicBezTo>
                    <a:pt x="3852" y="7820"/>
                    <a:pt x="3862" y="7818"/>
                    <a:pt x="3871" y="7814"/>
                  </a:cubicBezTo>
                  <a:cubicBezTo>
                    <a:pt x="3931" y="7754"/>
                    <a:pt x="4200" y="7693"/>
                    <a:pt x="4391" y="7693"/>
                  </a:cubicBezTo>
                  <a:cubicBezTo>
                    <a:pt x="4421" y="7693"/>
                    <a:pt x="4449" y="7695"/>
                    <a:pt x="4473" y="7698"/>
                  </a:cubicBezTo>
                  <a:cubicBezTo>
                    <a:pt x="4659" y="7698"/>
                    <a:pt x="5122" y="7489"/>
                    <a:pt x="5238" y="7373"/>
                  </a:cubicBezTo>
                  <a:cubicBezTo>
                    <a:pt x="5328" y="7284"/>
                    <a:pt x="5237" y="7250"/>
                    <a:pt x="5116" y="7250"/>
                  </a:cubicBezTo>
                  <a:cubicBezTo>
                    <a:pt x="5080" y="7250"/>
                    <a:pt x="5043" y="7252"/>
                    <a:pt x="5006" y="7258"/>
                  </a:cubicBezTo>
                  <a:cubicBezTo>
                    <a:pt x="4997" y="7259"/>
                    <a:pt x="4988" y="7260"/>
                    <a:pt x="4980" y="7260"/>
                  </a:cubicBezTo>
                  <a:cubicBezTo>
                    <a:pt x="4847" y="7260"/>
                    <a:pt x="4878" y="7086"/>
                    <a:pt x="5053" y="6933"/>
                  </a:cubicBezTo>
                  <a:cubicBezTo>
                    <a:pt x="5215" y="6794"/>
                    <a:pt x="5470" y="6678"/>
                    <a:pt x="5493" y="6423"/>
                  </a:cubicBezTo>
                  <a:cubicBezTo>
                    <a:pt x="5511" y="6247"/>
                    <a:pt x="5206" y="6097"/>
                    <a:pt x="5029" y="6097"/>
                  </a:cubicBezTo>
                  <a:cubicBezTo>
                    <a:pt x="4973" y="6097"/>
                    <a:pt x="4930" y="6112"/>
                    <a:pt x="4914" y="6145"/>
                  </a:cubicBezTo>
                  <a:cubicBezTo>
                    <a:pt x="4892" y="6198"/>
                    <a:pt x="4857" y="6227"/>
                    <a:pt x="4815" y="6227"/>
                  </a:cubicBezTo>
                  <a:cubicBezTo>
                    <a:pt x="4766" y="6227"/>
                    <a:pt x="4709" y="6187"/>
                    <a:pt x="4659" y="6099"/>
                  </a:cubicBezTo>
                  <a:cubicBezTo>
                    <a:pt x="4566" y="5960"/>
                    <a:pt x="4728" y="5821"/>
                    <a:pt x="4636" y="5798"/>
                  </a:cubicBezTo>
                  <a:cubicBezTo>
                    <a:pt x="4566" y="5798"/>
                    <a:pt x="4450" y="5589"/>
                    <a:pt x="4473" y="5519"/>
                  </a:cubicBezTo>
                  <a:cubicBezTo>
                    <a:pt x="4497" y="5427"/>
                    <a:pt x="4334" y="4917"/>
                    <a:pt x="4056" y="4847"/>
                  </a:cubicBezTo>
                  <a:cubicBezTo>
                    <a:pt x="3778" y="4778"/>
                    <a:pt x="3732" y="4407"/>
                    <a:pt x="3685" y="4175"/>
                  </a:cubicBezTo>
                  <a:cubicBezTo>
                    <a:pt x="3639" y="3967"/>
                    <a:pt x="3477" y="4083"/>
                    <a:pt x="3338" y="3897"/>
                  </a:cubicBezTo>
                  <a:cubicBezTo>
                    <a:pt x="3273" y="3822"/>
                    <a:pt x="3188" y="3801"/>
                    <a:pt x="3104" y="3801"/>
                  </a:cubicBezTo>
                  <a:cubicBezTo>
                    <a:pt x="3008" y="3801"/>
                    <a:pt x="2913" y="3828"/>
                    <a:pt x="2851" y="3828"/>
                  </a:cubicBezTo>
                  <a:cubicBezTo>
                    <a:pt x="2712" y="3828"/>
                    <a:pt x="2851" y="3596"/>
                    <a:pt x="3036" y="3480"/>
                  </a:cubicBezTo>
                  <a:cubicBezTo>
                    <a:pt x="3222" y="3341"/>
                    <a:pt x="3454" y="2646"/>
                    <a:pt x="3454" y="2507"/>
                  </a:cubicBezTo>
                  <a:cubicBezTo>
                    <a:pt x="3454" y="2441"/>
                    <a:pt x="3181" y="2413"/>
                    <a:pt x="2915" y="2413"/>
                  </a:cubicBezTo>
                  <a:cubicBezTo>
                    <a:pt x="2708" y="2413"/>
                    <a:pt x="2505" y="2430"/>
                    <a:pt x="2434" y="2460"/>
                  </a:cubicBezTo>
                  <a:cubicBezTo>
                    <a:pt x="2405" y="2477"/>
                    <a:pt x="2376" y="2484"/>
                    <a:pt x="2349" y="2484"/>
                  </a:cubicBezTo>
                  <a:cubicBezTo>
                    <a:pt x="2223" y="2484"/>
                    <a:pt x="2134" y="2336"/>
                    <a:pt x="2249" y="2298"/>
                  </a:cubicBezTo>
                  <a:cubicBezTo>
                    <a:pt x="2388" y="2229"/>
                    <a:pt x="2689" y="1951"/>
                    <a:pt x="2666" y="1835"/>
                  </a:cubicBezTo>
                  <a:cubicBezTo>
                    <a:pt x="2643" y="1719"/>
                    <a:pt x="2874" y="1626"/>
                    <a:pt x="2758" y="1510"/>
                  </a:cubicBezTo>
                  <a:cubicBezTo>
                    <a:pt x="2736" y="1495"/>
                    <a:pt x="2717" y="1489"/>
                    <a:pt x="2701" y="1489"/>
                  </a:cubicBezTo>
                  <a:close/>
                </a:path>
              </a:pathLst>
            </a:custGeom>
            <a:solidFill>
              <a:srgbClr val="FFD5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59"/>
            <p:cNvSpPr/>
            <p:nvPr/>
          </p:nvSpPr>
          <p:spPr>
            <a:xfrm>
              <a:off x="3813580" y="2261077"/>
              <a:ext cx="168099" cy="252500"/>
            </a:xfrm>
            <a:custGeom>
              <a:avLst/>
              <a:gdLst/>
              <a:ahLst/>
              <a:cxnLst/>
              <a:rect l="l" t="t" r="r" b="b"/>
              <a:pathLst>
                <a:path w="5511" h="8278" extrusionOk="0">
                  <a:moveTo>
                    <a:pt x="3872" y="1"/>
                  </a:moveTo>
                  <a:cubicBezTo>
                    <a:pt x="3864" y="1"/>
                    <a:pt x="3856" y="2"/>
                    <a:pt x="3848" y="4"/>
                  </a:cubicBezTo>
                  <a:cubicBezTo>
                    <a:pt x="3647" y="71"/>
                    <a:pt x="3704" y="632"/>
                    <a:pt x="3770" y="632"/>
                  </a:cubicBezTo>
                  <a:cubicBezTo>
                    <a:pt x="3773" y="632"/>
                    <a:pt x="3776" y="631"/>
                    <a:pt x="3778" y="630"/>
                  </a:cubicBezTo>
                  <a:cubicBezTo>
                    <a:pt x="3889" y="496"/>
                    <a:pt x="4043" y="1"/>
                    <a:pt x="3872" y="1"/>
                  </a:cubicBezTo>
                  <a:close/>
                  <a:moveTo>
                    <a:pt x="971" y="1871"/>
                  </a:moveTo>
                  <a:cubicBezTo>
                    <a:pt x="846" y="1871"/>
                    <a:pt x="499" y="2368"/>
                    <a:pt x="649" y="2368"/>
                  </a:cubicBezTo>
                  <a:cubicBezTo>
                    <a:pt x="858" y="2368"/>
                    <a:pt x="1113" y="1997"/>
                    <a:pt x="997" y="1881"/>
                  </a:cubicBezTo>
                  <a:cubicBezTo>
                    <a:pt x="990" y="1874"/>
                    <a:pt x="982" y="1871"/>
                    <a:pt x="971" y="1871"/>
                  </a:cubicBezTo>
                  <a:close/>
                  <a:moveTo>
                    <a:pt x="916" y="4360"/>
                  </a:moveTo>
                  <a:cubicBezTo>
                    <a:pt x="757" y="4360"/>
                    <a:pt x="570" y="4524"/>
                    <a:pt x="417" y="4524"/>
                  </a:cubicBezTo>
                  <a:cubicBezTo>
                    <a:pt x="409" y="4524"/>
                    <a:pt x="402" y="4524"/>
                    <a:pt x="395" y="4523"/>
                  </a:cubicBezTo>
                  <a:cubicBezTo>
                    <a:pt x="348" y="4685"/>
                    <a:pt x="302" y="4801"/>
                    <a:pt x="255" y="4847"/>
                  </a:cubicBezTo>
                  <a:cubicBezTo>
                    <a:pt x="163" y="4894"/>
                    <a:pt x="1" y="5126"/>
                    <a:pt x="116" y="5172"/>
                  </a:cubicBezTo>
                  <a:cubicBezTo>
                    <a:pt x="218" y="5189"/>
                    <a:pt x="345" y="5293"/>
                    <a:pt x="414" y="5293"/>
                  </a:cubicBezTo>
                  <a:cubicBezTo>
                    <a:pt x="440" y="5293"/>
                    <a:pt x="458" y="5279"/>
                    <a:pt x="464" y="5241"/>
                  </a:cubicBezTo>
                  <a:cubicBezTo>
                    <a:pt x="479" y="5134"/>
                    <a:pt x="525" y="5016"/>
                    <a:pt x="615" y="5016"/>
                  </a:cubicBezTo>
                  <a:cubicBezTo>
                    <a:pt x="661" y="5016"/>
                    <a:pt x="718" y="5047"/>
                    <a:pt x="788" y="5126"/>
                  </a:cubicBezTo>
                  <a:cubicBezTo>
                    <a:pt x="835" y="5195"/>
                    <a:pt x="904" y="5241"/>
                    <a:pt x="974" y="5311"/>
                  </a:cubicBezTo>
                  <a:cubicBezTo>
                    <a:pt x="997" y="5195"/>
                    <a:pt x="1252" y="5172"/>
                    <a:pt x="1391" y="5033"/>
                  </a:cubicBezTo>
                  <a:cubicBezTo>
                    <a:pt x="1553" y="4871"/>
                    <a:pt x="1298" y="4639"/>
                    <a:pt x="1067" y="4430"/>
                  </a:cubicBezTo>
                  <a:cubicBezTo>
                    <a:pt x="1021" y="4379"/>
                    <a:pt x="970" y="4360"/>
                    <a:pt x="916" y="4360"/>
                  </a:cubicBezTo>
                  <a:close/>
                  <a:moveTo>
                    <a:pt x="2701" y="1489"/>
                  </a:moveTo>
                  <a:cubicBezTo>
                    <a:pt x="2616" y="1489"/>
                    <a:pt x="2601" y="1664"/>
                    <a:pt x="2503" y="1742"/>
                  </a:cubicBezTo>
                  <a:cubicBezTo>
                    <a:pt x="2462" y="1773"/>
                    <a:pt x="2391" y="1786"/>
                    <a:pt x="2304" y="1786"/>
                  </a:cubicBezTo>
                  <a:cubicBezTo>
                    <a:pt x="2197" y="1786"/>
                    <a:pt x="2064" y="1767"/>
                    <a:pt x="1924" y="1742"/>
                  </a:cubicBezTo>
                  <a:cubicBezTo>
                    <a:pt x="1908" y="1739"/>
                    <a:pt x="1893" y="1738"/>
                    <a:pt x="1879" y="1738"/>
                  </a:cubicBezTo>
                  <a:cubicBezTo>
                    <a:pt x="1658" y="1738"/>
                    <a:pt x="1576" y="2053"/>
                    <a:pt x="1576" y="2205"/>
                  </a:cubicBezTo>
                  <a:cubicBezTo>
                    <a:pt x="1576" y="2344"/>
                    <a:pt x="1298" y="2437"/>
                    <a:pt x="1345" y="2576"/>
                  </a:cubicBezTo>
                  <a:cubicBezTo>
                    <a:pt x="1379" y="2663"/>
                    <a:pt x="1324" y="2749"/>
                    <a:pt x="1264" y="2749"/>
                  </a:cubicBezTo>
                  <a:cubicBezTo>
                    <a:pt x="1244" y="2749"/>
                    <a:pt x="1223" y="2739"/>
                    <a:pt x="1206" y="2715"/>
                  </a:cubicBezTo>
                  <a:cubicBezTo>
                    <a:pt x="1136" y="2663"/>
                    <a:pt x="1067" y="2559"/>
                    <a:pt x="968" y="2559"/>
                  </a:cubicBezTo>
                  <a:cubicBezTo>
                    <a:pt x="935" y="2559"/>
                    <a:pt x="899" y="2570"/>
                    <a:pt x="858" y="2599"/>
                  </a:cubicBezTo>
                  <a:cubicBezTo>
                    <a:pt x="696" y="2738"/>
                    <a:pt x="1043" y="2901"/>
                    <a:pt x="1275" y="2924"/>
                  </a:cubicBezTo>
                  <a:cubicBezTo>
                    <a:pt x="1484" y="2947"/>
                    <a:pt x="1113" y="3109"/>
                    <a:pt x="1067" y="3341"/>
                  </a:cubicBezTo>
                  <a:cubicBezTo>
                    <a:pt x="1020" y="3550"/>
                    <a:pt x="1345" y="3457"/>
                    <a:pt x="1345" y="3619"/>
                  </a:cubicBezTo>
                  <a:cubicBezTo>
                    <a:pt x="1368" y="3781"/>
                    <a:pt x="904" y="3805"/>
                    <a:pt x="904" y="3967"/>
                  </a:cubicBezTo>
                  <a:cubicBezTo>
                    <a:pt x="904" y="4000"/>
                    <a:pt x="919" y="4014"/>
                    <a:pt x="943" y="4014"/>
                  </a:cubicBezTo>
                  <a:cubicBezTo>
                    <a:pt x="1020" y="4014"/>
                    <a:pt x="1193" y="3881"/>
                    <a:pt x="1298" y="3828"/>
                  </a:cubicBezTo>
                  <a:cubicBezTo>
                    <a:pt x="1307" y="3823"/>
                    <a:pt x="1314" y="3820"/>
                    <a:pt x="1319" y="3820"/>
                  </a:cubicBezTo>
                  <a:cubicBezTo>
                    <a:pt x="1386" y="3820"/>
                    <a:pt x="1264" y="4156"/>
                    <a:pt x="1468" y="4156"/>
                  </a:cubicBezTo>
                  <a:cubicBezTo>
                    <a:pt x="1480" y="4156"/>
                    <a:pt x="1493" y="4154"/>
                    <a:pt x="1507" y="4152"/>
                  </a:cubicBezTo>
                  <a:cubicBezTo>
                    <a:pt x="1800" y="4107"/>
                    <a:pt x="1720" y="3734"/>
                    <a:pt x="1822" y="3734"/>
                  </a:cubicBezTo>
                  <a:cubicBezTo>
                    <a:pt x="1825" y="3734"/>
                    <a:pt x="1828" y="3734"/>
                    <a:pt x="1831" y="3735"/>
                  </a:cubicBezTo>
                  <a:cubicBezTo>
                    <a:pt x="1924" y="3735"/>
                    <a:pt x="1785" y="3944"/>
                    <a:pt x="1878" y="4106"/>
                  </a:cubicBezTo>
                  <a:cubicBezTo>
                    <a:pt x="1947" y="4268"/>
                    <a:pt x="1646" y="4523"/>
                    <a:pt x="1669" y="4662"/>
                  </a:cubicBezTo>
                  <a:cubicBezTo>
                    <a:pt x="1679" y="4713"/>
                    <a:pt x="1798" y="4742"/>
                    <a:pt x="1943" y="4742"/>
                  </a:cubicBezTo>
                  <a:cubicBezTo>
                    <a:pt x="2127" y="4742"/>
                    <a:pt x="2354" y="4696"/>
                    <a:pt x="2457" y="4592"/>
                  </a:cubicBezTo>
                  <a:cubicBezTo>
                    <a:pt x="2513" y="4530"/>
                    <a:pt x="2560" y="4505"/>
                    <a:pt x="2595" y="4505"/>
                  </a:cubicBezTo>
                  <a:cubicBezTo>
                    <a:pt x="2677" y="4505"/>
                    <a:pt x="2693" y="4641"/>
                    <a:pt x="2596" y="4755"/>
                  </a:cubicBezTo>
                  <a:cubicBezTo>
                    <a:pt x="2480" y="4894"/>
                    <a:pt x="2527" y="5033"/>
                    <a:pt x="2689" y="5079"/>
                  </a:cubicBezTo>
                  <a:cubicBezTo>
                    <a:pt x="2851" y="5149"/>
                    <a:pt x="2897" y="5149"/>
                    <a:pt x="2828" y="5288"/>
                  </a:cubicBezTo>
                  <a:cubicBezTo>
                    <a:pt x="2758" y="5404"/>
                    <a:pt x="2828" y="5659"/>
                    <a:pt x="2782" y="5774"/>
                  </a:cubicBezTo>
                  <a:cubicBezTo>
                    <a:pt x="2757" y="5836"/>
                    <a:pt x="2610" y="5864"/>
                    <a:pt x="2473" y="5864"/>
                  </a:cubicBezTo>
                  <a:cubicBezTo>
                    <a:pt x="2351" y="5864"/>
                    <a:pt x="2236" y="5841"/>
                    <a:pt x="2225" y="5798"/>
                  </a:cubicBezTo>
                  <a:cubicBezTo>
                    <a:pt x="2218" y="5775"/>
                    <a:pt x="2191" y="5765"/>
                    <a:pt x="2161" y="5765"/>
                  </a:cubicBezTo>
                  <a:cubicBezTo>
                    <a:pt x="2097" y="5765"/>
                    <a:pt x="2016" y="5812"/>
                    <a:pt x="2063" y="5890"/>
                  </a:cubicBezTo>
                  <a:cubicBezTo>
                    <a:pt x="2109" y="6006"/>
                    <a:pt x="1878" y="6122"/>
                    <a:pt x="1901" y="6238"/>
                  </a:cubicBezTo>
                  <a:cubicBezTo>
                    <a:pt x="1924" y="6331"/>
                    <a:pt x="2202" y="6307"/>
                    <a:pt x="2225" y="6446"/>
                  </a:cubicBezTo>
                  <a:cubicBezTo>
                    <a:pt x="2225" y="6562"/>
                    <a:pt x="1994" y="6725"/>
                    <a:pt x="1692" y="6817"/>
                  </a:cubicBezTo>
                  <a:cubicBezTo>
                    <a:pt x="1449" y="6892"/>
                    <a:pt x="1644" y="7058"/>
                    <a:pt x="1801" y="7058"/>
                  </a:cubicBezTo>
                  <a:cubicBezTo>
                    <a:pt x="1839" y="7058"/>
                    <a:pt x="1874" y="7048"/>
                    <a:pt x="1901" y="7026"/>
                  </a:cubicBezTo>
                  <a:cubicBezTo>
                    <a:pt x="1929" y="7007"/>
                    <a:pt x="1950" y="7000"/>
                    <a:pt x="1968" y="7000"/>
                  </a:cubicBezTo>
                  <a:cubicBezTo>
                    <a:pt x="2040" y="7000"/>
                    <a:pt x="2058" y="7119"/>
                    <a:pt x="2225" y="7119"/>
                  </a:cubicBezTo>
                  <a:cubicBezTo>
                    <a:pt x="2388" y="7119"/>
                    <a:pt x="2508" y="7217"/>
                    <a:pt x="2662" y="7217"/>
                  </a:cubicBezTo>
                  <a:cubicBezTo>
                    <a:pt x="2706" y="7217"/>
                    <a:pt x="2753" y="7209"/>
                    <a:pt x="2805" y="7188"/>
                  </a:cubicBezTo>
                  <a:cubicBezTo>
                    <a:pt x="2869" y="7162"/>
                    <a:pt x="2916" y="7151"/>
                    <a:pt x="2946" y="7151"/>
                  </a:cubicBezTo>
                  <a:cubicBezTo>
                    <a:pt x="3022" y="7151"/>
                    <a:pt x="2985" y="7227"/>
                    <a:pt x="2851" y="7327"/>
                  </a:cubicBezTo>
                  <a:cubicBezTo>
                    <a:pt x="2783" y="7379"/>
                    <a:pt x="2705" y="7392"/>
                    <a:pt x="2625" y="7392"/>
                  </a:cubicBezTo>
                  <a:cubicBezTo>
                    <a:pt x="2539" y="7392"/>
                    <a:pt x="2450" y="7376"/>
                    <a:pt x="2371" y="7376"/>
                  </a:cubicBezTo>
                  <a:cubicBezTo>
                    <a:pt x="2327" y="7376"/>
                    <a:pt x="2285" y="7381"/>
                    <a:pt x="2249" y="7397"/>
                  </a:cubicBezTo>
                  <a:cubicBezTo>
                    <a:pt x="2086" y="7489"/>
                    <a:pt x="1437" y="8115"/>
                    <a:pt x="1553" y="8254"/>
                  </a:cubicBezTo>
                  <a:cubicBezTo>
                    <a:pt x="1565" y="8270"/>
                    <a:pt x="1578" y="8277"/>
                    <a:pt x="1593" y="8277"/>
                  </a:cubicBezTo>
                  <a:cubicBezTo>
                    <a:pt x="1660" y="8277"/>
                    <a:pt x="1756" y="8122"/>
                    <a:pt x="1947" y="8046"/>
                  </a:cubicBezTo>
                  <a:cubicBezTo>
                    <a:pt x="2004" y="8023"/>
                    <a:pt x="2050" y="8014"/>
                    <a:pt x="2088" y="8014"/>
                  </a:cubicBezTo>
                  <a:cubicBezTo>
                    <a:pt x="2207" y="8014"/>
                    <a:pt x="2259" y="8098"/>
                    <a:pt x="2364" y="8115"/>
                  </a:cubicBezTo>
                  <a:cubicBezTo>
                    <a:pt x="2369" y="8116"/>
                    <a:pt x="2374" y="8116"/>
                    <a:pt x="2378" y="8116"/>
                  </a:cubicBezTo>
                  <a:cubicBezTo>
                    <a:pt x="2478" y="8116"/>
                    <a:pt x="2505" y="7882"/>
                    <a:pt x="2585" y="7882"/>
                  </a:cubicBezTo>
                  <a:cubicBezTo>
                    <a:pt x="2589" y="7882"/>
                    <a:pt x="2592" y="7882"/>
                    <a:pt x="2596" y="7883"/>
                  </a:cubicBezTo>
                  <a:cubicBezTo>
                    <a:pt x="2607" y="7885"/>
                    <a:pt x="2617" y="7886"/>
                    <a:pt x="2628" y="7886"/>
                  </a:cubicBezTo>
                  <a:cubicBezTo>
                    <a:pt x="2719" y="7886"/>
                    <a:pt x="2803" y="7811"/>
                    <a:pt x="2941" y="7811"/>
                  </a:cubicBezTo>
                  <a:cubicBezTo>
                    <a:pt x="2957" y="7811"/>
                    <a:pt x="2973" y="7812"/>
                    <a:pt x="2990" y="7814"/>
                  </a:cubicBezTo>
                  <a:cubicBezTo>
                    <a:pt x="3036" y="7824"/>
                    <a:pt x="3078" y="7829"/>
                    <a:pt x="3118" y="7829"/>
                  </a:cubicBezTo>
                  <a:cubicBezTo>
                    <a:pt x="3257" y="7829"/>
                    <a:pt x="3358" y="7770"/>
                    <a:pt x="3430" y="7698"/>
                  </a:cubicBezTo>
                  <a:cubicBezTo>
                    <a:pt x="3443" y="7689"/>
                    <a:pt x="3458" y="7685"/>
                    <a:pt x="3475" y="7685"/>
                  </a:cubicBezTo>
                  <a:cubicBezTo>
                    <a:pt x="3576" y="7685"/>
                    <a:pt x="3748" y="7820"/>
                    <a:pt x="3841" y="7820"/>
                  </a:cubicBezTo>
                  <a:cubicBezTo>
                    <a:pt x="3852" y="7820"/>
                    <a:pt x="3862" y="7818"/>
                    <a:pt x="3871" y="7814"/>
                  </a:cubicBezTo>
                  <a:cubicBezTo>
                    <a:pt x="3931" y="7754"/>
                    <a:pt x="4200" y="7693"/>
                    <a:pt x="4391" y="7693"/>
                  </a:cubicBezTo>
                  <a:cubicBezTo>
                    <a:pt x="4421" y="7693"/>
                    <a:pt x="4449" y="7695"/>
                    <a:pt x="4473" y="7698"/>
                  </a:cubicBezTo>
                  <a:cubicBezTo>
                    <a:pt x="4659" y="7698"/>
                    <a:pt x="5122" y="7489"/>
                    <a:pt x="5238" y="7373"/>
                  </a:cubicBezTo>
                  <a:cubicBezTo>
                    <a:pt x="5328" y="7284"/>
                    <a:pt x="5237" y="7250"/>
                    <a:pt x="5116" y="7250"/>
                  </a:cubicBezTo>
                  <a:cubicBezTo>
                    <a:pt x="5080" y="7250"/>
                    <a:pt x="5043" y="7252"/>
                    <a:pt x="5006" y="7258"/>
                  </a:cubicBezTo>
                  <a:cubicBezTo>
                    <a:pt x="4997" y="7259"/>
                    <a:pt x="4988" y="7260"/>
                    <a:pt x="4980" y="7260"/>
                  </a:cubicBezTo>
                  <a:cubicBezTo>
                    <a:pt x="4847" y="7260"/>
                    <a:pt x="4878" y="7086"/>
                    <a:pt x="5053" y="6933"/>
                  </a:cubicBezTo>
                  <a:cubicBezTo>
                    <a:pt x="5215" y="6794"/>
                    <a:pt x="5470" y="6678"/>
                    <a:pt x="5493" y="6423"/>
                  </a:cubicBezTo>
                  <a:cubicBezTo>
                    <a:pt x="5511" y="6247"/>
                    <a:pt x="5206" y="6097"/>
                    <a:pt x="5029" y="6097"/>
                  </a:cubicBezTo>
                  <a:cubicBezTo>
                    <a:pt x="4973" y="6097"/>
                    <a:pt x="4930" y="6112"/>
                    <a:pt x="4914" y="6145"/>
                  </a:cubicBezTo>
                  <a:cubicBezTo>
                    <a:pt x="4892" y="6198"/>
                    <a:pt x="4857" y="6227"/>
                    <a:pt x="4815" y="6227"/>
                  </a:cubicBezTo>
                  <a:cubicBezTo>
                    <a:pt x="4766" y="6227"/>
                    <a:pt x="4709" y="6187"/>
                    <a:pt x="4659" y="6099"/>
                  </a:cubicBezTo>
                  <a:cubicBezTo>
                    <a:pt x="4566" y="5960"/>
                    <a:pt x="4728" y="5821"/>
                    <a:pt x="4636" y="5798"/>
                  </a:cubicBezTo>
                  <a:cubicBezTo>
                    <a:pt x="4566" y="5798"/>
                    <a:pt x="4450" y="5589"/>
                    <a:pt x="4473" y="5519"/>
                  </a:cubicBezTo>
                  <a:cubicBezTo>
                    <a:pt x="4497" y="5427"/>
                    <a:pt x="4334" y="4917"/>
                    <a:pt x="4056" y="4847"/>
                  </a:cubicBezTo>
                  <a:cubicBezTo>
                    <a:pt x="3778" y="4778"/>
                    <a:pt x="3732" y="4407"/>
                    <a:pt x="3685" y="4175"/>
                  </a:cubicBezTo>
                  <a:cubicBezTo>
                    <a:pt x="3639" y="3967"/>
                    <a:pt x="3477" y="4083"/>
                    <a:pt x="3338" y="3897"/>
                  </a:cubicBezTo>
                  <a:cubicBezTo>
                    <a:pt x="3273" y="3822"/>
                    <a:pt x="3188" y="3801"/>
                    <a:pt x="3104" y="3801"/>
                  </a:cubicBezTo>
                  <a:cubicBezTo>
                    <a:pt x="3008" y="3801"/>
                    <a:pt x="2913" y="3828"/>
                    <a:pt x="2851" y="3828"/>
                  </a:cubicBezTo>
                  <a:cubicBezTo>
                    <a:pt x="2712" y="3828"/>
                    <a:pt x="2851" y="3596"/>
                    <a:pt x="3036" y="3480"/>
                  </a:cubicBezTo>
                  <a:cubicBezTo>
                    <a:pt x="3222" y="3341"/>
                    <a:pt x="3454" y="2646"/>
                    <a:pt x="3454" y="2507"/>
                  </a:cubicBezTo>
                  <a:cubicBezTo>
                    <a:pt x="3454" y="2441"/>
                    <a:pt x="3181" y="2413"/>
                    <a:pt x="2915" y="2413"/>
                  </a:cubicBezTo>
                  <a:cubicBezTo>
                    <a:pt x="2708" y="2413"/>
                    <a:pt x="2505" y="2430"/>
                    <a:pt x="2434" y="2460"/>
                  </a:cubicBezTo>
                  <a:cubicBezTo>
                    <a:pt x="2405" y="2477"/>
                    <a:pt x="2376" y="2484"/>
                    <a:pt x="2349" y="2484"/>
                  </a:cubicBezTo>
                  <a:cubicBezTo>
                    <a:pt x="2223" y="2484"/>
                    <a:pt x="2134" y="2336"/>
                    <a:pt x="2249" y="2298"/>
                  </a:cubicBezTo>
                  <a:cubicBezTo>
                    <a:pt x="2388" y="2229"/>
                    <a:pt x="2689" y="1951"/>
                    <a:pt x="2666" y="1835"/>
                  </a:cubicBezTo>
                  <a:cubicBezTo>
                    <a:pt x="2643" y="1719"/>
                    <a:pt x="2874" y="1626"/>
                    <a:pt x="2758" y="1510"/>
                  </a:cubicBezTo>
                  <a:cubicBezTo>
                    <a:pt x="2736" y="1495"/>
                    <a:pt x="2717" y="1489"/>
                    <a:pt x="2701" y="14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6" name="Google Shape;8756;p59"/>
            <p:cNvSpPr/>
            <p:nvPr/>
          </p:nvSpPr>
          <p:spPr>
            <a:xfrm>
              <a:off x="4084313" y="2335318"/>
              <a:ext cx="80618" cy="73755"/>
            </a:xfrm>
            <a:custGeom>
              <a:avLst/>
              <a:gdLst/>
              <a:ahLst/>
              <a:cxnLst/>
              <a:rect l="l" t="t" r="r" b="b"/>
              <a:pathLst>
                <a:path w="2643" h="2418" extrusionOk="0">
                  <a:moveTo>
                    <a:pt x="1296" y="1"/>
                  </a:moveTo>
                  <a:cubicBezTo>
                    <a:pt x="1177" y="1"/>
                    <a:pt x="1015" y="83"/>
                    <a:pt x="997" y="258"/>
                  </a:cubicBezTo>
                  <a:cubicBezTo>
                    <a:pt x="974" y="467"/>
                    <a:pt x="719" y="374"/>
                    <a:pt x="673" y="420"/>
                  </a:cubicBezTo>
                  <a:cubicBezTo>
                    <a:pt x="603" y="467"/>
                    <a:pt x="789" y="559"/>
                    <a:pt x="696" y="652"/>
                  </a:cubicBezTo>
                  <a:cubicBezTo>
                    <a:pt x="677" y="667"/>
                    <a:pt x="659" y="674"/>
                    <a:pt x="643" y="674"/>
                  </a:cubicBezTo>
                  <a:cubicBezTo>
                    <a:pt x="562" y="674"/>
                    <a:pt x="507" y="509"/>
                    <a:pt x="371" y="490"/>
                  </a:cubicBezTo>
                  <a:cubicBezTo>
                    <a:pt x="209" y="490"/>
                    <a:pt x="186" y="745"/>
                    <a:pt x="93" y="884"/>
                  </a:cubicBezTo>
                  <a:cubicBezTo>
                    <a:pt x="1" y="1023"/>
                    <a:pt x="70" y="1324"/>
                    <a:pt x="93" y="1510"/>
                  </a:cubicBezTo>
                  <a:cubicBezTo>
                    <a:pt x="140" y="1718"/>
                    <a:pt x="371" y="1834"/>
                    <a:pt x="302" y="1996"/>
                  </a:cubicBezTo>
                  <a:cubicBezTo>
                    <a:pt x="279" y="2066"/>
                    <a:pt x="325" y="2158"/>
                    <a:pt x="395" y="2228"/>
                  </a:cubicBezTo>
                  <a:cubicBezTo>
                    <a:pt x="603" y="2228"/>
                    <a:pt x="812" y="2251"/>
                    <a:pt x="881" y="2274"/>
                  </a:cubicBezTo>
                  <a:cubicBezTo>
                    <a:pt x="904" y="2286"/>
                    <a:pt x="933" y="2292"/>
                    <a:pt x="968" y="2292"/>
                  </a:cubicBezTo>
                  <a:cubicBezTo>
                    <a:pt x="1003" y="2292"/>
                    <a:pt x="1044" y="2286"/>
                    <a:pt x="1090" y="2274"/>
                  </a:cubicBezTo>
                  <a:cubicBezTo>
                    <a:pt x="1020" y="2158"/>
                    <a:pt x="858" y="2066"/>
                    <a:pt x="881" y="1973"/>
                  </a:cubicBezTo>
                  <a:cubicBezTo>
                    <a:pt x="881" y="1942"/>
                    <a:pt x="899" y="1929"/>
                    <a:pt x="928" y="1929"/>
                  </a:cubicBezTo>
                  <a:cubicBezTo>
                    <a:pt x="984" y="1929"/>
                    <a:pt x="1082" y="1981"/>
                    <a:pt x="1159" y="2043"/>
                  </a:cubicBezTo>
                  <a:cubicBezTo>
                    <a:pt x="1217" y="2089"/>
                    <a:pt x="1310" y="2118"/>
                    <a:pt x="1391" y="2118"/>
                  </a:cubicBezTo>
                  <a:cubicBezTo>
                    <a:pt x="1472" y="2118"/>
                    <a:pt x="1542" y="2089"/>
                    <a:pt x="1553" y="2019"/>
                  </a:cubicBezTo>
                  <a:cubicBezTo>
                    <a:pt x="1553" y="1958"/>
                    <a:pt x="1517" y="1679"/>
                    <a:pt x="1397" y="1679"/>
                  </a:cubicBezTo>
                  <a:cubicBezTo>
                    <a:pt x="1381" y="1679"/>
                    <a:pt x="1364" y="1684"/>
                    <a:pt x="1345" y="1695"/>
                  </a:cubicBezTo>
                  <a:cubicBezTo>
                    <a:pt x="1290" y="1722"/>
                    <a:pt x="1250" y="1735"/>
                    <a:pt x="1218" y="1735"/>
                  </a:cubicBezTo>
                  <a:cubicBezTo>
                    <a:pt x="1169" y="1735"/>
                    <a:pt x="1141" y="1705"/>
                    <a:pt x="1113" y="1649"/>
                  </a:cubicBezTo>
                  <a:cubicBezTo>
                    <a:pt x="1044" y="1579"/>
                    <a:pt x="1206" y="1440"/>
                    <a:pt x="1252" y="1324"/>
                  </a:cubicBezTo>
                  <a:cubicBezTo>
                    <a:pt x="1298" y="1185"/>
                    <a:pt x="1553" y="1231"/>
                    <a:pt x="1600" y="1139"/>
                  </a:cubicBezTo>
                  <a:cubicBezTo>
                    <a:pt x="1646" y="1046"/>
                    <a:pt x="1414" y="930"/>
                    <a:pt x="1345" y="884"/>
                  </a:cubicBezTo>
                  <a:cubicBezTo>
                    <a:pt x="1252" y="837"/>
                    <a:pt x="1229" y="583"/>
                    <a:pt x="1322" y="513"/>
                  </a:cubicBezTo>
                  <a:cubicBezTo>
                    <a:pt x="1414" y="420"/>
                    <a:pt x="1461" y="119"/>
                    <a:pt x="1391" y="26"/>
                  </a:cubicBezTo>
                  <a:cubicBezTo>
                    <a:pt x="1368" y="9"/>
                    <a:pt x="1335" y="1"/>
                    <a:pt x="1296" y="1"/>
                  </a:cubicBezTo>
                  <a:close/>
                  <a:moveTo>
                    <a:pt x="2224" y="1313"/>
                  </a:moveTo>
                  <a:cubicBezTo>
                    <a:pt x="2215" y="1313"/>
                    <a:pt x="2207" y="1329"/>
                    <a:pt x="2202" y="1371"/>
                  </a:cubicBezTo>
                  <a:cubicBezTo>
                    <a:pt x="2188" y="1429"/>
                    <a:pt x="2162" y="1444"/>
                    <a:pt x="2128" y="1444"/>
                  </a:cubicBezTo>
                  <a:cubicBezTo>
                    <a:pt x="2093" y="1444"/>
                    <a:pt x="2050" y="1428"/>
                    <a:pt x="2003" y="1428"/>
                  </a:cubicBezTo>
                  <a:cubicBezTo>
                    <a:pt x="1950" y="1428"/>
                    <a:pt x="1891" y="1448"/>
                    <a:pt x="1831" y="1533"/>
                  </a:cubicBezTo>
                  <a:cubicBezTo>
                    <a:pt x="1669" y="1741"/>
                    <a:pt x="1924" y="1950"/>
                    <a:pt x="2040" y="2019"/>
                  </a:cubicBezTo>
                  <a:cubicBezTo>
                    <a:pt x="2144" y="2102"/>
                    <a:pt x="2062" y="2185"/>
                    <a:pt x="1944" y="2185"/>
                  </a:cubicBezTo>
                  <a:cubicBezTo>
                    <a:pt x="1930" y="2185"/>
                    <a:pt x="1916" y="2184"/>
                    <a:pt x="1901" y="2182"/>
                  </a:cubicBezTo>
                  <a:cubicBezTo>
                    <a:pt x="1888" y="2178"/>
                    <a:pt x="1876" y="2176"/>
                    <a:pt x="1866" y="2176"/>
                  </a:cubicBezTo>
                  <a:cubicBezTo>
                    <a:pt x="1755" y="2176"/>
                    <a:pt x="1849" y="2392"/>
                    <a:pt x="2040" y="2413"/>
                  </a:cubicBezTo>
                  <a:cubicBezTo>
                    <a:pt x="2052" y="2416"/>
                    <a:pt x="2063" y="2417"/>
                    <a:pt x="2075" y="2417"/>
                  </a:cubicBezTo>
                  <a:cubicBezTo>
                    <a:pt x="2271" y="2417"/>
                    <a:pt x="2456" y="2061"/>
                    <a:pt x="2434" y="1973"/>
                  </a:cubicBezTo>
                  <a:cubicBezTo>
                    <a:pt x="2411" y="1857"/>
                    <a:pt x="2643" y="1417"/>
                    <a:pt x="2573" y="1371"/>
                  </a:cubicBezTo>
                  <a:cubicBezTo>
                    <a:pt x="2564" y="1365"/>
                    <a:pt x="2556" y="1362"/>
                    <a:pt x="2548" y="1362"/>
                  </a:cubicBezTo>
                  <a:cubicBezTo>
                    <a:pt x="2492" y="1362"/>
                    <a:pt x="2449" y="1489"/>
                    <a:pt x="2388" y="1510"/>
                  </a:cubicBezTo>
                  <a:cubicBezTo>
                    <a:pt x="2316" y="1510"/>
                    <a:pt x="2257" y="1313"/>
                    <a:pt x="2224" y="131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7" name="Google Shape;8757;p59"/>
            <p:cNvSpPr/>
            <p:nvPr/>
          </p:nvSpPr>
          <p:spPr>
            <a:xfrm>
              <a:off x="4138759" y="2032099"/>
              <a:ext cx="208546" cy="359350"/>
            </a:xfrm>
            <a:custGeom>
              <a:avLst/>
              <a:gdLst/>
              <a:ahLst/>
              <a:cxnLst/>
              <a:rect l="l" t="t" r="r" b="b"/>
              <a:pathLst>
                <a:path w="6837" h="11781" extrusionOk="0">
                  <a:moveTo>
                    <a:pt x="4033" y="9828"/>
                  </a:moveTo>
                  <a:cubicBezTo>
                    <a:pt x="3708" y="9828"/>
                    <a:pt x="3569" y="10431"/>
                    <a:pt x="3662" y="10547"/>
                  </a:cubicBezTo>
                  <a:cubicBezTo>
                    <a:pt x="3664" y="10550"/>
                    <a:pt x="3667" y="10551"/>
                    <a:pt x="3671" y="10551"/>
                  </a:cubicBezTo>
                  <a:cubicBezTo>
                    <a:pt x="3759" y="10551"/>
                    <a:pt x="4321" y="9828"/>
                    <a:pt x="4033" y="9828"/>
                  </a:cubicBezTo>
                  <a:close/>
                  <a:moveTo>
                    <a:pt x="5007" y="1"/>
                  </a:moveTo>
                  <a:cubicBezTo>
                    <a:pt x="4842" y="1"/>
                    <a:pt x="4774" y="264"/>
                    <a:pt x="4774" y="442"/>
                  </a:cubicBezTo>
                  <a:cubicBezTo>
                    <a:pt x="4774" y="569"/>
                    <a:pt x="4697" y="628"/>
                    <a:pt x="4605" y="628"/>
                  </a:cubicBezTo>
                  <a:cubicBezTo>
                    <a:pt x="4546" y="628"/>
                    <a:pt x="4481" y="604"/>
                    <a:pt x="4427" y="558"/>
                  </a:cubicBezTo>
                  <a:cubicBezTo>
                    <a:pt x="4359" y="501"/>
                    <a:pt x="4288" y="491"/>
                    <a:pt x="4211" y="491"/>
                  </a:cubicBezTo>
                  <a:cubicBezTo>
                    <a:pt x="4171" y="491"/>
                    <a:pt x="4130" y="493"/>
                    <a:pt x="4088" y="493"/>
                  </a:cubicBezTo>
                  <a:cubicBezTo>
                    <a:pt x="4013" y="493"/>
                    <a:pt x="3933" y="485"/>
                    <a:pt x="3847" y="442"/>
                  </a:cubicBezTo>
                  <a:cubicBezTo>
                    <a:pt x="3815" y="426"/>
                    <a:pt x="3789" y="419"/>
                    <a:pt x="3769" y="419"/>
                  </a:cubicBezTo>
                  <a:cubicBezTo>
                    <a:pt x="3639" y="419"/>
                    <a:pt x="3708" y="697"/>
                    <a:pt x="3708" y="836"/>
                  </a:cubicBezTo>
                  <a:cubicBezTo>
                    <a:pt x="3708" y="975"/>
                    <a:pt x="3453" y="975"/>
                    <a:pt x="3291" y="975"/>
                  </a:cubicBezTo>
                  <a:cubicBezTo>
                    <a:pt x="3152" y="975"/>
                    <a:pt x="2897" y="1114"/>
                    <a:pt x="2897" y="1300"/>
                  </a:cubicBezTo>
                  <a:cubicBezTo>
                    <a:pt x="2897" y="1485"/>
                    <a:pt x="2642" y="1578"/>
                    <a:pt x="2735" y="1694"/>
                  </a:cubicBezTo>
                  <a:cubicBezTo>
                    <a:pt x="2804" y="1787"/>
                    <a:pt x="2712" y="1902"/>
                    <a:pt x="2596" y="1972"/>
                  </a:cubicBezTo>
                  <a:cubicBezTo>
                    <a:pt x="2503" y="2065"/>
                    <a:pt x="2387" y="2320"/>
                    <a:pt x="2318" y="2389"/>
                  </a:cubicBezTo>
                  <a:cubicBezTo>
                    <a:pt x="2225" y="2459"/>
                    <a:pt x="2364" y="2598"/>
                    <a:pt x="2202" y="2714"/>
                  </a:cubicBezTo>
                  <a:cubicBezTo>
                    <a:pt x="2040" y="2806"/>
                    <a:pt x="1877" y="2737"/>
                    <a:pt x="1785" y="2806"/>
                  </a:cubicBezTo>
                  <a:cubicBezTo>
                    <a:pt x="1715" y="2876"/>
                    <a:pt x="1785" y="3061"/>
                    <a:pt x="1761" y="3293"/>
                  </a:cubicBezTo>
                  <a:cubicBezTo>
                    <a:pt x="1738" y="3525"/>
                    <a:pt x="1553" y="3803"/>
                    <a:pt x="1414" y="4011"/>
                  </a:cubicBezTo>
                  <a:cubicBezTo>
                    <a:pt x="1252" y="4220"/>
                    <a:pt x="1460" y="4266"/>
                    <a:pt x="1530" y="4289"/>
                  </a:cubicBezTo>
                  <a:cubicBezTo>
                    <a:pt x="1622" y="4313"/>
                    <a:pt x="1622" y="4452"/>
                    <a:pt x="1530" y="4591"/>
                  </a:cubicBezTo>
                  <a:cubicBezTo>
                    <a:pt x="1499" y="4663"/>
                    <a:pt x="1445" y="4684"/>
                    <a:pt x="1387" y="4684"/>
                  </a:cubicBezTo>
                  <a:cubicBezTo>
                    <a:pt x="1314" y="4684"/>
                    <a:pt x="1234" y="4650"/>
                    <a:pt x="1182" y="4637"/>
                  </a:cubicBezTo>
                  <a:cubicBezTo>
                    <a:pt x="1167" y="4631"/>
                    <a:pt x="1150" y="4628"/>
                    <a:pt x="1130" y="4628"/>
                  </a:cubicBezTo>
                  <a:cubicBezTo>
                    <a:pt x="997" y="4628"/>
                    <a:pt x="767" y="4762"/>
                    <a:pt x="626" y="4985"/>
                  </a:cubicBezTo>
                  <a:cubicBezTo>
                    <a:pt x="464" y="5240"/>
                    <a:pt x="533" y="5402"/>
                    <a:pt x="579" y="5541"/>
                  </a:cubicBezTo>
                  <a:cubicBezTo>
                    <a:pt x="626" y="5657"/>
                    <a:pt x="440" y="5819"/>
                    <a:pt x="579" y="6074"/>
                  </a:cubicBezTo>
                  <a:cubicBezTo>
                    <a:pt x="695" y="6329"/>
                    <a:pt x="533" y="6398"/>
                    <a:pt x="556" y="6607"/>
                  </a:cubicBezTo>
                  <a:cubicBezTo>
                    <a:pt x="579" y="6816"/>
                    <a:pt x="881" y="6769"/>
                    <a:pt x="904" y="6978"/>
                  </a:cubicBezTo>
                  <a:cubicBezTo>
                    <a:pt x="927" y="7186"/>
                    <a:pt x="811" y="7279"/>
                    <a:pt x="695" y="7279"/>
                  </a:cubicBezTo>
                  <a:cubicBezTo>
                    <a:pt x="603" y="7279"/>
                    <a:pt x="626" y="7488"/>
                    <a:pt x="719" y="7534"/>
                  </a:cubicBezTo>
                  <a:cubicBezTo>
                    <a:pt x="834" y="7580"/>
                    <a:pt x="811" y="7951"/>
                    <a:pt x="765" y="8044"/>
                  </a:cubicBezTo>
                  <a:cubicBezTo>
                    <a:pt x="695" y="8160"/>
                    <a:pt x="371" y="8044"/>
                    <a:pt x="394" y="8183"/>
                  </a:cubicBezTo>
                  <a:cubicBezTo>
                    <a:pt x="417" y="8322"/>
                    <a:pt x="325" y="8531"/>
                    <a:pt x="325" y="8623"/>
                  </a:cubicBezTo>
                  <a:cubicBezTo>
                    <a:pt x="325" y="8708"/>
                    <a:pt x="286" y="9003"/>
                    <a:pt x="209" y="9003"/>
                  </a:cubicBezTo>
                  <a:cubicBezTo>
                    <a:pt x="202" y="9003"/>
                    <a:pt x="194" y="9000"/>
                    <a:pt x="186" y="8994"/>
                  </a:cubicBezTo>
                  <a:cubicBezTo>
                    <a:pt x="158" y="8967"/>
                    <a:pt x="123" y="8956"/>
                    <a:pt x="90" y="8956"/>
                  </a:cubicBezTo>
                  <a:cubicBezTo>
                    <a:pt x="66" y="8956"/>
                    <a:pt x="42" y="8961"/>
                    <a:pt x="23" y="8971"/>
                  </a:cubicBezTo>
                  <a:lnTo>
                    <a:pt x="23" y="9017"/>
                  </a:lnTo>
                  <a:cubicBezTo>
                    <a:pt x="0" y="9226"/>
                    <a:pt x="70" y="9411"/>
                    <a:pt x="255" y="9550"/>
                  </a:cubicBezTo>
                  <a:cubicBezTo>
                    <a:pt x="440" y="9712"/>
                    <a:pt x="301" y="9921"/>
                    <a:pt x="440" y="10130"/>
                  </a:cubicBezTo>
                  <a:cubicBezTo>
                    <a:pt x="603" y="10338"/>
                    <a:pt x="556" y="10477"/>
                    <a:pt x="719" y="10616"/>
                  </a:cubicBezTo>
                  <a:cubicBezTo>
                    <a:pt x="904" y="10755"/>
                    <a:pt x="904" y="10848"/>
                    <a:pt x="834" y="11033"/>
                  </a:cubicBezTo>
                  <a:cubicBezTo>
                    <a:pt x="765" y="11219"/>
                    <a:pt x="973" y="11172"/>
                    <a:pt x="997" y="11288"/>
                  </a:cubicBezTo>
                  <a:cubicBezTo>
                    <a:pt x="997" y="11381"/>
                    <a:pt x="950" y="11636"/>
                    <a:pt x="997" y="11729"/>
                  </a:cubicBezTo>
                  <a:cubicBezTo>
                    <a:pt x="1020" y="11767"/>
                    <a:pt x="1048" y="11780"/>
                    <a:pt x="1085" y="11780"/>
                  </a:cubicBezTo>
                  <a:cubicBezTo>
                    <a:pt x="1159" y="11780"/>
                    <a:pt x="1267" y="11729"/>
                    <a:pt x="1437" y="11729"/>
                  </a:cubicBezTo>
                  <a:cubicBezTo>
                    <a:pt x="1692" y="11729"/>
                    <a:pt x="1622" y="11566"/>
                    <a:pt x="1622" y="11404"/>
                  </a:cubicBezTo>
                  <a:cubicBezTo>
                    <a:pt x="1646" y="11242"/>
                    <a:pt x="1761" y="11335"/>
                    <a:pt x="1808" y="11219"/>
                  </a:cubicBezTo>
                  <a:cubicBezTo>
                    <a:pt x="1821" y="11167"/>
                    <a:pt x="1900" y="11137"/>
                    <a:pt x="1999" y="11137"/>
                  </a:cubicBezTo>
                  <a:cubicBezTo>
                    <a:pt x="2077" y="11137"/>
                    <a:pt x="2167" y="11155"/>
                    <a:pt x="2248" y="11196"/>
                  </a:cubicBezTo>
                  <a:cubicBezTo>
                    <a:pt x="2281" y="11208"/>
                    <a:pt x="2312" y="11214"/>
                    <a:pt x="2341" y="11214"/>
                  </a:cubicBezTo>
                  <a:cubicBezTo>
                    <a:pt x="2472" y="11214"/>
                    <a:pt x="2554" y="11093"/>
                    <a:pt x="2573" y="10941"/>
                  </a:cubicBezTo>
                  <a:cubicBezTo>
                    <a:pt x="2579" y="10888"/>
                    <a:pt x="2593" y="10869"/>
                    <a:pt x="2611" y="10869"/>
                  </a:cubicBezTo>
                  <a:cubicBezTo>
                    <a:pt x="2656" y="10869"/>
                    <a:pt x="2725" y="10994"/>
                    <a:pt x="2758" y="11010"/>
                  </a:cubicBezTo>
                  <a:cubicBezTo>
                    <a:pt x="2762" y="11013"/>
                    <a:pt x="2767" y="11015"/>
                    <a:pt x="2773" y="11015"/>
                  </a:cubicBezTo>
                  <a:cubicBezTo>
                    <a:pt x="2848" y="11015"/>
                    <a:pt x="2996" y="10717"/>
                    <a:pt x="3082" y="10500"/>
                  </a:cubicBezTo>
                  <a:cubicBezTo>
                    <a:pt x="3113" y="10408"/>
                    <a:pt x="3112" y="10365"/>
                    <a:pt x="3085" y="10365"/>
                  </a:cubicBezTo>
                  <a:cubicBezTo>
                    <a:pt x="3051" y="10365"/>
                    <a:pt x="2977" y="10431"/>
                    <a:pt x="2874" y="10547"/>
                  </a:cubicBezTo>
                  <a:cubicBezTo>
                    <a:pt x="2838" y="10587"/>
                    <a:pt x="2814" y="10604"/>
                    <a:pt x="2798" y="10604"/>
                  </a:cubicBezTo>
                  <a:cubicBezTo>
                    <a:pt x="2731" y="10604"/>
                    <a:pt x="2818" y="10303"/>
                    <a:pt x="2874" y="10153"/>
                  </a:cubicBezTo>
                  <a:cubicBezTo>
                    <a:pt x="2943" y="9991"/>
                    <a:pt x="2943" y="9504"/>
                    <a:pt x="2967" y="9388"/>
                  </a:cubicBezTo>
                  <a:cubicBezTo>
                    <a:pt x="2990" y="9272"/>
                    <a:pt x="3036" y="9087"/>
                    <a:pt x="3268" y="9040"/>
                  </a:cubicBezTo>
                  <a:cubicBezTo>
                    <a:pt x="3500" y="8994"/>
                    <a:pt x="3801" y="8716"/>
                    <a:pt x="3754" y="8600"/>
                  </a:cubicBezTo>
                  <a:cubicBezTo>
                    <a:pt x="3708" y="8461"/>
                    <a:pt x="4079" y="8276"/>
                    <a:pt x="4079" y="8137"/>
                  </a:cubicBezTo>
                  <a:cubicBezTo>
                    <a:pt x="4079" y="8021"/>
                    <a:pt x="3685" y="7650"/>
                    <a:pt x="3569" y="7580"/>
                  </a:cubicBezTo>
                  <a:cubicBezTo>
                    <a:pt x="3430" y="7488"/>
                    <a:pt x="3152" y="7557"/>
                    <a:pt x="3175" y="7464"/>
                  </a:cubicBezTo>
                  <a:cubicBezTo>
                    <a:pt x="3198" y="7372"/>
                    <a:pt x="3152" y="7024"/>
                    <a:pt x="3106" y="6862"/>
                  </a:cubicBezTo>
                  <a:cubicBezTo>
                    <a:pt x="3082" y="6676"/>
                    <a:pt x="3314" y="6491"/>
                    <a:pt x="3314" y="6329"/>
                  </a:cubicBezTo>
                  <a:cubicBezTo>
                    <a:pt x="3314" y="6143"/>
                    <a:pt x="3314" y="5958"/>
                    <a:pt x="3453" y="5912"/>
                  </a:cubicBezTo>
                  <a:cubicBezTo>
                    <a:pt x="3615" y="5842"/>
                    <a:pt x="3523" y="5703"/>
                    <a:pt x="3731" y="5657"/>
                  </a:cubicBezTo>
                  <a:cubicBezTo>
                    <a:pt x="3917" y="5610"/>
                    <a:pt x="3894" y="5309"/>
                    <a:pt x="4102" y="5216"/>
                  </a:cubicBezTo>
                  <a:cubicBezTo>
                    <a:pt x="4311" y="5124"/>
                    <a:pt x="4334" y="5054"/>
                    <a:pt x="4612" y="4915"/>
                  </a:cubicBezTo>
                  <a:cubicBezTo>
                    <a:pt x="4890" y="4776"/>
                    <a:pt x="5377" y="4475"/>
                    <a:pt x="5446" y="4289"/>
                  </a:cubicBezTo>
                  <a:cubicBezTo>
                    <a:pt x="5539" y="4127"/>
                    <a:pt x="5168" y="3942"/>
                    <a:pt x="5400" y="3780"/>
                  </a:cubicBezTo>
                  <a:cubicBezTo>
                    <a:pt x="5632" y="3594"/>
                    <a:pt x="5446" y="3386"/>
                    <a:pt x="5609" y="3316"/>
                  </a:cubicBezTo>
                  <a:cubicBezTo>
                    <a:pt x="5771" y="3270"/>
                    <a:pt x="5840" y="3177"/>
                    <a:pt x="5956" y="3038"/>
                  </a:cubicBezTo>
                  <a:cubicBezTo>
                    <a:pt x="6006" y="2996"/>
                    <a:pt x="6059" y="2985"/>
                    <a:pt x="6120" y="2985"/>
                  </a:cubicBezTo>
                  <a:cubicBezTo>
                    <a:pt x="6196" y="2985"/>
                    <a:pt x="6285" y="3003"/>
                    <a:pt x="6393" y="3003"/>
                  </a:cubicBezTo>
                  <a:cubicBezTo>
                    <a:pt x="6437" y="3003"/>
                    <a:pt x="6484" y="3000"/>
                    <a:pt x="6536" y="2992"/>
                  </a:cubicBezTo>
                  <a:cubicBezTo>
                    <a:pt x="6593" y="2980"/>
                    <a:pt x="6646" y="2974"/>
                    <a:pt x="6695" y="2974"/>
                  </a:cubicBezTo>
                  <a:cubicBezTo>
                    <a:pt x="6744" y="2974"/>
                    <a:pt x="6790" y="2980"/>
                    <a:pt x="6837" y="2992"/>
                  </a:cubicBezTo>
                  <a:cubicBezTo>
                    <a:pt x="6814" y="2876"/>
                    <a:pt x="6790" y="2760"/>
                    <a:pt x="6744" y="2714"/>
                  </a:cubicBezTo>
                  <a:cubicBezTo>
                    <a:pt x="6675" y="2644"/>
                    <a:pt x="6512" y="2435"/>
                    <a:pt x="6651" y="2435"/>
                  </a:cubicBezTo>
                  <a:cubicBezTo>
                    <a:pt x="6790" y="2435"/>
                    <a:pt x="6837" y="2041"/>
                    <a:pt x="6675" y="1972"/>
                  </a:cubicBezTo>
                  <a:cubicBezTo>
                    <a:pt x="6512" y="1902"/>
                    <a:pt x="6675" y="1555"/>
                    <a:pt x="6536" y="1485"/>
                  </a:cubicBezTo>
                  <a:cubicBezTo>
                    <a:pt x="6420" y="1393"/>
                    <a:pt x="6489" y="1138"/>
                    <a:pt x="6512" y="952"/>
                  </a:cubicBezTo>
                  <a:cubicBezTo>
                    <a:pt x="6536" y="790"/>
                    <a:pt x="6026" y="628"/>
                    <a:pt x="5748" y="489"/>
                  </a:cubicBezTo>
                  <a:cubicBezTo>
                    <a:pt x="5446" y="373"/>
                    <a:pt x="5330" y="164"/>
                    <a:pt x="5099" y="25"/>
                  </a:cubicBezTo>
                  <a:cubicBezTo>
                    <a:pt x="5065" y="8"/>
                    <a:pt x="5034" y="1"/>
                    <a:pt x="5007"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59"/>
            <p:cNvSpPr/>
            <p:nvPr/>
          </p:nvSpPr>
          <p:spPr>
            <a:xfrm>
              <a:off x="4310514" y="2287827"/>
              <a:ext cx="104654" cy="49719"/>
            </a:xfrm>
            <a:custGeom>
              <a:avLst/>
              <a:gdLst/>
              <a:ahLst/>
              <a:cxnLst/>
              <a:rect l="l" t="t" r="r" b="b"/>
              <a:pathLst>
                <a:path w="3431" h="1630" extrusionOk="0">
                  <a:moveTo>
                    <a:pt x="448" y="503"/>
                  </a:moveTo>
                  <a:cubicBezTo>
                    <a:pt x="319" y="503"/>
                    <a:pt x="137" y="552"/>
                    <a:pt x="209" y="610"/>
                  </a:cubicBezTo>
                  <a:cubicBezTo>
                    <a:pt x="251" y="652"/>
                    <a:pt x="316" y="675"/>
                    <a:pt x="379" y="675"/>
                  </a:cubicBezTo>
                  <a:cubicBezTo>
                    <a:pt x="457" y="675"/>
                    <a:pt x="531" y="640"/>
                    <a:pt x="557" y="564"/>
                  </a:cubicBezTo>
                  <a:cubicBezTo>
                    <a:pt x="583" y="520"/>
                    <a:pt x="525" y="503"/>
                    <a:pt x="448" y="503"/>
                  </a:cubicBezTo>
                  <a:close/>
                  <a:moveTo>
                    <a:pt x="546" y="780"/>
                  </a:moveTo>
                  <a:cubicBezTo>
                    <a:pt x="488" y="780"/>
                    <a:pt x="413" y="791"/>
                    <a:pt x="325" y="819"/>
                  </a:cubicBezTo>
                  <a:cubicBezTo>
                    <a:pt x="24" y="888"/>
                    <a:pt x="1" y="1282"/>
                    <a:pt x="117" y="1282"/>
                  </a:cubicBezTo>
                  <a:cubicBezTo>
                    <a:pt x="256" y="1282"/>
                    <a:pt x="580" y="1004"/>
                    <a:pt x="673" y="911"/>
                  </a:cubicBezTo>
                  <a:cubicBezTo>
                    <a:pt x="738" y="846"/>
                    <a:pt x="688" y="780"/>
                    <a:pt x="546" y="780"/>
                  </a:cubicBezTo>
                  <a:close/>
                  <a:moveTo>
                    <a:pt x="2230" y="1"/>
                  </a:moveTo>
                  <a:cubicBezTo>
                    <a:pt x="2196" y="1"/>
                    <a:pt x="2163" y="3"/>
                    <a:pt x="2133" y="7"/>
                  </a:cubicBezTo>
                  <a:cubicBezTo>
                    <a:pt x="1855" y="54"/>
                    <a:pt x="1252" y="54"/>
                    <a:pt x="1113" y="216"/>
                  </a:cubicBezTo>
                  <a:cubicBezTo>
                    <a:pt x="974" y="355"/>
                    <a:pt x="650" y="401"/>
                    <a:pt x="789" y="517"/>
                  </a:cubicBezTo>
                  <a:cubicBezTo>
                    <a:pt x="951" y="656"/>
                    <a:pt x="789" y="726"/>
                    <a:pt x="905" y="865"/>
                  </a:cubicBezTo>
                  <a:cubicBezTo>
                    <a:pt x="997" y="994"/>
                    <a:pt x="1045" y="1064"/>
                    <a:pt x="1143" y="1064"/>
                  </a:cubicBezTo>
                  <a:cubicBezTo>
                    <a:pt x="1168" y="1064"/>
                    <a:pt x="1196" y="1060"/>
                    <a:pt x="1229" y="1050"/>
                  </a:cubicBezTo>
                  <a:cubicBezTo>
                    <a:pt x="1249" y="1047"/>
                    <a:pt x="1268" y="1046"/>
                    <a:pt x="1286" y="1046"/>
                  </a:cubicBezTo>
                  <a:cubicBezTo>
                    <a:pt x="1416" y="1046"/>
                    <a:pt x="1487" y="1120"/>
                    <a:pt x="1345" y="1282"/>
                  </a:cubicBezTo>
                  <a:cubicBezTo>
                    <a:pt x="1492" y="1269"/>
                    <a:pt x="1647" y="1255"/>
                    <a:pt x="1761" y="1255"/>
                  </a:cubicBezTo>
                  <a:cubicBezTo>
                    <a:pt x="1844" y="1255"/>
                    <a:pt x="1905" y="1262"/>
                    <a:pt x="1924" y="1282"/>
                  </a:cubicBezTo>
                  <a:cubicBezTo>
                    <a:pt x="1991" y="1327"/>
                    <a:pt x="2359" y="1608"/>
                    <a:pt x="2469" y="1608"/>
                  </a:cubicBezTo>
                  <a:cubicBezTo>
                    <a:pt x="2473" y="1608"/>
                    <a:pt x="2477" y="1607"/>
                    <a:pt x="2480" y="1607"/>
                  </a:cubicBezTo>
                  <a:cubicBezTo>
                    <a:pt x="2494" y="1600"/>
                    <a:pt x="2527" y="1597"/>
                    <a:pt x="2573" y="1597"/>
                  </a:cubicBezTo>
                  <a:cubicBezTo>
                    <a:pt x="2682" y="1597"/>
                    <a:pt x="2859" y="1613"/>
                    <a:pt x="2990" y="1630"/>
                  </a:cubicBezTo>
                  <a:cubicBezTo>
                    <a:pt x="2967" y="1583"/>
                    <a:pt x="2967" y="1514"/>
                    <a:pt x="3013" y="1491"/>
                  </a:cubicBezTo>
                  <a:cubicBezTo>
                    <a:pt x="3083" y="1421"/>
                    <a:pt x="3245" y="1421"/>
                    <a:pt x="3153" y="1305"/>
                  </a:cubicBezTo>
                  <a:cubicBezTo>
                    <a:pt x="3083" y="1189"/>
                    <a:pt x="3060" y="1166"/>
                    <a:pt x="3037" y="1004"/>
                  </a:cubicBezTo>
                  <a:cubicBezTo>
                    <a:pt x="3037" y="865"/>
                    <a:pt x="2990" y="795"/>
                    <a:pt x="2990" y="703"/>
                  </a:cubicBezTo>
                  <a:cubicBezTo>
                    <a:pt x="3013" y="587"/>
                    <a:pt x="3106" y="564"/>
                    <a:pt x="3176" y="425"/>
                  </a:cubicBezTo>
                  <a:cubicBezTo>
                    <a:pt x="3245" y="262"/>
                    <a:pt x="3431" y="239"/>
                    <a:pt x="3292" y="54"/>
                  </a:cubicBezTo>
                  <a:lnTo>
                    <a:pt x="3292" y="54"/>
                  </a:lnTo>
                  <a:cubicBezTo>
                    <a:pt x="3268" y="77"/>
                    <a:pt x="3222" y="100"/>
                    <a:pt x="3176" y="123"/>
                  </a:cubicBezTo>
                  <a:cubicBezTo>
                    <a:pt x="3152" y="128"/>
                    <a:pt x="3126" y="130"/>
                    <a:pt x="3097" y="130"/>
                  </a:cubicBezTo>
                  <a:cubicBezTo>
                    <a:pt x="2872" y="130"/>
                    <a:pt x="2500" y="1"/>
                    <a:pt x="22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59"/>
            <p:cNvSpPr/>
            <p:nvPr/>
          </p:nvSpPr>
          <p:spPr>
            <a:xfrm>
              <a:off x="4503499" y="3348439"/>
              <a:ext cx="133631" cy="162548"/>
            </a:xfrm>
            <a:custGeom>
              <a:avLst/>
              <a:gdLst/>
              <a:ahLst/>
              <a:cxnLst/>
              <a:rect l="l" t="t" r="r" b="b"/>
              <a:pathLst>
                <a:path w="4381" h="5329" extrusionOk="0">
                  <a:moveTo>
                    <a:pt x="718" y="1"/>
                  </a:moveTo>
                  <a:cubicBezTo>
                    <a:pt x="665" y="1"/>
                    <a:pt x="609" y="11"/>
                    <a:pt x="557" y="21"/>
                  </a:cubicBezTo>
                  <a:cubicBezTo>
                    <a:pt x="418" y="45"/>
                    <a:pt x="140" y="207"/>
                    <a:pt x="116" y="323"/>
                  </a:cubicBezTo>
                  <a:cubicBezTo>
                    <a:pt x="116" y="346"/>
                    <a:pt x="70" y="369"/>
                    <a:pt x="47" y="392"/>
                  </a:cubicBezTo>
                  <a:lnTo>
                    <a:pt x="302" y="624"/>
                  </a:lnTo>
                  <a:lnTo>
                    <a:pt x="348" y="1018"/>
                  </a:lnTo>
                  <a:lnTo>
                    <a:pt x="580" y="1226"/>
                  </a:lnTo>
                  <a:cubicBezTo>
                    <a:pt x="580" y="1226"/>
                    <a:pt x="580" y="1435"/>
                    <a:pt x="557" y="1667"/>
                  </a:cubicBezTo>
                  <a:cubicBezTo>
                    <a:pt x="510" y="1875"/>
                    <a:pt x="325" y="2177"/>
                    <a:pt x="186" y="2316"/>
                  </a:cubicBezTo>
                  <a:cubicBezTo>
                    <a:pt x="140" y="2339"/>
                    <a:pt x="70" y="2478"/>
                    <a:pt x="24" y="2640"/>
                  </a:cubicBezTo>
                  <a:cubicBezTo>
                    <a:pt x="232" y="2710"/>
                    <a:pt x="394" y="2779"/>
                    <a:pt x="371" y="2849"/>
                  </a:cubicBezTo>
                  <a:cubicBezTo>
                    <a:pt x="371" y="2988"/>
                    <a:pt x="1" y="2918"/>
                    <a:pt x="1" y="3196"/>
                  </a:cubicBezTo>
                  <a:cubicBezTo>
                    <a:pt x="1" y="3220"/>
                    <a:pt x="1" y="3243"/>
                    <a:pt x="1" y="3243"/>
                  </a:cubicBezTo>
                  <a:lnTo>
                    <a:pt x="2063" y="4355"/>
                  </a:lnTo>
                  <a:lnTo>
                    <a:pt x="2040" y="4680"/>
                  </a:lnTo>
                  <a:cubicBezTo>
                    <a:pt x="2040" y="4680"/>
                    <a:pt x="2503" y="5027"/>
                    <a:pt x="2944" y="5328"/>
                  </a:cubicBezTo>
                  <a:cubicBezTo>
                    <a:pt x="3152" y="4819"/>
                    <a:pt x="3407" y="4262"/>
                    <a:pt x="3477" y="4147"/>
                  </a:cubicBezTo>
                  <a:cubicBezTo>
                    <a:pt x="3616" y="3961"/>
                    <a:pt x="3732" y="3984"/>
                    <a:pt x="3824" y="3868"/>
                  </a:cubicBezTo>
                  <a:cubicBezTo>
                    <a:pt x="3863" y="3822"/>
                    <a:pt x="3891" y="3814"/>
                    <a:pt x="3918" y="3814"/>
                  </a:cubicBezTo>
                  <a:cubicBezTo>
                    <a:pt x="3931" y="3814"/>
                    <a:pt x="3944" y="3816"/>
                    <a:pt x="3958" y="3816"/>
                  </a:cubicBezTo>
                  <a:cubicBezTo>
                    <a:pt x="3998" y="3816"/>
                    <a:pt x="4045" y="3799"/>
                    <a:pt x="4126" y="3660"/>
                  </a:cubicBezTo>
                  <a:cubicBezTo>
                    <a:pt x="4149" y="3660"/>
                    <a:pt x="4149" y="3637"/>
                    <a:pt x="4172" y="3614"/>
                  </a:cubicBezTo>
                  <a:lnTo>
                    <a:pt x="3894" y="3173"/>
                  </a:lnTo>
                  <a:lnTo>
                    <a:pt x="3871" y="1226"/>
                  </a:lnTo>
                  <a:lnTo>
                    <a:pt x="4126" y="832"/>
                  </a:lnTo>
                  <a:lnTo>
                    <a:pt x="4381" y="439"/>
                  </a:lnTo>
                  <a:lnTo>
                    <a:pt x="4381" y="439"/>
                  </a:lnTo>
                  <a:cubicBezTo>
                    <a:pt x="4265" y="462"/>
                    <a:pt x="4149" y="508"/>
                    <a:pt x="4103" y="531"/>
                  </a:cubicBezTo>
                  <a:cubicBezTo>
                    <a:pt x="4082" y="541"/>
                    <a:pt x="4060" y="546"/>
                    <a:pt x="4037" y="546"/>
                  </a:cubicBezTo>
                  <a:cubicBezTo>
                    <a:pt x="3954" y="546"/>
                    <a:pt x="3866" y="488"/>
                    <a:pt x="3848" y="415"/>
                  </a:cubicBezTo>
                  <a:cubicBezTo>
                    <a:pt x="3833" y="385"/>
                    <a:pt x="3798" y="372"/>
                    <a:pt x="3752" y="372"/>
                  </a:cubicBezTo>
                  <a:cubicBezTo>
                    <a:pt x="3654" y="372"/>
                    <a:pt x="3502" y="430"/>
                    <a:pt x="3361" y="508"/>
                  </a:cubicBezTo>
                  <a:cubicBezTo>
                    <a:pt x="3199" y="609"/>
                    <a:pt x="3108" y="799"/>
                    <a:pt x="3041" y="799"/>
                  </a:cubicBezTo>
                  <a:cubicBezTo>
                    <a:pt x="3031" y="799"/>
                    <a:pt x="3022" y="795"/>
                    <a:pt x="3013" y="786"/>
                  </a:cubicBezTo>
                  <a:cubicBezTo>
                    <a:pt x="2944" y="740"/>
                    <a:pt x="2503" y="693"/>
                    <a:pt x="2388" y="693"/>
                  </a:cubicBezTo>
                  <a:cubicBezTo>
                    <a:pt x="2249" y="693"/>
                    <a:pt x="1878" y="439"/>
                    <a:pt x="1739" y="323"/>
                  </a:cubicBezTo>
                  <a:cubicBezTo>
                    <a:pt x="1623" y="207"/>
                    <a:pt x="1275" y="253"/>
                    <a:pt x="1182" y="207"/>
                  </a:cubicBezTo>
                  <a:cubicBezTo>
                    <a:pt x="1113" y="160"/>
                    <a:pt x="928" y="137"/>
                    <a:pt x="881" y="68"/>
                  </a:cubicBezTo>
                  <a:cubicBezTo>
                    <a:pt x="843" y="16"/>
                    <a:pt x="783" y="1"/>
                    <a:pt x="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59"/>
            <p:cNvSpPr/>
            <p:nvPr/>
          </p:nvSpPr>
          <p:spPr>
            <a:xfrm>
              <a:off x="4429989" y="3361097"/>
              <a:ext cx="91202" cy="93612"/>
            </a:xfrm>
            <a:custGeom>
              <a:avLst/>
              <a:gdLst/>
              <a:ahLst/>
              <a:cxnLst/>
              <a:rect l="l" t="t" r="r" b="b"/>
              <a:pathLst>
                <a:path w="2990" h="3069" extrusionOk="0">
                  <a:moveTo>
                    <a:pt x="2457" y="0"/>
                  </a:moveTo>
                  <a:cubicBezTo>
                    <a:pt x="2387" y="47"/>
                    <a:pt x="2271" y="116"/>
                    <a:pt x="2271" y="163"/>
                  </a:cubicBezTo>
                  <a:cubicBezTo>
                    <a:pt x="2260" y="209"/>
                    <a:pt x="2196" y="226"/>
                    <a:pt x="2124" y="226"/>
                  </a:cubicBezTo>
                  <a:cubicBezTo>
                    <a:pt x="2051" y="226"/>
                    <a:pt x="1970" y="209"/>
                    <a:pt x="1924" y="186"/>
                  </a:cubicBezTo>
                  <a:cubicBezTo>
                    <a:pt x="1909" y="178"/>
                    <a:pt x="1890" y="175"/>
                    <a:pt x="1869" y="175"/>
                  </a:cubicBezTo>
                  <a:cubicBezTo>
                    <a:pt x="1755" y="175"/>
                    <a:pt x="1569" y="266"/>
                    <a:pt x="1530" y="325"/>
                  </a:cubicBezTo>
                  <a:cubicBezTo>
                    <a:pt x="1523" y="335"/>
                    <a:pt x="1514" y="339"/>
                    <a:pt x="1503" y="339"/>
                  </a:cubicBezTo>
                  <a:cubicBezTo>
                    <a:pt x="1441" y="339"/>
                    <a:pt x="1318" y="207"/>
                    <a:pt x="1205" y="207"/>
                  </a:cubicBezTo>
                  <a:cubicBezTo>
                    <a:pt x="1197" y="207"/>
                    <a:pt x="1190" y="208"/>
                    <a:pt x="1182" y="209"/>
                  </a:cubicBezTo>
                  <a:cubicBezTo>
                    <a:pt x="1066" y="209"/>
                    <a:pt x="788" y="325"/>
                    <a:pt x="788" y="325"/>
                  </a:cubicBezTo>
                  <a:cubicBezTo>
                    <a:pt x="788" y="325"/>
                    <a:pt x="719" y="672"/>
                    <a:pt x="719" y="788"/>
                  </a:cubicBezTo>
                  <a:cubicBezTo>
                    <a:pt x="719" y="927"/>
                    <a:pt x="904" y="951"/>
                    <a:pt x="904" y="1066"/>
                  </a:cubicBezTo>
                  <a:cubicBezTo>
                    <a:pt x="904" y="1182"/>
                    <a:pt x="765" y="1275"/>
                    <a:pt x="765" y="1344"/>
                  </a:cubicBezTo>
                  <a:cubicBezTo>
                    <a:pt x="742" y="1414"/>
                    <a:pt x="649" y="1460"/>
                    <a:pt x="533" y="1507"/>
                  </a:cubicBezTo>
                  <a:cubicBezTo>
                    <a:pt x="394" y="1530"/>
                    <a:pt x="417" y="1738"/>
                    <a:pt x="325" y="1808"/>
                  </a:cubicBezTo>
                  <a:cubicBezTo>
                    <a:pt x="232" y="1878"/>
                    <a:pt x="255" y="2063"/>
                    <a:pt x="186" y="2179"/>
                  </a:cubicBezTo>
                  <a:cubicBezTo>
                    <a:pt x="139" y="2318"/>
                    <a:pt x="93" y="2503"/>
                    <a:pt x="93" y="2665"/>
                  </a:cubicBezTo>
                  <a:cubicBezTo>
                    <a:pt x="93" y="2781"/>
                    <a:pt x="70" y="2967"/>
                    <a:pt x="0" y="3059"/>
                  </a:cubicBezTo>
                  <a:cubicBezTo>
                    <a:pt x="44" y="3066"/>
                    <a:pt x="79" y="3069"/>
                    <a:pt x="108" y="3069"/>
                  </a:cubicBezTo>
                  <a:cubicBezTo>
                    <a:pt x="189" y="3069"/>
                    <a:pt x="227" y="3047"/>
                    <a:pt x="278" y="3013"/>
                  </a:cubicBezTo>
                  <a:cubicBezTo>
                    <a:pt x="394" y="2944"/>
                    <a:pt x="835" y="2851"/>
                    <a:pt x="835" y="2851"/>
                  </a:cubicBezTo>
                  <a:lnTo>
                    <a:pt x="1298" y="2805"/>
                  </a:lnTo>
                  <a:cubicBezTo>
                    <a:pt x="1391" y="2526"/>
                    <a:pt x="1530" y="2248"/>
                    <a:pt x="1692" y="2202"/>
                  </a:cubicBezTo>
                  <a:cubicBezTo>
                    <a:pt x="1781" y="2184"/>
                    <a:pt x="1876" y="2177"/>
                    <a:pt x="1973" y="2177"/>
                  </a:cubicBezTo>
                  <a:cubicBezTo>
                    <a:pt x="2130" y="2177"/>
                    <a:pt x="2290" y="2197"/>
                    <a:pt x="2434" y="2225"/>
                  </a:cubicBezTo>
                  <a:cubicBezTo>
                    <a:pt x="2503" y="2063"/>
                    <a:pt x="2550" y="1924"/>
                    <a:pt x="2596" y="1901"/>
                  </a:cubicBezTo>
                  <a:cubicBezTo>
                    <a:pt x="2735" y="1762"/>
                    <a:pt x="2944" y="1460"/>
                    <a:pt x="2967" y="1252"/>
                  </a:cubicBezTo>
                  <a:cubicBezTo>
                    <a:pt x="2990" y="1020"/>
                    <a:pt x="2990" y="788"/>
                    <a:pt x="2990" y="788"/>
                  </a:cubicBezTo>
                  <a:lnTo>
                    <a:pt x="2758" y="603"/>
                  </a:lnTo>
                  <a:lnTo>
                    <a:pt x="2712" y="209"/>
                  </a:lnTo>
                  <a:lnTo>
                    <a:pt x="24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59"/>
            <p:cNvSpPr/>
            <p:nvPr/>
          </p:nvSpPr>
          <p:spPr>
            <a:xfrm>
              <a:off x="4878853" y="2608951"/>
              <a:ext cx="294807" cy="172522"/>
            </a:xfrm>
            <a:custGeom>
              <a:avLst/>
              <a:gdLst/>
              <a:ahLst/>
              <a:cxnLst/>
              <a:rect l="l" t="t" r="r" b="b"/>
              <a:pathLst>
                <a:path w="9665" h="5656" extrusionOk="0">
                  <a:moveTo>
                    <a:pt x="1437" y="1"/>
                  </a:moveTo>
                  <a:lnTo>
                    <a:pt x="70" y="372"/>
                  </a:lnTo>
                  <a:lnTo>
                    <a:pt x="1" y="2805"/>
                  </a:lnTo>
                  <a:cubicBezTo>
                    <a:pt x="116" y="2875"/>
                    <a:pt x="279" y="2875"/>
                    <a:pt x="371" y="2898"/>
                  </a:cubicBezTo>
                  <a:cubicBezTo>
                    <a:pt x="385" y="2899"/>
                    <a:pt x="398" y="2900"/>
                    <a:pt x="410" y="2900"/>
                  </a:cubicBezTo>
                  <a:cubicBezTo>
                    <a:pt x="580" y="2900"/>
                    <a:pt x="580" y="2751"/>
                    <a:pt x="580" y="2643"/>
                  </a:cubicBezTo>
                  <a:cubicBezTo>
                    <a:pt x="580" y="2533"/>
                    <a:pt x="767" y="2340"/>
                    <a:pt x="925" y="2340"/>
                  </a:cubicBezTo>
                  <a:cubicBezTo>
                    <a:pt x="934" y="2340"/>
                    <a:pt x="942" y="2340"/>
                    <a:pt x="951" y="2342"/>
                  </a:cubicBezTo>
                  <a:cubicBezTo>
                    <a:pt x="958" y="2343"/>
                    <a:pt x="966" y="2343"/>
                    <a:pt x="973" y="2343"/>
                  </a:cubicBezTo>
                  <a:cubicBezTo>
                    <a:pt x="1113" y="2343"/>
                    <a:pt x="1115" y="2133"/>
                    <a:pt x="1159" y="2133"/>
                  </a:cubicBezTo>
                  <a:cubicBezTo>
                    <a:pt x="1206" y="2133"/>
                    <a:pt x="1322" y="2110"/>
                    <a:pt x="1368" y="2017"/>
                  </a:cubicBezTo>
                  <a:cubicBezTo>
                    <a:pt x="1385" y="2000"/>
                    <a:pt x="1414" y="1993"/>
                    <a:pt x="1449" y="1993"/>
                  </a:cubicBezTo>
                  <a:cubicBezTo>
                    <a:pt x="1553" y="1993"/>
                    <a:pt x="1710" y="2058"/>
                    <a:pt x="1762" y="2110"/>
                  </a:cubicBezTo>
                  <a:cubicBezTo>
                    <a:pt x="1855" y="2203"/>
                    <a:pt x="2040" y="2226"/>
                    <a:pt x="2179" y="2272"/>
                  </a:cubicBezTo>
                  <a:cubicBezTo>
                    <a:pt x="2341" y="2295"/>
                    <a:pt x="2388" y="2736"/>
                    <a:pt x="2388" y="2852"/>
                  </a:cubicBezTo>
                  <a:cubicBezTo>
                    <a:pt x="2388" y="2944"/>
                    <a:pt x="3083" y="2921"/>
                    <a:pt x="3199" y="2944"/>
                  </a:cubicBezTo>
                  <a:cubicBezTo>
                    <a:pt x="3291" y="2944"/>
                    <a:pt x="3291" y="3153"/>
                    <a:pt x="3407" y="3292"/>
                  </a:cubicBezTo>
                  <a:cubicBezTo>
                    <a:pt x="3523" y="3431"/>
                    <a:pt x="3616" y="3639"/>
                    <a:pt x="3662" y="3755"/>
                  </a:cubicBezTo>
                  <a:cubicBezTo>
                    <a:pt x="3709" y="3848"/>
                    <a:pt x="4103" y="4010"/>
                    <a:pt x="4195" y="4149"/>
                  </a:cubicBezTo>
                  <a:cubicBezTo>
                    <a:pt x="4311" y="4288"/>
                    <a:pt x="4612" y="4427"/>
                    <a:pt x="4844" y="4520"/>
                  </a:cubicBezTo>
                  <a:cubicBezTo>
                    <a:pt x="5046" y="4587"/>
                    <a:pt x="5247" y="4892"/>
                    <a:pt x="5386" y="4892"/>
                  </a:cubicBezTo>
                  <a:cubicBezTo>
                    <a:pt x="5391" y="4892"/>
                    <a:pt x="5396" y="4892"/>
                    <a:pt x="5400" y="4891"/>
                  </a:cubicBezTo>
                  <a:cubicBezTo>
                    <a:pt x="5409" y="4890"/>
                    <a:pt x="5417" y="4889"/>
                    <a:pt x="5427" y="4889"/>
                  </a:cubicBezTo>
                  <a:cubicBezTo>
                    <a:pt x="5579" y="4889"/>
                    <a:pt x="5887" y="5053"/>
                    <a:pt x="5887" y="5053"/>
                  </a:cubicBezTo>
                  <a:lnTo>
                    <a:pt x="5933" y="5401"/>
                  </a:lnTo>
                  <a:lnTo>
                    <a:pt x="5980" y="5401"/>
                  </a:lnTo>
                  <a:cubicBezTo>
                    <a:pt x="6006" y="5391"/>
                    <a:pt x="6031" y="5387"/>
                    <a:pt x="6055" y="5387"/>
                  </a:cubicBezTo>
                  <a:cubicBezTo>
                    <a:pt x="6199" y="5387"/>
                    <a:pt x="6301" y="5540"/>
                    <a:pt x="6420" y="5540"/>
                  </a:cubicBezTo>
                  <a:cubicBezTo>
                    <a:pt x="6490" y="5540"/>
                    <a:pt x="6559" y="5609"/>
                    <a:pt x="6629" y="5656"/>
                  </a:cubicBezTo>
                  <a:cubicBezTo>
                    <a:pt x="6629" y="5331"/>
                    <a:pt x="6745" y="5169"/>
                    <a:pt x="6860" y="5076"/>
                  </a:cubicBezTo>
                  <a:cubicBezTo>
                    <a:pt x="6999" y="4960"/>
                    <a:pt x="6768" y="4775"/>
                    <a:pt x="6791" y="4590"/>
                  </a:cubicBezTo>
                  <a:cubicBezTo>
                    <a:pt x="6837" y="4427"/>
                    <a:pt x="6420" y="4312"/>
                    <a:pt x="6466" y="4172"/>
                  </a:cubicBezTo>
                  <a:cubicBezTo>
                    <a:pt x="6490" y="4033"/>
                    <a:pt x="6837" y="4057"/>
                    <a:pt x="6976" y="3987"/>
                  </a:cubicBezTo>
                  <a:cubicBezTo>
                    <a:pt x="7115" y="3918"/>
                    <a:pt x="6999" y="3686"/>
                    <a:pt x="7162" y="3686"/>
                  </a:cubicBezTo>
                  <a:cubicBezTo>
                    <a:pt x="7301" y="3686"/>
                    <a:pt x="7370" y="3524"/>
                    <a:pt x="7417" y="3385"/>
                  </a:cubicBezTo>
                  <a:cubicBezTo>
                    <a:pt x="7435" y="3331"/>
                    <a:pt x="7480" y="3319"/>
                    <a:pt x="7538" y="3319"/>
                  </a:cubicBezTo>
                  <a:cubicBezTo>
                    <a:pt x="7585" y="3319"/>
                    <a:pt x="7639" y="3326"/>
                    <a:pt x="7693" y="3326"/>
                  </a:cubicBezTo>
                  <a:cubicBezTo>
                    <a:pt x="7743" y="3326"/>
                    <a:pt x="7792" y="3319"/>
                    <a:pt x="7834" y="3292"/>
                  </a:cubicBezTo>
                  <a:cubicBezTo>
                    <a:pt x="7933" y="3225"/>
                    <a:pt x="8057" y="3171"/>
                    <a:pt x="8136" y="3171"/>
                  </a:cubicBezTo>
                  <a:cubicBezTo>
                    <a:pt x="8167" y="3171"/>
                    <a:pt x="8191" y="3179"/>
                    <a:pt x="8205" y="3199"/>
                  </a:cubicBezTo>
                  <a:cubicBezTo>
                    <a:pt x="8251" y="3269"/>
                    <a:pt x="8089" y="3547"/>
                    <a:pt x="8019" y="3663"/>
                  </a:cubicBezTo>
                  <a:cubicBezTo>
                    <a:pt x="8228" y="3639"/>
                    <a:pt x="8575" y="3616"/>
                    <a:pt x="8645" y="3547"/>
                  </a:cubicBezTo>
                  <a:cubicBezTo>
                    <a:pt x="8659" y="3528"/>
                    <a:pt x="8684" y="3522"/>
                    <a:pt x="8715" y="3522"/>
                  </a:cubicBezTo>
                  <a:cubicBezTo>
                    <a:pt x="8781" y="3522"/>
                    <a:pt x="8878" y="3551"/>
                    <a:pt x="8967" y="3551"/>
                  </a:cubicBezTo>
                  <a:cubicBezTo>
                    <a:pt x="9043" y="3551"/>
                    <a:pt x="9113" y="3530"/>
                    <a:pt x="9155" y="3454"/>
                  </a:cubicBezTo>
                  <a:cubicBezTo>
                    <a:pt x="9271" y="3245"/>
                    <a:pt x="9665" y="3408"/>
                    <a:pt x="9410" y="3176"/>
                  </a:cubicBezTo>
                  <a:cubicBezTo>
                    <a:pt x="9205" y="3009"/>
                    <a:pt x="8867" y="2812"/>
                    <a:pt x="8717" y="2812"/>
                  </a:cubicBezTo>
                  <a:cubicBezTo>
                    <a:pt x="8680" y="2812"/>
                    <a:pt x="8654" y="2824"/>
                    <a:pt x="8645" y="2852"/>
                  </a:cubicBezTo>
                  <a:cubicBezTo>
                    <a:pt x="8619" y="2915"/>
                    <a:pt x="8524" y="2951"/>
                    <a:pt x="8428" y="2951"/>
                  </a:cubicBezTo>
                  <a:cubicBezTo>
                    <a:pt x="8349" y="2951"/>
                    <a:pt x="8269" y="2927"/>
                    <a:pt x="8228" y="2875"/>
                  </a:cubicBezTo>
                  <a:cubicBezTo>
                    <a:pt x="8143" y="2773"/>
                    <a:pt x="8071" y="2659"/>
                    <a:pt x="7912" y="2659"/>
                  </a:cubicBezTo>
                  <a:cubicBezTo>
                    <a:pt x="7853" y="2659"/>
                    <a:pt x="7782" y="2675"/>
                    <a:pt x="7695" y="2712"/>
                  </a:cubicBezTo>
                  <a:cubicBezTo>
                    <a:pt x="7370" y="2852"/>
                    <a:pt x="7162" y="3014"/>
                    <a:pt x="7138" y="3153"/>
                  </a:cubicBezTo>
                  <a:cubicBezTo>
                    <a:pt x="7123" y="3231"/>
                    <a:pt x="7023" y="3319"/>
                    <a:pt x="6953" y="3319"/>
                  </a:cubicBezTo>
                  <a:cubicBezTo>
                    <a:pt x="6918" y="3319"/>
                    <a:pt x="6891" y="3298"/>
                    <a:pt x="6884" y="3245"/>
                  </a:cubicBezTo>
                  <a:cubicBezTo>
                    <a:pt x="6860" y="3060"/>
                    <a:pt x="6605" y="2991"/>
                    <a:pt x="6420" y="2944"/>
                  </a:cubicBezTo>
                  <a:cubicBezTo>
                    <a:pt x="6390" y="2940"/>
                    <a:pt x="6356" y="2939"/>
                    <a:pt x="6321" y="2939"/>
                  </a:cubicBezTo>
                  <a:cubicBezTo>
                    <a:pt x="6282" y="2939"/>
                    <a:pt x="6241" y="2940"/>
                    <a:pt x="6201" y="2940"/>
                  </a:cubicBezTo>
                  <a:cubicBezTo>
                    <a:pt x="6081" y="2940"/>
                    <a:pt x="5971" y="2928"/>
                    <a:pt x="5957" y="2828"/>
                  </a:cubicBezTo>
                  <a:cubicBezTo>
                    <a:pt x="5933" y="2643"/>
                    <a:pt x="5678" y="2458"/>
                    <a:pt x="5655" y="2272"/>
                  </a:cubicBezTo>
                  <a:cubicBezTo>
                    <a:pt x="5632" y="2064"/>
                    <a:pt x="5702" y="1785"/>
                    <a:pt x="5516" y="1739"/>
                  </a:cubicBezTo>
                  <a:cubicBezTo>
                    <a:pt x="5354" y="1693"/>
                    <a:pt x="5238" y="1415"/>
                    <a:pt x="5099" y="1415"/>
                  </a:cubicBezTo>
                  <a:cubicBezTo>
                    <a:pt x="4937" y="1415"/>
                    <a:pt x="4103" y="1415"/>
                    <a:pt x="3987" y="1368"/>
                  </a:cubicBezTo>
                  <a:cubicBezTo>
                    <a:pt x="3976" y="1364"/>
                    <a:pt x="3961" y="1362"/>
                    <a:pt x="3943" y="1362"/>
                  </a:cubicBezTo>
                  <a:cubicBezTo>
                    <a:pt x="3816" y="1362"/>
                    <a:pt x="3531" y="1460"/>
                    <a:pt x="3374" y="1460"/>
                  </a:cubicBezTo>
                  <a:cubicBezTo>
                    <a:pt x="3319" y="1460"/>
                    <a:pt x="3279" y="1448"/>
                    <a:pt x="3268" y="1415"/>
                  </a:cubicBezTo>
                  <a:cubicBezTo>
                    <a:pt x="3245" y="1322"/>
                    <a:pt x="2851" y="905"/>
                    <a:pt x="2643" y="719"/>
                  </a:cubicBezTo>
                  <a:cubicBezTo>
                    <a:pt x="2619" y="812"/>
                    <a:pt x="2573" y="882"/>
                    <a:pt x="2480" y="951"/>
                  </a:cubicBezTo>
                  <a:cubicBezTo>
                    <a:pt x="2297" y="1084"/>
                    <a:pt x="2122" y="1149"/>
                    <a:pt x="1994" y="1149"/>
                  </a:cubicBezTo>
                  <a:cubicBezTo>
                    <a:pt x="1831" y="1149"/>
                    <a:pt x="1743" y="1043"/>
                    <a:pt x="1808" y="835"/>
                  </a:cubicBezTo>
                  <a:cubicBezTo>
                    <a:pt x="1947" y="488"/>
                    <a:pt x="1947" y="70"/>
                    <a:pt x="1739" y="70"/>
                  </a:cubicBezTo>
                  <a:cubicBezTo>
                    <a:pt x="1530" y="70"/>
                    <a:pt x="1692" y="812"/>
                    <a:pt x="1530" y="858"/>
                  </a:cubicBezTo>
                  <a:cubicBezTo>
                    <a:pt x="1524" y="860"/>
                    <a:pt x="1518" y="861"/>
                    <a:pt x="1512" y="861"/>
                  </a:cubicBezTo>
                  <a:cubicBezTo>
                    <a:pt x="1365" y="861"/>
                    <a:pt x="1326" y="313"/>
                    <a:pt x="1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59"/>
            <p:cNvSpPr/>
            <p:nvPr/>
          </p:nvSpPr>
          <p:spPr>
            <a:xfrm>
              <a:off x="4032704" y="1646128"/>
              <a:ext cx="431244" cy="680358"/>
            </a:xfrm>
            <a:custGeom>
              <a:avLst/>
              <a:gdLst/>
              <a:ahLst/>
              <a:cxnLst/>
              <a:rect l="l" t="t" r="r" b="b"/>
              <a:pathLst>
                <a:path w="14138" h="22305" extrusionOk="0">
                  <a:moveTo>
                    <a:pt x="8041" y="0"/>
                  </a:moveTo>
                  <a:cubicBezTo>
                    <a:pt x="8033" y="0"/>
                    <a:pt x="8025" y="1"/>
                    <a:pt x="8019" y="2"/>
                  </a:cubicBezTo>
                  <a:cubicBezTo>
                    <a:pt x="7927" y="2"/>
                    <a:pt x="8112" y="141"/>
                    <a:pt x="8043" y="234"/>
                  </a:cubicBezTo>
                  <a:cubicBezTo>
                    <a:pt x="8033" y="259"/>
                    <a:pt x="8013" y="269"/>
                    <a:pt x="7987" y="269"/>
                  </a:cubicBezTo>
                  <a:cubicBezTo>
                    <a:pt x="7893" y="269"/>
                    <a:pt x="7721" y="141"/>
                    <a:pt x="7649" y="141"/>
                  </a:cubicBezTo>
                  <a:cubicBezTo>
                    <a:pt x="7644" y="140"/>
                    <a:pt x="7640" y="140"/>
                    <a:pt x="7637" y="140"/>
                  </a:cubicBezTo>
                  <a:cubicBezTo>
                    <a:pt x="7571" y="140"/>
                    <a:pt x="7716" y="354"/>
                    <a:pt x="7672" y="443"/>
                  </a:cubicBezTo>
                  <a:cubicBezTo>
                    <a:pt x="7665" y="453"/>
                    <a:pt x="7656" y="457"/>
                    <a:pt x="7646" y="457"/>
                  </a:cubicBezTo>
                  <a:cubicBezTo>
                    <a:pt x="7564" y="457"/>
                    <a:pt x="7400" y="141"/>
                    <a:pt x="7255" y="141"/>
                  </a:cubicBezTo>
                  <a:cubicBezTo>
                    <a:pt x="7069" y="141"/>
                    <a:pt x="7139" y="350"/>
                    <a:pt x="7023" y="350"/>
                  </a:cubicBezTo>
                  <a:cubicBezTo>
                    <a:pt x="6907" y="373"/>
                    <a:pt x="7185" y="512"/>
                    <a:pt x="7301" y="582"/>
                  </a:cubicBezTo>
                  <a:cubicBezTo>
                    <a:pt x="7417" y="674"/>
                    <a:pt x="7116" y="674"/>
                    <a:pt x="7231" y="790"/>
                  </a:cubicBezTo>
                  <a:cubicBezTo>
                    <a:pt x="7351" y="910"/>
                    <a:pt x="7581" y="948"/>
                    <a:pt x="7845" y="948"/>
                  </a:cubicBezTo>
                  <a:cubicBezTo>
                    <a:pt x="8293" y="948"/>
                    <a:pt x="8837" y="839"/>
                    <a:pt x="9095" y="839"/>
                  </a:cubicBezTo>
                  <a:cubicBezTo>
                    <a:pt x="9156" y="839"/>
                    <a:pt x="9201" y="845"/>
                    <a:pt x="9225" y="860"/>
                  </a:cubicBezTo>
                  <a:cubicBezTo>
                    <a:pt x="9410" y="976"/>
                    <a:pt x="8019" y="1092"/>
                    <a:pt x="8089" y="1254"/>
                  </a:cubicBezTo>
                  <a:cubicBezTo>
                    <a:pt x="8141" y="1358"/>
                    <a:pt x="8793" y="1449"/>
                    <a:pt x="9145" y="1449"/>
                  </a:cubicBezTo>
                  <a:cubicBezTo>
                    <a:pt x="9262" y="1449"/>
                    <a:pt x="9346" y="1439"/>
                    <a:pt x="9364" y="1416"/>
                  </a:cubicBezTo>
                  <a:cubicBezTo>
                    <a:pt x="9377" y="1403"/>
                    <a:pt x="9392" y="1397"/>
                    <a:pt x="9409" y="1397"/>
                  </a:cubicBezTo>
                  <a:cubicBezTo>
                    <a:pt x="9513" y="1397"/>
                    <a:pt x="9698" y="1605"/>
                    <a:pt x="10036" y="1625"/>
                  </a:cubicBezTo>
                  <a:cubicBezTo>
                    <a:pt x="10060" y="1626"/>
                    <a:pt x="10083" y="1627"/>
                    <a:pt x="10105" y="1627"/>
                  </a:cubicBezTo>
                  <a:cubicBezTo>
                    <a:pt x="10402" y="1627"/>
                    <a:pt x="10379" y="1486"/>
                    <a:pt x="10638" y="1486"/>
                  </a:cubicBezTo>
                  <a:cubicBezTo>
                    <a:pt x="10916" y="1462"/>
                    <a:pt x="11334" y="1323"/>
                    <a:pt x="11334" y="1184"/>
                  </a:cubicBezTo>
                  <a:cubicBezTo>
                    <a:pt x="11357" y="1022"/>
                    <a:pt x="12168" y="814"/>
                    <a:pt x="12098" y="559"/>
                  </a:cubicBezTo>
                  <a:cubicBezTo>
                    <a:pt x="12064" y="420"/>
                    <a:pt x="11849" y="396"/>
                    <a:pt x="11615" y="396"/>
                  </a:cubicBezTo>
                  <a:cubicBezTo>
                    <a:pt x="11497" y="396"/>
                    <a:pt x="11375" y="402"/>
                    <a:pt x="11267" y="402"/>
                  </a:cubicBezTo>
                  <a:cubicBezTo>
                    <a:pt x="11160" y="402"/>
                    <a:pt x="11067" y="396"/>
                    <a:pt x="11009" y="373"/>
                  </a:cubicBezTo>
                  <a:cubicBezTo>
                    <a:pt x="10869" y="295"/>
                    <a:pt x="10592" y="207"/>
                    <a:pt x="10397" y="207"/>
                  </a:cubicBezTo>
                  <a:cubicBezTo>
                    <a:pt x="10303" y="207"/>
                    <a:pt x="10228" y="228"/>
                    <a:pt x="10198" y="281"/>
                  </a:cubicBezTo>
                  <a:cubicBezTo>
                    <a:pt x="10149" y="394"/>
                    <a:pt x="10055" y="451"/>
                    <a:pt x="9979" y="451"/>
                  </a:cubicBezTo>
                  <a:cubicBezTo>
                    <a:pt x="9947" y="451"/>
                    <a:pt x="9918" y="440"/>
                    <a:pt x="9897" y="420"/>
                  </a:cubicBezTo>
                  <a:cubicBezTo>
                    <a:pt x="9836" y="359"/>
                    <a:pt x="9917" y="51"/>
                    <a:pt x="9707" y="51"/>
                  </a:cubicBezTo>
                  <a:cubicBezTo>
                    <a:pt x="9676" y="51"/>
                    <a:pt x="9639" y="57"/>
                    <a:pt x="9595" y="72"/>
                  </a:cubicBezTo>
                  <a:cubicBezTo>
                    <a:pt x="9248" y="188"/>
                    <a:pt x="9572" y="559"/>
                    <a:pt x="9503" y="605"/>
                  </a:cubicBezTo>
                  <a:cubicBezTo>
                    <a:pt x="9489" y="612"/>
                    <a:pt x="9469" y="615"/>
                    <a:pt x="9447" y="615"/>
                  </a:cubicBezTo>
                  <a:cubicBezTo>
                    <a:pt x="9319" y="615"/>
                    <a:pt x="9082" y="511"/>
                    <a:pt x="9062" y="373"/>
                  </a:cubicBezTo>
                  <a:cubicBezTo>
                    <a:pt x="9057" y="332"/>
                    <a:pt x="9033" y="317"/>
                    <a:pt x="8999" y="317"/>
                  </a:cubicBezTo>
                  <a:cubicBezTo>
                    <a:pt x="8914" y="317"/>
                    <a:pt x="8766" y="406"/>
                    <a:pt x="8674" y="406"/>
                  </a:cubicBezTo>
                  <a:cubicBezTo>
                    <a:pt x="8637" y="406"/>
                    <a:pt x="8609" y="392"/>
                    <a:pt x="8599" y="350"/>
                  </a:cubicBezTo>
                  <a:cubicBezTo>
                    <a:pt x="8555" y="155"/>
                    <a:pt x="8167" y="0"/>
                    <a:pt x="8041" y="0"/>
                  </a:cubicBezTo>
                  <a:close/>
                  <a:moveTo>
                    <a:pt x="3172" y="2057"/>
                  </a:moveTo>
                  <a:cubicBezTo>
                    <a:pt x="3153" y="2057"/>
                    <a:pt x="3131" y="2060"/>
                    <a:pt x="3106" y="2065"/>
                  </a:cubicBezTo>
                  <a:cubicBezTo>
                    <a:pt x="2898" y="2135"/>
                    <a:pt x="3292" y="2529"/>
                    <a:pt x="3454" y="2552"/>
                  </a:cubicBezTo>
                  <a:cubicBezTo>
                    <a:pt x="3593" y="2598"/>
                    <a:pt x="3709" y="2830"/>
                    <a:pt x="3825" y="2830"/>
                  </a:cubicBezTo>
                  <a:cubicBezTo>
                    <a:pt x="3894" y="2807"/>
                    <a:pt x="3639" y="2505"/>
                    <a:pt x="3477" y="2343"/>
                  </a:cubicBezTo>
                  <a:cubicBezTo>
                    <a:pt x="3334" y="2200"/>
                    <a:pt x="3317" y="2057"/>
                    <a:pt x="3172" y="2057"/>
                  </a:cubicBezTo>
                  <a:close/>
                  <a:moveTo>
                    <a:pt x="6127" y="534"/>
                  </a:moveTo>
                  <a:cubicBezTo>
                    <a:pt x="6012" y="534"/>
                    <a:pt x="6114" y="791"/>
                    <a:pt x="6003" y="814"/>
                  </a:cubicBezTo>
                  <a:cubicBezTo>
                    <a:pt x="5887" y="837"/>
                    <a:pt x="5748" y="929"/>
                    <a:pt x="5934" y="1068"/>
                  </a:cubicBezTo>
                  <a:cubicBezTo>
                    <a:pt x="6119" y="1184"/>
                    <a:pt x="6281" y="1787"/>
                    <a:pt x="6258" y="1880"/>
                  </a:cubicBezTo>
                  <a:cubicBezTo>
                    <a:pt x="6256" y="1887"/>
                    <a:pt x="6251" y="1890"/>
                    <a:pt x="6243" y="1890"/>
                  </a:cubicBezTo>
                  <a:cubicBezTo>
                    <a:pt x="6151" y="1890"/>
                    <a:pt x="5677" y="1419"/>
                    <a:pt x="5656" y="1184"/>
                  </a:cubicBezTo>
                  <a:cubicBezTo>
                    <a:pt x="5638" y="996"/>
                    <a:pt x="5482" y="845"/>
                    <a:pt x="5373" y="845"/>
                  </a:cubicBezTo>
                  <a:cubicBezTo>
                    <a:pt x="5335" y="845"/>
                    <a:pt x="5303" y="864"/>
                    <a:pt x="5285" y="906"/>
                  </a:cubicBezTo>
                  <a:cubicBezTo>
                    <a:pt x="5215" y="1092"/>
                    <a:pt x="5007" y="1161"/>
                    <a:pt x="5076" y="1347"/>
                  </a:cubicBezTo>
                  <a:cubicBezTo>
                    <a:pt x="5105" y="1460"/>
                    <a:pt x="5037" y="1530"/>
                    <a:pt x="4981" y="1530"/>
                  </a:cubicBezTo>
                  <a:cubicBezTo>
                    <a:pt x="4945" y="1530"/>
                    <a:pt x="4914" y="1502"/>
                    <a:pt x="4914" y="1439"/>
                  </a:cubicBezTo>
                  <a:cubicBezTo>
                    <a:pt x="4914" y="1300"/>
                    <a:pt x="4613" y="1138"/>
                    <a:pt x="4520" y="1115"/>
                  </a:cubicBezTo>
                  <a:cubicBezTo>
                    <a:pt x="4404" y="1115"/>
                    <a:pt x="4798" y="1045"/>
                    <a:pt x="4984" y="953"/>
                  </a:cubicBezTo>
                  <a:cubicBezTo>
                    <a:pt x="5104" y="884"/>
                    <a:pt x="4957" y="803"/>
                    <a:pt x="4807" y="803"/>
                  </a:cubicBezTo>
                  <a:cubicBezTo>
                    <a:pt x="4754" y="803"/>
                    <a:pt x="4701" y="813"/>
                    <a:pt x="4659" y="837"/>
                  </a:cubicBezTo>
                  <a:cubicBezTo>
                    <a:pt x="4613" y="863"/>
                    <a:pt x="4563" y="871"/>
                    <a:pt x="4512" y="871"/>
                  </a:cubicBezTo>
                  <a:cubicBezTo>
                    <a:pt x="4446" y="871"/>
                    <a:pt x="4379" y="857"/>
                    <a:pt x="4321" y="857"/>
                  </a:cubicBezTo>
                  <a:cubicBezTo>
                    <a:pt x="4270" y="857"/>
                    <a:pt x="4226" y="868"/>
                    <a:pt x="4196" y="906"/>
                  </a:cubicBezTo>
                  <a:cubicBezTo>
                    <a:pt x="4165" y="951"/>
                    <a:pt x="4133" y="967"/>
                    <a:pt x="4096" y="967"/>
                  </a:cubicBezTo>
                  <a:cubicBezTo>
                    <a:pt x="4020" y="967"/>
                    <a:pt x="3927" y="899"/>
                    <a:pt x="3802" y="883"/>
                  </a:cubicBezTo>
                  <a:cubicBezTo>
                    <a:pt x="3789" y="879"/>
                    <a:pt x="3777" y="878"/>
                    <a:pt x="3764" y="878"/>
                  </a:cubicBezTo>
                  <a:cubicBezTo>
                    <a:pt x="3630" y="878"/>
                    <a:pt x="3511" y="1074"/>
                    <a:pt x="3394" y="1074"/>
                  </a:cubicBezTo>
                  <a:cubicBezTo>
                    <a:pt x="3383" y="1074"/>
                    <a:pt x="3372" y="1072"/>
                    <a:pt x="3361" y="1068"/>
                  </a:cubicBezTo>
                  <a:cubicBezTo>
                    <a:pt x="3353" y="1065"/>
                    <a:pt x="3345" y="1064"/>
                    <a:pt x="3338" y="1064"/>
                  </a:cubicBezTo>
                  <a:cubicBezTo>
                    <a:pt x="3237" y="1064"/>
                    <a:pt x="3189" y="1344"/>
                    <a:pt x="3361" y="1625"/>
                  </a:cubicBezTo>
                  <a:cubicBezTo>
                    <a:pt x="3420" y="1709"/>
                    <a:pt x="3473" y="1739"/>
                    <a:pt x="3524" y="1739"/>
                  </a:cubicBezTo>
                  <a:cubicBezTo>
                    <a:pt x="3645" y="1739"/>
                    <a:pt x="3755" y="1574"/>
                    <a:pt x="3902" y="1574"/>
                  </a:cubicBezTo>
                  <a:cubicBezTo>
                    <a:pt x="3915" y="1574"/>
                    <a:pt x="3927" y="1576"/>
                    <a:pt x="3941" y="1578"/>
                  </a:cubicBezTo>
                  <a:cubicBezTo>
                    <a:pt x="4172" y="1625"/>
                    <a:pt x="3709" y="1880"/>
                    <a:pt x="3639" y="2111"/>
                  </a:cubicBezTo>
                  <a:cubicBezTo>
                    <a:pt x="3547" y="2343"/>
                    <a:pt x="3987" y="2552"/>
                    <a:pt x="4172" y="2714"/>
                  </a:cubicBezTo>
                  <a:cubicBezTo>
                    <a:pt x="4269" y="2799"/>
                    <a:pt x="4436" y="2833"/>
                    <a:pt x="4596" y="2833"/>
                  </a:cubicBezTo>
                  <a:cubicBezTo>
                    <a:pt x="4742" y="2833"/>
                    <a:pt x="4883" y="2804"/>
                    <a:pt x="4960" y="2760"/>
                  </a:cubicBezTo>
                  <a:cubicBezTo>
                    <a:pt x="5095" y="2671"/>
                    <a:pt x="5056" y="2342"/>
                    <a:pt x="5242" y="2342"/>
                  </a:cubicBezTo>
                  <a:cubicBezTo>
                    <a:pt x="5248" y="2342"/>
                    <a:pt x="5255" y="2342"/>
                    <a:pt x="5262" y="2343"/>
                  </a:cubicBezTo>
                  <a:cubicBezTo>
                    <a:pt x="5470" y="2343"/>
                    <a:pt x="5354" y="2158"/>
                    <a:pt x="5540" y="2088"/>
                  </a:cubicBezTo>
                  <a:cubicBezTo>
                    <a:pt x="5555" y="2084"/>
                    <a:pt x="5570" y="2082"/>
                    <a:pt x="5583" y="2082"/>
                  </a:cubicBezTo>
                  <a:cubicBezTo>
                    <a:pt x="5705" y="2082"/>
                    <a:pt x="5712" y="2266"/>
                    <a:pt x="5586" y="2413"/>
                  </a:cubicBezTo>
                  <a:cubicBezTo>
                    <a:pt x="5523" y="2497"/>
                    <a:pt x="5570" y="2538"/>
                    <a:pt x="5660" y="2538"/>
                  </a:cubicBezTo>
                  <a:cubicBezTo>
                    <a:pt x="5768" y="2538"/>
                    <a:pt x="5936" y="2480"/>
                    <a:pt x="6050" y="2366"/>
                  </a:cubicBezTo>
                  <a:cubicBezTo>
                    <a:pt x="6118" y="2304"/>
                    <a:pt x="6171" y="2279"/>
                    <a:pt x="6209" y="2279"/>
                  </a:cubicBezTo>
                  <a:cubicBezTo>
                    <a:pt x="6301" y="2279"/>
                    <a:pt x="6314" y="2421"/>
                    <a:pt x="6281" y="2552"/>
                  </a:cubicBezTo>
                  <a:cubicBezTo>
                    <a:pt x="6212" y="2760"/>
                    <a:pt x="5771" y="2644"/>
                    <a:pt x="5609" y="2853"/>
                  </a:cubicBezTo>
                  <a:cubicBezTo>
                    <a:pt x="5470" y="3085"/>
                    <a:pt x="4984" y="2899"/>
                    <a:pt x="4752" y="3154"/>
                  </a:cubicBezTo>
                  <a:cubicBezTo>
                    <a:pt x="4609" y="3313"/>
                    <a:pt x="4760" y="3374"/>
                    <a:pt x="4967" y="3374"/>
                  </a:cubicBezTo>
                  <a:cubicBezTo>
                    <a:pt x="5061" y="3374"/>
                    <a:pt x="5167" y="3361"/>
                    <a:pt x="5262" y="3340"/>
                  </a:cubicBezTo>
                  <a:cubicBezTo>
                    <a:pt x="5475" y="3307"/>
                    <a:pt x="5815" y="3274"/>
                    <a:pt x="6078" y="3274"/>
                  </a:cubicBezTo>
                  <a:cubicBezTo>
                    <a:pt x="6187" y="3274"/>
                    <a:pt x="6283" y="3280"/>
                    <a:pt x="6351" y="3293"/>
                  </a:cubicBezTo>
                  <a:cubicBezTo>
                    <a:pt x="6559" y="3340"/>
                    <a:pt x="6212" y="3409"/>
                    <a:pt x="5841" y="3409"/>
                  </a:cubicBezTo>
                  <a:cubicBezTo>
                    <a:pt x="5493" y="3409"/>
                    <a:pt x="5354" y="3525"/>
                    <a:pt x="5377" y="3618"/>
                  </a:cubicBezTo>
                  <a:cubicBezTo>
                    <a:pt x="5377" y="3637"/>
                    <a:pt x="5356" y="3643"/>
                    <a:pt x="5321" y="3643"/>
                  </a:cubicBezTo>
                  <a:cubicBezTo>
                    <a:pt x="5254" y="3643"/>
                    <a:pt x="5138" y="3619"/>
                    <a:pt x="5037" y="3619"/>
                  </a:cubicBezTo>
                  <a:cubicBezTo>
                    <a:pt x="4938" y="3619"/>
                    <a:pt x="4854" y="3642"/>
                    <a:pt x="4844" y="3734"/>
                  </a:cubicBezTo>
                  <a:cubicBezTo>
                    <a:pt x="4821" y="3942"/>
                    <a:pt x="5331" y="4035"/>
                    <a:pt x="5377" y="4174"/>
                  </a:cubicBezTo>
                  <a:cubicBezTo>
                    <a:pt x="5402" y="4223"/>
                    <a:pt x="5462" y="4238"/>
                    <a:pt x="5534" y="4238"/>
                  </a:cubicBezTo>
                  <a:cubicBezTo>
                    <a:pt x="5633" y="4238"/>
                    <a:pt x="5756" y="4210"/>
                    <a:pt x="5842" y="4210"/>
                  </a:cubicBezTo>
                  <a:cubicBezTo>
                    <a:pt x="5869" y="4210"/>
                    <a:pt x="5893" y="4213"/>
                    <a:pt x="5911" y="4220"/>
                  </a:cubicBezTo>
                  <a:cubicBezTo>
                    <a:pt x="6050" y="4290"/>
                    <a:pt x="5702" y="4383"/>
                    <a:pt x="5656" y="4429"/>
                  </a:cubicBezTo>
                  <a:cubicBezTo>
                    <a:pt x="5609" y="4498"/>
                    <a:pt x="6026" y="4591"/>
                    <a:pt x="6096" y="4707"/>
                  </a:cubicBezTo>
                  <a:cubicBezTo>
                    <a:pt x="6120" y="4747"/>
                    <a:pt x="6170" y="4765"/>
                    <a:pt x="6227" y="4765"/>
                  </a:cubicBezTo>
                  <a:cubicBezTo>
                    <a:pt x="6336" y="4765"/>
                    <a:pt x="6467" y="4698"/>
                    <a:pt x="6467" y="4591"/>
                  </a:cubicBezTo>
                  <a:cubicBezTo>
                    <a:pt x="6444" y="4383"/>
                    <a:pt x="6722" y="3734"/>
                    <a:pt x="7092" y="3618"/>
                  </a:cubicBezTo>
                  <a:cubicBezTo>
                    <a:pt x="7463" y="3479"/>
                    <a:pt x="7255" y="3363"/>
                    <a:pt x="7301" y="3154"/>
                  </a:cubicBezTo>
                  <a:cubicBezTo>
                    <a:pt x="7347" y="2946"/>
                    <a:pt x="7649" y="3108"/>
                    <a:pt x="7556" y="2946"/>
                  </a:cubicBezTo>
                  <a:cubicBezTo>
                    <a:pt x="7463" y="2783"/>
                    <a:pt x="7510" y="2691"/>
                    <a:pt x="7741" y="2482"/>
                  </a:cubicBezTo>
                  <a:cubicBezTo>
                    <a:pt x="7973" y="2274"/>
                    <a:pt x="8135" y="2413"/>
                    <a:pt x="8413" y="2297"/>
                  </a:cubicBezTo>
                  <a:cubicBezTo>
                    <a:pt x="8477" y="2265"/>
                    <a:pt x="8532" y="2253"/>
                    <a:pt x="8575" y="2253"/>
                  </a:cubicBezTo>
                  <a:cubicBezTo>
                    <a:pt x="8723" y="2253"/>
                    <a:pt x="8739" y="2395"/>
                    <a:pt x="8506" y="2413"/>
                  </a:cubicBezTo>
                  <a:cubicBezTo>
                    <a:pt x="8251" y="2436"/>
                    <a:pt x="8390" y="2737"/>
                    <a:pt x="8599" y="2830"/>
                  </a:cubicBezTo>
                  <a:cubicBezTo>
                    <a:pt x="8807" y="2899"/>
                    <a:pt x="8622" y="2969"/>
                    <a:pt x="8784" y="3015"/>
                  </a:cubicBezTo>
                  <a:cubicBezTo>
                    <a:pt x="8970" y="3062"/>
                    <a:pt x="8923" y="3293"/>
                    <a:pt x="8692" y="3548"/>
                  </a:cubicBezTo>
                  <a:cubicBezTo>
                    <a:pt x="8566" y="3673"/>
                    <a:pt x="8616" y="3748"/>
                    <a:pt x="8777" y="3748"/>
                  </a:cubicBezTo>
                  <a:cubicBezTo>
                    <a:pt x="8883" y="3748"/>
                    <a:pt x="9039" y="3715"/>
                    <a:pt x="9225" y="3641"/>
                  </a:cubicBezTo>
                  <a:cubicBezTo>
                    <a:pt x="9319" y="3608"/>
                    <a:pt x="9381" y="3594"/>
                    <a:pt x="9422" y="3594"/>
                  </a:cubicBezTo>
                  <a:cubicBezTo>
                    <a:pt x="9584" y="3594"/>
                    <a:pt x="9415" y="3808"/>
                    <a:pt x="9526" y="3919"/>
                  </a:cubicBezTo>
                  <a:cubicBezTo>
                    <a:pt x="9550" y="3948"/>
                    <a:pt x="9586" y="3961"/>
                    <a:pt x="9628" y="3961"/>
                  </a:cubicBezTo>
                  <a:cubicBezTo>
                    <a:pt x="9789" y="3961"/>
                    <a:pt x="10051" y="3778"/>
                    <a:pt x="10198" y="3595"/>
                  </a:cubicBezTo>
                  <a:cubicBezTo>
                    <a:pt x="10406" y="3363"/>
                    <a:pt x="10685" y="3409"/>
                    <a:pt x="10685" y="3293"/>
                  </a:cubicBezTo>
                  <a:cubicBezTo>
                    <a:pt x="10669" y="3197"/>
                    <a:pt x="10564" y="3145"/>
                    <a:pt x="10448" y="3145"/>
                  </a:cubicBezTo>
                  <a:cubicBezTo>
                    <a:pt x="10396" y="3145"/>
                    <a:pt x="10341" y="3156"/>
                    <a:pt x="10291" y="3177"/>
                  </a:cubicBezTo>
                  <a:cubicBezTo>
                    <a:pt x="10239" y="3200"/>
                    <a:pt x="10158" y="3210"/>
                    <a:pt x="10078" y="3210"/>
                  </a:cubicBezTo>
                  <a:cubicBezTo>
                    <a:pt x="9908" y="3210"/>
                    <a:pt x="9740" y="3163"/>
                    <a:pt x="9850" y="3085"/>
                  </a:cubicBezTo>
                  <a:cubicBezTo>
                    <a:pt x="9977" y="2958"/>
                    <a:pt x="9969" y="2850"/>
                    <a:pt x="9808" y="2850"/>
                  </a:cubicBezTo>
                  <a:cubicBezTo>
                    <a:pt x="9792" y="2850"/>
                    <a:pt x="9776" y="2851"/>
                    <a:pt x="9758" y="2853"/>
                  </a:cubicBezTo>
                  <a:cubicBezTo>
                    <a:pt x="9733" y="2855"/>
                    <a:pt x="9707" y="2857"/>
                    <a:pt x="9680" y="2857"/>
                  </a:cubicBezTo>
                  <a:cubicBezTo>
                    <a:pt x="9449" y="2857"/>
                    <a:pt x="9151" y="2774"/>
                    <a:pt x="9317" y="2691"/>
                  </a:cubicBezTo>
                  <a:cubicBezTo>
                    <a:pt x="9503" y="2621"/>
                    <a:pt x="9201" y="2389"/>
                    <a:pt x="9016" y="2389"/>
                  </a:cubicBezTo>
                  <a:cubicBezTo>
                    <a:pt x="9008" y="2391"/>
                    <a:pt x="9000" y="2391"/>
                    <a:pt x="8992" y="2391"/>
                  </a:cubicBezTo>
                  <a:cubicBezTo>
                    <a:pt x="8858" y="2391"/>
                    <a:pt x="8900" y="2198"/>
                    <a:pt x="8900" y="2088"/>
                  </a:cubicBezTo>
                  <a:cubicBezTo>
                    <a:pt x="8923" y="1949"/>
                    <a:pt x="8437" y="1880"/>
                    <a:pt x="8529" y="1833"/>
                  </a:cubicBezTo>
                  <a:cubicBezTo>
                    <a:pt x="8597" y="1799"/>
                    <a:pt x="8455" y="1729"/>
                    <a:pt x="8346" y="1729"/>
                  </a:cubicBezTo>
                  <a:cubicBezTo>
                    <a:pt x="8306" y="1729"/>
                    <a:pt x="8270" y="1739"/>
                    <a:pt x="8251" y="1764"/>
                  </a:cubicBezTo>
                  <a:cubicBezTo>
                    <a:pt x="8222" y="1812"/>
                    <a:pt x="8177" y="1836"/>
                    <a:pt x="8134" y="1836"/>
                  </a:cubicBezTo>
                  <a:cubicBezTo>
                    <a:pt x="8075" y="1836"/>
                    <a:pt x="8019" y="1789"/>
                    <a:pt x="8019" y="1694"/>
                  </a:cubicBezTo>
                  <a:cubicBezTo>
                    <a:pt x="8019" y="1611"/>
                    <a:pt x="7894" y="1594"/>
                    <a:pt x="7759" y="1594"/>
                  </a:cubicBezTo>
                  <a:cubicBezTo>
                    <a:pt x="7669" y="1594"/>
                    <a:pt x="7574" y="1602"/>
                    <a:pt x="7510" y="1602"/>
                  </a:cubicBezTo>
                  <a:cubicBezTo>
                    <a:pt x="7505" y="1602"/>
                    <a:pt x="7500" y="1603"/>
                    <a:pt x="7496" y="1603"/>
                  </a:cubicBezTo>
                  <a:cubicBezTo>
                    <a:pt x="7375" y="1603"/>
                    <a:pt x="7435" y="1296"/>
                    <a:pt x="7301" y="1184"/>
                  </a:cubicBezTo>
                  <a:cubicBezTo>
                    <a:pt x="7280" y="1167"/>
                    <a:pt x="7257" y="1159"/>
                    <a:pt x="7233" y="1159"/>
                  </a:cubicBezTo>
                  <a:cubicBezTo>
                    <a:pt x="7107" y="1159"/>
                    <a:pt x="6952" y="1371"/>
                    <a:pt x="6871" y="1371"/>
                  </a:cubicBezTo>
                  <a:cubicBezTo>
                    <a:pt x="6867" y="1371"/>
                    <a:pt x="6864" y="1371"/>
                    <a:pt x="6861" y="1370"/>
                  </a:cubicBezTo>
                  <a:cubicBezTo>
                    <a:pt x="6745" y="1347"/>
                    <a:pt x="6930" y="1138"/>
                    <a:pt x="7000" y="999"/>
                  </a:cubicBezTo>
                  <a:cubicBezTo>
                    <a:pt x="7035" y="877"/>
                    <a:pt x="6728" y="741"/>
                    <a:pt x="6545" y="741"/>
                  </a:cubicBezTo>
                  <a:cubicBezTo>
                    <a:pt x="6484" y="741"/>
                    <a:pt x="6438" y="756"/>
                    <a:pt x="6420" y="790"/>
                  </a:cubicBezTo>
                  <a:cubicBezTo>
                    <a:pt x="6413" y="813"/>
                    <a:pt x="6403" y="823"/>
                    <a:pt x="6392" y="823"/>
                  </a:cubicBezTo>
                  <a:cubicBezTo>
                    <a:pt x="6336" y="823"/>
                    <a:pt x="6239" y="574"/>
                    <a:pt x="6142" y="535"/>
                  </a:cubicBezTo>
                  <a:cubicBezTo>
                    <a:pt x="6137" y="535"/>
                    <a:pt x="6132" y="534"/>
                    <a:pt x="6127" y="534"/>
                  </a:cubicBezTo>
                  <a:close/>
                  <a:moveTo>
                    <a:pt x="11235" y="10564"/>
                  </a:moveTo>
                  <a:cubicBezTo>
                    <a:pt x="11074" y="10564"/>
                    <a:pt x="11049" y="10762"/>
                    <a:pt x="10986" y="10825"/>
                  </a:cubicBezTo>
                  <a:cubicBezTo>
                    <a:pt x="10977" y="10831"/>
                    <a:pt x="10964" y="10834"/>
                    <a:pt x="10948" y="10834"/>
                  </a:cubicBezTo>
                  <a:cubicBezTo>
                    <a:pt x="10855" y="10834"/>
                    <a:pt x="10661" y="10747"/>
                    <a:pt x="10606" y="10747"/>
                  </a:cubicBezTo>
                  <a:cubicBezTo>
                    <a:pt x="10597" y="10747"/>
                    <a:pt x="10592" y="10750"/>
                    <a:pt x="10592" y="10756"/>
                  </a:cubicBezTo>
                  <a:cubicBezTo>
                    <a:pt x="10592" y="10825"/>
                    <a:pt x="10430" y="10848"/>
                    <a:pt x="10499" y="10964"/>
                  </a:cubicBezTo>
                  <a:cubicBezTo>
                    <a:pt x="10560" y="11055"/>
                    <a:pt x="10522" y="11126"/>
                    <a:pt x="10469" y="11126"/>
                  </a:cubicBezTo>
                  <a:cubicBezTo>
                    <a:pt x="10440" y="11126"/>
                    <a:pt x="10408" y="11105"/>
                    <a:pt x="10383" y="11057"/>
                  </a:cubicBezTo>
                  <a:cubicBezTo>
                    <a:pt x="10354" y="11013"/>
                    <a:pt x="10314" y="10995"/>
                    <a:pt x="10269" y="10995"/>
                  </a:cubicBezTo>
                  <a:cubicBezTo>
                    <a:pt x="10171" y="10995"/>
                    <a:pt x="10053" y="11085"/>
                    <a:pt x="9989" y="11196"/>
                  </a:cubicBezTo>
                  <a:cubicBezTo>
                    <a:pt x="9897" y="11358"/>
                    <a:pt x="9781" y="11335"/>
                    <a:pt x="9873" y="11405"/>
                  </a:cubicBezTo>
                  <a:cubicBezTo>
                    <a:pt x="9966" y="11451"/>
                    <a:pt x="9966" y="11683"/>
                    <a:pt x="9804" y="11706"/>
                  </a:cubicBezTo>
                  <a:cubicBezTo>
                    <a:pt x="9797" y="11708"/>
                    <a:pt x="9791" y="11709"/>
                    <a:pt x="9785" y="11709"/>
                  </a:cubicBezTo>
                  <a:cubicBezTo>
                    <a:pt x="9677" y="11709"/>
                    <a:pt x="9723" y="11355"/>
                    <a:pt x="9635" y="11355"/>
                  </a:cubicBezTo>
                  <a:cubicBezTo>
                    <a:pt x="9630" y="11355"/>
                    <a:pt x="9624" y="11356"/>
                    <a:pt x="9619" y="11358"/>
                  </a:cubicBezTo>
                  <a:cubicBezTo>
                    <a:pt x="9609" y="11362"/>
                    <a:pt x="9601" y="11364"/>
                    <a:pt x="9593" y="11364"/>
                  </a:cubicBezTo>
                  <a:cubicBezTo>
                    <a:pt x="9515" y="11364"/>
                    <a:pt x="9586" y="11150"/>
                    <a:pt x="9734" y="11150"/>
                  </a:cubicBezTo>
                  <a:cubicBezTo>
                    <a:pt x="9873" y="11150"/>
                    <a:pt x="10036" y="10918"/>
                    <a:pt x="10013" y="10872"/>
                  </a:cubicBezTo>
                  <a:cubicBezTo>
                    <a:pt x="10003" y="10821"/>
                    <a:pt x="9967" y="10797"/>
                    <a:pt x="9929" y="10797"/>
                  </a:cubicBezTo>
                  <a:cubicBezTo>
                    <a:pt x="9879" y="10797"/>
                    <a:pt x="9827" y="10839"/>
                    <a:pt x="9827" y="10918"/>
                  </a:cubicBezTo>
                  <a:cubicBezTo>
                    <a:pt x="9827" y="11001"/>
                    <a:pt x="9697" y="11013"/>
                    <a:pt x="9555" y="11013"/>
                  </a:cubicBezTo>
                  <a:cubicBezTo>
                    <a:pt x="9498" y="11013"/>
                    <a:pt x="9440" y="11011"/>
                    <a:pt x="9387" y="11011"/>
                  </a:cubicBezTo>
                  <a:cubicBezTo>
                    <a:pt x="9378" y="11010"/>
                    <a:pt x="9369" y="11009"/>
                    <a:pt x="9361" y="11009"/>
                  </a:cubicBezTo>
                  <a:cubicBezTo>
                    <a:pt x="9179" y="11009"/>
                    <a:pt x="9188" y="11247"/>
                    <a:pt x="9410" y="11358"/>
                  </a:cubicBezTo>
                  <a:cubicBezTo>
                    <a:pt x="9569" y="11454"/>
                    <a:pt x="9488" y="11516"/>
                    <a:pt x="9384" y="11516"/>
                  </a:cubicBezTo>
                  <a:cubicBezTo>
                    <a:pt x="9336" y="11516"/>
                    <a:pt x="9284" y="11503"/>
                    <a:pt x="9248" y="11474"/>
                  </a:cubicBezTo>
                  <a:cubicBezTo>
                    <a:pt x="9199" y="11435"/>
                    <a:pt x="9142" y="11421"/>
                    <a:pt x="9083" y="11421"/>
                  </a:cubicBezTo>
                  <a:cubicBezTo>
                    <a:pt x="9003" y="11421"/>
                    <a:pt x="8921" y="11447"/>
                    <a:pt x="8854" y="11474"/>
                  </a:cubicBezTo>
                  <a:cubicBezTo>
                    <a:pt x="8715" y="11544"/>
                    <a:pt x="9132" y="11683"/>
                    <a:pt x="9155" y="11752"/>
                  </a:cubicBezTo>
                  <a:cubicBezTo>
                    <a:pt x="9159" y="11765"/>
                    <a:pt x="9155" y="11770"/>
                    <a:pt x="9145" y="11770"/>
                  </a:cubicBezTo>
                  <a:cubicBezTo>
                    <a:pt x="9110" y="11770"/>
                    <a:pt x="9005" y="11711"/>
                    <a:pt x="8942" y="11711"/>
                  </a:cubicBezTo>
                  <a:cubicBezTo>
                    <a:pt x="8923" y="11711"/>
                    <a:pt x="8909" y="11716"/>
                    <a:pt x="8900" y="11729"/>
                  </a:cubicBezTo>
                  <a:cubicBezTo>
                    <a:pt x="8892" y="11737"/>
                    <a:pt x="8878" y="11741"/>
                    <a:pt x="8860" y="11741"/>
                  </a:cubicBezTo>
                  <a:cubicBezTo>
                    <a:pt x="8778" y="11741"/>
                    <a:pt x="8618" y="11658"/>
                    <a:pt x="8599" y="11544"/>
                  </a:cubicBezTo>
                  <a:cubicBezTo>
                    <a:pt x="8593" y="11510"/>
                    <a:pt x="8568" y="11497"/>
                    <a:pt x="8537" y="11497"/>
                  </a:cubicBezTo>
                  <a:cubicBezTo>
                    <a:pt x="8439" y="11497"/>
                    <a:pt x="8279" y="11624"/>
                    <a:pt x="8437" y="11660"/>
                  </a:cubicBezTo>
                  <a:cubicBezTo>
                    <a:pt x="8622" y="11706"/>
                    <a:pt x="8552" y="11845"/>
                    <a:pt x="8552" y="12007"/>
                  </a:cubicBezTo>
                  <a:cubicBezTo>
                    <a:pt x="8552" y="12070"/>
                    <a:pt x="8526" y="12096"/>
                    <a:pt x="8492" y="12096"/>
                  </a:cubicBezTo>
                  <a:cubicBezTo>
                    <a:pt x="8427" y="12096"/>
                    <a:pt x="8336" y="11998"/>
                    <a:pt x="8367" y="11891"/>
                  </a:cubicBezTo>
                  <a:cubicBezTo>
                    <a:pt x="8390" y="11822"/>
                    <a:pt x="8355" y="11793"/>
                    <a:pt x="8295" y="11793"/>
                  </a:cubicBezTo>
                  <a:cubicBezTo>
                    <a:pt x="8234" y="11793"/>
                    <a:pt x="8147" y="11822"/>
                    <a:pt x="8066" y="11868"/>
                  </a:cubicBezTo>
                  <a:cubicBezTo>
                    <a:pt x="8039" y="11887"/>
                    <a:pt x="8022" y="11896"/>
                    <a:pt x="8011" y="11896"/>
                  </a:cubicBezTo>
                  <a:cubicBezTo>
                    <a:pt x="7958" y="11896"/>
                    <a:pt x="8077" y="11683"/>
                    <a:pt x="8019" y="11567"/>
                  </a:cubicBezTo>
                  <a:cubicBezTo>
                    <a:pt x="7997" y="11522"/>
                    <a:pt x="7967" y="11506"/>
                    <a:pt x="7931" y="11506"/>
                  </a:cubicBezTo>
                  <a:cubicBezTo>
                    <a:pt x="7857" y="11506"/>
                    <a:pt x="7758" y="11574"/>
                    <a:pt x="7649" y="11590"/>
                  </a:cubicBezTo>
                  <a:cubicBezTo>
                    <a:pt x="7486" y="11613"/>
                    <a:pt x="7394" y="11636"/>
                    <a:pt x="7486" y="11752"/>
                  </a:cubicBezTo>
                  <a:cubicBezTo>
                    <a:pt x="7590" y="11835"/>
                    <a:pt x="7583" y="11991"/>
                    <a:pt x="7481" y="11991"/>
                  </a:cubicBezTo>
                  <a:cubicBezTo>
                    <a:pt x="7469" y="11991"/>
                    <a:pt x="7455" y="11989"/>
                    <a:pt x="7440" y="11984"/>
                  </a:cubicBezTo>
                  <a:cubicBezTo>
                    <a:pt x="7410" y="11979"/>
                    <a:pt x="7385" y="11976"/>
                    <a:pt x="7363" y="11976"/>
                  </a:cubicBezTo>
                  <a:cubicBezTo>
                    <a:pt x="7283" y="11976"/>
                    <a:pt x="7255" y="12014"/>
                    <a:pt x="7255" y="12123"/>
                  </a:cubicBezTo>
                  <a:cubicBezTo>
                    <a:pt x="7267" y="12196"/>
                    <a:pt x="7222" y="12230"/>
                    <a:pt x="7173" y="12230"/>
                  </a:cubicBezTo>
                  <a:cubicBezTo>
                    <a:pt x="7128" y="12230"/>
                    <a:pt x="7080" y="12201"/>
                    <a:pt x="7069" y="12146"/>
                  </a:cubicBezTo>
                  <a:cubicBezTo>
                    <a:pt x="7060" y="12099"/>
                    <a:pt x="7013" y="12079"/>
                    <a:pt x="6954" y="12079"/>
                  </a:cubicBezTo>
                  <a:cubicBezTo>
                    <a:pt x="6867" y="12079"/>
                    <a:pt x="6754" y="12123"/>
                    <a:pt x="6698" y="12193"/>
                  </a:cubicBezTo>
                  <a:cubicBezTo>
                    <a:pt x="6629" y="12332"/>
                    <a:pt x="6397" y="12424"/>
                    <a:pt x="6420" y="12563"/>
                  </a:cubicBezTo>
                  <a:cubicBezTo>
                    <a:pt x="6426" y="12599"/>
                    <a:pt x="6443" y="12612"/>
                    <a:pt x="6467" y="12612"/>
                  </a:cubicBezTo>
                  <a:cubicBezTo>
                    <a:pt x="6526" y="12612"/>
                    <a:pt x="6630" y="12533"/>
                    <a:pt x="6724" y="12533"/>
                  </a:cubicBezTo>
                  <a:cubicBezTo>
                    <a:pt x="6739" y="12533"/>
                    <a:pt x="6754" y="12535"/>
                    <a:pt x="6768" y="12540"/>
                  </a:cubicBezTo>
                  <a:cubicBezTo>
                    <a:pt x="6907" y="12587"/>
                    <a:pt x="6745" y="12656"/>
                    <a:pt x="6838" y="12726"/>
                  </a:cubicBezTo>
                  <a:cubicBezTo>
                    <a:pt x="6892" y="12799"/>
                    <a:pt x="6904" y="12915"/>
                    <a:pt x="6849" y="12915"/>
                  </a:cubicBezTo>
                  <a:cubicBezTo>
                    <a:pt x="6835" y="12915"/>
                    <a:pt x="6815" y="12907"/>
                    <a:pt x="6791" y="12888"/>
                  </a:cubicBezTo>
                  <a:cubicBezTo>
                    <a:pt x="6733" y="12830"/>
                    <a:pt x="6669" y="12795"/>
                    <a:pt x="6617" y="12795"/>
                  </a:cubicBezTo>
                  <a:cubicBezTo>
                    <a:pt x="6565" y="12795"/>
                    <a:pt x="6525" y="12830"/>
                    <a:pt x="6513" y="12911"/>
                  </a:cubicBezTo>
                  <a:cubicBezTo>
                    <a:pt x="6506" y="12964"/>
                    <a:pt x="6490" y="12985"/>
                    <a:pt x="6469" y="12985"/>
                  </a:cubicBezTo>
                  <a:cubicBezTo>
                    <a:pt x="6414" y="12985"/>
                    <a:pt x="6324" y="12855"/>
                    <a:pt x="6258" y="12772"/>
                  </a:cubicBezTo>
                  <a:cubicBezTo>
                    <a:pt x="6245" y="12755"/>
                    <a:pt x="6231" y="12748"/>
                    <a:pt x="6218" y="12748"/>
                  </a:cubicBezTo>
                  <a:cubicBezTo>
                    <a:pt x="6149" y="12748"/>
                    <a:pt x="6079" y="12927"/>
                    <a:pt x="5998" y="12927"/>
                  </a:cubicBezTo>
                  <a:cubicBezTo>
                    <a:pt x="5984" y="12927"/>
                    <a:pt x="5971" y="12922"/>
                    <a:pt x="5957" y="12911"/>
                  </a:cubicBezTo>
                  <a:cubicBezTo>
                    <a:pt x="5864" y="12841"/>
                    <a:pt x="6165" y="12587"/>
                    <a:pt x="6096" y="12471"/>
                  </a:cubicBezTo>
                  <a:cubicBezTo>
                    <a:pt x="6075" y="12439"/>
                    <a:pt x="6056" y="12425"/>
                    <a:pt x="6038" y="12425"/>
                  </a:cubicBezTo>
                  <a:cubicBezTo>
                    <a:pt x="5975" y="12425"/>
                    <a:pt x="5915" y="12582"/>
                    <a:pt x="5771" y="12726"/>
                  </a:cubicBezTo>
                  <a:cubicBezTo>
                    <a:pt x="5586" y="12911"/>
                    <a:pt x="5331" y="12888"/>
                    <a:pt x="5424" y="12981"/>
                  </a:cubicBezTo>
                  <a:cubicBezTo>
                    <a:pt x="5517" y="13073"/>
                    <a:pt x="5238" y="13120"/>
                    <a:pt x="5192" y="13282"/>
                  </a:cubicBezTo>
                  <a:cubicBezTo>
                    <a:pt x="5146" y="13421"/>
                    <a:pt x="4752" y="13490"/>
                    <a:pt x="4520" y="13653"/>
                  </a:cubicBezTo>
                  <a:cubicBezTo>
                    <a:pt x="4393" y="13734"/>
                    <a:pt x="4404" y="13774"/>
                    <a:pt x="4465" y="13774"/>
                  </a:cubicBezTo>
                  <a:cubicBezTo>
                    <a:pt x="4526" y="13774"/>
                    <a:pt x="4636" y="13734"/>
                    <a:pt x="4705" y="13653"/>
                  </a:cubicBezTo>
                  <a:cubicBezTo>
                    <a:pt x="4844" y="13514"/>
                    <a:pt x="4891" y="13606"/>
                    <a:pt x="5099" y="13467"/>
                  </a:cubicBezTo>
                  <a:cubicBezTo>
                    <a:pt x="5296" y="13349"/>
                    <a:pt x="5492" y="13248"/>
                    <a:pt x="5590" y="13248"/>
                  </a:cubicBezTo>
                  <a:cubicBezTo>
                    <a:pt x="5607" y="13248"/>
                    <a:pt x="5622" y="13252"/>
                    <a:pt x="5632" y="13259"/>
                  </a:cubicBezTo>
                  <a:cubicBezTo>
                    <a:pt x="5679" y="13293"/>
                    <a:pt x="5737" y="13322"/>
                    <a:pt x="5795" y="13322"/>
                  </a:cubicBezTo>
                  <a:cubicBezTo>
                    <a:pt x="5853" y="13322"/>
                    <a:pt x="5911" y="13293"/>
                    <a:pt x="5957" y="13212"/>
                  </a:cubicBezTo>
                  <a:cubicBezTo>
                    <a:pt x="6015" y="13143"/>
                    <a:pt x="6073" y="13114"/>
                    <a:pt x="6131" y="13114"/>
                  </a:cubicBezTo>
                  <a:cubicBezTo>
                    <a:pt x="6189" y="13114"/>
                    <a:pt x="6247" y="13143"/>
                    <a:pt x="6304" y="13189"/>
                  </a:cubicBezTo>
                  <a:cubicBezTo>
                    <a:pt x="6397" y="13282"/>
                    <a:pt x="6119" y="13351"/>
                    <a:pt x="6258" y="13490"/>
                  </a:cubicBezTo>
                  <a:cubicBezTo>
                    <a:pt x="6337" y="13569"/>
                    <a:pt x="6234" y="13626"/>
                    <a:pt x="6160" y="13626"/>
                  </a:cubicBezTo>
                  <a:cubicBezTo>
                    <a:pt x="6125" y="13626"/>
                    <a:pt x="6096" y="13613"/>
                    <a:pt x="6096" y="13583"/>
                  </a:cubicBezTo>
                  <a:cubicBezTo>
                    <a:pt x="6096" y="13500"/>
                    <a:pt x="6013" y="13429"/>
                    <a:pt x="5949" y="13429"/>
                  </a:cubicBezTo>
                  <a:cubicBezTo>
                    <a:pt x="5923" y="13429"/>
                    <a:pt x="5901" y="13441"/>
                    <a:pt x="5887" y="13467"/>
                  </a:cubicBezTo>
                  <a:cubicBezTo>
                    <a:pt x="5818" y="13583"/>
                    <a:pt x="5725" y="13676"/>
                    <a:pt x="5609" y="13699"/>
                  </a:cubicBezTo>
                  <a:cubicBezTo>
                    <a:pt x="5517" y="13699"/>
                    <a:pt x="5401" y="13908"/>
                    <a:pt x="5401" y="14093"/>
                  </a:cubicBezTo>
                  <a:cubicBezTo>
                    <a:pt x="5401" y="14172"/>
                    <a:pt x="5367" y="14184"/>
                    <a:pt x="5327" y="14184"/>
                  </a:cubicBezTo>
                  <a:cubicBezTo>
                    <a:pt x="5310" y="14184"/>
                    <a:pt x="5291" y="14181"/>
                    <a:pt x="5273" y="14181"/>
                  </a:cubicBezTo>
                  <a:cubicBezTo>
                    <a:pt x="5235" y="14181"/>
                    <a:pt x="5201" y="14191"/>
                    <a:pt x="5192" y="14255"/>
                  </a:cubicBezTo>
                  <a:cubicBezTo>
                    <a:pt x="5192" y="14441"/>
                    <a:pt x="4914" y="14742"/>
                    <a:pt x="4705" y="14950"/>
                  </a:cubicBezTo>
                  <a:cubicBezTo>
                    <a:pt x="4474" y="15159"/>
                    <a:pt x="4682" y="15205"/>
                    <a:pt x="4613" y="15344"/>
                  </a:cubicBezTo>
                  <a:cubicBezTo>
                    <a:pt x="4584" y="15401"/>
                    <a:pt x="4520" y="15416"/>
                    <a:pt x="4449" y="15416"/>
                  </a:cubicBezTo>
                  <a:cubicBezTo>
                    <a:pt x="4379" y="15416"/>
                    <a:pt x="4301" y="15402"/>
                    <a:pt x="4242" y="15402"/>
                  </a:cubicBezTo>
                  <a:cubicBezTo>
                    <a:pt x="4214" y="15402"/>
                    <a:pt x="4190" y="15405"/>
                    <a:pt x="4172" y="15414"/>
                  </a:cubicBezTo>
                  <a:cubicBezTo>
                    <a:pt x="4080" y="15483"/>
                    <a:pt x="4219" y="15831"/>
                    <a:pt x="4103" y="15924"/>
                  </a:cubicBezTo>
                  <a:cubicBezTo>
                    <a:pt x="3987" y="16040"/>
                    <a:pt x="4103" y="16179"/>
                    <a:pt x="4103" y="16295"/>
                  </a:cubicBezTo>
                  <a:cubicBezTo>
                    <a:pt x="4103" y="16325"/>
                    <a:pt x="4083" y="16334"/>
                    <a:pt x="4052" y="16334"/>
                  </a:cubicBezTo>
                  <a:cubicBezTo>
                    <a:pt x="3996" y="16334"/>
                    <a:pt x="3904" y="16301"/>
                    <a:pt x="3843" y="16301"/>
                  </a:cubicBezTo>
                  <a:cubicBezTo>
                    <a:pt x="3809" y="16301"/>
                    <a:pt x="3784" y="16311"/>
                    <a:pt x="3778" y="16341"/>
                  </a:cubicBezTo>
                  <a:cubicBezTo>
                    <a:pt x="3755" y="16457"/>
                    <a:pt x="3477" y="16434"/>
                    <a:pt x="3384" y="16457"/>
                  </a:cubicBezTo>
                  <a:cubicBezTo>
                    <a:pt x="3315" y="16503"/>
                    <a:pt x="3547" y="16689"/>
                    <a:pt x="3686" y="16804"/>
                  </a:cubicBezTo>
                  <a:cubicBezTo>
                    <a:pt x="3790" y="16879"/>
                    <a:pt x="3703" y="16944"/>
                    <a:pt x="3621" y="16944"/>
                  </a:cubicBezTo>
                  <a:cubicBezTo>
                    <a:pt x="3576" y="16944"/>
                    <a:pt x="3532" y="16924"/>
                    <a:pt x="3523" y="16874"/>
                  </a:cubicBezTo>
                  <a:cubicBezTo>
                    <a:pt x="3519" y="16850"/>
                    <a:pt x="3506" y="16840"/>
                    <a:pt x="3487" y="16840"/>
                  </a:cubicBezTo>
                  <a:cubicBezTo>
                    <a:pt x="3412" y="16840"/>
                    <a:pt x="3239" y="16990"/>
                    <a:pt x="3037" y="17083"/>
                  </a:cubicBezTo>
                  <a:cubicBezTo>
                    <a:pt x="2805" y="17175"/>
                    <a:pt x="2898" y="17407"/>
                    <a:pt x="2712" y="17430"/>
                  </a:cubicBezTo>
                  <a:cubicBezTo>
                    <a:pt x="2504" y="17430"/>
                    <a:pt x="2573" y="17731"/>
                    <a:pt x="2434" y="17824"/>
                  </a:cubicBezTo>
                  <a:cubicBezTo>
                    <a:pt x="2417" y="17842"/>
                    <a:pt x="2402" y="17849"/>
                    <a:pt x="2390" y="17849"/>
                  </a:cubicBezTo>
                  <a:cubicBezTo>
                    <a:pt x="2320" y="17849"/>
                    <a:pt x="2310" y="17612"/>
                    <a:pt x="2133" y="17592"/>
                  </a:cubicBezTo>
                  <a:cubicBezTo>
                    <a:pt x="1948" y="17592"/>
                    <a:pt x="1948" y="17731"/>
                    <a:pt x="2063" y="17894"/>
                  </a:cubicBezTo>
                  <a:cubicBezTo>
                    <a:pt x="2202" y="18079"/>
                    <a:pt x="1901" y="17940"/>
                    <a:pt x="1785" y="18079"/>
                  </a:cubicBezTo>
                  <a:cubicBezTo>
                    <a:pt x="1669" y="18241"/>
                    <a:pt x="1345" y="18172"/>
                    <a:pt x="1252" y="18288"/>
                  </a:cubicBezTo>
                  <a:cubicBezTo>
                    <a:pt x="1160" y="18403"/>
                    <a:pt x="1484" y="18403"/>
                    <a:pt x="1554" y="18496"/>
                  </a:cubicBezTo>
                  <a:cubicBezTo>
                    <a:pt x="1575" y="18538"/>
                    <a:pt x="1515" y="18552"/>
                    <a:pt x="1426" y="18552"/>
                  </a:cubicBezTo>
                  <a:cubicBezTo>
                    <a:pt x="1318" y="18552"/>
                    <a:pt x="1168" y="18532"/>
                    <a:pt x="1067" y="18519"/>
                  </a:cubicBezTo>
                  <a:cubicBezTo>
                    <a:pt x="1053" y="18515"/>
                    <a:pt x="1041" y="18514"/>
                    <a:pt x="1030" y="18514"/>
                  </a:cubicBezTo>
                  <a:cubicBezTo>
                    <a:pt x="917" y="18514"/>
                    <a:pt x="935" y="18706"/>
                    <a:pt x="809" y="18706"/>
                  </a:cubicBezTo>
                  <a:cubicBezTo>
                    <a:pt x="803" y="18706"/>
                    <a:pt x="796" y="18706"/>
                    <a:pt x="789" y="18705"/>
                  </a:cubicBezTo>
                  <a:cubicBezTo>
                    <a:pt x="778" y="18703"/>
                    <a:pt x="767" y="18703"/>
                    <a:pt x="757" y="18703"/>
                  </a:cubicBezTo>
                  <a:cubicBezTo>
                    <a:pt x="601" y="18703"/>
                    <a:pt x="426" y="18851"/>
                    <a:pt x="534" y="18960"/>
                  </a:cubicBezTo>
                  <a:cubicBezTo>
                    <a:pt x="599" y="19025"/>
                    <a:pt x="561" y="19053"/>
                    <a:pt x="495" y="19053"/>
                  </a:cubicBezTo>
                  <a:cubicBezTo>
                    <a:pt x="444" y="19053"/>
                    <a:pt x="376" y="19036"/>
                    <a:pt x="325" y="19006"/>
                  </a:cubicBezTo>
                  <a:cubicBezTo>
                    <a:pt x="308" y="18996"/>
                    <a:pt x="291" y="18991"/>
                    <a:pt x="275" y="18991"/>
                  </a:cubicBezTo>
                  <a:cubicBezTo>
                    <a:pt x="183" y="18991"/>
                    <a:pt x="110" y="19143"/>
                    <a:pt x="70" y="19261"/>
                  </a:cubicBezTo>
                  <a:cubicBezTo>
                    <a:pt x="47" y="19377"/>
                    <a:pt x="302" y="19470"/>
                    <a:pt x="302" y="19516"/>
                  </a:cubicBezTo>
                  <a:cubicBezTo>
                    <a:pt x="279" y="19585"/>
                    <a:pt x="70" y="19701"/>
                    <a:pt x="233" y="19724"/>
                  </a:cubicBezTo>
                  <a:cubicBezTo>
                    <a:pt x="372" y="19771"/>
                    <a:pt x="279" y="19887"/>
                    <a:pt x="163" y="19933"/>
                  </a:cubicBezTo>
                  <a:cubicBezTo>
                    <a:pt x="70" y="19979"/>
                    <a:pt x="70" y="20072"/>
                    <a:pt x="163" y="20188"/>
                  </a:cubicBezTo>
                  <a:cubicBezTo>
                    <a:pt x="279" y="20304"/>
                    <a:pt x="1" y="20327"/>
                    <a:pt x="140" y="20512"/>
                  </a:cubicBezTo>
                  <a:cubicBezTo>
                    <a:pt x="177" y="20571"/>
                    <a:pt x="211" y="20588"/>
                    <a:pt x="243" y="20588"/>
                  </a:cubicBezTo>
                  <a:cubicBezTo>
                    <a:pt x="286" y="20588"/>
                    <a:pt x="325" y="20558"/>
                    <a:pt x="359" y="20558"/>
                  </a:cubicBezTo>
                  <a:cubicBezTo>
                    <a:pt x="380" y="20558"/>
                    <a:pt x="400" y="20569"/>
                    <a:pt x="418" y="20605"/>
                  </a:cubicBezTo>
                  <a:cubicBezTo>
                    <a:pt x="440" y="20649"/>
                    <a:pt x="468" y="20667"/>
                    <a:pt x="503" y="20667"/>
                  </a:cubicBezTo>
                  <a:cubicBezTo>
                    <a:pt x="579" y="20667"/>
                    <a:pt x="685" y="20578"/>
                    <a:pt x="812" y="20466"/>
                  </a:cubicBezTo>
                  <a:cubicBezTo>
                    <a:pt x="843" y="20435"/>
                    <a:pt x="870" y="20423"/>
                    <a:pt x="894" y="20423"/>
                  </a:cubicBezTo>
                  <a:cubicBezTo>
                    <a:pt x="989" y="20423"/>
                    <a:pt x="1015" y="20629"/>
                    <a:pt x="918" y="20629"/>
                  </a:cubicBezTo>
                  <a:cubicBezTo>
                    <a:pt x="913" y="20629"/>
                    <a:pt x="909" y="20629"/>
                    <a:pt x="905" y="20628"/>
                  </a:cubicBezTo>
                  <a:cubicBezTo>
                    <a:pt x="766" y="20628"/>
                    <a:pt x="580" y="20721"/>
                    <a:pt x="627" y="20860"/>
                  </a:cubicBezTo>
                  <a:cubicBezTo>
                    <a:pt x="637" y="20922"/>
                    <a:pt x="593" y="20951"/>
                    <a:pt x="540" y="20951"/>
                  </a:cubicBezTo>
                  <a:cubicBezTo>
                    <a:pt x="474" y="20951"/>
                    <a:pt x="395" y="20904"/>
                    <a:pt x="395" y="20814"/>
                  </a:cubicBezTo>
                  <a:cubicBezTo>
                    <a:pt x="401" y="20761"/>
                    <a:pt x="380" y="20740"/>
                    <a:pt x="349" y="20740"/>
                  </a:cubicBezTo>
                  <a:cubicBezTo>
                    <a:pt x="270" y="20740"/>
                    <a:pt x="126" y="20876"/>
                    <a:pt x="209" y="20976"/>
                  </a:cubicBezTo>
                  <a:cubicBezTo>
                    <a:pt x="325" y="21092"/>
                    <a:pt x="163" y="21161"/>
                    <a:pt x="163" y="21300"/>
                  </a:cubicBezTo>
                  <a:cubicBezTo>
                    <a:pt x="163" y="21350"/>
                    <a:pt x="206" y="21375"/>
                    <a:pt x="263" y="21375"/>
                  </a:cubicBezTo>
                  <a:cubicBezTo>
                    <a:pt x="337" y="21375"/>
                    <a:pt x="435" y="21333"/>
                    <a:pt x="488" y="21254"/>
                  </a:cubicBezTo>
                  <a:cubicBezTo>
                    <a:pt x="530" y="21190"/>
                    <a:pt x="582" y="21161"/>
                    <a:pt x="631" y="21161"/>
                  </a:cubicBezTo>
                  <a:cubicBezTo>
                    <a:pt x="688" y="21161"/>
                    <a:pt x="741" y="21202"/>
                    <a:pt x="766" y="21277"/>
                  </a:cubicBezTo>
                  <a:cubicBezTo>
                    <a:pt x="835" y="21416"/>
                    <a:pt x="627" y="21324"/>
                    <a:pt x="627" y="21509"/>
                  </a:cubicBezTo>
                  <a:cubicBezTo>
                    <a:pt x="627" y="21602"/>
                    <a:pt x="598" y="21607"/>
                    <a:pt x="557" y="21607"/>
                  </a:cubicBezTo>
                  <a:cubicBezTo>
                    <a:pt x="551" y="21607"/>
                    <a:pt x="545" y="21607"/>
                    <a:pt x="539" y="21607"/>
                  </a:cubicBezTo>
                  <a:cubicBezTo>
                    <a:pt x="502" y="21607"/>
                    <a:pt x="458" y="21612"/>
                    <a:pt x="418" y="21671"/>
                  </a:cubicBezTo>
                  <a:cubicBezTo>
                    <a:pt x="302" y="21810"/>
                    <a:pt x="812" y="22088"/>
                    <a:pt x="974" y="22135"/>
                  </a:cubicBezTo>
                  <a:cubicBezTo>
                    <a:pt x="1119" y="22155"/>
                    <a:pt x="1263" y="22304"/>
                    <a:pt x="1521" y="22304"/>
                  </a:cubicBezTo>
                  <a:cubicBezTo>
                    <a:pt x="1553" y="22304"/>
                    <a:pt x="1587" y="22302"/>
                    <a:pt x="1623" y="22297"/>
                  </a:cubicBezTo>
                  <a:cubicBezTo>
                    <a:pt x="1948" y="22251"/>
                    <a:pt x="2550" y="21648"/>
                    <a:pt x="2643" y="21555"/>
                  </a:cubicBezTo>
                  <a:cubicBezTo>
                    <a:pt x="2671" y="21508"/>
                    <a:pt x="2719" y="21499"/>
                    <a:pt x="2773" y="21499"/>
                  </a:cubicBezTo>
                  <a:cubicBezTo>
                    <a:pt x="2805" y="21499"/>
                    <a:pt x="2838" y="21502"/>
                    <a:pt x="2872" y="21502"/>
                  </a:cubicBezTo>
                  <a:cubicBezTo>
                    <a:pt x="2922" y="21502"/>
                    <a:pt x="2972" y="21496"/>
                    <a:pt x="3014" y="21463"/>
                  </a:cubicBezTo>
                  <a:cubicBezTo>
                    <a:pt x="3129" y="21370"/>
                    <a:pt x="3060" y="21115"/>
                    <a:pt x="3153" y="21069"/>
                  </a:cubicBezTo>
                  <a:cubicBezTo>
                    <a:pt x="3159" y="21066"/>
                    <a:pt x="3165" y="21064"/>
                    <a:pt x="3171" y="21064"/>
                  </a:cubicBezTo>
                  <a:cubicBezTo>
                    <a:pt x="3252" y="21064"/>
                    <a:pt x="3296" y="21348"/>
                    <a:pt x="3361" y="21370"/>
                  </a:cubicBezTo>
                  <a:cubicBezTo>
                    <a:pt x="3454" y="21393"/>
                    <a:pt x="3500" y="21463"/>
                    <a:pt x="3500" y="21625"/>
                  </a:cubicBezTo>
                  <a:cubicBezTo>
                    <a:pt x="3529" y="21615"/>
                    <a:pt x="3558" y="21610"/>
                    <a:pt x="3583" y="21610"/>
                  </a:cubicBezTo>
                  <a:cubicBezTo>
                    <a:pt x="3619" y="21610"/>
                    <a:pt x="3649" y="21621"/>
                    <a:pt x="3663" y="21648"/>
                  </a:cubicBezTo>
                  <a:cubicBezTo>
                    <a:pt x="3673" y="21654"/>
                    <a:pt x="3683" y="21657"/>
                    <a:pt x="3692" y="21657"/>
                  </a:cubicBezTo>
                  <a:cubicBezTo>
                    <a:pt x="3782" y="21657"/>
                    <a:pt x="3802" y="21362"/>
                    <a:pt x="3802" y="21277"/>
                  </a:cubicBezTo>
                  <a:cubicBezTo>
                    <a:pt x="3802" y="21161"/>
                    <a:pt x="3894" y="20953"/>
                    <a:pt x="3871" y="20837"/>
                  </a:cubicBezTo>
                  <a:cubicBezTo>
                    <a:pt x="3848" y="20698"/>
                    <a:pt x="4196" y="20814"/>
                    <a:pt x="4242" y="20698"/>
                  </a:cubicBezTo>
                  <a:cubicBezTo>
                    <a:pt x="4288" y="20605"/>
                    <a:pt x="4311" y="20234"/>
                    <a:pt x="4219" y="20188"/>
                  </a:cubicBezTo>
                  <a:cubicBezTo>
                    <a:pt x="4103" y="20142"/>
                    <a:pt x="4080" y="19933"/>
                    <a:pt x="4196" y="19933"/>
                  </a:cubicBezTo>
                  <a:cubicBezTo>
                    <a:pt x="4288" y="19933"/>
                    <a:pt x="4427" y="19840"/>
                    <a:pt x="4404" y="19632"/>
                  </a:cubicBezTo>
                  <a:cubicBezTo>
                    <a:pt x="4381" y="19423"/>
                    <a:pt x="4056" y="19446"/>
                    <a:pt x="4033" y="19261"/>
                  </a:cubicBezTo>
                  <a:cubicBezTo>
                    <a:pt x="4010" y="19052"/>
                    <a:pt x="4196" y="18983"/>
                    <a:pt x="4056" y="18728"/>
                  </a:cubicBezTo>
                  <a:cubicBezTo>
                    <a:pt x="3941" y="18473"/>
                    <a:pt x="4126" y="18311"/>
                    <a:pt x="4056" y="18195"/>
                  </a:cubicBezTo>
                  <a:cubicBezTo>
                    <a:pt x="4010" y="18056"/>
                    <a:pt x="3964" y="17894"/>
                    <a:pt x="4126" y="17639"/>
                  </a:cubicBezTo>
                  <a:cubicBezTo>
                    <a:pt x="4247" y="17416"/>
                    <a:pt x="4474" y="17282"/>
                    <a:pt x="4607" y="17282"/>
                  </a:cubicBezTo>
                  <a:cubicBezTo>
                    <a:pt x="4627" y="17282"/>
                    <a:pt x="4644" y="17285"/>
                    <a:pt x="4659" y="17291"/>
                  </a:cubicBezTo>
                  <a:cubicBezTo>
                    <a:pt x="4724" y="17304"/>
                    <a:pt x="4802" y="17338"/>
                    <a:pt x="4876" y="17338"/>
                  </a:cubicBezTo>
                  <a:cubicBezTo>
                    <a:pt x="4934" y="17338"/>
                    <a:pt x="4989" y="17317"/>
                    <a:pt x="5030" y="17245"/>
                  </a:cubicBezTo>
                  <a:cubicBezTo>
                    <a:pt x="5099" y="17106"/>
                    <a:pt x="5099" y="16967"/>
                    <a:pt x="5030" y="16943"/>
                  </a:cubicBezTo>
                  <a:cubicBezTo>
                    <a:pt x="4937" y="16920"/>
                    <a:pt x="4729" y="16874"/>
                    <a:pt x="4891" y="16665"/>
                  </a:cubicBezTo>
                  <a:cubicBezTo>
                    <a:pt x="5053" y="16457"/>
                    <a:pt x="5238" y="16179"/>
                    <a:pt x="5262" y="15947"/>
                  </a:cubicBezTo>
                  <a:cubicBezTo>
                    <a:pt x="5285" y="15715"/>
                    <a:pt x="5192" y="15530"/>
                    <a:pt x="5285" y="15460"/>
                  </a:cubicBezTo>
                  <a:cubicBezTo>
                    <a:pt x="5354" y="15391"/>
                    <a:pt x="5540" y="15460"/>
                    <a:pt x="5702" y="15368"/>
                  </a:cubicBezTo>
                  <a:cubicBezTo>
                    <a:pt x="5841" y="15252"/>
                    <a:pt x="5725" y="15113"/>
                    <a:pt x="5795" y="15043"/>
                  </a:cubicBezTo>
                  <a:cubicBezTo>
                    <a:pt x="5864" y="14974"/>
                    <a:pt x="5980" y="14695"/>
                    <a:pt x="6096" y="14626"/>
                  </a:cubicBezTo>
                  <a:cubicBezTo>
                    <a:pt x="6189" y="14556"/>
                    <a:pt x="6304" y="14441"/>
                    <a:pt x="6212" y="14348"/>
                  </a:cubicBezTo>
                  <a:cubicBezTo>
                    <a:pt x="6142" y="14232"/>
                    <a:pt x="6374" y="14139"/>
                    <a:pt x="6374" y="13954"/>
                  </a:cubicBezTo>
                  <a:cubicBezTo>
                    <a:pt x="6374" y="13768"/>
                    <a:pt x="6629" y="13653"/>
                    <a:pt x="6791" y="13653"/>
                  </a:cubicBezTo>
                  <a:cubicBezTo>
                    <a:pt x="6953" y="13653"/>
                    <a:pt x="7208" y="13653"/>
                    <a:pt x="7208" y="13490"/>
                  </a:cubicBezTo>
                  <a:cubicBezTo>
                    <a:pt x="7208" y="13348"/>
                    <a:pt x="7119" y="13080"/>
                    <a:pt x="7254" y="13080"/>
                  </a:cubicBezTo>
                  <a:cubicBezTo>
                    <a:pt x="7273" y="13080"/>
                    <a:pt x="7296" y="13085"/>
                    <a:pt x="7324" y="13096"/>
                  </a:cubicBezTo>
                  <a:cubicBezTo>
                    <a:pt x="7410" y="13139"/>
                    <a:pt x="7490" y="13147"/>
                    <a:pt x="7565" y="13147"/>
                  </a:cubicBezTo>
                  <a:cubicBezTo>
                    <a:pt x="7607" y="13147"/>
                    <a:pt x="7648" y="13145"/>
                    <a:pt x="7688" y="13145"/>
                  </a:cubicBezTo>
                  <a:cubicBezTo>
                    <a:pt x="7765" y="13145"/>
                    <a:pt x="7836" y="13155"/>
                    <a:pt x="7904" y="13212"/>
                  </a:cubicBezTo>
                  <a:cubicBezTo>
                    <a:pt x="7967" y="13258"/>
                    <a:pt x="8038" y="13282"/>
                    <a:pt x="8100" y="13282"/>
                  </a:cubicBezTo>
                  <a:cubicBezTo>
                    <a:pt x="8197" y="13282"/>
                    <a:pt x="8274" y="13223"/>
                    <a:pt x="8274" y="13096"/>
                  </a:cubicBezTo>
                  <a:cubicBezTo>
                    <a:pt x="8274" y="12918"/>
                    <a:pt x="8325" y="12655"/>
                    <a:pt x="8485" y="12655"/>
                  </a:cubicBezTo>
                  <a:cubicBezTo>
                    <a:pt x="8512" y="12655"/>
                    <a:pt x="8542" y="12662"/>
                    <a:pt x="8576" y="12679"/>
                  </a:cubicBezTo>
                  <a:cubicBezTo>
                    <a:pt x="8599" y="12702"/>
                    <a:pt x="8622" y="12702"/>
                    <a:pt x="8622" y="12726"/>
                  </a:cubicBezTo>
                  <a:cubicBezTo>
                    <a:pt x="8707" y="12556"/>
                    <a:pt x="8830" y="12445"/>
                    <a:pt x="8957" y="12445"/>
                  </a:cubicBezTo>
                  <a:cubicBezTo>
                    <a:pt x="8969" y="12445"/>
                    <a:pt x="8981" y="12445"/>
                    <a:pt x="8993" y="12447"/>
                  </a:cubicBezTo>
                  <a:cubicBezTo>
                    <a:pt x="9201" y="12471"/>
                    <a:pt x="9317" y="12841"/>
                    <a:pt x="9595" y="12888"/>
                  </a:cubicBezTo>
                  <a:cubicBezTo>
                    <a:pt x="9761" y="12918"/>
                    <a:pt x="9926" y="12977"/>
                    <a:pt x="10041" y="12977"/>
                  </a:cubicBezTo>
                  <a:cubicBezTo>
                    <a:pt x="10103" y="12977"/>
                    <a:pt x="10150" y="12960"/>
                    <a:pt x="10175" y="12911"/>
                  </a:cubicBezTo>
                  <a:cubicBezTo>
                    <a:pt x="10196" y="12885"/>
                    <a:pt x="10221" y="12875"/>
                    <a:pt x="10250" y="12875"/>
                  </a:cubicBezTo>
                  <a:cubicBezTo>
                    <a:pt x="10330" y="12875"/>
                    <a:pt x="10433" y="12949"/>
                    <a:pt x="10527" y="12949"/>
                  </a:cubicBezTo>
                  <a:cubicBezTo>
                    <a:pt x="10549" y="12949"/>
                    <a:pt x="10571" y="12945"/>
                    <a:pt x="10592" y="12934"/>
                  </a:cubicBezTo>
                  <a:cubicBezTo>
                    <a:pt x="10602" y="12931"/>
                    <a:pt x="10612" y="12930"/>
                    <a:pt x="10621" y="12930"/>
                  </a:cubicBezTo>
                  <a:cubicBezTo>
                    <a:pt x="10721" y="12930"/>
                    <a:pt x="10752" y="13094"/>
                    <a:pt x="10825" y="13094"/>
                  </a:cubicBezTo>
                  <a:cubicBezTo>
                    <a:pt x="10849" y="13094"/>
                    <a:pt x="10878" y="13076"/>
                    <a:pt x="10916" y="13027"/>
                  </a:cubicBezTo>
                  <a:cubicBezTo>
                    <a:pt x="11067" y="12833"/>
                    <a:pt x="10918" y="12700"/>
                    <a:pt x="11099" y="12700"/>
                  </a:cubicBezTo>
                  <a:cubicBezTo>
                    <a:pt x="11113" y="12700"/>
                    <a:pt x="11130" y="12701"/>
                    <a:pt x="11148" y="12702"/>
                  </a:cubicBezTo>
                  <a:cubicBezTo>
                    <a:pt x="11157" y="12703"/>
                    <a:pt x="11166" y="12704"/>
                    <a:pt x="11174" y="12704"/>
                  </a:cubicBezTo>
                  <a:cubicBezTo>
                    <a:pt x="11391" y="12704"/>
                    <a:pt x="11241" y="12418"/>
                    <a:pt x="11241" y="12239"/>
                  </a:cubicBezTo>
                  <a:cubicBezTo>
                    <a:pt x="11241" y="12053"/>
                    <a:pt x="11588" y="12030"/>
                    <a:pt x="11588" y="11868"/>
                  </a:cubicBezTo>
                  <a:cubicBezTo>
                    <a:pt x="11588" y="11799"/>
                    <a:pt x="11704" y="11793"/>
                    <a:pt x="11829" y="11793"/>
                  </a:cubicBezTo>
                  <a:cubicBezTo>
                    <a:pt x="11854" y="11793"/>
                    <a:pt x="11879" y="11793"/>
                    <a:pt x="11904" y="11793"/>
                  </a:cubicBezTo>
                  <a:cubicBezTo>
                    <a:pt x="12003" y="11793"/>
                    <a:pt x="12094" y="11789"/>
                    <a:pt x="12121" y="11752"/>
                  </a:cubicBezTo>
                  <a:cubicBezTo>
                    <a:pt x="12173" y="11688"/>
                    <a:pt x="12275" y="11638"/>
                    <a:pt x="12371" y="11638"/>
                  </a:cubicBezTo>
                  <a:cubicBezTo>
                    <a:pt x="12447" y="11638"/>
                    <a:pt x="12521" y="11670"/>
                    <a:pt x="12562" y="11752"/>
                  </a:cubicBezTo>
                  <a:cubicBezTo>
                    <a:pt x="12678" y="11938"/>
                    <a:pt x="13118" y="11984"/>
                    <a:pt x="13141" y="12146"/>
                  </a:cubicBezTo>
                  <a:cubicBezTo>
                    <a:pt x="13164" y="12216"/>
                    <a:pt x="13141" y="12332"/>
                    <a:pt x="13141" y="12447"/>
                  </a:cubicBezTo>
                  <a:cubicBezTo>
                    <a:pt x="13211" y="12378"/>
                    <a:pt x="13303" y="12308"/>
                    <a:pt x="13396" y="12308"/>
                  </a:cubicBezTo>
                  <a:cubicBezTo>
                    <a:pt x="13551" y="12308"/>
                    <a:pt x="13684" y="12098"/>
                    <a:pt x="13817" y="12098"/>
                  </a:cubicBezTo>
                  <a:cubicBezTo>
                    <a:pt x="13823" y="12098"/>
                    <a:pt x="13830" y="12099"/>
                    <a:pt x="13836" y="12100"/>
                  </a:cubicBezTo>
                  <a:cubicBezTo>
                    <a:pt x="13864" y="12104"/>
                    <a:pt x="13891" y="12107"/>
                    <a:pt x="13917" y="12107"/>
                  </a:cubicBezTo>
                  <a:cubicBezTo>
                    <a:pt x="14018" y="12107"/>
                    <a:pt x="14096" y="12063"/>
                    <a:pt x="14115" y="11914"/>
                  </a:cubicBezTo>
                  <a:cubicBezTo>
                    <a:pt x="14060" y="11871"/>
                    <a:pt x="13974" y="11848"/>
                    <a:pt x="13896" y="11848"/>
                  </a:cubicBezTo>
                  <a:cubicBezTo>
                    <a:pt x="13810" y="11848"/>
                    <a:pt x="13733" y="11876"/>
                    <a:pt x="13721" y="11938"/>
                  </a:cubicBezTo>
                  <a:cubicBezTo>
                    <a:pt x="13701" y="11988"/>
                    <a:pt x="13650" y="12012"/>
                    <a:pt x="13599" y="12012"/>
                  </a:cubicBezTo>
                  <a:cubicBezTo>
                    <a:pt x="13533" y="12012"/>
                    <a:pt x="13466" y="11970"/>
                    <a:pt x="13466" y="11891"/>
                  </a:cubicBezTo>
                  <a:cubicBezTo>
                    <a:pt x="13489" y="11775"/>
                    <a:pt x="13141" y="11683"/>
                    <a:pt x="13118" y="11636"/>
                  </a:cubicBezTo>
                  <a:cubicBezTo>
                    <a:pt x="13108" y="11607"/>
                    <a:pt x="13131" y="11594"/>
                    <a:pt x="13171" y="11594"/>
                  </a:cubicBezTo>
                  <a:cubicBezTo>
                    <a:pt x="13227" y="11594"/>
                    <a:pt x="13315" y="11619"/>
                    <a:pt x="13396" y="11660"/>
                  </a:cubicBezTo>
                  <a:cubicBezTo>
                    <a:pt x="13432" y="11681"/>
                    <a:pt x="13466" y="11691"/>
                    <a:pt x="13499" y="11691"/>
                  </a:cubicBezTo>
                  <a:cubicBezTo>
                    <a:pt x="13574" y="11691"/>
                    <a:pt x="13648" y="11640"/>
                    <a:pt x="13744" y="11544"/>
                  </a:cubicBezTo>
                  <a:cubicBezTo>
                    <a:pt x="13906" y="11405"/>
                    <a:pt x="14091" y="11520"/>
                    <a:pt x="14115" y="11405"/>
                  </a:cubicBezTo>
                  <a:cubicBezTo>
                    <a:pt x="14138" y="11266"/>
                    <a:pt x="13883" y="11196"/>
                    <a:pt x="13836" y="11126"/>
                  </a:cubicBezTo>
                  <a:cubicBezTo>
                    <a:pt x="13797" y="11068"/>
                    <a:pt x="13660" y="10977"/>
                    <a:pt x="13507" y="10977"/>
                  </a:cubicBezTo>
                  <a:cubicBezTo>
                    <a:pt x="13478" y="10977"/>
                    <a:pt x="13449" y="10980"/>
                    <a:pt x="13419" y="10987"/>
                  </a:cubicBezTo>
                  <a:cubicBezTo>
                    <a:pt x="13398" y="10990"/>
                    <a:pt x="13379" y="10992"/>
                    <a:pt x="13362" y="10992"/>
                  </a:cubicBezTo>
                  <a:cubicBezTo>
                    <a:pt x="13250" y="10992"/>
                    <a:pt x="13222" y="10929"/>
                    <a:pt x="13141" y="10848"/>
                  </a:cubicBezTo>
                  <a:cubicBezTo>
                    <a:pt x="13118" y="10830"/>
                    <a:pt x="13087" y="10822"/>
                    <a:pt x="13052" y="10822"/>
                  </a:cubicBezTo>
                  <a:cubicBezTo>
                    <a:pt x="12910" y="10822"/>
                    <a:pt x="12701" y="10959"/>
                    <a:pt x="12701" y="11126"/>
                  </a:cubicBezTo>
                  <a:cubicBezTo>
                    <a:pt x="12701" y="11246"/>
                    <a:pt x="12651" y="11292"/>
                    <a:pt x="12613" y="11292"/>
                  </a:cubicBezTo>
                  <a:cubicBezTo>
                    <a:pt x="12577" y="11292"/>
                    <a:pt x="12551" y="11252"/>
                    <a:pt x="12585" y="11196"/>
                  </a:cubicBezTo>
                  <a:cubicBezTo>
                    <a:pt x="12654" y="11057"/>
                    <a:pt x="12492" y="10918"/>
                    <a:pt x="12654" y="10872"/>
                  </a:cubicBezTo>
                  <a:cubicBezTo>
                    <a:pt x="12817" y="10848"/>
                    <a:pt x="12724" y="10593"/>
                    <a:pt x="12423" y="10570"/>
                  </a:cubicBezTo>
                  <a:cubicBezTo>
                    <a:pt x="12410" y="10569"/>
                    <a:pt x="12397" y="10569"/>
                    <a:pt x="12385" y="10569"/>
                  </a:cubicBezTo>
                  <a:cubicBezTo>
                    <a:pt x="12112" y="10569"/>
                    <a:pt x="12009" y="10805"/>
                    <a:pt x="12075" y="10872"/>
                  </a:cubicBezTo>
                  <a:cubicBezTo>
                    <a:pt x="12145" y="10964"/>
                    <a:pt x="11890" y="11312"/>
                    <a:pt x="11751" y="11312"/>
                  </a:cubicBezTo>
                  <a:cubicBezTo>
                    <a:pt x="11635" y="11312"/>
                    <a:pt x="11774" y="11011"/>
                    <a:pt x="11774" y="10848"/>
                  </a:cubicBezTo>
                  <a:cubicBezTo>
                    <a:pt x="11766" y="10793"/>
                    <a:pt x="11747" y="10768"/>
                    <a:pt x="11718" y="10768"/>
                  </a:cubicBezTo>
                  <a:cubicBezTo>
                    <a:pt x="11661" y="10768"/>
                    <a:pt x="11564" y="10865"/>
                    <a:pt x="11426" y="11034"/>
                  </a:cubicBezTo>
                  <a:cubicBezTo>
                    <a:pt x="11194" y="11289"/>
                    <a:pt x="11009" y="11520"/>
                    <a:pt x="10893" y="11544"/>
                  </a:cubicBezTo>
                  <a:cubicBezTo>
                    <a:pt x="10887" y="11545"/>
                    <a:pt x="10882" y="11545"/>
                    <a:pt x="10876" y="11545"/>
                  </a:cubicBezTo>
                  <a:cubicBezTo>
                    <a:pt x="10756" y="11545"/>
                    <a:pt x="10786" y="11307"/>
                    <a:pt x="10986" y="11196"/>
                  </a:cubicBezTo>
                  <a:cubicBezTo>
                    <a:pt x="11194" y="11080"/>
                    <a:pt x="11218" y="10779"/>
                    <a:pt x="11334" y="10779"/>
                  </a:cubicBezTo>
                  <a:cubicBezTo>
                    <a:pt x="11473" y="10779"/>
                    <a:pt x="11473" y="10617"/>
                    <a:pt x="11287" y="10570"/>
                  </a:cubicBezTo>
                  <a:cubicBezTo>
                    <a:pt x="11268" y="10566"/>
                    <a:pt x="11251" y="10564"/>
                    <a:pt x="11235" y="10564"/>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59"/>
            <p:cNvSpPr/>
            <p:nvPr/>
          </p:nvSpPr>
          <p:spPr>
            <a:xfrm>
              <a:off x="7079370" y="2191593"/>
              <a:ext cx="55881" cy="16197"/>
            </a:xfrm>
            <a:custGeom>
              <a:avLst/>
              <a:gdLst/>
              <a:ahLst/>
              <a:cxnLst/>
              <a:rect l="l" t="t" r="r" b="b"/>
              <a:pathLst>
                <a:path w="1832" h="531" extrusionOk="0">
                  <a:moveTo>
                    <a:pt x="892" y="0"/>
                  </a:moveTo>
                  <a:cubicBezTo>
                    <a:pt x="867" y="0"/>
                    <a:pt x="847" y="4"/>
                    <a:pt x="835" y="11"/>
                  </a:cubicBezTo>
                  <a:cubicBezTo>
                    <a:pt x="719" y="103"/>
                    <a:pt x="1" y="57"/>
                    <a:pt x="140" y="242"/>
                  </a:cubicBezTo>
                  <a:cubicBezTo>
                    <a:pt x="279" y="381"/>
                    <a:pt x="882" y="289"/>
                    <a:pt x="1160" y="451"/>
                  </a:cubicBezTo>
                  <a:cubicBezTo>
                    <a:pt x="1256" y="507"/>
                    <a:pt x="1366" y="530"/>
                    <a:pt x="1470" y="530"/>
                  </a:cubicBezTo>
                  <a:cubicBezTo>
                    <a:pt x="1664" y="530"/>
                    <a:pt x="1832" y="449"/>
                    <a:pt x="1832" y="358"/>
                  </a:cubicBezTo>
                  <a:cubicBezTo>
                    <a:pt x="1832" y="254"/>
                    <a:pt x="1121" y="0"/>
                    <a:pt x="8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4" name="Google Shape;8764;p59"/>
            <p:cNvSpPr/>
            <p:nvPr/>
          </p:nvSpPr>
          <p:spPr>
            <a:xfrm>
              <a:off x="6091877" y="2615356"/>
              <a:ext cx="285595" cy="280684"/>
            </a:xfrm>
            <a:custGeom>
              <a:avLst/>
              <a:gdLst/>
              <a:ahLst/>
              <a:cxnLst/>
              <a:rect l="l" t="t" r="r" b="b"/>
              <a:pathLst>
                <a:path w="9363" h="9202" extrusionOk="0">
                  <a:moveTo>
                    <a:pt x="6885" y="0"/>
                  </a:moveTo>
                  <a:cubicBezTo>
                    <a:pt x="6745" y="0"/>
                    <a:pt x="6635" y="161"/>
                    <a:pt x="6744" y="301"/>
                  </a:cubicBezTo>
                  <a:cubicBezTo>
                    <a:pt x="6906" y="509"/>
                    <a:pt x="6721" y="579"/>
                    <a:pt x="6721" y="857"/>
                  </a:cubicBezTo>
                  <a:cubicBezTo>
                    <a:pt x="6721" y="1158"/>
                    <a:pt x="6512" y="1158"/>
                    <a:pt x="6559" y="1344"/>
                  </a:cubicBezTo>
                  <a:cubicBezTo>
                    <a:pt x="6582" y="1529"/>
                    <a:pt x="6281" y="1506"/>
                    <a:pt x="6095" y="1529"/>
                  </a:cubicBezTo>
                  <a:cubicBezTo>
                    <a:pt x="5910" y="1575"/>
                    <a:pt x="6118" y="1761"/>
                    <a:pt x="5887" y="1854"/>
                  </a:cubicBezTo>
                  <a:cubicBezTo>
                    <a:pt x="5655" y="1969"/>
                    <a:pt x="5678" y="2132"/>
                    <a:pt x="5794" y="2178"/>
                  </a:cubicBezTo>
                  <a:cubicBezTo>
                    <a:pt x="5910" y="2248"/>
                    <a:pt x="5817" y="2456"/>
                    <a:pt x="5794" y="2595"/>
                  </a:cubicBezTo>
                  <a:cubicBezTo>
                    <a:pt x="5786" y="2651"/>
                    <a:pt x="5800" y="2674"/>
                    <a:pt x="5828" y="2674"/>
                  </a:cubicBezTo>
                  <a:cubicBezTo>
                    <a:pt x="5880" y="2674"/>
                    <a:pt x="5981" y="2593"/>
                    <a:pt x="6072" y="2502"/>
                  </a:cubicBezTo>
                  <a:cubicBezTo>
                    <a:pt x="6105" y="2456"/>
                    <a:pt x="6140" y="2442"/>
                    <a:pt x="6173" y="2442"/>
                  </a:cubicBezTo>
                  <a:cubicBezTo>
                    <a:pt x="6228" y="2442"/>
                    <a:pt x="6279" y="2480"/>
                    <a:pt x="6312" y="2480"/>
                  </a:cubicBezTo>
                  <a:cubicBezTo>
                    <a:pt x="6331" y="2480"/>
                    <a:pt x="6344" y="2468"/>
                    <a:pt x="6350" y="2433"/>
                  </a:cubicBezTo>
                  <a:cubicBezTo>
                    <a:pt x="6396" y="2271"/>
                    <a:pt x="6026" y="2178"/>
                    <a:pt x="6026" y="2016"/>
                  </a:cubicBezTo>
                  <a:cubicBezTo>
                    <a:pt x="6032" y="1978"/>
                    <a:pt x="6054" y="1966"/>
                    <a:pt x="6086" y="1966"/>
                  </a:cubicBezTo>
                  <a:cubicBezTo>
                    <a:pt x="6145" y="1966"/>
                    <a:pt x="6239" y="2006"/>
                    <a:pt x="6340" y="2006"/>
                  </a:cubicBezTo>
                  <a:cubicBezTo>
                    <a:pt x="6389" y="2006"/>
                    <a:pt x="6440" y="1997"/>
                    <a:pt x="6489" y="1969"/>
                  </a:cubicBezTo>
                  <a:cubicBezTo>
                    <a:pt x="6538" y="1945"/>
                    <a:pt x="6601" y="1934"/>
                    <a:pt x="6672" y="1934"/>
                  </a:cubicBezTo>
                  <a:cubicBezTo>
                    <a:pt x="6871" y="1934"/>
                    <a:pt x="7130" y="2024"/>
                    <a:pt x="7300" y="2178"/>
                  </a:cubicBezTo>
                  <a:cubicBezTo>
                    <a:pt x="7397" y="2257"/>
                    <a:pt x="7467" y="2293"/>
                    <a:pt x="7519" y="2293"/>
                  </a:cubicBezTo>
                  <a:cubicBezTo>
                    <a:pt x="7605" y="2293"/>
                    <a:pt x="7642" y="2197"/>
                    <a:pt x="7671" y="2039"/>
                  </a:cubicBezTo>
                  <a:cubicBezTo>
                    <a:pt x="7717" y="1784"/>
                    <a:pt x="8088" y="1668"/>
                    <a:pt x="8459" y="1668"/>
                  </a:cubicBezTo>
                  <a:cubicBezTo>
                    <a:pt x="8830" y="1668"/>
                    <a:pt x="8853" y="1506"/>
                    <a:pt x="8737" y="1413"/>
                  </a:cubicBezTo>
                  <a:cubicBezTo>
                    <a:pt x="8621" y="1344"/>
                    <a:pt x="9363" y="857"/>
                    <a:pt x="9340" y="741"/>
                  </a:cubicBezTo>
                  <a:cubicBezTo>
                    <a:pt x="9340" y="721"/>
                    <a:pt x="9332" y="712"/>
                    <a:pt x="9318" y="712"/>
                  </a:cubicBezTo>
                  <a:cubicBezTo>
                    <a:pt x="9251" y="712"/>
                    <a:pt x="9044" y="909"/>
                    <a:pt x="8918" y="909"/>
                  </a:cubicBezTo>
                  <a:cubicBezTo>
                    <a:pt x="8892" y="909"/>
                    <a:pt x="8870" y="901"/>
                    <a:pt x="8853" y="880"/>
                  </a:cubicBezTo>
                  <a:cubicBezTo>
                    <a:pt x="8825" y="846"/>
                    <a:pt x="8791" y="833"/>
                    <a:pt x="8753" y="833"/>
                  </a:cubicBezTo>
                  <a:cubicBezTo>
                    <a:pt x="8634" y="833"/>
                    <a:pt x="8472" y="961"/>
                    <a:pt x="8297" y="996"/>
                  </a:cubicBezTo>
                  <a:cubicBezTo>
                    <a:pt x="8284" y="1000"/>
                    <a:pt x="8270" y="1001"/>
                    <a:pt x="8255" y="1001"/>
                  </a:cubicBezTo>
                  <a:cubicBezTo>
                    <a:pt x="7969" y="1001"/>
                    <a:pt x="7290" y="403"/>
                    <a:pt x="7092" y="139"/>
                  </a:cubicBezTo>
                  <a:cubicBezTo>
                    <a:pt x="7031" y="39"/>
                    <a:pt x="6954" y="0"/>
                    <a:pt x="6885" y="0"/>
                  </a:cubicBezTo>
                  <a:close/>
                  <a:moveTo>
                    <a:pt x="6467" y="2788"/>
                  </a:moveTo>
                  <a:cubicBezTo>
                    <a:pt x="6307" y="2788"/>
                    <a:pt x="5984" y="3030"/>
                    <a:pt x="5863" y="3082"/>
                  </a:cubicBezTo>
                  <a:cubicBezTo>
                    <a:pt x="5701" y="3175"/>
                    <a:pt x="5609" y="3661"/>
                    <a:pt x="5771" y="3823"/>
                  </a:cubicBezTo>
                  <a:cubicBezTo>
                    <a:pt x="5956" y="3962"/>
                    <a:pt x="5493" y="4241"/>
                    <a:pt x="5493" y="4542"/>
                  </a:cubicBezTo>
                  <a:cubicBezTo>
                    <a:pt x="5516" y="4843"/>
                    <a:pt x="5215" y="4843"/>
                    <a:pt x="5168" y="5075"/>
                  </a:cubicBezTo>
                  <a:cubicBezTo>
                    <a:pt x="5122" y="5307"/>
                    <a:pt x="4936" y="5260"/>
                    <a:pt x="4658" y="5469"/>
                  </a:cubicBezTo>
                  <a:cubicBezTo>
                    <a:pt x="4583" y="5525"/>
                    <a:pt x="4518" y="5548"/>
                    <a:pt x="4464" y="5548"/>
                  </a:cubicBezTo>
                  <a:cubicBezTo>
                    <a:pt x="4320" y="5548"/>
                    <a:pt x="4260" y="5385"/>
                    <a:pt x="4311" y="5283"/>
                  </a:cubicBezTo>
                  <a:cubicBezTo>
                    <a:pt x="4325" y="5255"/>
                    <a:pt x="4316" y="5243"/>
                    <a:pt x="4294" y="5243"/>
                  </a:cubicBezTo>
                  <a:cubicBezTo>
                    <a:pt x="4204" y="5243"/>
                    <a:pt x="3894" y="5446"/>
                    <a:pt x="3894" y="5724"/>
                  </a:cubicBezTo>
                  <a:cubicBezTo>
                    <a:pt x="3917" y="6071"/>
                    <a:pt x="3453" y="6118"/>
                    <a:pt x="3569" y="6280"/>
                  </a:cubicBezTo>
                  <a:cubicBezTo>
                    <a:pt x="3646" y="6387"/>
                    <a:pt x="3470" y="6464"/>
                    <a:pt x="3342" y="6464"/>
                  </a:cubicBezTo>
                  <a:cubicBezTo>
                    <a:pt x="3275" y="6464"/>
                    <a:pt x="3221" y="6443"/>
                    <a:pt x="3221" y="6396"/>
                  </a:cubicBezTo>
                  <a:cubicBezTo>
                    <a:pt x="3230" y="6335"/>
                    <a:pt x="3193" y="6310"/>
                    <a:pt x="3124" y="6310"/>
                  </a:cubicBezTo>
                  <a:cubicBezTo>
                    <a:pt x="3008" y="6310"/>
                    <a:pt x="2804" y="6379"/>
                    <a:pt x="2573" y="6465"/>
                  </a:cubicBezTo>
                  <a:cubicBezTo>
                    <a:pt x="2498" y="6493"/>
                    <a:pt x="2429" y="6504"/>
                    <a:pt x="2364" y="6504"/>
                  </a:cubicBezTo>
                  <a:cubicBezTo>
                    <a:pt x="2197" y="6504"/>
                    <a:pt x="2062" y="6436"/>
                    <a:pt x="1941" y="6436"/>
                  </a:cubicBezTo>
                  <a:cubicBezTo>
                    <a:pt x="1878" y="6436"/>
                    <a:pt x="1819" y="6454"/>
                    <a:pt x="1761" y="6512"/>
                  </a:cubicBezTo>
                  <a:cubicBezTo>
                    <a:pt x="1553" y="6720"/>
                    <a:pt x="1182" y="7091"/>
                    <a:pt x="904" y="7137"/>
                  </a:cubicBezTo>
                  <a:cubicBezTo>
                    <a:pt x="673" y="7200"/>
                    <a:pt x="765" y="7472"/>
                    <a:pt x="870" y="7472"/>
                  </a:cubicBezTo>
                  <a:cubicBezTo>
                    <a:pt x="882" y="7472"/>
                    <a:pt x="893" y="7469"/>
                    <a:pt x="904" y="7462"/>
                  </a:cubicBezTo>
                  <a:cubicBezTo>
                    <a:pt x="1113" y="7369"/>
                    <a:pt x="1414" y="7462"/>
                    <a:pt x="1507" y="7323"/>
                  </a:cubicBezTo>
                  <a:cubicBezTo>
                    <a:pt x="1599" y="7184"/>
                    <a:pt x="2410" y="6998"/>
                    <a:pt x="2874" y="6998"/>
                  </a:cubicBezTo>
                  <a:cubicBezTo>
                    <a:pt x="2896" y="6997"/>
                    <a:pt x="2917" y="6997"/>
                    <a:pt x="2937" y="6997"/>
                  </a:cubicBezTo>
                  <a:cubicBezTo>
                    <a:pt x="3335" y="6997"/>
                    <a:pt x="3084" y="7219"/>
                    <a:pt x="3106" y="7462"/>
                  </a:cubicBezTo>
                  <a:cubicBezTo>
                    <a:pt x="3127" y="7589"/>
                    <a:pt x="3220" y="7643"/>
                    <a:pt x="3335" y="7643"/>
                  </a:cubicBezTo>
                  <a:cubicBezTo>
                    <a:pt x="3472" y="7643"/>
                    <a:pt x="3641" y="7565"/>
                    <a:pt x="3755" y="7439"/>
                  </a:cubicBezTo>
                  <a:cubicBezTo>
                    <a:pt x="3963" y="7207"/>
                    <a:pt x="4125" y="7207"/>
                    <a:pt x="3940" y="7068"/>
                  </a:cubicBezTo>
                  <a:cubicBezTo>
                    <a:pt x="3834" y="6977"/>
                    <a:pt x="3886" y="6886"/>
                    <a:pt x="3968" y="6886"/>
                  </a:cubicBezTo>
                  <a:cubicBezTo>
                    <a:pt x="4011" y="6886"/>
                    <a:pt x="4062" y="6911"/>
                    <a:pt x="4102" y="6975"/>
                  </a:cubicBezTo>
                  <a:cubicBezTo>
                    <a:pt x="4170" y="7077"/>
                    <a:pt x="4299" y="7135"/>
                    <a:pt x="4431" y="7135"/>
                  </a:cubicBezTo>
                  <a:cubicBezTo>
                    <a:pt x="4571" y="7135"/>
                    <a:pt x="4714" y="7071"/>
                    <a:pt x="4797" y="6929"/>
                  </a:cubicBezTo>
                  <a:cubicBezTo>
                    <a:pt x="4846" y="6853"/>
                    <a:pt x="4884" y="6827"/>
                    <a:pt x="4919" y="6827"/>
                  </a:cubicBezTo>
                  <a:cubicBezTo>
                    <a:pt x="5002" y="6827"/>
                    <a:pt x="5068" y="6975"/>
                    <a:pt x="5215" y="6975"/>
                  </a:cubicBezTo>
                  <a:cubicBezTo>
                    <a:pt x="5370" y="6956"/>
                    <a:pt x="5477" y="6609"/>
                    <a:pt x="5521" y="6609"/>
                  </a:cubicBezTo>
                  <a:cubicBezTo>
                    <a:pt x="5529" y="6609"/>
                    <a:pt x="5535" y="6621"/>
                    <a:pt x="5539" y="6651"/>
                  </a:cubicBezTo>
                  <a:cubicBezTo>
                    <a:pt x="5539" y="6717"/>
                    <a:pt x="5593" y="6748"/>
                    <a:pt x="5669" y="6748"/>
                  </a:cubicBezTo>
                  <a:cubicBezTo>
                    <a:pt x="5780" y="6748"/>
                    <a:pt x="5939" y="6682"/>
                    <a:pt x="6049" y="6558"/>
                  </a:cubicBezTo>
                  <a:cubicBezTo>
                    <a:pt x="6234" y="6350"/>
                    <a:pt x="6072" y="5979"/>
                    <a:pt x="6188" y="5793"/>
                  </a:cubicBezTo>
                  <a:cubicBezTo>
                    <a:pt x="6327" y="5585"/>
                    <a:pt x="6443" y="5191"/>
                    <a:pt x="6327" y="4936"/>
                  </a:cubicBezTo>
                  <a:cubicBezTo>
                    <a:pt x="6188" y="4704"/>
                    <a:pt x="6605" y="4542"/>
                    <a:pt x="6837" y="4356"/>
                  </a:cubicBezTo>
                  <a:cubicBezTo>
                    <a:pt x="7045" y="4148"/>
                    <a:pt x="6582" y="3198"/>
                    <a:pt x="6559" y="2896"/>
                  </a:cubicBezTo>
                  <a:cubicBezTo>
                    <a:pt x="6559" y="2818"/>
                    <a:pt x="6523" y="2788"/>
                    <a:pt x="6467" y="2788"/>
                  </a:cubicBezTo>
                  <a:close/>
                  <a:moveTo>
                    <a:pt x="2600" y="7166"/>
                  </a:moveTo>
                  <a:cubicBezTo>
                    <a:pt x="2476" y="7166"/>
                    <a:pt x="2350" y="7212"/>
                    <a:pt x="2318" y="7300"/>
                  </a:cubicBezTo>
                  <a:cubicBezTo>
                    <a:pt x="2248" y="7462"/>
                    <a:pt x="2063" y="7392"/>
                    <a:pt x="1808" y="7439"/>
                  </a:cubicBezTo>
                  <a:cubicBezTo>
                    <a:pt x="1553" y="7485"/>
                    <a:pt x="1530" y="8088"/>
                    <a:pt x="1715" y="8157"/>
                  </a:cubicBezTo>
                  <a:cubicBezTo>
                    <a:pt x="1761" y="8173"/>
                    <a:pt x="1805" y="8183"/>
                    <a:pt x="1845" y="8183"/>
                  </a:cubicBezTo>
                  <a:cubicBezTo>
                    <a:pt x="1924" y="8183"/>
                    <a:pt x="1985" y="8142"/>
                    <a:pt x="2016" y="8018"/>
                  </a:cubicBezTo>
                  <a:cubicBezTo>
                    <a:pt x="2051" y="7880"/>
                    <a:pt x="2214" y="7806"/>
                    <a:pt x="2362" y="7806"/>
                  </a:cubicBezTo>
                  <a:cubicBezTo>
                    <a:pt x="2413" y="7806"/>
                    <a:pt x="2462" y="7815"/>
                    <a:pt x="2503" y="7833"/>
                  </a:cubicBezTo>
                  <a:cubicBezTo>
                    <a:pt x="2522" y="7844"/>
                    <a:pt x="2542" y="7849"/>
                    <a:pt x="2563" y="7849"/>
                  </a:cubicBezTo>
                  <a:cubicBezTo>
                    <a:pt x="2712" y="7849"/>
                    <a:pt x="2874" y="7571"/>
                    <a:pt x="2874" y="7346"/>
                  </a:cubicBezTo>
                  <a:cubicBezTo>
                    <a:pt x="2874" y="7224"/>
                    <a:pt x="2738" y="7166"/>
                    <a:pt x="2600" y="7166"/>
                  </a:cubicBezTo>
                  <a:close/>
                  <a:moveTo>
                    <a:pt x="736" y="7574"/>
                  </a:moveTo>
                  <a:cubicBezTo>
                    <a:pt x="640" y="7574"/>
                    <a:pt x="487" y="7645"/>
                    <a:pt x="325" y="7763"/>
                  </a:cubicBezTo>
                  <a:cubicBezTo>
                    <a:pt x="93" y="7925"/>
                    <a:pt x="0" y="7972"/>
                    <a:pt x="116" y="8134"/>
                  </a:cubicBezTo>
                  <a:cubicBezTo>
                    <a:pt x="145" y="8192"/>
                    <a:pt x="178" y="8216"/>
                    <a:pt x="213" y="8216"/>
                  </a:cubicBezTo>
                  <a:cubicBezTo>
                    <a:pt x="289" y="8216"/>
                    <a:pt x="369" y="8099"/>
                    <a:pt x="417" y="7972"/>
                  </a:cubicBezTo>
                  <a:cubicBezTo>
                    <a:pt x="428" y="7947"/>
                    <a:pt x="441" y="7936"/>
                    <a:pt x="455" y="7936"/>
                  </a:cubicBezTo>
                  <a:cubicBezTo>
                    <a:pt x="529" y="7936"/>
                    <a:pt x="624" y="8273"/>
                    <a:pt x="487" y="8528"/>
                  </a:cubicBezTo>
                  <a:cubicBezTo>
                    <a:pt x="352" y="8821"/>
                    <a:pt x="501" y="9201"/>
                    <a:pt x="680" y="9201"/>
                  </a:cubicBezTo>
                  <a:cubicBezTo>
                    <a:pt x="685" y="9201"/>
                    <a:pt x="690" y="9201"/>
                    <a:pt x="695" y="9200"/>
                  </a:cubicBezTo>
                  <a:cubicBezTo>
                    <a:pt x="858" y="9154"/>
                    <a:pt x="1066" y="8574"/>
                    <a:pt x="1321" y="8273"/>
                  </a:cubicBezTo>
                  <a:cubicBezTo>
                    <a:pt x="1553" y="7972"/>
                    <a:pt x="1205" y="8088"/>
                    <a:pt x="1205" y="7925"/>
                  </a:cubicBezTo>
                  <a:cubicBezTo>
                    <a:pt x="1205" y="7763"/>
                    <a:pt x="858" y="7786"/>
                    <a:pt x="834" y="7647"/>
                  </a:cubicBezTo>
                  <a:cubicBezTo>
                    <a:pt x="826" y="7597"/>
                    <a:pt x="790" y="7574"/>
                    <a:pt x="736" y="757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5" name="Google Shape;8765;p59"/>
            <p:cNvSpPr/>
            <p:nvPr/>
          </p:nvSpPr>
          <p:spPr>
            <a:xfrm>
              <a:off x="5180698" y="2438720"/>
              <a:ext cx="1001001" cy="685696"/>
            </a:xfrm>
            <a:custGeom>
              <a:avLst/>
              <a:gdLst/>
              <a:ahLst/>
              <a:cxnLst/>
              <a:rect l="l" t="t" r="r" b="b"/>
              <a:pathLst>
                <a:path w="32817" h="22480" extrusionOk="0">
                  <a:moveTo>
                    <a:pt x="25561" y="18497"/>
                  </a:moveTo>
                  <a:cubicBezTo>
                    <a:pt x="25317" y="18497"/>
                    <a:pt x="24876" y="18808"/>
                    <a:pt x="24728" y="19325"/>
                  </a:cubicBezTo>
                  <a:cubicBezTo>
                    <a:pt x="24554" y="19913"/>
                    <a:pt x="24913" y="20256"/>
                    <a:pt x="24994" y="20256"/>
                  </a:cubicBezTo>
                  <a:cubicBezTo>
                    <a:pt x="25000" y="20256"/>
                    <a:pt x="25004" y="20255"/>
                    <a:pt x="25006" y="20252"/>
                  </a:cubicBezTo>
                  <a:cubicBezTo>
                    <a:pt x="25169" y="20136"/>
                    <a:pt x="25841" y="18745"/>
                    <a:pt x="25702" y="18560"/>
                  </a:cubicBezTo>
                  <a:cubicBezTo>
                    <a:pt x="25673" y="18518"/>
                    <a:pt x="25624" y="18497"/>
                    <a:pt x="25561" y="18497"/>
                  </a:cubicBezTo>
                  <a:close/>
                  <a:moveTo>
                    <a:pt x="26207" y="0"/>
                  </a:moveTo>
                  <a:cubicBezTo>
                    <a:pt x="25956" y="0"/>
                    <a:pt x="25618" y="89"/>
                    <a:pt x="25563" y="89"/>
                  </a:cubicBezTo>
                  <a:cubicBezTo>
                    <a:pt x="25537" y="89"/>
                    <a:pt x="25469" y="77"/>
                    <a:pt x="25381" y="77"/>
                  </a:cubicBezTo>
                  <a:cubicBezTo>
                    <a:pt x="25228" y="77"/>
                    <a:pt x="25015" y="115"/>
                    <a:pt x="24867" y="321"/>
                  </a:cubicBezTo>
                  <a:cubicBezTo>
                    <a:pt x="24666" y="582"/>
                    <a:pt x="24779" y="600"/>
                    <a:pt x="24873" y="600"/>
                  </a:cubicBezTo>
                  <a:cubicBezTo>
                    <a:pt x="24887" y="600"/>
                    <a:pt x="24901" y="599"/>
                    <a:pt x="24914" y="599"/>
                  </a:cubicBezTo>
                  <a:cubicBezTo>
                    <a:pt x="25006" y="599"/>
                    <a:pt x="25053" y="901"/>
                    <a:pt x="25076" y="993"/>
                  </a:cubicBezTo>
                  <a:cubicBezTo>
                    <a:pt x="25099" y="1086"/>
                    <a:pt x="24914" y="1225"/>
                    <a:pt x="24844" y="1271"/>
                  </a:cubicBezTo>
                  <a:cubicBezTo>
                    <a:pt x="24751" y="1295"/>
                    <a:pt x="24520" y="1642"/>
                    <a:pt x="24497" y="1781"/>
                  </a:cubicBezTo>
                  <a:cubicBezTo>
                    <a:pt x="24473" y="1920"/>
                    <a:pt x="24218" y="2245"/>
                    <a:pt x="24242" y="2337"/>
                  </a:cubicBezTo>
                  <a:cubicBezTo>
                    <a:pt x="24265" y="2453"/>
                    <a:pt x="24103" y="2569"/>
                    <a:pt x="23987" y="2592"/>
                  </a:cubicBezTo>
                  <a:cubicBezTo>
                    <a:pt x="23894" y="2616"/>
                    <a:pt x="23569" y="2824"/>
                    <a:pt x="23477" y="2870"/>
                  </a:cubicBezTo>
                  <a:cubicBezTo>
                    <a:pt x="23465" y="2873"/>
                    <a:pt x="23448" y="2875"/>
                    <a:pt x="23427" y="2875"/>
                  </a:cubicBezTo>
                  <a:cubicBezTo>
                    <a:pt x="23288" y="2875"/>
                    <a:pt x="22984" y="2809"/>
                    <a:pt x="22944" y="2708"/>
                  </a:cubicBezTo>
                  <a:cubicBezTo>
                    <a:pt x="22944" y="2685"/>
                    <a:pt x="22874" y="2662"/>
                    <a:pt x="22828" y="2639"/>
                  </a:cubicBezTo>
                  <a:lnTo>
                    <a:pt x="22388" y="3496"/>
                  </a:lnTo>
                  <a:lnTo>
                    <a:pt x="22364" y="3774"/>
                  </a:lnTo>
                  <a:cubicBezTo>
                    <a:pt x="22364" y="3774"/>
                    <a:pt x="22063" y="3844"/>
                    <a:pt x="22295" y="4076"/>
                  </a:cubicBezTo>
                  <a:cubicBezTo>
                    <a:pt x="22370" y="4151"/>
                    <a:pt x="22421" y="4175"/>
                    <a:pt x="22471" y="4175"/>
                  </a:cubicBezTo>
                  <a:cubicBezTo>
                    <a:pt x="22559" y="4175"/>
                    <a:pt x="22643" y="4099"/>
                    <a:pt x="22851" y="4099"/>
                  </a:cubicBezTo>
                  <a:cubicBezTo>
                    <a:pt x="23089" y="4099"/>
                    <a:pt x="23227" y="4236"/>
                    <a:pt x="23311" y="4236"/>
                  </a:cubicBezTo>
                  <a:cubicBezTo>
                    <a:pt x="23342" y="4236"/>
                    <a:pt x="23366" y="4218"/>
                    <a:pt x="23384" y="4168"/>
                  </a:cubicBezTo>
                  <a:cubicBezTo>
                    <a:pt x="23426" y="4057"/>
                    <a:pt x="23542" y="3980"/>
                    <a:pt x="23663" y="3980"/>
                  </a:cubicBezTo>
                  <a:cubicBezTo>
                    <a:pt x="23745" y="3980"/>
                    <a:pt x="23829" y="4015"/>
                    <a:pt x="23894" y="4099"/>
                  </a:cubicBezTo>
                  <a:cubicBezTo>
                    <a:pt x="24079" y="4307"/>
                    <a:pt x="24636" y="4655"/>
                    <a:pt x="24612" y="4840"/>
                  </a:cubicBezTo>
                  <a:cubicBezTo>
                    <a:pt x="24588" y="4937"/>
                    <a:pt x="24494" y="4971"/>
                    <a:pt x="24377" y="4971"/>
                  </a:cubicBezTo>
                  <a:cubicBezTo>
                    <a:pt x="24270" y="4971"/>
                    <a:pt x="24144" y="4943"/>
                    <a:pt x="24033" y="4910"/>
                  </a:cubicBezTo>
                  <a:cubicBezTo>
                    <a:pt x="24003" y="4900"/>
                    <a:pt x="23972" y="4896"/>
                    <a:pt x="23940" y="4896"/>
                  </a:cubicBezTo>
                  <a:cubicBezTo>
                    <a:pt x="23746" y="4896"/>
                    <a:pt x="23517" y="5049"/>
                    <a:pt x="23338" y="5049"/>
                  </a:cubicBezTo>
                  <a:cubicBezTo>
                    <a:pt x="23129" y="5049"/>
                    <a:pt x="22874" y="5118"/>
                    <a:pt x="22666" y="5327"/>
                  </a:cubicBezTo>
                  <a:cubicBezTo>
                    <a:pt x="22457" y="5536"/>
                    <a:pt x="22503" y="5767"/>
                    <a:pt x="22179" y="5791"/>
                  </a:cubicBezTo>
                  <a:cubicBezTo>
                    <a:pt x="21855" y="5837"/>
                    <a:pt x="21715" y="5791"/>
                    <a:pt x="21368" y="6045"/>
                  </a:cubicBezTo>
                  <a:cubicBezTo>
                    <a:pt x="21201" y="6157"/>
                    <a:pt x="21023" y="6193"/>
                    <a:pt x="20867" y="6193"/>
                  </a:cubicBezTo>
                  <a:cubicBezTo>
                    <a:pt x="20700" y="6193"/>
                    <a:pt x="20559" y="6151"/>
                    <a:pt x="20487" y="6115"/>
                  </a:cubicBezTo>
                  <a:cubicBezTo>
                    <a:pt x="20428" y="6086"/>
                    <a:pt x="20349" y="6060"/>
                    <a:pt x="20266" y="6060"/>
                  </a:cubicBezTo>
                  <a:cubicBezTo>
                    <a:pt x="20153" y="6060"/>
                    <a:pt x="20034" y="6107"/>
                    <a:pt x="19954" y="6254"/>
                  </a:cubicBezTo>
                  <a:cubicBezTo>
                    <a:pt x="19815" y="6486"/>
                    <a:pt x="20140" y="6602"/>
                    <a:pt x="20116" y="6880"/>
                  </a:cubicBezTo>
                  <a:cubicBezTo>
                    <a:pt x="20070" y="7158"/>
                    <a:pt x="19722" y="7088"/>
                    <a:pt x="19444" y="7413"/>
                  </a:cubicBezTo>
                  <a:cubicBezTo>
                    <a:pt x="19201" y="7697"/>
                    <a:pt x="18816" y="7839"/>
                    <a:pt x="18552" y="7839"/>
                  </a:cubicBezTo>
                  <a:cubicBezTo>
                    <a:pt x="18515" y="7839"/>
                    <a:pt x="18480" y="7836"/>
                    <a:pt x="18448" y="7830"/>
                  </a:cubicBezTo>
                  <a:cubicBezTo>
                    <a:pt x="18312" y="7816"/>
                    <a:pt x="18073" y="7763"/>
                    <a:pt x="17805" y="7763"/>
                  </a:cubicBezTo>
                  <a:cubicBezTo>
                    <a:pt x="17616" y="7763"/>
                    <a:pt x="17412" y="7790"/>
                    <a:pt x="17219" y="7876"/>
                  </a:cubicBezTo>
                  <a:cubicBezTo>
                    <a:pt x="16773" y="8077"/>
                    <a:pt x="16477" y="8364"/>
                    <a:pt x="16290" y="8364"/>
                  </a:cubicBezTo>
                  <a:cubicBezTo>
                    <a:pt x="16283" y="8364"/>
                    <a:pt x="16276" y="8364"/>
                    <a:pt x="16269" y="8363"/>
                  </a:cubicBezTo>
                  <a:cubicBezTo>
                    <a:pt x="16102" y="8321"/>
                    <a:pt x="16086" y="8148"/>
                    <a:pt x="15915" y="8148"/>
                  </a:cubicBezTo>
                  <a:cubicBezTo>
                    <a:pt x="15896" y="8148"/>
                    <a:pt x="15875" y="8150"/>
                    <a:pt x="15852" y="8154"/>
                  </a:cubicBezTo>
                  <a:cubicBezTo>
                    <a:pt x="15819" y="8157"/>
                    <a:pt x="15787" y="8159"/>
                    <a:pt x="15757" y="8159"/>
                  </a:cubicBezTo>
                  <a:cubicBezTo>
                    <a:pt x="15560" y="8159"/>
                    <a:pt x="15437" y="8096"/>
                    <a:pt x="15296" y="8015"/>
                  </a:cubicBezTo>
                  <a:cubicBezTo>
                    <a:pt x="15241" y="7981"/>
                    <a:pt x="15189" y="7973"/>
                    <a:pt x="15137" y="7973"/>
                  </a:cubicBezTo>
                  <a:cubicBezTo>
                    <a:pt x="15095" y="7973"/>
                    <a:pt x="15053" y="7978"/>
                    <a:pt x="15007" y="7978"/>
                  </a:cubicBezTo>
                  <a:cubicBezTo>
                    <a:pt x="14920" y="7978"/>
                    <a:pt x="14821" y="7960"/>
                    <a:pt x="14693" y="7853"/>
                  </a:cubicBezTo>
                  <a:cubicBezTo>
                    <a:pt x="14415" y="7645"/>
                    <a:pt x="13905" y="7691"/>
                    <a:pt x="13697" y="7645"/>
                  </a:cubicBezTo>
                  <a:cubicBezTo>
                    <a:pt x="13593" y="7633"/>
                    <a:pt x="13338" y="7633"/>
                    <a:pt x="13074" y="7633"/>
                  </a:cubicBezTo>
                  <a:cubicBezTo>
                    <a:pt x="12810" y="7633"/>
                    <a:pt x="12538" y="7633"/>
                    <a:pt x="12399" y="7621"/>
                  </a:cubicBezTo>
                  <a:cubicBezTo>
                    <a:pt x="12347" y="7613"/>
                    <a:pt x="12290" y="7610"/>
                    <a:pt x="12233" y="7610"/>
                  </a:cubicBezTo>
                  <a:cubicBezTo>
                    <a:pt x="12111" y="7610"/>
                    <a:pt x="11985" y="7623"/>
                    <a:pt x="11886" y="7623"/>
                  </a:cubicBezTo>
                  <a:cubicBezTo>
                    <a:pt x="11785" y="7623"/>
                    <a:pt x="11713" y="7609"/>
                    <a:pt x="11704" y="7552"/>
                  </a:cubicBezTo>
                  <a:cubicBezTo>
                    <a:pt x="11657" y="7413"/>
                    <a:pt x="11449" y="7297"/>
                    <a:pt x="11379" y="6996"/>
                  </a:cubicBezTo>
                  <a:cubicBezTo>
                    <a:pt x="11310" y="6671"/>
                    <a:pt x="11124" y="6555"/>
                    <a:pt x="10962" y="6532"/>
                  </a:cubicBezTo>
                  <a:cubicBezTo>
                    <a:pt x="10777" y="6486"/>
                    <a:pt x="10754" y="6300"/>
                    <a:pt x="10615" y="6277"/>
                  </a:cubicBezTo>
                  <a:cubicBezTo>
                    <a:pt x="10522" y="6277"/>
                    <a:pt x="10429" y="6045"/>
                    <a:pt x="10197" y="6045"/>
                  </a:cubicBezTo>
                  <a:cubicBezTo>
                    <a:pt x="9942" y="6045"/>
                    <a:pt x="9085" y="5930"/>
                    <a:pt x="8969" y="5744"/>
                  </a:cubicBezTo>
                  <a:cubicBezTo>
                    <a:pt x="8830" y="5536"/>
                    <a:pt x="9085" y="5489"/>
                    <a:pt x="9085" y="5281"/>
                  </a:cubicBezTo>
                  <a:cubicBezTo>
                    <a:pt x="9085" y="5095"/>
                    <a:pt x="9224" y="4817"/>
                    <a:pt x="9108" y="4748"/>
                  </a:cubicBezTo>
                  <a:cubicBezTo>
                    <a:pt x="9015" y="4655"/>
                    <a:pt x="8853" y="4493"/>
                    <a:pt x="8830" y="4331"/>
                  </a:cubicBezTo>
                  <a:cubicBezTo>
                    <a:pt x="8807" y="4168"/>
                    <a:pt x="8529" y="3960"/>
                    <a:pt x="8367" y="3937"/>
                  </a:cubicBezTo>
                  <a:cubicBezTo>
                    <a:pt x="8181" y="3937"/>
                    <a:pt x="8042" y="3821"/>
                    <a:pt x="7857" y="3682"/>
                  </a:cubicBezTo>
                  <a:cubicBezTo>
                    <a:pt x="7694" y="3543"/>
                    <a:pt x="7532" y="3543"/>
                    <a:pt x="7463" y="3172"/>
                  </a:cubicBezTo>
                  <a:cubicBezTo>
                    <a:pt x="7463" y="3149"/>
                    <a:pt x="7463" y="3125"/>
                    <a:pt x="7463" y="3102"/>
                  </a:cubicBezTo>
                  <a:cubicBezTo>
                    <a:pt x="7393" y="3102"/>
                    <a:pt x="7301" y="3079"/>
                    <a:pt x="7254" y="3079"/>
                  </a:cubicBezTo>
                  <a:cubicBezTo>
                    <a:pt x="7208" y="3079"/>
                    <a:pt x="7161" y="3033"/>
                    <a:pt x="7115" y="2986"/>
                  </a:cubicBezTo>
                  <a:cubicBezTo>
                    <a:pt x="7069" y="3149"/>
                    <a:pt x="6907" y="3218"/>
                    <a:pt x="6907" y="3334"/>
                  </a:cubicBezTo>
                  <a:cubicBezTo>
                    <a:pt x="6907" y="3473"/>
                    <a:pt x="6860" y="3635"/>
                    <a:pt x="6675" y="3635"/>
                  </a:cubicBezTo>
                  <a:cubicBezTo>
                    <a:pt x="6513" y="3635"/>
                    <a:pt x="6327" y="3774"/>
                    <a:pt x="6327" y="4052"/>
                  </a:cubicBezTo>
                  <a:cubicBezTo>
                    <a:pt x="6327" y="4331"/>
                    <a:pt x="6489" y="4377"/>
                    <a:pt x="6397" y="4493"/>
                  </a:cubicBezTo>
                  <a:cubicBezTo>
                    <a:pt x="6340" y="4587"/>
                    <a:pt x="6115" y="4697"/>
                    <a:pt x="5970" y="4697"/>
                  </a:cubicBezTo>
                  <a:cubicBezTo>
                    <a:pt x="5937" y="4697"/>
                    <a:pt x="5908" y="4691"/>
                    <a:pt x="5887" y="4678"/>
                  </a:cubicBezTo>
                  <a:cubicBezTo>
                    <a:pt x="5771" y="4632"/>
                    <a:pt x="5562" y="4655"/>
                    <a:pt x="5377" y="4632"/>
                  </a:cubicBezTo>
                  <a:cubicBezTo>
                    <a:pt x="5272" y="4617"/>
                    <a:pt x="5176" y="4523"/>
                    <a:pt x="5109" y="4523"/>
                  </a:cubicBezTo>
                  <a:cubicBezTo>
                    <a:pt x="5073" y="4523"/>
                    <a:pt x="5046" y="4551"/>
                    <a:pt x="5029" y="4632"/>
                  </a:cubicBezTo>
                  <a:cubicBezTo>
                    <a:pt x="4960" y="4887"/>
                    <a:pt x="4589" y="5605"/>
                    <a:pt x="4682" y="5698"/>
                  </a:cubicBezTo>
                  <a:cubicBezTo>
                    <a:pt x="4774" y="5767"/>
                    <a:pt x="4844" y="5953"/>
                    <a:pt x="4682" y="5953"/>
                  </a:cubicBezTo>
                  <a:cubicBezTo>
                    <a:pt x="4519" y="5953"/>
                    <a:pt x="4380" y="5930"/>
                    <a:pt x="4288" y="5837"/>
                  </a:cubicBezTo>
                  <a:cubicBezTo>
                    <a:pt x="4277" y="5826"/>
                    <a:pt x="4261" y="5821"/>
                    <a:pt x="4242" y="5821"/>
                  </a:cubicBezTo>
                  <a:cubicBezTo>
                    <a:pt x="4139" y="5821"/>
                    <a:pt x="3934" y="5953"/>
                    <a:pt x="3778" y="5953"/>
                  </a:cubicBezTo>
                  <a:cubicBezTo>
                    <a:pt x="3685" y="5953"/>
                    <a:pt x="3338" y="6092"/>
                    <a:pt x="3477" y="6161"/>
                  </a:cubicBezTo>
                  <a:cubicBezTo>
                    <a:pt x="3592" y="6231"/>
                    <a:pt x="3592" y="6509"/>
                    <a:pt x="3592" y="6625"/>
                  </a:cubicBezTo>
                  <a:cubicBezTo>
                    <a:pt x="3592" y="6764"/>
                    <a:pt x="3847" y="7112"/>
                    <a:pt x="3801" y="7251"/>
                  </a:cubicBezTo>
                  <a:cubicBezTo>
                    <a:pt x="3755" y="7366"/>
                    <a:pt x="3523" y="7506"/>
                    <a:pt x="3523" y="7645"/>
                  </a:cubicBezTo>
                  <a:cubicBezTo>
                    <a:pt x="3523" y="7807"/>
                    <a:pt x="3569" y="7946"/>
                    <a:pt x="3477" y="7992"/>
                  </a:cubicBezTo>
                  <a:cubicBezTo>
                    <a:pt x="3384" y="8039"/>
                    <a:pt x="3129" y="8131"/>
                    <a:pt x="2990" y="8224"/>
                  </a:cubicBezTo>
                  <a:cubicBezTo>
                    <a:pt x="2851" y="8340"/>
                    <a:pt x="2642" y="8340"/>
                    <a:pt x="2573" y="8479"/>
                  </a:cubicBezTo>
                  <a:cubicBezTo>
                    <a:pt x="2513" y="8599"/>
                    <a:pt x="2418" y="8720"/>
                    <a:pt x="2228" y="8720"/>
                  </a:cubicBezTo>
                  <a:cubicBezTo>
                    <a:pt x="2198" y="8720"/>
                    <a:pt x="2167" y="8717"/>
                    <a:pt x="2132" y="8711"/>
                  </a:cubicBezTo>
                  <a:cubicBezTo>
                    <a:pt x="2066" y="8703"/>
                    <a:pt x="2010" y="8696"/>
                    <a:pt x="1958" y="8696"/>
                  </a:cubicBezTo>
                  <a:cubicBezTo>
                    <a:pt x="1846" y="8696"/>
                    <a:pt x="1757" y="8730"/>
                    <a:pt x="1646" y="8873"/>
                  </a:cubicBezTo>
                  <a:cubicBezTo>
                    <a:pt x="1460" y="9081"/>
                    <a:pt x="1437" y="8989"/>
                    <a:pt x="1298" y="9081"/>
                  </a:cubicBezTo>
                  <a:cubicBezTo>
                    <a:pt x="1273" y="9101"/>
                    <a:pt x="1248" y="9110"/>
                    <a:pt x="1223" y="9110"/>
                  </a:cubicBezTo>
                  <a:cubicBezTo>
                    <a:pt x="1133" y="9110"/>
                    <a:pt x="1046" y="9002"/>
                    <a:pt x="974" y="8966"/>
                  </a:cubicBezTo>
                  <a:cubicBezTo>
                    <a:pt x="967" y="8964"/>
                    <a:pt x="959" y="8963"/>
                    <a:pt x="952" y="8963"/>
                  </a:cubicBezTo>
                  <a:cubicBezTo>
                    <a:pt x="860" y="8963"/>
                    <a:pt x="735" y="9081"/>
                    <a:pt x="649" y="9081"/>
                  </a:cubicBezTo>
                  <a:cubicBezTo>
                    <a:pt x="557" y="9081"/>
                    <a:pt x="464" y="9244"/>
                    <a:pt x="348" y="9267"/>
                  </a:cubicBezTo>
                  <a:cubicBezTo>
                    <a:pt x="232" y="9313"/>
                    <a:pt x="93" y="9267"/>
                    <a:pt x="93" y="9429"/>
                  </a:cubicBezTo>
                  <a:cubicBezTo>
                    <a:pt x="93" y="9522"/>
                    <a:pt x="70" y="9614"/>
                    <a:pt x="0" y="9684"/>
                  </a:cubicBezTo>
                  <a:lnTo>
                    <a:pt x="93" y="10171"/>
                  </a:lnTo>
                  <a:cubicBezTo>
                    <a:pt x="93" y="10171"/>
                    <a:pt x="603" y="10333"/>
                    <a:pt x="626" y="10518"/>
                  </a:cubicBezTo>
                  <a:cubicBezTo>
                    <a:pt x="649" y="10681"/>
                    <a:pt x="742" y="11237"/>
                    <a:pt x="742" y="11237"/>
                  </a:cubicBezTo>
                  <a:lnTo>
                    <a:pt x="719" y="11237"/>
                  </a:lnTo>
                  <a:cubicBezTo>
                    <a:pt x="927" y="11399"/>
                    <a:pt x="1229" y="11584"/>
                    <a:pt x="1229" y="11654"/>
                  </a:cubicBezTo>
                  <a:cubicBezTo>
                    <a:pt x="1229" y="11723"/>
                    <a:pt x="1252" y="11932"/>
                    <a:pt x="1507" y="12048"/>
                  </a:cubicBezTo>
                  <a:cubicBezTo>
                    <a:pt x="1669" y="12141"/>
                    <a:pt x="1831" y="12210"/>
                    <a:pt x="1924" y="12280"/>
                  </a:cubicBezTo>
                  <a:cubicBezTo>
                    <a:pt x="1947" y="12256"/>
                    <a:pt x="1947" y="12233"/>
                    <a:pt x="1947" y="12233"/>
                  </a:cubicBezTo>
                  <a:lnTo>
                    <a:pt x="2156" y="12210"/>
                  </a:lnTo>
                  <a:cubicBezTo>
                    <a:pt x="2156" y="12210"/>
                    <a:pt x="2225" y="12256"/>
                    <a:pt x="2295" y="12303"/>
                  </a:cubicBezTo>
                  <a:cubicBezTo>
                    <a:pt x="2341" y="12141"/>
                    <a:pt x="2712" y="11955"/>
                    <a:pt x="2920" y="11955"/>
                  </a:cubicBezTo>
                  <a:cubicBezTo>
                    <a:pt x="3106" y="11978"/>
                    <a:pt x="3592" y="12349"/>
                    <a:pt x="3546" y="12488"/>
                  </a:cubicBezTo>
                  <a:cubicBezTo>
                    <a:pt x="3500" y="12604"/>
                    <a:pt x="3152" y="13091"/>
                    <a:pt x="2990" y="13137"/>
                  </a:cubicBezTo>
                  <a:cubicBezTo>
                    <a:pt x="2944" y="13137"/>
                    <a:pt x="2851" y="13160"/>
                    <a:pt x="2758" y="13160"/>
                  </a:cubicBezTo>
                  <a:cubicBezTo>
                    <a:pt x="2758" y="13230"/>
                    <a:pt x="2735" y="13299"/>
                    <a:pt x="2735" y="13346"/>
                  </a:cubicBezTo>
                  <a:cubicBezTo>
                    <a:pt x="2735" y="13462"/>
                    <a:pt x="2920" y="13624"/>
                    <a:pt x="3036" y="13832"/>
                  </a:cubicBezTo>
                  <a:cubicBezTo>
                    <a:pt x="3103" y="13965"/>
                    <a:pt x="2979" y="14074"/>
                    <a:pt x="2852" y="14074"/>
                  </a:cubicBezTo>
                  <a:cubicBezTo>
                    <a:pt x="2802" y="14074"/>
                    <a:pt x="2751" y="14057"/>
                    <a:pt x="2712" y="14018"/>
                  </a:cubicBezTo>
                  <a:cubicBezTo>
                    <a:pt x="2680" y="13991"/>
                    <a:pt x="2652" y="13979"/>
                    <a:pt x="2628" y="13979"/>
                  </a:cubicBezTo>
                  <a:cubicBezTo>
                    <a:pt x="2529" y="13979"/>
                    <a:pt x="2498" y="14175"/>
                    <a:pt x="2573" y="14249"/>
                  </a:cubicBezTo>
                  <a:cubicBezTo>
                    <a:pt x="2665" y="14365"/>
                    <a:pt x="2619" y="14667"/>
                    <a:pt x="2758" y="14690"/>
                  </a:cubicBezTo>
                  <a:cubicBezTo>
                    <a:pt x="2920" y="14713"/>
                    <a:pt x="3059" y="15014"/>
                    <a:pt x="3222" y="15014"/>
                  </a:cubicBezTo>
                  <a:cubicBezTo>
                    <a:pt x="3384" y="15014"/>
                    <a:pt x="3546" y="15292"/>
                    <a:pt x="3546" y="15292"/>
                  </a:cubicBezTo>
                  <a:cubicBezTo>
                    <a:pt x="3546" y="15292"/>
                    <a:pt x="3778" y="15455"/>
                    <a:pt x="3778" y="15524"/>
                  </a:cubicBezTo>
                  <a:cubicBezTo>
                    <a:pt x="3778" y="15547"/>
                    <a:pt x="3778" y="15547"/>
                    <a:pt x="3778" y="15570"/>
                  </a:cubicBezTo>
                  <a:cubicBezTo>
                    <a:pt x="3963" y="15547"/>
                    <a:pt x="4079" y="15547"/>
                    <a:pt x="4102" y="15455"/>
                  </a:cubicBezTo>
                  <a:cubicBezTo>
                    <a:pt x="4112" y="15427"/>
                    <a:pt x="4157" y="15410"/>
                    <a:pt x="4219" y="15410"/>
                  </a:cubicBezTo>
                  <a:cubicBezTo>
                    <a:pt x="4313" y="15410"/>
                    <a:pt x="4445" y="15449"/>
                    <a:pt x="4543" y="15547"/>
                  </a:cubicBezTo>
                  <a:cubicBezTo>
                    <a:pt x="4705" y="15710"/>
                    <a:pt x="5400" y="16150"/>
                    <a:pt x="5655" y="16358"/>
                  </a:cubicBezTo>
                  <a:cubicBezTo>
                    <a:pt x="5898" y="16557"/>
                    <a:pt x="6457" y="16777"/>
                    <a:pt x="6689" y="16777"/>
                  </a:cubicBezTo>
                  <a:cubicBezTo>
                    <a:pt x="6701" y="16777"/>
                    <a:pt x="6711" y="16777"/>
                    <a:pt x="6721" y="16776"/>
                  </a:cubicBezTo>
                  <a:cubicBezTo>
                    <a:pt x="6930" y="16776"/>
                    <a:pt x="7115" y="16915"/>
                    <a:pt x="7440" y="16915"/>
                  </a:cubicBezTo>
                  <a:lnTo>
                    <a:pt x="7555" y="16915"/>
                  </a:lnTo>
                  <a:cubicBezTo>
                    <a:pt x="7602" y="16868"/>
                    <a:pt x="7671" y="16868"/>
                    <a:pt x="7741" y="16776"/>
                  </a:cubicBezTo>
                  <a:cubicBezTo>
                    <a:pt x="7755" y="16748"/>
                    <a:pt x="7772" y="16736"/>
                    <a:pt x="7789" y="16736"/>
                  </a:cubicBezTo>
                  <a:cubicBezTo>
                    <a:pt x="7859" y="16736"/>
                    <a:pt x="7940" y="16924"/>
                    <a:pt x="7903" y="17054"/>
                  </a:cubicBezTo>
                  <a:cubicBezTo>
                    <a:pt x="7880" y="17146"/>
                    <a:pt x="7903" y="17216"/>
                    <a:pt x="7949" y="17309"/>
                  </a:cubicBezTo>
                  <a:cubicBezTo>
                    <a:pt x="7973" y="17239"/>
                    <a:pt x="8019" y="17146"/>
                    <a:pt x="8065" y="17077"/>
                  </a:cubicBezTo>
                  <a:cubicBezTo>
                    <a:pt x="8181" y="16799"/>
                    <a:pt x="8343" y="16822"/>
                    <a:pt x="8459" y="16729"/>
                  </a:cubicBezTo>
                  <a:cubicBezTo>
                    <a:pt x="8493" y="16695"/>
                    <a:pt x="8530" y="16680"/>
                    <a:pt x="8575" y="16680"/>
                  </a:cubicBezTo>
                  <a:cubicBezTo>
                    <a:pt x="8653" y="16680"/>
                    <a:pt x="8753" y="16725"/>
                    <a:pt x="8900" y="16799"/>
                  </a:cubicBezTo>
                  <a:cubicBezTo>
                    <a:pt x="8949" y="16826"/>
                    <a:pt x="8991" y="16834"/>
                    <a:pt x="9032" y="16834"/>
                  </a:cubicBezTo>
                  <a:cubicBezTo>
                    <a:pt x="9091" y="16834"/>
                    <a:pt x="9146" y="16817"/>
                    <a:pt x="9211" y="16817"/>
                  </a:cubicBezTo>
                  <a:cubicBezTo>
                    <a:pt x="9292" y="16817"/>
                    <a:pt x="9388" y="16843"/>
                    <a:pt x="9525" y="16961"/>
                  </a:cubicBezTo>
                  <a:cubicBezTo>
                    <a:pt x="9595" y="16938"/>
                    <a:pt x="9688" y="16915"/>
                    <a:pt x="9711" y="16915"/>
                  </a:cubicBezTo>
                  <a:cubicBezTo>
                    <a:pt x="9780" y="16915"/>
                    <a:pt x="9873" y="16776"/>
                    <a:pt x="9989" y="16660"/>
                  </a:cubicBezTo>
                  <a:cubicBezTo>
                    <a:pt x="10075" y="16574"/>
                    <a:pt x="10061" y="16449"/>
                    <a:pt x="10169" y="16449"/>
                  </a:cubicBezTo>
                  <a:cubicBezTo>
                    <a:pt x="10177" y="16449"/>
                    <a:pt x="10187" y="16449"/>
                    <a:pt x="10197" y="16451"/>
                  </a:cubicBezTo>
                  <a:cubicBezTo>
                    <a:pt x="10205" y="16452"/>
                    <a:pt x="10213" y="16453"/>
                    <a:pt x="10221" y="16453"/>
                  </a:cubicBezTo>
                  <a:cubicBezTo>
                    <a:pt x="10343" y="16453"/>
                    <a:pt x="10399" y="16281"/>
                    <a:pt x="10661" y="16150"/>
                  </a:cubicBezTo>
                  <a:cubicBezTo>
                    <a:pt x="10738" y="16108"/>
                    <a:pt x="10811" y="16094"/>
                    <a:pt x="10878" y="16094"/>
                  </a:cubicBezTo>
                  <a:cubicBezTo>
                    <a:pt x="11022" y="16094"/>
                    <a:pt x="11141" y="16158"/>
                    <a:pt x="11228" y="16158"/>
                  </a:cubicBezTo>
                  <a:cubicBezTo>
                    <a:pt x="11259" y="16158"/>
                    <a:pt x="11287" y="16150"/>
                    <a:pt x="11310" y="16127"/>
                  </a:cubicBezTo>
                  <a:cubicBezTo>
                    <a:pt x="11391" y="16059"/>
                    <a:pt x="11472" y="16023"/>
                    <a:pt x="11525" y="16023"/>
                  </a:cubicBezTo>
                  <a:cubicBezTo>
                    <a:pt x="11564" y="16023"/>
                    <a:pt x="11588" y="16042"/>
                    <a:pt x="11588" y="16080"/>
                  </a:cubicBezTo>
                  <a:cubicBezTo>
                    <a:pt x="11588" y="16196"/>
                    <a:pt x="11773" y="16312"/>
                    <a:pt x="11820" y="16451"/>
                  </a:cubicBezTo>
                  <a:cubicBezTo>
                    <a:pt x="11843" y="16567"/>
                    <a:pt x="12075" y="16613"/>
                    <a:pt x="12121" y="16613"/>
                  </a:cubicBezTo>
                  <a:cubicBezTo>
                    <a:pt x="12167" y="16590"/>
                    <a:pt x="12190" y="16590"/>
                    <a:pt x="12214" y="16567"/>
                  </a:cubicBezTo>
                  <a:cubicBezTo>
                    <a:pt x="12252" y="16542"/>
                    <a:pt x="12297" y="16530"/>
                    <a:pt x="12342" y="16530"/>
                  </a:cubicBezTo>
                  <a:cubicBezTo>
                    <a:pt x="12462" y="16530"/>
                    <a:pt x="12584" y="16611"/>
                    <a:pt x="12584" y="16729"/>
                  </a:cubicBezTo>
                  <a:cubicBezTo>
                    <a:pt x="12584" y="16868"/>
                    <a:pt x="12608" y="17030"/>
                    <a:pt x="12700" y="17030"/>
                  </a:cubicBezTo>
                  <a:cubicBezTo>
                    <a:pt x="12816" y="17030"/>
                    <a:pt x="12932" y="17030"/>
                    <a:pt x="12932" y="17285"/>
                  </a:cubicBezTo>
                  <a:cubicBezTo>
                    <a:pt x="12932" y="17564"/>
                    <a:pt x="13025" y="17865"/>
                    <a:pt x="12793" y="18097"/>
                  </a:cubicBezTo>
                  <a:cubicBezTo>
                    <a:pt x="12561" y="18328"/>
                    <a:pt x="12283" y="18722"/>
                    <a:pt x="12353" y="18861"/>
                  </a:cubicBezTo>
                  <a:cubicBezTo>
                    <a:pt x="12392" y="18959"/>
                    <a:pt x="12300" y="19138"/>
                    <a:pt x="12379" y="19138"/>
                  </a:cubicBezTo>
                  <a:cubicBezTo>
                    <a:pt x="12394" y="19138"/>
                    <a:pt x="12416" y="19131"/>
                    <a:pt x="12445" y="19116"/>
                  </a:cubicBezTo>
                  <a:cubicBezTo>
                    <a:pt x="12493" y="19089"/>
                    <a:pt x="12560" y="19078"/>
                    <a:pt x="12630" y="19078"/>
                  </a:cubicBezTo>
                  <a:cubicBezTo>
                    <a:pt x="12799" y="19078"/>
                    <a:pt x="12981" y="19143"/>
                    <a:pt x="12932" y="19209"/>
                  </a:cubicBezTo>
                  <a:cubicBezTo>
                    <a:pt x="12863" y="19302"/>
                    <a:pt x="12955" y="19649"/>
                    <a:pt x="13094" y="19672"/>
                  </a:cubicBezTo>
                  <a:cubicBezTo>
                    <a:pt x="13257" y="19672"/>
                    <a:pt x="13349" y="19765"/>
                    <a:pt x="13303" y="19904"/>
                  </a:cubicBezTo>
                  <a:cubicBezTo>
                    <a:pt x="13257" y="20043"/>
                    <a:pt x="13187" y="20275"/>
                    <a:pt x="13303" y="20275"/>
                  </a:cubicBezTo>
                  <a:cubicBezTo>
                    <a:pt x="13442" y="20275"/>
                    <a:pt x="13627" y="20275"/>
                    <a:pt x="13604" y="20414"/>
                  </a:cubicBezTo>
                  <a:cubicBezTo>
                    <a:pt x="13586" y="20522"/>
                    <a:pt x="13666" y="20629"/>
                    <a:pt x="13810" y="20629"/>
                  </a:cubicBezTo>
                  <a:cubicBezTo>
                    <a:pt x="13852" y="20629"/>
                    <a:pt x="13900" y="20620"/>
                    <a:pt x="13952" y="20599"/>
                  </a:cubicBezTo>
                  <a:cubicBezTo>
                    <a:pt x="14042" y="20554"/>
                    <a:pt x="14103" y="20519"/>
                    <a:pt x="14148" y="20519"/>
                  </a:cubicBezTo>
                  <a:cubicBezTo>
                    <a:pt x="14172" y="20519"/>
                    <a:pt x="14191" y="20529"/>
                    <a:pt x="14207" y="20553"/>
                  </a:cubicBezTo>
                  <a:cubicBezTo>
                    <a:pt x="14211" y="20552"/>
                    <a:pt x="14215" y="20551"/>
                    <a:pt x="14219" y="20551"/>
                  </a:cubicBezTo>
                  <a:cubicBezTo>
                    <a:pt x="14300" y="20551"/>
                    <a:pt x="14307" y="20764"/>
                    <a:pt x="14462" y="20808"/>
                  </a:cubicBezTo>
                  <a:cubicBezTo>
                    <a:pt x="14471" y="20810"/>
                    <a:pt x="14480" y="20812"/>
                    <a:pt x="14489" y="20812"/>
                  </a:cubicBezTo>
                  <a:cubicBezTo>
                    <a:pt x="14637" y="20812"/>
                    <a:pt x="14551" y="20434"/>
                    <a:pt x="14485" y="20368"/>
                  </a:cubicBezTo>
                  <a:cubicBezTo>
                    <a:pt x="14423" y="20306"/>
                    <a:pt x="14490" y="20079"/>
                    <a:pt x="14554" y="20079"/>
                  </a:cubicBezTo>
                  <a:cubicBezTo>
                    <a:pt x="14562" y="20079"/>
                    <a:pt x="14570" y="20082"/>
                    <a:pt x="14578" y="20090"/>
                  </a:cubicBezTo>
                  <a:cubicBezTo>
                    <a:pt x="14596" y="20108"/>
                    <a:pt x="14623" y="20117"/>
                    <a:pt x="14655" y="20117"/>
                  </a:cubicBezTo>
                  <a:cubicBezTo>
                    <a:pt x="14741" y="20117"/>
                    <a:pt x="14864" y="20052"/>
                    <a:pt x="14948" y="19951"/>
                  </a:cubicBezTo>
                  <a:cubicBezTo>
                    <a:pt x="14968" y="19925"/>
                    <a:pt x="14995" y="19917"/>
                    <a:pt x="15025" y="19917"/>
                  </a:cubicBezTo>
                  <a:cubicBezTo>
                    <a:pt x="15095" y="19917"/>
                    <a:pt x="15184" y="19964"/>
                    <a:pt x="15253" y="19964"/>
                  </a:cubicBezTo>
                  <a:cubicBezTo>
                    <a:pt x="15291" y="19964"/>
                    <a:pt x="15323" y="19950"/>
                    <a:pt x="15342" y="19904"/>
                  </a:cubicBezTo>
                  <a:cubicBezTo>
                    <a:pt x="15363" y="19873"/>
                    <a:pt x="15389" y="19861"/>
                    <a:pt x="15419" y="19861"/>
                  </a:cubicBezTo>
                  <a:cubicBezTo>
                    <a:pt x="15494" y="19861"/>
                    <a:pt x="15596" y="19935"/>
                    <a:pt x="15710" y="19935"/>
                  </a:cubicBezTo>
                  <a:cubicBezTo>
                    <a:pt x="15748" y="19935"/>
                    <a:pt x="15788" y="19927"/>
                    <a:pt x="15829" y="19904"/>
                  </a:cubicBezTo>
                  <a:cubicBezTo>
                    <a:pt x="15869" y="19884"/>
                    <a:pt x="15906" y="19877"/>
                    <a:pt x="15938" y="19877"/>
                  </a:cubicBezTo>
                  <a:cubicBezTo>
                    <a:pt x="16011" y="19877"/>
                    <a:pt x="16066" y="19912"/>
                    <a:pt x="16115" y="19912"/>
                  </a:cubicBezTo>
                  <a:cubicBezTo>
                    <a:pt x="16145" y="19912"/>
                    <a:pt x="16172" y="19899"/>
                    <a:pt x="16200" y="19858"/>
                  </a:cubicBezTo>
                  <a:cubicBezTo>
                    <a:pt x="16259" y="19720"/>
                    <a:pt x="16469" y="19565"/>
                    <a:pt x="16574" y="19565"/>
                  </a:cubicBezTo>
                  <a:cubicBezTo>
                    <a:pt x="16592" y="19565"/>
                    <a:pt x="16607" y="19569"/>
                    <a:pt x="16617" y="19580"/>
                  </a:cubicBezTo>
                  <a:cubicBezTo>
                    <a:pt x="16686" y="19626"/>
                    <a:pt x="16733" y="19765"/>
                    <a:pt x="17080" y="19812"/>
                  </a:cubicBezTo>
                  <a:cubicBezTo>
                    <a:pt x="17428" y="19858"/>
                    <a:pt x="17219" y="20020"/>
                    <a:pt x="17219" y="20136"/>
                  </a:cubicBezTo>
                  <a:cubicBezTo>
                    <a:pt x="17219" y="20229"/>
                    <a:pt x="17613" y="20530"/>
                    <a:pt x="17753" y="20530"/>
                  </a:cubicBezTo>
                  <a:cubicBezTo>
                    <a:pt x="17799" y="20553"/>
                    <a:pt x="17822" y="20576"/>
                    <a:pt x="17868" y="20623"/>
                  </a:cubicBezTo>
                  <a:cubicBezTo>
                    <a:pt x="17897" y="20611"/>
                    <a:pt x="17931" y="20608"/>
                    <a:pt x="17965" y="20608"/>
                  </a:cubicBezTo>
                  <a:cubicBezTo>
                    <a:pt x="17999" y="20608"/>
                    <a:pt x="18035" y="20611"/>
                    <a:pt x="18068" y="20611"/>
                  </a:cubicBezTo>
                  <a:cubicBezTo>
                    <a:pt x="18135" y="20611"/>
                    <a:pt x="18193" y="20599"/>
                    <a:pt x="18216" y="20530"/>
                  </a:cubicBezTo>
                  <a:cubicBezTo>
                    <a:pt x="18236" y="20470"/>
                    <a:pt x="18278" y="20444"/>
                    <a:pt x="18327" y="20444"/>
                  </a:cubicBezTo>
                  <a:cubicBezTo>
                    <a:pt x="18390" y="20444"/>
                    <a:pt x="18465" y="20488"/>
                    <a:pt x="18517" y="20553"/>
                  </a:cubicBezTo>
                  <a:cubicBezTo>
                    <a:pt x="18554" y="20614"/>
                    <a:pt x="18590" y="20649"/>
                    <a:pt x="18640" y="20649"/>
                  </a:cubicBezTo>
                  <a:cubicBezTo>
                    <a:pt x="18685" y="20649"/>
                    <a:pt x="18741" y="20620"/>
                    <a:pt x="18819" y="20553"/>
                  </a:cubicBezTo>
                  <a:cubicBezTo>
                    <a:pt x="18850" y="20526"/>
                    <a:pt x="18879" y="20515"/>
                    <a:pt x="18904" y="20515"/>
                  </a:cubicBezTo>
                  <a:cubicBezTo>
                    <a:pt x="19009" y="20515"/>
                    <a:pt x="19051" y="20710"/>
                    <a:pt x="18958" y="20785"/>
                  </a:cubicBezTo>
                  <a:cubicBezTo>
                    <a:pt x="18865" y="20854"/>
                    <a:pt x="18934" y="21109"/>
                    <a:pt x="19097" y="21248"/>
                  </a:cubicBezTo>
                  <a:cubicBezTo>
                    <a:pt x="19130" y="21287"/>
                    <a:pt x="19157" y="21304"/>
                    <a:pt x="19178" y="21304"/>
                  </a:cubicBezTo>
                  <a:cubicBezTo>
                    <a:pt x="19244" y="21304"/>
                    <a:pt x="19253" y="21140"/>
                    <a:pt x="19236" y="21017"/>
                  </a:cubicBezTo>
                  <a:cubicBezTo>
                    <a:pt x="19213" y="20878"/>
                    <a:pt x="19491" y="20739"/>
                    <a:pt x="20001" y="20553"/>
                  </a:cubicBezTo>
                  <a:cubicBezTo>
                    <a:pt x="20510" y="20391"/>
                    <a:pt x="21067" y="20020"/>
                    <a:pt x="21067" y="19951"/>
                  </a:cubicBezTo>
                  <a:cubicBezTo>
                    <a:pt x="21067" y="19934"/>
                    <a:pt x="21078" y="19928"/>
                    <a:pt x="21098" y="19928"/>
                  </a:cubicBezTo>
                  <a:cubicBezTo>
                    <a:pt x="21163" y="19928"/>
                    <a:pt x="21320" y="19996"/>
                    <a:pt x="21453" y="19996"/>
                  </a:cubicBezTo>
                  <a:cubicBezTo>
                    <a:pt x="21509" y="19996"/>
                    <a:pt x="21560" y="19984"/>
                    <a:pt x="21600" y="19951"/>
                  </a:cubicBezTo>
                  <a:cubicBezTo>
                    <a:pt x="21762" y="19835"/>
                    <a:pt x="22388" y="19812"/>
                    <a:pt x="22550" y="19812"/>
                  </a:cubicBezTo>
                  <a:cubicBezTo>
                    <a:pt x="22712" y="19788"/>
                    <a:pt x="22689" y="19649"/>
                    <a:pt x="22874" y="19533"/>
                  </a:cubicBezTo>
                  <a:cubicBezTo>
                    <a:pt x="23036" y="19394"/>
                    <a:pt x="22990" y="19325"/>
                    <a:pt x="23199" y="19255"/>
                  </a:cubicBezTo>
                  <a:cubicBezTo>
                    <a:pt x="23384" y="19209"/>
                    <a:pt x="23500" y="19024"/>
                    <a:pt x="23500" y="18931"/>
                  </a:cubicBezTo>
                  <a:cubicBezTo>
                    <a:pt x="23500" y="18838"/>
                    <a:pt x="23871" y="18792"/>
                    <a:pt x="23871" y="18699"/>
                  </a:cubicBezTo>
                  <a:cubicBezTo>
                    <a:pt x="23894" y="18583"/>
                    <a:pt x="24149" y="18560"/>
                    <a:pt x="24149" y="18421"/>
                  </a:cubicBezTo>
                  <a:cubicBezTo>
                    <a:pt x="24149" y="18305"/>
                    <a:pt x="24311" y="18328"/>
                    <a:pt x="24381" y="18236"/>
                  </a:cubicBezTo>
                  <a:cubicBezTo>
                    <a:pt x="24473" y="18143"/>
                    <a:pt x="24334" y="17842"/>
                    <a:pt x="24473" y="17818"/>
                  </a:cubicBezTo>
                  <a:cubicBezTo>
                    <a:pt x="24589" y="17772"/>
                    <a:pt x="24404" y="17610"/>
                    <a:pt x="24381" y="17540"/>
                  </a:cubicBezTo>
                  <a:cubicBezTo>
                    <a:pt x="24357" y="17471"/>
                    <a:pt x="24636" y="17448"/>
                    <a:pt x="24775" y="17355"/>
                  </a:cubicBezTo>
                  <a:cubicBezTo>
                    <a:pt x="24914" y="17285"/>
                    <a:pt x="25006" y="17146"/>
                    <a:pt x="25030" y="16984"/>
                  </a:cubicBezTo>
                  <a:cubicBezTo>
                    <a:pt x="25053" y="16822"/>
                    <a:pt x="25261" y="16706"/>
                    <a:pt x="25377" y="16660"/>
                  </a:cubicBezTo>
                  <a:cubicBezTo>
                    <a:pt x="25493" y="16613"/>
                    <a:pt x="25516" y="16405"/>
                    <a:pt x="25493" y="16219"/>
                  </a:cubicBezTo>
                  <a:cubicBezTo>
                    <a:pt x="25470" y="16034"/>
                    <a:pt x="25678" y="16080"/>
                    <a:pt x="25586" y="16011"/>
                  </a:cubicBezTo>
                  <a:cubicBezTo>
                    <a:pt x="25493" y="15918"/>
                    <a:pt x="25632" y="15733"/>
                    <a:pt x="25817" y="15663"/>
                  </a:cubicBezTo>
                  <a:cubicBezTo>
                    <a:pt x="25945" y="15631"/>
                    <a:pt x="25842" y="15577"/>
                    <a:pt x="25727" y="15577"/>
                  </a:cubicBezTo>
                  <a:cubicBezTo>
                    <a:pt x="25675" y="15577"/>
                    <a:pt x="25622" y="15588"/>
                    <a:pt x="25586" y="15617"/>
                  </a:cubicBezTo>
                  <a:cubicBezTo>
                    <a:pt x="25577" y="15624"/>
                    <a:pt x="25567" y="15627"/>
                    <a:pt x="25558" y="15627"/>
                  </a:cubicBezTo>
                  <a:cubicBezTo>
                    <a:pt x="25488" y="15627"/>
                    <a:pt x="25408" y="15466"/>
                    <a:pt x="25336" y="15466"/>
                  </a:cubicBezTo>
                  <a:cubicBezTo>
                    <a:pt x="25319" y="15466"/>
                    <a:pt x="25301" y="15476"/>
                    <a:pt x="25284" y="15501"/>
                  </a:cubicBezTo>
                  <a:cubicBezTo>
                    <a:pt x="25258" y="15528"/>
                    <a:pt x="25223" y="15538"/>
                    <a:pt x="25189" y="15538"/>
                  </a:cubicBezTo>
                  <a:cubicBezTo>
                    <a:pt x="25073" y="15538"/>
                    <a:pt x="24951" y="15421"/>
                    <a:pt x="25076" y="15385"/>
                  </a:cubicBezTo>
                  <a:cubicBezTo>
                    <a:pt x="25261" y="15339"/>
                    <a:pt x="25539" y="15130"/>
                    <a:pt x="25655" y="15107"/>
                  </a:cubicBezTo>
                  <a:cubicBezTo>
                    <a:pt x="25767" y="15062"/>
                    <a:pt x="25493" y="14804"/>
                    <a:pt x="25348" y="14804"/>
                  </a:cubicBezTo>
                  <a:cubicBezTo>
                    <a:pt x="25342" y="14804"/>
                    <a:pt x="25336" y="14805"/>
                    <a:pt x="25331" y="14806"/>
                  </a:cubicBezTo>
                  <a:cubicBezTo>
                    <a:pt x="25169" y="14806"/>
                    <a:pt x="25006" y="14435"/>
                    <a:pt x="24844" y="14435"/>
                  </a:cubicBezTo>
                  <a:cubicBezTo>
                    <a:pt x="24736" y="14435"/>
                    <a:pt x="24824" y="14383"/>
                    <a:pt x="24949" y="14383"/>
                  </a:cubicBezTo>
                  <a:cubicBezTo>
                    <a:pt x="25012" y="14383"/>
                    <a:pt x="25084" y="14396"/>
                    <a:pt x="25145" y="14435"/>
                  </a:cubicBezTo>
                  <a:cubicBezTo>
                    <a:pt x="25278" y="14501"/>
                    <a:pt x="25423" y="14556"/>
                    <a:pt x="25528" y="14556"/>
                  </a:cubicBezTo>
                  <a:cubicBezTo>
                    <a:pt x="25570" y="14556"/>
                    <a:pt x="25606" y="14547"/>
                    <a:pt x="25632" y="14528"/>
                  </a:cubicBezTo>
                  <a:cubicBezTo>
                    <a:pt x="25702" y="14435"/>
                    <a:pt x="25308" y="14110"/>
                    <a:pt x="25169" y="13995"/>
                  </a:cubicBezTo>
                  <a:cubicBezTo>
                    <a:pt x="25030" y="13902"/>
                    <a:pt x="25169" y="13740"/>
                    <a:pt x="25076" y="13670"/>
                  </a:cubicBezTo>
                  <a:cubicBezTo>
                    <a:pt x="24983" y="13601"/>
                    <a:pt x="24798" y="13207"/>
                    <a:pt x="24728" y="13021"/>
                  </a:cubicBezTo>
                  <a:cubicBezTo>
                    <a:pt x="24659" y="12836"/>
                    <a:pt x="24311" y="12789"/>
                    <a:pt x="24242" y="12674"/>
                  </a:cubicBezTo>
                  <a:cubicBezTo>
                    <a:pt x="24149" y="12558"/>
                    <a:pt x="24242" y="12280"/>
                    <a:pt x="24497" y="12164"/>
                  </a:cubicBezTo>
                  <a:cubicBezTo>
                    <a:pt x="24738" y="12054"/>
                    <a:pt x="24647" y="11861"/>
                    <a:pt x="24735" y="11861"/>
                  </a:cubicBezTo>
                  <a:cubicBezTo>
                    <a:pt x="24740" y="11861"/>
                    <a:pt x="24745" y="11861"/>
                    <a:pt x="24751" y="11862"/>
                  </a:cubicBezTo>
                  <a:cubicBezTo>
                    <a:pt x="24769" y="11866"/>
                    <a:pt x="24787" y="11868"/>
                    <a:pt x="24804" y="11868"/>
                  </a:cubicBezTo>
                  <a:cubicBezTo>
                    <a:pt x="24896" y="11868"/>
                    <a:pt x="24974" y="11811"/>
                    <a:pt x="25053" y="11654"/>
                  </a:cubicBezTo>
                  <a:cubicBezTo>
                    <a:pt x="25145" y="11468"/>
                    <a:pt x="25308" y="11584"/>
                    <a:pt x="25377" y="11492"/>
                  </a:cubicBezTo>
                  <a:cubicBezTo>
                    <a:pt x="25470" y="11399"/>
                    <a:pt x="25864" y="11399"/>
                    <a:pt x="26003" y="11306"/>
                  </a:cubicBezTo>
                  <a:cubicBezTo>
                    <a:pt x="26132" y="11220"/>
                    <a:pt x="25921" y="10954"/>
                    <a:pt x="25742" y="10954"/>
                  </a:cubicBezTo>
                  <a:cubicBezTo>
                    <a:pt x="25728" y="10954"/>
                    <a:pt x="25715" y="10955"/>
                    <a:pt x="25702" y="10959"/>
                  </a:cubicBezTo>
                  <a:cubicBezTo>
                    <a:pt x="25665" y="10968"/>
                    <a:pt x="25626" y="10973"/>
                    <a:pt x="25586" y="10973"/>
                  </a:cubicBezTo>
                  <a:cubicBezTo>
                    <a:pt x="25428" y="10973"/>
                    <a:pt x="25261" y="10898"/>
                    <a:pt x="25169" y="10750"/>
                  </a:cubicBezTo>
                  <a:cubicBezTo>
                    <a:pt x="25147" y="10718"/>
                    <a:pt x="25120" y="10704"/>
                    <a:pt x="25090" y="10704"/>
                  </a:cubicBezTo>
                  <a:cubicBezTo>
                    <a:pt x="24924" y="10704"/>
                    <a:pt x="24642" y="11116"/>
                    <a:pt x="24427" y="11214"/>
                  </a:cubicBezTo>
                  <a:cubicBezTo>
                    <a:pt x="24390" y="11230"/>
                    <a:pt x="24355" y="11238"/>
                    <a:pt x="24323" y="11238"/>
                  </a:cubicBezTo>
                  <a:cubicBezTo>
                    <a:pt x="24131" y="11238"/>
                    <a:pt x="24023" y="10972"/>
                    <a:pt x="24103" y="10773"/>
                  </a:cubicBezTo>
                  <a:cubicBezTo>
                    <a:pt x="24155" y="10617"/>
                    <a:pt x="24011" y="10578"/>
                    <a:pt x="23780" y="10578"/>
                  </a:cubicBezTo>
                  <a:cubicBezTo>
                    <a:pt x="23703" y="10578"/>
                    <a:pt x="23616" y="10582"/>
                    <a:pt x="23523" y="10588"/>
                  </a:cubicBezTo>
                  <a:cubicBezTo>
                    <a:pt x="23517" y="10588"/>
                    <a:pt x="23511" y="10588"/>
                    <a:pt x="23506" y="10588"/>
                  </a:cubicBezTo>
                  <a:cubicBezTo>
                    <a:pt x="23179" y="10588"/>
                    <a:pt x="23295" y="9939"/>
                    <a:pt x="23523" y="9916"/>
                  </a:cubicBezTo>
                  <a:cubicBezTo>
                    <a:pt x="23544" y="9911"/>
                    <a:pt x="23566" y="9909"/>
                    <a:pt x="23588" y="9909"/>
                  </a:cubicBezTo>
                  <a:cubicBezTo>
                    <a:pt x="23684" y="9909"/>
                    <a:pt x="23794" y="9942"/>
                    <a:pt x="23897" y="9942"/>
                  </a:cubicBezTo>
                  <a:cubicBezTo>
                    <a:pt x="24017" y="9942"/>
                    <a:pt x="24128" y="9898"/>
                    <a:pt x="24195" y="9707"/>
                  </a:cubicBezTo>
                  <a:cubicBezTo>
                    <a:pt x="24334" y="9313"/>
                    <a:pt x="24520" y="9614"/>
                    <a:pt x="24844" y="9267"/>
                  </a:cubicBezTo>
                  <a:cubicBezTo>
                    <a:pt x="25063" y="8997"/>
                    <a:pt x="25307" y="8813"/>
                    <a:pt x="25530" y="8813"/>
                  </a:cubicBezTo>
                  <a:cubicBezTo>
                    <a:pt x="25614" y="8813"/>
                    <a:pt x="25695" y="8839"/>
                    <a:pt x="25771" y="8896"/>
                  </a:cubicBezTo>
                  <a:cubicBezTo>
                    <a:pt x="26026" y="9105"/>
                    <a:pt x="25470" y="9429"/>
                    <a:pt x="25400" y="9638"/>
                  </a:cubicBezTo>
                  <a:cubicBezTo>
                    <a:pt x="25308" y="9846"/>
                    <a:pt x="25470" y="9916"/>
                    <a:pt x="25308" y="10055"/>
                  </a:cubicBezTo>
                  <a:cubicBezTo>
                    <a:pt x="25222" y="10141"/>
                    <a:pt x="25246" y="10194"/>
                    <a:pt x="25337" y="10194"/>
                  </a:cubicBezTo>
                  <a:cubicBezTo>
                    <a:pt x="25418" y="10194"/>
                    <a:pt x="25549" y="10153"/>
                    <a:pt x="25702" y="10055"/>
                  </a:cubicBezTo>
                  <a:cubicBezTo>
                    <a:pt x="26003" y="9846"/>
                    <a:pt x="26397" y="9614"/>
                    <a:pt x="26698" y="9499"/>
                  </a:cubicBezTo>
                  <a:cubicBezTo>
                    <a:pt x="26791" y="9452"/>
                    <a:pt x="26884" y="9452"/>
                    <a:pt x="26976" y="9452"/>
                  </a:cubicBezTo>
                  <a:cubicBezTo>
                    <a:pt x="26999" y="9336"/>
                    <a:pt x="27069" y="9244"/>
                    <a:pt x="27115" y="9220"/>
                  </a:cubicBezTo>
                  <a:cubicBezTo>
                    <a:pt x="27324" y="9105"/>
                    <a:pt x="28042" y="8780"/>
                    <a:pt x="28135" y="8641"/>
                  </a:cubicBezTo>
                  <a:cubicBezTo>
                    <a:pt x="28251" y="8502"/>
                    <a:pt x="28344" y="8270"/>
                    <a:pt x="28483" y="8270"/>
                  </a:cubicBezTo>
                  <a:cubicBezTo>
                    <a:pt x="28622" y="8270"/>
                    <a:pt x="28622" y="8409"/>
                    <a:pt x="28830" y="8409"/>
                  </a:cubicBezTo>
                  <a:cubicBezTo>
                    <a:pt x="28930" y="8409"/>
                    <a:pt x="29029" y="8422"/>
                    <a:pt x="29103" y="8422"/>
                  </a:cubicBezTo>
                  <a:cubicBezTo>
                    <a:pt x="29201" y="8422"/>
                    <a:pt x="29254" y="8399"/>
                    <a:pt x="29201" y="8293"/>
                  </a:cubicBezTo>
                  <a:cubicBezTo>
                    <a:pt x="29085" y="8131"/>
                    <a:pt x="29155" y="8131"/>
                    <a:pt x="29410" y="8085"/>
                  </a:cubicBezTo>
                  <a:cubicBezTo>
                    <a:pt x="29641" y="8062"/>
                    <a:pt x="29618" y="7807"/>
                    <a:pt x="29780" y="7807"/>
                  </a:cubicBezTo>
                  <a:cubicBezTo>
                    <a:pt x="29966" y="7807"/>
                    <a:pt x="29919" y="7390"/>
                    <a:pt x="30105" y="7390"/>
                  </a:cubicBezTo>
                  <a:cubicBezTo>
                    <a:pt x="30266" y="7390"/>
                    <a:pt x="30340" y="7565"/>
                    <a:pt x="30493" y="7565"/>
                  </a:cubicBezTo>
                  <a:cubicBezTo>
                    <a:pt x="30516" y="7565"/>
                    <a:pt x="30541" y="7561"/>
                    <a:pt x="30568" y="7552"/>
                  </a:cubicBezTo>
                  <a:cubicBezTo>
                    <a:pt x="30615" y="7552"/>
                    <a:pt x="30661" y="7552"/>
                    <a:pt x="30707" y="7575"/>
                  </a:cubicBezTo>
                  <a:cubicBezTo>
                    <a:pt x="30754" y="7552"/>
                    <a:pt x="30800" y="7506"/>
                    <a:pt x="30847" y="7482"/>
                  </a:cubicBezTo>
                  <a:cubicBezTo>
                    <a:pt x="30823" y="7274"/>
                    <a:pt x="30847" y="7065"/>
                    <a:pt x="30800" y="6972"/>
                  </a:cubicBezTo>
                  <a:cubicBezTo>
                    <a:pt x="30731" y="6764"/>
                    <a:pt x="30800" y="6625"/>
                    <a:pt x="30777" y="6509"/>
                  </a:cubicBezTo>
                  <a:cubicBezTo>
                    <a:pt x="30754" y="6393"/>
                    <a:pt x="30731" y="6115"/>
                    <a:pt x="30870" y="6115"/>
                  </a:cubicBezTo>
                  <a:cubicBezTo>
                    <a:pt x="30968" y="6115"/>
                    <a:pt x="31100" y="5881"/>
                    <a:pt x="31236" y="5881"/>
                  </a:cubicBezTo>
                  <a:cubicBezTo>
                    <a:pt x="31261" y="5881"/>
                    <a:pt x="31285" y="5889"/>
                    <a:pt x="31310" y="5906"/>
                  </a:cubicBezTo>
                  <a:cubicBezTo>
                    <a:pt x="31395" y="5967"/>
                    <a:pt x="31524" y="6002"/>
                    <a:pt x="31628" y="6002"/>
                  </a:cubicBezTo>
                  <a:cubicBezTo>
                    <a:pt x="31723" y="6002"/>
                    <a:pt x="31797" y="5973"/>
                    <a:pt x="31797" y="5906"/>
                  </a:cubicBezTo>
                  <a:cubicBezTo>
                    <a:pt x="31797" y="5767"/>
                    <a:pt x="32028" y="5744"/>
                    <a:pt x="32052" y="5559"/>
                  </a:cubicBezTo>
                  <a:cubicBezTo>
                    <a:pt x="32075" y="5350"/>
                    <a:pt x="32330" y="5304"/>
                    <a:pt x="32376" y="5142"/>
                  </a:cubicBezTo>
                  <a:cubicBezTo>
                    <a:pt x="32422" y="4956"/>
                    <a:pt x="32515" y="4539"/>
                    <a:pt x="32677" y="4446"/>
                  </a:cubicBezTo>
                  <a:cubicBezTo>
                    <a:pt x="32816" y="4377"/>
                    <a:pt x="32631" y="4307"/>
                    <a:pt x="32654" y="4029"/>
                  </a:cubicBezTo>
                  <a:cubicBezTo>
                    <a:pt x="32654" y="3874"/>
                    <a:pt x="32568" y="3823"/>
                    <a:pt x="32469" y="3823"/>
                  </a:cubicBezTo>
                  <a:cubicBezTo>
                    <a:pt x="32375" y="3823"/>
                    <a:pt x="32270" y="3868"/>
                    <a:pt x="32214" y="3913"/>
                  </a:cubicBezTo>
                  <a:cubicBezTo>
                    <a:pt x="32098" y="3983"/>
                    <a:pt x="31774" y="3913"/>
                    <a:pt x="31681" y="4099"/>
                  </a:cubicBezTo>
                  <a:cubicBezTo>
                    <a:pt x="31618" y="4199"/>
                    <a:pt x="31549" y="4218"/>
                    <a:pt x="31462" y="4218"/>
                  </a:cubicBezTo>
                  <a:cubicBezTo>
                    <a:pt x="31408" y="4218"/>
                    <a:pt x="31348" y="4211"/>
                    <a:pt x="31279" y="4211"/>
                  </a:cubicBezTo>
                  <a:cubicBezTo>
                    <a:pt x="31252" y="4211"/>
                    <a:pt x="31224" y="4212"/>
                    <a:pt x="31194" y="4215"/>
                  </a:cubicBezTo>
                  <a:cubicBezTo>
                    <a:pt x="31170" y="4217"/>
                    <a:pt x="31145" y="4218"/>
                    <a:pt x="31120" y="4218"/>
                  </a:cubicBezTo>
                  <a:cubicBezTo>
                    <a:pt x="30899" y="4218"/>
                    <a:pt x="30640" y="4131"/>
                    <a:pt x="30661" y="4006"/>
                  </a:cubicBezTo>
                  <a:cubicBezTo>
                    <a:pt x="30661" y="3867"/>
                    <a:pt x="30522" y="3705"/>
                    <a:pt x="30545" y="3543"/>
                  </a:cubicBezTo>
                  <a:cubicBezTo>
                    <a:pt x="30568" y="3357"/>
                    <a:pt x="30313" y="3427"/>
                    <a:pt x="30151" y="3264"/>
                  </a:cubicBezTo>
                  <a:cubicBezTo>
                    <a:pt x="30006" y="3119"/>
                    <a:pt x="29729" y="3029"/>
                    <a:pt x="29624" y="3029"/>
                  </a:cubicBezTo>
                  <a:cubicBezTo>
                    <a:pt x="29612" y="3029"/>
                    <a:pt x="29602" y="3030"/>
                    <a:pt x="29595" y="3033"/>
                  </a:cubicBezTo>
                  <a:cubicBezTo>
                    <a:pt x="29593" y="3034"/>
                    <a:pt x="29590" y="3035"/>
                    <a:pt x="29586" y="3035"/>
                  </a:cubicBezTo>
                  <a:cubicBezTo>
                    <a:pt x="29527" y="3035"/>
                    <a:pt x="29325" y="2847"/>
                    <a:pt x="29062" y="2847"/>
                  </a:cubicBezTo>
                  <a:cubicBezTo>
                    <a:pt x="28784" y="2824"/>
                    <a:pt x="28830" y="2639"/>
                    <a:pt x="28853" y="2523"/>
                  </a:cubicBezTo>
                  <a:cubicBezTo>
                    <a:pt x="28900" y="2407"/>
                    <a:pt x="28645" y="2059"/>
                    <a:pt x="28575" y="1874"/>
                  </a:cubicBezTo>
                  <a:cubicBezTo>
                    <a:pt x="28529" y="1665"/>
                    <a:pt x="28344" y="1642"/>
                    <a:pt x="28274" y="1225"/>
                  </a:cubicBezTo>
                  <a:cubicBezTo>
                    <a:pt x="28181" y="808"/>
                    <a:pt x="27950" y="901"/>
                    <a:pt x="27996" y="715"/>
                  </a:cubicBezTo>
                  <a:cubicBezTo>
                    <a:pt x="28065" y="530"/>
                    <a:pt x="27741" y="437"/>
                    <a:pt x="27648" y="321"/>
                  </a:cubicBezTo>
                  <a:cubicBezTo>
                    <a:pt x="27579" y="205"/>
                    <a:pt x="27231" y="252"/>
                    <a:pt x="26976" y="113"/>
                  </a:cubicBezTo>
                  <a:cubicBezTo>
                    <a:pt x="26860" y="55"/>
                    <a:pt x="26768" y="49"/>
                    <a:pt x="26675" y="49"/>
                  </a:cubicBezTo>
                  <a:cubicBezTo>
                    <a:pt x="26652" y="49"/>
                    <a:pt x="26629" y="49"/>
                    <a:pt x="26605" y="49"/>
                  </a:cubicBezTo>
                  <a:cubicBezTo>
                    <a:pt x="26534" y="49"/>
                    <a:pt x="26461" y="46"/>
                    <a:pt x="26374" y="20"/>
                  </a:cubicBezTo>
                  <a:cubicBezTo>
                    <a:pt x="26327" y="6"/>
                    <a:pt x="26270" y="0"/>
                    <a:pt x="26207" y="0"/>
                  </a:cubicBezTo>
                  <a:close/>
                  <a:moveTo>
                    <a:pt x="19363" y="21492"/>
                  </a:moveTo>
                  <a:cubicBezTo>
                    <a:pt x="19224" y="21492"/>
                    <a:pt x="19062" y="21503"/>
                    <a:pt x="18958" y="21503"/>
                  </a:cubicBezTo>
                  <a:cubicBezTo>
                    <a:pt x="18749" y="21503"/>
                    <a:pt x="18216" y="21828"/>
                    <a:pt x="18425" y="22245"/>
                  </a:cubicBezTo>
                  <a:cubicBezTo>
                    <a:pt x="18506" y="22417"/>
                    <a:pt x="18661" y="22479"/>
                    <a:pt x="18822" y="22479"/>
                  </a:cubicBezTo>
                  <a:cubicBezTo>
                    <a:pt x="19073" y="22479"/>
                    <a:pt x="19337" y="22326"/>
                    <a:pt x="19352" y="22199"/>
                  </a:cubicBezTo>
                  <a:cubicBezTo>
                    <a:pt x="19375" y="22013"/>
                    <a:pt x="19676" y="21712"/>
                    <a:pt x="19630" y="21550"/>
                  </a:cubicBezTo>
                  <a:cubicBezTo>
                    <a:pt x="19618" y="21503"/>
                    <a:pt x="19502" y="21492"/>
                    <a:pt x="19363" y="21492"/>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59"/>
            <p:cNvSpPr/>
            <p:nvPr/>
          </p:nvSpPr>
          <p:spPr>
            <a:xfrm>
              <a:off x="5884038" y="3121230"/>
              <a:ext cx="161206" cy="222211"/>
            </a:xfrm>
            <a:custGeom>
              <a:avLst/>
              <a:gdLst/>
              <a:ahLst/>
              <a:cxnLst/>
              <a:rect l="l" t="t" r="r" b="b"/>
              <a:pathLst>
                <a:path w="5285" h="7285" extrusionOk="0">
                  <a:moveTo>
                    <a:pt x="1787" y="2878"/>
                  </a:moveTo>
                  <a:cubicBezTo>
                    <a:pt x="1769" y="2878"/>
                    <a:pt x="1759" y="2886"/>
                    <a:pt x="1762" y="2905"/>
                  </a:cubicBezTo>
                  <a:cubicBezTo>
                    <a:pt x="1803" y="3112"/>
                    <a:pt x="1900" y="3503"/>
                    <a:pt x="2167" y="3503"/>
                  </a:cubicBezTo>
                  <a:cubicBezTo>
                    <a:pt x="2199" y="3503"/>
                    <a:pt x="2234" y="3497"/>
                    <a:pt x="2272" y="3484"/>
                  </a:cubicBezTo>
                  <a:cubicBezTo>
                    <a:pt x="2601" y="3382"/>
                    <a:pt x="1928" y="2878"/>
                    <a:pt x="1787" y="2878"/>
                  </a:cubicBezTo>
                  <a:close/>
                  <a:moveTo>
                    <a:pt x="1974" y="0"/>
                  </a:moveTo>
                  <a:cubicBezTo>
                    <a:pt x="1920" y="0"/>
                    <a:pt x="1871" y="9"/>
                    <a:pt x="1831" y="31"/>
                  </a:cubicBezTo>
                  <a:cubicBezTo>
                    <a:pt x="1623" y="170"/>
                    <a:pt x="1808" y="1236"/>
                    <a:pt x="1716" y="1306"/>
                  </a:cubicBezTo>
                  <a:cubicBezTo>
                    <a:pt x="1701" y="1321"/>
                    <a:pt x="1685" y="1327"/>
                    <a:pt x="1670" y="1327"/>
                  </a:cubicBezTo>
                  <a:cubicBezTo>
                    <a:pt x="1606" y="1327"/>
                    <a:pt x="1540" y="1229"/>
                    <a:pt x="1494" y="1229"/>
                  </a:cubicBezTo>
                  <a:cubicBezTo>
                    <a:pt x="1481" y="1229"/>
                    <a:pt x="1470" y="1237"/>
                    <a:pt x="1461" y="1259"/>
                  </a:cubicBezTo>
                  <a:cubicBezTo>
                    <a:pt x="1414" y="1398"/>
                    <a:pt x="1484" y="2001"/>
                    <a:pt x="1600" y="2001"/>
                  </a:cubicBezTo>
                  <a:cubicBezTo>
                    <a:pt x="1739" y="2001"/>
                    <a:pt x="1831" y="2163"/>
                    <a:pt x="1762" y="2418"/>
                  </a:cubicBezTo>
                  <a:cubicBezTo>
                    <a:pt x="1701" y="2586"/>
                    <a:pt x="1821" y="2653"/>
                    <a:pt x="1996" y="2653"/>
                  </a:cubicBezTo>
                  <a:cubicBezTo>
                    <a:pt x="2086" y="2653"/>
                    <a:pt x="2192" y="2635"/>
                    <a:pt x="2295" y="2604"/>
                  </a:cubicBezTo>
                  <a:cubicBezTo>
                    <a:pt x="2341" y="2586"/>
                    <a:pt x="2378" y="2578"/>
                    <a:pt x="2409" y="2578"/>
                  </a:cubicBezTo>
                  <a:cubicBezTo>
                    <a:pt x="2564" y="2578"/>
                    <a:pt x="2553" y="2770"/>
                    <a:pt x="2749" y="2770"/>
                  </a:cubicBezTo>
                  <a:cubicBezTo>
                    <a:pt x="2766" y="2770"/>
                    <a:pt x="2785" y="2769"/>
                    <a:pt x="2805" y="2766"/>
                  </a:cubicBezTo>
                  <a:cubicBezTo>
                    <a:pt x="2829" y="2760"/>
                    <a:pt x="2854" y="2758"/>
                    <a:pt x="2879" y="2758"/>
                  </a:cubicBezTo>
                  <a:cubicBezTo>
                    <a:pt x="3170" y="2758"/>
                    <a:pt x="3518" y="3101"/>
                    <a:pt x="3454" y="3229"/>
                  </a:cubicBezTo>
                  <a:cubicBezTo>
                    <a:pt x="3413" y="3371"/>
                    <a:pt x="3461" y="3742"/>
                    <a:pt x="3566" y="3742"/>
                  </a:cubicBezTo>
                  <a:cubicBezTo>
                    <a:pt x="3582" y="3742"/>
                    <a:pt x="3598" y="3734"/>
                    <a:pt x="3616" y="3716"/>
                  </a:cubicBezTo>
                  <a:cubicBezTo>
                    <a:pt x="3653" y="3689"/>
                    <a:pt x="3693" y="3677"/>
                    <a:pt x="3731" y="3677"/>
                  </a:cubicBezTo>
                  <a:cubicBezTo>
                    <a:pt x="3856" y="3677"/>
                    <a:pt x="3955" y="3810"/>
                    <a:pt x="3848" y="3971"/>
                  </a:cubicBezTo>
                  <a:cubicBezTo>
                    <a:pt x="3709" y="4179"/>
                    <a:pt x="4079" y="4388"/>
                    <a:pt x="4126" y="4643"/>
                  </a:cubicBezTo>
                  <a:cubicBezTo>
                    <a:pt x="4141" y="4728"/>
                    <a:pt x="4170" y="4761"/>
                    <a:pt x="4200" y="4761"/>
                  </a:cubicBezTo>
                  <a:cubicBezTo>
                    <a:pt x="4260" y="4761"/>
                    <a:pt x="4327" y="4628"/>
                    <a:pt x="4311" y="4504"/>
                  </a:cubicBezTo>
                  <a:cubicBezTo>
                    <a:pt x="4265" y="4295"/>
                    <a:pt x="4334" y="4319"/>
                    <a:pt x="4543" y="4179"/>
                  </a:cubicBezTo>
                  <a:cubicBezTo>
                    <a:pt x="4752" y="4040"/>
                    <a:pt x="4520" y="3786"/>
                    <a:pt x="4404" y="3507"/>
                  </a:cubicBezTo>
                  <a:cubicBezTo>
                    <a:pt x="4265" y="3229"/>
                    <a:pt x="3778" y="3345"/>
                    <a:pt x="3778" y="3067"/>
                  </a:cubicBezTo>
                  <a:cubicBezTo>
                    <a:pt x="3778" y="2812"/>
                    <a:pt x="3431" y="2743"/>
                    <a:pt x="3407" y="2580"/>
                  </a:cubicBezTo>
                  <a:cubicBezTo>
                    <a:pt x="3407" y="2486"/>
                    <a:pt x="3193" y="2391"/>
                    <a:pt x="2969" y="2391"/>
                  </a:cubicBezTo>
                  <a:cubicBezTo>
                    <a:pt x="2863" y="2391"/>
                    <a:pt x="2755" y="2413"/>
                    <a:pt x="2666" y="2465"/>
                  </a:cubicBezTo>
                  <a:cubicBezTo>
                    <a:pt x="2626" y="2488"/>
                    <a:pt x="2595" y="2498"/>
                    <a:pt x="2572" y="2498"/>
                  </a:cubicBezTo>
                  <a:cubicBezTo>
                    <a:pt x="2433" y="2498"/>
                    <a:pt x="2546" y="2133"/>
                    <a:pt x="2388" y="1955"/>
                  </a:cubicBezTo>
                  <a:cubicBezTo>
                    <a:pt x="2179" y="1746"/>
                    <a:pt x="2527" y="1445"/>
                    <a:pt x="2758" y="1190"/>
                  </a:cubicBezTo>
                  <a:cubicBezTo>
                    <a:pt x="2967" y="935"/>
                    <a:pt x="2689" y="495"/>
                    <a:pt x="2712" y="286"/>
                  </a:cubicBezTo>
                  <a:cubicBezTo>
                    <a:pt x="2747" y="148"/>
                    <a:pt x="2743" y="74"/>
                    <a:pt x="2690" y="74"/>
                  </a:cubicBezTo>
                  <a:cubicBezTo>
                    <a:pt x="2673" y="74"/>
                    <a:pt x="2649" y="83"/>
                    <a:pt x="2619" y="101"/>
                  </a:cubicBezTo>
                  <a:cubicBezTo>
                    <a:pt x="2605" y="109"/>
                    <a:pt x="2586" y="113"/>
                    <a:pt x="2562" y="113"/>
                  </a:cubicBezTo>
                  <a:cubicBezTo>
                    <a:pt x="2430" y="113"/>
                    <a:pt x="2169" y="0"/>
                    <a:pt x="1974" y="0"/>
                  </a:cubicBezTo>
                  <a:close/>
                  <a:moveTo>
                    <a:pt x="3942" y="4782"/>
                  </a:moveTo>
                  <a:cubicBezTo>
                    <a:pt x="3801" y="4782"/>
                    <a:pt x="3602" y="4996"/>
                    <a:pt x="3639" y="5106"/>
                  </a:cubicBezTo>
                  <a:cubicBezTo>
                    <a:pt x="3654" y="5141"/>
                    <a:pt x="3687" y="5156"/>
                    <a:pt x="3727" y="5156"/>
                  </a:cubicBezTo>
                  <a:cubicBezTo>
                    <a:pt x="3879" y="5156"/>
                    <a:pt x="4143" y="4956"/>
                    <a:pt x="4033" y="4828"/>
                  </a:cubicBezTo>
                  <a:cubicBezTo>
                    <a:pt x="4010" y="4795"/>
                    <a:pt x="3978" y="4782"/>
                    <a:pt x="3942" y="4782"/>
                  </a:cubicBezTo>
                  <a:close/>
                  <a:moveTo>
                    <a:pt x="2675" y="3713"/>
                  </a:moveTo>
                  <a:cubicBezTo>
                    <a:pt x="2663" y="3713"/>
                    <a:pt x="2653" y="3714"/>
                    <a:pt x="2643" y="3716"/>
                  </a:cubicBezTo>
                  <a:cubicBezTo>
                    <a:pt x="2395" y="3761"/>
                    <a:pt x="2475" y="4460"/>
                    <a:pt x="2649" y="4460"/>
                  </a:cubicBezTo>
                  <a:cubicBezTo>
                    <a:pt x="2655" y="4460"/>
                    <a:pt x="2660" y="4459"/>
                    <a:pt x="2666" y="4458"/>
                  </a:cubicBezTo>
                  <a:cubicBezTo>
                    <a:pt x="2758" y="4458"/>
                    <a:pt x="2944" y="4458"/>
                    <a:pt x="2967" y="4295"/>
                  </a:cubicBezTo>
                  <a:cubicBezTo>
                    <a:pt x="2967" y="4272"/>
                    <a:pt x="2971" y="4261"/>
                    <a:pt x="2977" y="4261"/>
                  </a:cubicBezTo>
                  <a:cubicBezTo>
                    <a:pt x="3014" y="4261"/>
                    <a:pt x="3132" y="4617"/>
                    <a:pt x="3013" y="4736"/>
                  </a:cubicBezTo>
                  <a:cubicBezTo>
                    <a:pt x="2874" y="4875"/>
                    <a:pt x="2874" y="5292"/>
                    <a:pt x="3083" y="5338"/>
                  </a:cubicBezTo>
                  <a:cubicBezTo>
                    <a:pt x="3090" y="5340"/>
                    <a:pt x="3097" y="5340"/>
                    <a:pt x="3104" y="5340"/>
                  </a:cubicBezTo>
                  <a:cubicBezTo>
                    <a:pt x="3339" y="5340"/>
                    <a:pt x="3730" y="4615"/>
                    <a:pt x="3662" y="4458"/>
                  </a:cubicBezTo>
                  <a:cubicBezTo>
                    <a:pt x="3650" y="4422"/>
                    <a:pt x="3628" y="4410"/>
                    <a:pt x="3601" y="4410"/>
                  </a:cubicBezTo>
                  <a:cubicBezTo>
                    <a:pt x="3558" y="4410"/>
                    <a:pt x="3504" y="4441"/>
                    <a:pt x="3473" y="4441"/>
                  </a:cubicBezTo>
                  <a:cubicBezTo>
                    <a:pt x="3450" y="4441"/>
                    <a:pt x="3439" y="4424"/>
                    <a:pt x="3454" y="4365"/>
                  </a:cubicBezTo>
                  <a:cubicBezTo>
                    <a:pt x="3498" y="4187"/>
                    <a:pt x="2927" y="3713"/>
                    <a:pt x="2675" y="3713"/>
                  </a:cubicBezTo>
                  <a:close/>
                  <a:moveTo>
                    <a:pt x="1158" y="4131"/>
                  </a:moveTo>
                  <a:cubicBezTo>
                    <a:pt x="1072" y="4131"/>
                    <a:pt x="960" y="4530"/>
                    <a:pt x="765" y="4782"/>
                  </a:cubicBezTo>
                  <a:cubicBezTo>
                    <a:pt x="534" y="5060"/>
                    <a:pt x="1" y="5547"/>
                    <a:pt x="70" y="5686"/>
                  </a:cubicBezTo>
                  <a:cubicBezTo>
                    <a:pt x="78" y="5699"/>
                    <a:pt x="89" y="5706"/>
                    <a:pt x="104" y="5706"/>
                  </a:cubicBezTo>
                  <a:cubicBezTo>
                    <a:pt x="261" y="5706"/>
                    <a:pt x="789" y="4950"/>
                    <a:pt x="1044" y="4759"/>
                  </a:cubicBezTo>
                  <a:cubicBezTo>
                    <a:pt x="1345" y="4550"/>
                    <a:pt x="1298" y="4365"/>
                    <a:pt x="1206" y="4179"/>
                  </a:cubicBezTo>
                  <a:cubicBezTo>
                    <a:pt x="1191" y="4146"/>
                    <a:pt x="1175" y="4131"/>
                    <a:pt x="1158" y="4131"/>
                  </a:cubicBezTo>
                  <a:close/>
                  <a:moveTo>
                    <a:pt x="4730" y="4894"/>
                  </a:moveTo>
                  <a:cubicBezTo>
                    <a:pt x="4606" y="4894"/>
                    <a:pt x="4493" y="4984"/>
                    <a:pt x="4566" y="5106"/>
                  </a:cubicBezTo>
                  <a:cubicBezTo>
                    <a:pt x="4728" y="5361"/>
                    <a:pt x="4288" y="5153"/>
                    <a:pt x="4265" y="5408"/>
                  </a:cubicBezTo>
                  <a:cubicBezTo>
                    <a:pt x="4242" y="5640"/>
                    <a:pt x="3940" y="5454"/>
                    <a:pt x="3940" y="5640"/>
                  </a:cubicBezTo>
                  <a:cubicBezTo>
                    <a:pt x="3948" y="5704"/>
                    <a:pt x="3920" y="5728"/>
                    <a:pt x="3873" y="5728"/>
                  </a:cubicBezTo>
                  <a:cubicBezTo>
                    <a:pt x="3767" y="5728"/>
                    <a:pt x="3566" y="5604"/>
                    <a:pt x="3454" y="5524"/>
                  </a:cubicBezTo>
                  <a:cubicBezTo>
                    <a:pt x="3438" y="5514"/>
                    <a:pt x="3421" y="5510"/>
                    <a:pt x="3404" y="5510"/>
                  </a:cubicBezTo>
                  <a:cubicBezTo>
                    <a:pt x="3250" y="5510"/>
                    <a:pt x="3058" y="5853"/>
                    <a:pt x="2828" y="5894"/>
                  </a:cubicBezTo>
                  <a:cubicBezTo>
                    <a:pt x="2596" y="5964"/>
                    <a:pt x="2457" y="6474"/>
                    <a:pt x="2619" y="6474"/>
                  </a:cubicBezTo>
                  <a:cubicBezTo>
                    <a:pt x="2819" y="6452"/>
                    <a:pt x="2912" y="6217"/>
                    <a:pt x="3082" y="6217"/>
                  </a:cubicBezTo>
                  <a:cubicBezTo>
                    <a:pt x="3090" y="6217"/>
                    <a:pt x="3098" y="6218"/>
                    <a:pt x="3106" y="6219"/>
                  </a:cubicBezTo>
                  <a:cubicBezTo>
                    <a:pt x="3273" y="6219"/>
                    <a:pt x="3252" y="6050"/>
                    <a:pt x="3449" y="6050"/>
                  </a:cubicBezTo>
                  <a:cubicBezTo>
                    <a:pt x="3471" y="6050"/>
                    <a:pt x="3495" y="6052"/>
                    <a:pt x="3523" y="6057"/>
                  </a:cubicBezTo>
                  <a:cubicBezTo>
                    <a:pt x="3778" y="6103"/>
                    <a:pt x="3593" y="6937"/>
                    <a:pt x="3964" y="7007"/>
                  </a:cubicBezTo>
                  <a:cubicBezTo>
                    <a:pt x="4334" y="7076"/>
                    <a:pt x="4358" y="7285"/>
                    <a:pt x="4520" y="7285"/>
                  </a:cubicBezTo>
                  <a:cubicBezTo>
                    <a:pt x="4705" y="7285"/>
                    <a:pt x="4497" y="6775"/>
                    <a:pt x="4520" y="6590"/>
                  </a:cubicBezTo>
                  <a:cubicBezTo>
                    <a:pt x="4520" y="6427"/>
                    <a:pt x="4891" y="6590"/>
                    <a:pt x="5099" y="6358"/>
                  </a:cubicBezTo>
                  <a:cubicBezTo>
                    <a:pt x="5285" y="6126"/>
                    <a:pt x="4960" y="5524"/>
                    <a:pt x="4960" y="5153"/>
                  </a:cubicBezTo>
                  <a:cubicBezTo>
                    <a:pt x="4960" y="4967"/>
                    <a:pt x="4841" y="4894"/>
                    <a:pt x="4730" y="489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59"/>
            <p:cNvSpPr/>
            <p:nvPr/>
          </p:nvSpPr>
          <p:spPr>
            <a:xfrm>
              <a:off x="6282025" y="3481976"/>
              <a:ext cx="211382" cy="134364"/>
            </a:xfrm>
            <a:custGeom>
              <a:avLst/>
              <a:gdLst/>
              <a:ahLst/>
              <a:cxnLst/>
              <a:rect l="l" t="t" r="r" b="b"/>
              <a:pathLst>
                <a:path w="6930" h="4405" extrusionOk="0">
                  <a:moveTo>
                    <a:pt x="6148" y="416"/>
                  </a:moveTo>
                  <a:cubicBezTo>
                    <a:pt x="6120" y="416"/>
                    <a:pt x="6157" y="467"/>
                    <a:pt x="6304" y="603"/>
                  </a:cubicBezTo>
                  <a:cubicBezTo>
                    <a:pt x="6603" y="880"/>
                    <a:pt x="6469" y="1118"/>
                    <a:pt x="6591" y="1118"/>
                  </a:cubicBezTo>
                  <a:cubicBezTo>
                    <a:pt x="6601" y="1118"/>
                    <a:pt x="6614" y="1116"/>
                    <a:pt x="6628" y="1113"/>
                  </a:cubicBezTo>
                  <a:cubicBezTo>
                    <a:pt x="6930" y="1043"/>
                    <a:pt x="6721" y="742"/>
                    <a:pt x="6466" y="580"/>
                  </a:cubicBezTo>
                  <a:cubicBezTo>
                    <a:pt x="6314" y="491"/>
                    <a:pt x="6182" y="416"/>
                    <a:pt x="6148" y="416"/>
                  </a:cubicBezTo>
                  <a:close/>
                  <a:moveTo>
                    <a:pt x="6162" y="928"/>
                  </a:moveTo>
                  <a:cubicBezTo>
                    <a:pt x="6046" y="928"/>
                    <a:pt x="5910" y="1075"/>
                    <a:pt x="5910" y="1182"/>
                  </a:cubicBezTo>
                  <a:cubicBezTo>
                    <a:pt x="5910" y="1321"/>
                    <a:pt x="5655" y="1414"/>
                    <a:pt x="5238" y="1576"/>
                  </a:cubicBezTo>
                  <a:cubicBezTo>
                    <a:pt x="5158" y="1609"/>
                    <a:pt x="5063" y="1621"/>
                    <a:pt x="4964" y="1621"/>
                  </a:cubicBezTo>
                  <a:cubicBezTo>
                    <a:pt x="4703" y="1621"/>
                    <a:pt x="4406" y="1540"/>
                    <a:pt x="4231" y="1540"/>
                  </a:cubicBezTo>
                  <a:cubicBezTo>
                    <a:pt x="4143" y="1540"/>
                    <a:pt x="4085" y="1561"/>
                    <a:pt x="4079" y="1623"/>
                  </a:cubicBezTo>
                  <a:cubicBezTo>
                    <a:pt x="4056" y="1762"/>
                    <a:pt x="4543" y="2017"/>
                    <a:pt x="4960" y="2017"/>
                  </a:cubicBezTo>
                  <a:cubicBezTo>
                    <a:pt x="5400" y="2017"/>
                    <a:pt x="6095" y="1599"/>
                    <a:pt x="6095" y="1460"/>
                  </a:cubicBezTo>
                  <a:cubicBezTo>
                    <a:pt x="6095" y="1344"/>
                    <a:pt x="6373" y="1113"/>
                    <a:pt x="6258" y="974"/>
                  </a:cubicBezTo>
                  <a:cubicBezTo>
                    <a:pt x="6231" y="941"/>
                    <a:pt x="6197" y="928"/>
                    <a:pt x="6162" y="928"/>
                  </a:cubicBezTo>
                  <a:close/>
                  <a:moveTo>
                    <a:pt x="0" y="0"/>
                  </a:moveTo>
                  <a:lnTo>
                    <a:pt x="0" y="3453"/>
                  </a:lnTo>
                  <a:cubicBezTo>
                    <a:pt x="162" y="3546"/>
                    <a:pt x="348" y="3639"/>
                    <a:pt x="580" y="3639"/>
                  </a:cubicBezTo>
                  <a:cubicBezTo>
                    <a:pt x="617" y="3641"/>
                    <a:pt x="653" y="3642"/>
                    <a:pt x="686" y="3642"/>
                  </a:cubicBezTo>
                  <a:cubicBezTo>
                    <a:pt x="1279" y="3642"/>
                    <a:pt x="1120" y="3268"/>
                    <a:pt x="1252" y="3268"/>
                  </a:cubicBezTo>
                  <a:cubicBezTo>
                    <a:pt x="1391" y="3268"/>
                    <a:pt x="1437" y="3059"/>
                    <a:pt x="1576" y="2874"/>
                  </a:cubicBezTo>
                  <a:cubicBezTo>
                    <a:pt x="1617" y="2819"/>
                    <a:pt x="1701" y="2795"/>
                    <a:pt x="1808" y="2795"/>
                  </a:cubicBezTo>
                  <a:cubicBezTo>
                    <a:pt x="2063" y="2795"/>
                    <a:pt x="2451" y="2933"/>
                    <a:pt x="2712" y="3129"/>
                  </a:cubicBezTo>
                  <a:cubicBezTo>
                    <a:pt x="3064" y="3415"/>
                    <a:pt x="3478" y="4202"/>
                    <a:pt x="3856" y="4202"/>
                  </a:cubicBezTo>
                  <a:cubicBezTo>
                    <a:pt x="3877" y="4202"/>
                    <a:pt x="3897" y="4200"/>
                    <a:pt x="3917" y="4195"/>
                  </a:cubicBezTo>
                  <a:cubicBezTo>
                    <a:pt x="3958" y="4188"/>
                    <a:pt x="3999" y="4185"/>
                    <a:pt x="4040" y="4185"/>
                  </a:cubicBezTo>
                  <a:cubicBezTo>
                    <a:pt x="4378" y="4185"/>
                    <a:pt x="4714" y="4405"/>
                    <a:pt x="5034" y="4405"/>
                  </a:cubicBezTo>
                  <a:cubicBezTo>
                    <a:pt x="5048" y="4405"/>
                    <a:pt x="5062" y="4404"/>
                    <a:pt x="5076" y="4404"/>
                  </a:cubicBezTo>
                  <a:cubicBezTo>
                    <a:pt x="5423" y="4380"/>
                    <a:pt x="5099" y="4102"/>
                    <a:pt x="4983" y="4056"/>
                  </a:cubicBezTo>
                  <a:cubicBezTo>
                    <a:pt x="4867" y="4010"/>
                    <a:pt x="4589" y="3824"/>
                    <a:pt x="4589" y="3685"/>
                  </a:cubicBezTo>
                  <a:cubicBezTo>
                    <a:pt x="4612" y="3569"/>
                    <a:pt x="4265" y="3569"/>
                    <a:pt x="4056" y="3430"/>
                  </a:cubicBezTo>
                  <a:cubicBezTo>
                    <a:pt x="3824" y="3291"/>
                    <a:pt x="3894" y="2828"/>
                    <a:pt x="3662" y="2712"/>
                  </a:cubicBezTo>
                  <a:cubicBezTo>
                    <a:pt x="3415" y="2599"/>
                    <a:pt x="3255" y="2247"/>
                    <a:pt x="3499" y="2247"/>
                  </a:cubicBezTo>
                  <a:cubicBezTo>
                    <a:pt x="3507" y="2247"/>
                    <a:pt x="3515" y="2248"/>
                    <a:pt x="3523" y="2248"/>
                  </a:cubicBezTo>
                  <a:cubicBezTo>
                    <a:pt x="3542" y="2250"/>
                    <a:pt x="3560" y="2250"/>
                    <a:pt x="3578" y="2250"/>
                  </a:cubicBezTo>
                  <a:cubicBezTo>
                    <a:pt x="3829" y="2250"/>
                    <a:pt x="3856" y="2096"/>
                    <a:pt x="3639" y="1901"/>
                  </a:cubicBezTo>
                  <a:cubicBezTo>
                    <a:pt x="3407" y="1692"/>
                    <a:pt x="2596" y="1599"/>
                    <a:pt x="2550" y="1298"/>
                  </a:cubicBezTo>
                  <a:cubicBezTo>
                    <a:pt x="2526" y="997"/>
                    <a:pt x="1043" y="278"/>
                    <a:pt x="417" y="116"/>
                  </a:cubicBezTo>
                  <a:cubicBezTo>
                    <a:pt x="302" y="93"/>
                    <a:pt x="162" y="4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59"/>
            <p:cNvSpPr/>
            <p:nvPr/>
          </p:nvSpPr>
          <p:spPr>
            <a:xfrm>
              <a:off x="5275406" y="3272032"/>
              <a:ext cx="36084" cy="64116"/>
            </a:xfrm>
            <a:custGeom>
              <a:avLst/>
              <a:gdLst/>
              <a:ahLst/>
              <a:cxnLst/>
              <a:rect l="l" t="t" r="r" b="b"/>
              <a:pathLst>
                <a:path w="1183" h="2102" extrusionOk="0">
                  <a:moveTo>
                    <a:pt x="279" y="0"/>
                  </a:moveTo>
                  <a:cubicBezTo>
                    <a:pt x="140" y="23"/>
                    <a:pt x="163" y="325"/>
                    <a:pt x="94" y="510"/>
                  </a:cubicBezTo>
                  <a:cubicBezTo>
                    <a:pt x="1" y="742"/>
                    <a:pt x="24" y="950"/>
                    <a:pt x="70" y="1252"/>
                  </a:cubicBezTo>
                  <a:cubicBezTo>
                    <a:pt x="94" y="1553"/>
                    <a:pt x="70" y="1877"/>
                    <a:pt x="325" y="2063"/>
                  </a:cubicBezTo>
                  <a:cubicBezTo>
                    <a:pt x="372" y="2090"/>
                    <a:pt x="423" y="2102"/>
                    <a:pt x="475" y="2102"/>
                  </a:cubicBezTo>
                  <a:cubicBezTo>
                    <a:pt x="787" y="2102"/>
                    <a:pt x="1163" y="1671"/>
                    <a:pt x="1183" y="1275"/>
                  </a:cubicBezTo>
                  <a:cubicBezTo>
                    <a:pt x="1183" y="835"/>
                    <a:pt x="395" y="0"/>
                    <a:pt x="2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59"/>
            <p:cNvSpPr/>
            <p:nvPr/>
          </p:nvSpPr>
          <p:spPr>
            <a:xfrm>
              <a:off x="4656190" y="3632961"/>
              <a:ext cx="123718" cy="236608"/>
            </a:xfrm>
            <a:custGeom>
              <a:avLst/>
              <a:gdLst/>
              <a:ahLst/>
              <a:cxnLst/>
              <a:rect l="l" t="t" r="r" b="b"/>
              <a:pathLst>
                <a:path w="4056" h="7757" extrusionOk="0">
                  <a:moveTo>
                    <a:pt x="3356" y="0"/>
                  </a:moveTo>
                  <a:cubicBezTo>
                    <a:pt x="3311" y="0"/>
                    <a:pt x="3273" y="214"/>
                    <a:pt x="3222" y="265"/>
                  </a:cubicBezTo>
                  <a:cubicBezTo>
                    <a:pt x="3152" y="311"/>
                    <a:pt x="3129" y="520"/>
                    <a:pt x="3152" y="635"/>
                  </a:cubicBezTo>
                  <a:cubicBezTo>
                    <a:pt x="3152" y="775"/>
                    <a:pt x="2944" y="890"/>
                    <a:pt x="2828" y="890"/>
                  </a:cubicBezTo>
                  <a:cubicBezTo>
                    <a:pt x="2814" y="888"/>
                    <a:pt x="2799" y="887"/>
                    <a:pt x="2783" y="887"/>
                  </a:cubicBezTo>
                  <a:cubicBezTo>
                    <a:pt x="2649" y="887"/>
                    <a:pt x="2487" y="977"/>
                    <a:pt x="2550" y="1122"/>
                  </a:cubicBezTo>
                  <a:cubicBezTo>
                    <a:pt x="2619" y="1308"/>
                    <a:pt x="2457" y="1261"/>
                    <a:pt x="2526" y="1423"/>
                  </a:cubicBezTo>
                  <a:cubicBezTo>
                    <a:pt x="2619" y="1563"/>
                    <a:pt x="2341" y="1748"/>
                    <a:pt x="2132" y="1748"/>
                  </a:cubicBezTo>
                  <a:cubicBezTo>
                    <a:pt x="1907" y="1770"/>
                    <a:pt x="1617" y="2143"/>
                    <a:pt x="1388" y="2143"/>
                  </a:cubicBezTo>
                  <a:cubicBezTo>
                    <a:pt x="1381" y="2143"/>
                    <a:pt x="1374" y="2143"/>
                    <a:pt x="1368" y="2142"/>
                  </a:cubicBezTo>
                  <a:cubicBezTo>
                    <a:pt x="1353" y="2141"/>
                    <a:pt x="1338" y="2140"/>
                    <a:pt x="1323" y="2140"/>
                  </a:cubicBezTo>
                  <a:cubicBezTo>
                    <a:pt x="1100" y="2140"/>
                    <a:pt x="896" y="2283"/>
                    <a:pt x="710" y="2283"/>
                  </a:cubicBezTo>
                  <a:cubicBezTo>
                    <a:pt x="697" y="2283"/>
                    <a:pt x="685" y="2282"/>
                    <a:pt x="672" y="2281"/>
                  </a:cubicBezTo>
                  <a:cubicBezTo>
                    <a:pt x="663" y="2279"/>
                    <a:pt x="654" y="2278"/>
                    <a:pt x="646" y="2278"/>
                  </a:cubicBezTo>
                  <a:cubicBezTo>
                    <a:pt x="476" y="2278"/>
                    <a:pt x="596" y="2734"/>
                    <a:pt x="441" y="2999"/>
                  </a:cubicBezTo>
                  <a:cubicBezTo>
                    <a:pt x="278" y="3301"/>
                    <a:pt x="371" y="3625"/>
                    <a:pt x="510" y="3996"/>
                  </a:cubicBezTo>
                  <a:cubicBezTo>
                    <a:pt x="649" y="4344"/>
                    <a:pt x="765" y="4622"/>
                    <a:pt x="371" y="5108"/>
                  </a:cubicBezTo>
                  <a:cubicBezTo>
                    <a:pt x="0" y="5572"/>
                    <a:pt x="24" y="6082"/>
                    <a:pt x="163" y="6406"/>
                  </a:cubicBezTo>
                  <a:cubicBezTo>
                    <a:pt x="325" y="6731"/>
                    <a:pt x="325" y="7217"/>
                    <a:pt x="533" y="7449"/>
                  </a:cubicBezTo>
                  <a:cubicBezTo>
                    <a:pt x="682" y="7615"/>
                    <a:pt x="1021" y="7756"/>
                    <a:pt x="1269" y="7756"/>
                  </a:cubicBezTo>
                  <a:cubicBezTo>
                    <a:pt x="1369" y="7756"/>
                    <a:pt x="1454" y="7734"/>
                    <a:pt x="1507" y="7681"/>
                  </a:cubicBezTo>
                  <a:cubicBezTo>
                    <a:pt x="1669" y="7519"/>
                    <a:pt x="1854" y="7704"/>
                    <a:pt x="2063" y="7472"/>
                  </a:cubicBezTo>
                  <a:cubicBezTo>
                    <a:pt x="2248" y="7240"/>
                    <a:pt x="2573" y="6012"/>
                    <a:pt x="2851" y="5178"/>
                  </a:cubicBezTo>
                  <a:cubicBezTo>
                    <a:pt x="3129" y="4367"/>
                    <a:pt x="3477" y="3277"/>
                    <a:pt x="3453" y="3046"/>
                  </a:cubicBezTo>
                  <a:cubicBezTo>
                    <a:pt x="3407" y="2814"/>
                    <a:pt x="3639" y="2675"/>
                    <a:pt x="3546" y="2443"/>
                  </a:cubicBezTo>
                  <a:cubicBezTo>
                    <a:pt x="3475" y="2246"/>
                    <a:pt x="3527" y="2035"/>
                    <a:pt x="3609" y="2035"/>
                  </a:cubicBezTo>
                  <a:cubicBezTo>
                    <a:pt x="3633" y="2035"/>
                    <a:pt x="3659" y="2053"/>
                    <a:pt x="3685" y="2096"/>
                  </a:cubicBezTo>
                  <a:cubicBezTo>
                    <a:pt x="3739" y="2181"/>
                    <a:pt x="3802" y="2227"/>
                    <a:pt x="3859" y="2227"/>
                  </a:cubicBezTo>
                  <a:cubicBezTo>
                    <a:pt x="3926" y="2227"/>
                    <a:pt x="3985" y="2164"/>
                    <a:pt x="4010" y="2026"/>
                  </a:cubicBezTo>
                  <a:cubicBezTo>
                    <a:pt x="4056" y="1771"/>
                    <a:pt x="3824" y="1377"/>
                    <a:pt x="3801" y="1006"/>
                  </a:cubicBezTo>
                  <a:cubicBezTo>
                    <a:pt x="3778" y="635"/>
                    <a:pt x="3453" y="265"/>
                    <a:pt x="3407" y="102"/>
                  </a:cubicBezTo>
                  <a:cubicBezTo>
                    <a:pt x="3389" y="28"/>
                    <a:pt x="3372" y="0"/>
                    <a:pt x="3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59"/>
            <p:cNvSpPr/>
            <p:nvPr/>
          </p:nvSpPr>
          <p:spPr>
            <a:xfrm>
              <a:off x="4651249" y="3109426"/>
              <a:ext cx="198663" cy="117160"/>
            </a:xfrm>
            <a:custGeom>
              <a:avLst/>
              <a:gdLst/>
              <a:ahLst/>
              <a:cxnLst/>
              <a:rect l="l" t="t" r="r" b="b"/>
              <a:pathLst>
                <a:path w="6513" h="3841" extrusionOk="0">
                  <a:moveTo>
                    <a:pt x="5145" y="1"/>
                  </a:moveTo>
                  <a:cubicBezTo>
                    <a:pt x="4890" y="71"/>
                    <a:pt x="4705" y="140"/>
                    <a:pt x="4612" y="140"/>
                  </a:cubicBezTo>
                  <a:cubicBezTo>
                    <a:pt x="4334" y="210"/>
                    <a:pt x="3639" y="163"/>
                    <a:pt x="3546" y="210"/>
                  </a:cubicBezTo>
                  <a:cubicBezTo>
                    <a:pt x="3453" y="256"/>
                    <a:pt x="2781" y="719"/>
                    <a:pt x="2688" y="951"/>
                  </a:cubicBezTo>
                  <a:cubicBezTo>
                    <a:pt x="2629" y="1084"/>
                    <a:pt x="2551" y="1142"/>
                    <a:pt x="2466" y="1142"/>
                  </a:cubicBezTo>
                  <a:cubicBezTo>
                    <a:pt x="2418" y="1142"/>
                    <a:pt x="2368" y="1124"/>
                    <a:pt x="2318" y="1090"/>
                  </a:cubicBezTo>
                  <a:cubicBezTo>
                    <a:pt x="2179" y="974"/>
                    <a:pt x="1599" y="998"/>
                    <a:pt x="1553" y="951"/>
                  </a:cubicBezTo>
                  <a:cubicBezTo>
                    <a:pt x="1520" y="918"/>
                    <a:pt x="1302" y="886"/>
                    <a:pt x="1103" y="886"/>
                  </a:cubicBezTo>
                  <a:cubicBezTo>
                    <a:pt x="1021" y="886"/>
                    <a:pt x="942" y="891"/>
                    <a:pt x="881" y="905"/>
                  </a:cubicBezTo>
                  <a:cubicBezTo>
                    <a:pt x="862" y="907"/>
                    <a:pt x="843" y="908"/>
                    <a:pt x="826" y="908"/>
                  </a:cubicBezTo>
                  <a:cubicBezTo>
                    <a:pt x="672" y="908"/>
                    <a:pt x="589" y="832"/>
                    <a:pt x="512" y="832"/>
                  </a:cubicBezTo>
                  <a:cubicBezTo>
                    <a:pt x="504" y="832"/>
                    <a:pt x="495" y="833"/>
                    <a:pt x="487" y="835"/>
                  </a:cubicBezTo>
                  <a:cubicBezTo>
                    <a:pt x="394" y="858"/>
                    <a:pt x="301" y="974"/>
                    <a:pt x="232" y="1044"/>
                  </a:cubicBezTo>
                  <a:cubicBezTo>
                    <a:pt x="186" y="1090"/>
                    <a:pt x="301" y="1276"/>
                    <a:pt x="255" y="1345"/>
                  </a:cubicBezTo>
                  <a:cubicBezTo>
                    <a:pt x="255" y="1345"/>
                    <a:pt x="139" y="1415"/>
                    <a:pt x="0" y="1484"/>
                  </a:cubicBezTo>
                  <a:cubicBezTo>
                    <a:pt x="46" y="1600"/>
                    <a:pt x="93" y="1716"/>
                    <a:pt x="46" y="1809"/>
                  </a:cubicBezTo>
                  <a:cubicBezTo>
                    <a:pt x="0" y="1994"/>
                    <a:pt x="46" y="2434"/>
                    <a:pt x="209" y="2689"/>
                  </a:cubicBezTo>
                  <a:cubicBezTo>
                    <a:pt x="394" y="2921"/>
                    <a:pt x="325" y="3385"/>
                    <a:pt x="394" y="3477"/>
                  </a:cubicBezTo>
                  <a:cubicBezTo>
                    <a:pt x="429" y="3512"/>
                    <a:pt x="537" y="3530"/>
                    <a:pt x="674" y="3530"/>
                  </a:cubicBezTo>
                  <a:cubicBezTo>
                    <a:pt x="905" y="3530"/>
                    <a:pt x="1216" y="3478"/>
                    <a:pt x="1391" y="3361"/>
                  </a:cubicBezTo>
                  <a:cubicBezTo>
                    <a:pt x="1669" y="3176"/>
                    <a:pt x="1877" y="3153"/>
                    <a:pt x="2109" y="3153"/>
                  </a:cubicBezTo>
                  <a:cubicBezTo>
                    <a:pt x="2318" y="3153"/>
                    <a:pt x="2619" y="2967"/>
                    <a:pt x="2688" y="2852"/>
                  </a:cubicBezTo>
                  <a:cubicBezTo>
                    <a:pt x="2735" y="2790"/>
                    <a:pt x="2905" y="2769"/>
                    <a:pt x="3054" y="2769"/>
                  </a:cubicBezTo>
                  <a:cubicBezTo>
                    <a:pt x="3129" y="2769"/>
                    <a:pt x="3198" y="2774"/>
                    <a:pt x="3245" y="2782"/>
                  </a:cubicBezTo>
                  <a:cubicBezTo>
                    <a:pt x="3384" y="2782"/>
                    <a:pt x="3523" y="2643"/>
                    <a:pt x="3662" y="2481"/>
                  </a:cubicBezTo>
                  <a:cubicBezTo>
                    <a:pt x="3824" y="2318"/>
                    <a:pt x="4311" y="2272"/>
                    <a:pt x="4821" y="2110"/>
                  </a:cubicBezTo>
                  <a:cubicBezTo>
                    <a:pt x="5330" y="1948"/>
                    <a:pt x="5215" y="1693"/>
                    <a:pt x="5354" y="1554"/>
                  </a:cubicBezTo>
                  <a:cubicBezTo>
                    <a:pt x="5446" y="1438"/>
                    <a:pt x="5585" y="1461"/>
                    <a:pt x="5817" y="1368"/>
                  </a:cubicBezTo>
                  <a:cubicBezTo>
                    <a:pt x="5562" y="858"/>
                    <a:pt x="5284" y="279"/>
                    <a:pt x="5145" y="1"/>
                  </a:cubicBezTo>
                  <a:close/>
                  <a:moveTo>
                    <a:pt x="6199" y="3604"/>
                  </a:moveTo>
                  <a:cubicBezTo>
                    <a:pt x="6017" y="3604"/>
                    <a:pt x="5843" y="3642"/>
                    <a:pt x="5956" y="3755"/>
                  </a:cubicBezTo>
                  <a:cubicBezTo>
                    <a:pt x="6011" y="3817"/>
                    <a:pt x="6081" y="3840"/>
                    <a:pt x="6152" y="3840"/>
                  </a:cubicBezTo>
                  <a:cubicBezTo>
                    <a:pt x="6320" y="3840"/>
                    <a:pt x="6496" y="3712"/>
                    <a:pt x="6512" y="3663"/>
                  </a:cubicBezTo>
                  <a:cubicBezTo>
                    <a:pt x="6512" y="3631"/>
                    <a:pt x="6353" y="3604"/>
                    <a:pt x="6199" y="36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59"/>
            <p:cNvSpPr/>
            <p:nvPr/>
          </p:nvSpPr>
          <p:spPr>
            <a:xfrm>
              <a:off x="5075254" y="4327733"/>
              <a:ext cx="42551" cy="21291"/>
            </a:xfrm>
            <a:custGeom>
              <a:avLst/>
              <a:gdLst/>
              <a:ahLst/>
              <a:cxnLst/>
              <a:rect l="l" t="t" r="r" b="b"/>
              <a:pathLst>
                <a:path w="1395" h="698" extrusionOk="0">
                  <a:moveTo>
                    <a:pt x="554" y="0"/>
                  </a:moveTo>
                  <a:cubicBezTo>
                    <a:pt x="395" y="0"/>
                    <a:pt x="0" y="458"/>
                    <a:pt x="421" y="639"/>
                  </a:cubicBezTo>
                  <a:cubicBezTo>
                    <a:pt x="461" y="656"/>
                    <a:pt x="497" y="663"/>
                    <a:pt x="530" y="663"/>
                  </a:cubicBezTo>
                  <a:cubicBezTo>
                    <a:pt x="628" y="663"/>
                    <a:pt x="698" y="603"/>
                    <a:pt x="771" y="603"/>
                  </a:cubicBezTo>
                  <a:cubicBezTo>
                    <a:pt x="800" y="603"/>
                    <a:pt x="830" y="612"/>
                    <a:pt x="862" y="639"/>
                  </a:cubicBezTo>
                  <a:cubicBezTo>
                    <a:pt x="908" y="677"/>
                    <a:pt x="972" y="698"/>
                    <a:pt x="1039" y="698"/>
                  </a:cubicBezTo>
                  <a:cubicBezTo>
                    <a:pt x="1173" y="698"/>
                    <a:pt x="1317" y="615"/>
                    <a:pt x="1348" y="430"/>
                  </a:cubicBezTo>
                  <a:cubicBezTo>
                    <a:pt x="1395" y="152"/>
                    <a:pt x="676" y="198"/>
                    <a:pt x="607" y="36"/>
                  </a:cubicBezTo>
                  <a:cubicBezTo>
                    <a:pt x="597" y="11"/>
                    <a:pt x="578" y="0"/>
                    <a:pt x="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59"/>
            <p:cNvSpPr/>
            <p:nvPr/>
          </p:nvSpPr>
          <p:spPr>
            <a:xfrm>
              <a:off x="6512526" y="3529468"/>
              <a:ext cx="134180" cy="91172"/>
            </a:xfrm>
            <a:custGeom>
              <a:avLst/>
              <a:gdLst/>
              <a:ahLst/>
              <a:cxnLst/>
              <a:rect l="l" t="t" r="r" b="b"/>
              <a:pathLst>
                <a:path w="4399" h="2989" extrusionOk="0">
                  <a:moveTo>
                    <a:pt x="55" y="1"/>
                  </a:moveTo>
                  <a:cubicBezTo>
                    <a:pt x="37" y="1"/>
                    <a:pt x="26" y="7"/>
                    <a:pt x="22" y="19"/>
                  </a:cubicBezTo>
                  <a:cubicBezTo>
                    <a:pt x="0" y="149"/>
                    <a:pt x="439" y="819"/>
                    <a:pt x="669" y="819"/>
                  </a:cubicBezTo>
                  <a:cubicBezTo>
                    <a:pt x="686" y="819"/>
                    <a:pt x="702" y="815"/>
                    <a:pt x="717" y="807"/>
                  </a:cubicBezTo>
                  <a:cubicBezTo>
                    <a:pt x="1033" y="596"/>
                    <a:pt x="236" y="1"/>
                    <a:pt x="55" y="1"/>
                  </a:cubicBezTo>
                  <a:close/>
                  <a:moveTo>
                    <a:pt x="1090" y="672"/>
                  </a:moveTo>
                  <a:cubicBezTo>
                    <a:pt x="1076" y="672"/>
                    <a:pt x="1067" y="678"/>
                    <a:pt x="1064" y="691"/>
                  </a:cubicBezTo>
                  <a:cubicBezTo>
                    <a:pt x="1043" y="755"/>
                    <a:pt x="1371" y="1071"/>
                    <a:pt x="1498" y="1071"/>
                  </a:cubicBezTo>
                  <a:cubicBezTo>
                    <a:pt x="1510" y="1071"/>
                    <a:pt x="1520" y="1068"/>
                    <a:pt x="1528" y="1062"/>
                  </a:cubicBezTo>
                  <a:cubicBezTo>
                    <a:pt x="1589" y="1021"/>
                    <a:pt x="1198" y="672"/>
                    <a:pt x="1090" y="672"/>
                  </a:cubicBezTo>
                  <a:close/>
                  <a:moveTo>
                    <a:pt x="2163" y="1215"/>
                  </a:moveTo>
                  <a:cubicBezTo>
                    <a:pt x="2131" y="1215"/>
                    <a:pt x="2111" y="1225"/>
                    <a:pt x="2107" y="1247"/>
                  </a:cubicBezTo>
                  <a:cubicBezTo>
                    <a:pt x="2107" y="1371"/>
                    <a:pt x="2623" y="1679"/>
                    <a:pt x="2817" y="1679"/>
                  </a:cubicBezTo>
                  <a:cubicBezTo>
                    <a:pt x="2841" y="1679"/>
                    <a:pt x="2859" y="1675"/>
                    <a:pt x="2872" y="1665"/>
                  </a:cubicBezTo>
                  <a:cubicBezTo>
                    <a:pt x="2992" y="1585"/>
                    <a:pt x="2359" y="1215"/>
                    <a:pt x="2163" y="1215"/>
                  </a:cubicBezTo>
                  <a:close/>
                  <a:moveTo>
                    <a:pt x="3395" y="1612"/>
                  </a:moveTo>
                  <a:cubicBezTo>
                    <a:pt x="3380" y="1612"/>
                    <a:pt x="3368" y="1621"/>
                    <a:pt x="3359" y="1641"/>
                  </a:cubicBezTo>
                  <a:cubicBezTo>
                    <a:pt x="3220" y="1896"/>
                    <a:pt x="3706" y="2360"/>
                    <a:pt x="3799" y="2383"/>
                  </a:cubicBezTo>
                  <a:cubicBezTo>
                    <a:pt x="3862" y="2383"/>
                    <a:pt x="3529" y="1612"/>
                    <a:pt x="3395" y="1612"/>
                  </a:cubicBezTo>
                  <a:close/>
                  <a:moveTo>
                    <a:pt x="2830" y="2110"/>
                  </a:moveTo>
                  <a:cubicBezTo>
                    <a:pt x="2792" y="2110"/>
                    <a:pt x="2770" y="2129"/>
                    <a:pt x="2779" y="2174"/>
                  </a:cubicBezTo>
                  <a:cubicBezTo>
                    <a:pt x="2818" y="2385"/>
                    <a:pt x="3078" y="2517"/>
                    <a:pt x="3245" y="2517"/>
                  </a:cubicBezTo>
                  <a:cubicBezTo>
                    <a:pt x="3280" y="2517"/>
                    <a:pt x="3312" y="2511"/>
                    <a:pt x="3336" y="2499"/>
                  </a:cubicBezTo>
                  <a:cubicBezTo>
                    <a:pt x="3447" y="2424"/>
                    <a:pt x="2990" y="2110"/>
                    <a:pt x="2830" y="2110"/>
                  </a:cubicBezTo>
                  <a:close/>
                  <a:moveTo>
                    <a:pt x="3804" y="2686"/>
                  </a:moveTo>
                  <a:cubicBezTo>
                    <a:pt x="3780" y="2686"/>
                    <a:pt x="3769" y="2693"/>
                    <a:pt x="3776" y="2708"/>
                  </a:cubicBezTo>
                  <a:cubicBezTo>
                    <a:pt x="3795" y="2766"/>
                    <a:pt x="4028" y="2989"/>
                    <a:pt x="4185" y="2989"/>
                  </a:cubicBezTo>
                  <a:cubicBezTo>
                    <a:pt x="4214" y="2989"/>
                    <a:pt x="4241" y="2981"/>
                    <a:pt x="4263" y="2962"/>
                  </a:cubicBezTo>
                  <a:cubicBezTo>
                    <a:pt x="4399" y="2865"/>
                    <a:pt x="3930" y="2686"/>
                    <a:pt x="3804" y="2686"/>
                  </a:cubicBezTo>
                  <a:close/>
                </a:path>
              </a:pathLst>
            </a:custGeom>
            <a:solidFill>
              <a:srgbClr val="FFD5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59"/>
            <p:cNvSpPr/>
            <p:nvPr/>
          </p:nvSpPr>
          <p:spPr>
            <a:xfrm>
              <a:off x="6512526" y="3529468"/>
              <a:ext cx="134180" cy="91172"/>
            </a:xfrm>
            <a:custGeom>
              <a:avLst/>
              <a:gdLst/>
              <a:ahLst/>
              <a:cxnLst/>
              <a:rect l="l" t="t" r="r" b="b"/>
              <a:pathLst>
                <a:path w="4399" h="2989" extrusionOk="0">
                  <a:moveTo>
                    <a:pt x="55" y="1"/>
                  </a:moveTo>
                  <a:cubicBezTo>
                    <a:pt x="37" y="1"/>
                    <a:pt x="26" y="7"/>
                    <a:pt x="22" y="19"/>
                  </a:cubicBezTo>
                  <a:cubicBezTo>
                    <a:pt x="0" y="149"/>
                    <a:pt x="439" y="819"/>
                    <a:pt x="669" y="819"/>
                  </a:cubicBezTo>
                  <a:cubicBezTo>
                    <a:pt x="686" y="819"/>
                    <a:pt x="702" y="815"/>
                    <a:pt x="717" y="807"/>
                  </a:cubicBezTo>
                  <a:cubicBezTo>
                    <a:pt x="1033" y="596"/>
                    <a:pt x="236" y="1"/>
                    <a:pt x="55" y="1"/>
                  </a:cubicBezTo>
                  <a:close/>
                  <a:moveTo>
                    <a:pt x="1090" y="672"/>
                  </a:moveTo>
                  <a:cubicBezTo>
                    <a:pt x="1076" y="672"/>
                    <a:pt x="1067" y="678"/>
                    <a:pt x="1064" y="691"/>
                  </a:cubicBezTo>
                  <a:cubicBezTo>
                    <a:pt x="1043" y="755"/>
                    <a:pt x="1371" y="1071"/>
                    <a:pt x="1498" y="1071"/>
                  </a:cubicBezTo>
                  <a:cubicBezTo>
                    <a:pt x="1510" y="1071"/>
                    <a:pt x="1520" y="1068"/>
                    <a:pt x="1528" y="1062"/>
                  </a:cubicBezTo>
                  <a:cubicBezTo>
                    <a:pt x="1589" y="1021"/>
                    <a:pt x="1198" y="672"/>
                    <a:pt x="1090" y="672"/>
                  </a:cubicBezTo>
                  <a:close/>
                  <a:moveTo>
                    <a:pt x="2163" y="1215"/>
                  </a:moveTo>
                  <a:cubicBezTo>
                    <a:pt x="2131" y="1215"/>
                    <a:pt x="2111" y="1225"/>
                    <a:pt x="2107" y="1247"/>
                  </a:cubicBezTo>
                  <a:cubicBezTo>
                    <a:pt x="2107" y="1371"/>
                    <a:pt x="2623" y="1679"/>
                    <a:pt x="2817" y="1679"/>
                  </a:cubicBezTo>
                  <a:cubicBezTo>
                    <a:pt x="2841" y="1679"/>
                    <a:pt x="2859" y="1675"/>
                    <a:pt x="2872" y="1665"/>
                  </a:cubicBezTo>
                  <a:cubicBezTo>
                    <a:pt x="2992" y="1585"/>
                    <a:pt x="2359" y="1215"/>
                    <a:pt x="2163" y="1215"/>
                  </a:cubicBezTo>
                  <a:close/>
                  <a:moveTo>
                    <a:pt x="3395" y="1612"/>
                  </a:moveTo>
                  <a:cubicBezTo>
                    <a:pt x="3380" y="1612"/>
                    <a:pt x="3368" y="1621"/>
                    <a:pt x="3359" y="1641"/>
                  </a:cubicBezTo>
                  <a:cubicBezTo>
                    <a:pt x="3220" y="1896"/>
                    <a:pt x="3706" y="2360"/>
                    <a:pt x="3799" y="2383"/>
                  </a:cubicBezTo>
                  <a:cubicBezTo>
                    <a:pt x="3862" y="2383"/>
                    <a:pt x="3529" y="1612"/>
                    <a:pt x="3395" y="1612"/>
                  </a:cubicBezTo>
                  <a:close/>
                  <a:moveTo>
                    <a:pt x="2830" y="2110"/>
                  </a:moveTo>
                  <a:cubicBezTo>
                    <a:pt x="2792" y="2110"/>
                    <a:pt x="2770" y="2129"/>
                    <a:pt x="2779" y="2174"/>
                  </a:cubicBezTo>
                  <a:cubicBezTo>
                    <a:pt x="2818" y="2385"/>
                    <a:pt x="3078" y="2517"/>
                    <a:pt x="3245" y="2517"/>
                  </a:cubicBezTo>
                  <a:cubicBezTo>
                    <a:pt x="3280" y="2517"/>
                    <a:pt x="3312" y="2511"/>
                    <a:pt x="3336" y="2499"/>
                  </a:cubicBezTo>
                  <a:cubicBezTo>
                    <a:pt x="3447" y="2424"/>
                    <a:pt x="2990" y="2110"/>
                    <a:pt x="2830" y="2110"/>
                  </a:cubicBezTo>
                  <a:close/>
                  <a:moveTo>
                    <a:pt x="3804" y="2686"/>
                  </a:moveTo>
                  <a:cubicBezTo>
                    <a:pt x="3780" y="2686"/>
                    <a:pt x="3769" y="2693"/>
                    <a:pt x="3776" y="2708"/>
                  </a:cubicBezTo>
                  <a:cubicBezTo>
                    <a:pt x="3795" y="2766"/>
                    <a:pt x="4028" y="2989"/>
                    <a:pt x="4185" y="2989"/>
                  </a:cubicBezTo>
                  <a:cubicBezTo>
                    <a:pt x="4214" y="2989"/>
                    <a:pt x="4241" y="2981"/>
                    <a:pt x="4263" y="2962"/>
                  </a:cubicBezTo>
                  <a:cubicBezTo>
                    <a:pt x="4399" y="2865"/>
                    <a:pt x="3930" y="2686"/>
                    <a:pt x="3804" y="26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59"/>
            <p:cNvSpPr/>
            <p:nvPr/>
          </p:nvSpPr>
          <p:spPr>
            <a:xfrm>
              <a:off x="5811230" y="3616703"/>
              <a:ext cx="685025" cy="605566"/>
            </a:xfrm>
            <a:custGeom>
              <a:avLst/>
              <a:gdLst/>
              <a:ahLst/>
              <a:cxnLst/>
              <a:rect l="l" t="t" r="r" b="b"/>
              <a:pathLst>
                <a:path w="22458" h="19853" extrusionOk="0">
                  <a:moveTo>
                    <a:pt x="9980" y="410"/>
                  </a:moveTo>
                  <a:cubicBezTo>
                    <a:pt x="9733" y="410"/>
                    <a:pt x="9322" y="535"/>
                    <a:pt x="9456" y="635"/>
                  </a:cubicBezTo>
                  <a:cubicBezTo>
                    <a:pt x="9485" y="659"/>
                    <a:pt x="9544" y="669"/>
                    <a:pt x="9617" y="669"/>
                  </a:cubicBezTo>
                  <a:cubicBezTo>
                    <a:pt x="9834" y="669"/>
                    <a:pt x="10169" y="578"/>
                    <a:pt x="10151" y="473"/>
                  </a:cubicBezTo>
                  <a:cubicBezTo>
                    <a:pt x="10145" y="428"/>
                    <a:pt x="10075" y="410"/>
                    <a:pt x="9980" y="410"/>
                  </a:cubicBezTo>
                  <a:close/>
                  <a:moveTo>
                    <a:pt x="13372" y="14641"/>
                  </a:moveTo>
                  <a:cubicBezTo>
                    <a:pt x="13154" y="14641"/>
                    <a:pt x="12809" y="14734"/>
                    <a:pt x="12886" y="14795"/>
                  </a:cubicBezTo>
                  <a:cubicBezTo>
                    <a:pt x="12942" y="14852"/>
                    <a:pt x="13049" y="14878"/>
                    <a:pt x="13159" y="14878"/>
                  </a:cubicBezTo>
                  <a:cubicBezTo>
                    <a:pt x="13321" y="14878"/>
                    <a:pt x="13494" y="14822"/>
                    <a:pt x="13535" y="14726"/>
                  </a:cubicBezTo>
                  <a:cubicBezTo>
                    <a:pt x="13558" y="14664"/>
                    <a:pt x="13481" y="14641"/>
                    <a:pt x="13372" y="14641"/>
                  </a:cubicBezTo>
                  <a:close/>
                  <a:moveTo>
                    <a:pt x="16268" y="0"/>
                  </a:moveTo>
                  <a:cubicBezTo>
                    <a:pt x="16173" y="0"/>
                    <a:pt x="15945" y="280"/>
                    <a:pt x="15945" y="427"/>
                  </a:cubicBezTo>
                  <a:cubicBezTo>
                    <a:pt x="15968" y="566"/>
                    <a:pt x="15922" y="751"/>
                    <a:pt x="15829" y="844"/>
                  </a:cubicBezTo>
                  <a:cubicBezTo>
                    <a:pt x="15713" y="960"/>
                    <a:pt x="15899" y="1331"/>
                    <a:pt x="15737" y="1470"/>
                  </a:cubicBezTo>
                  <a:cubicBezTo>
                    <a:pt x="15597" y="1586"/>
                    <a:pt x="15737" y="2119"/>
                    <a:pt x="15690" y="2420"/>
                  </a:cubicBezTo>
                  <a:cubicBezTo>
                    <a:pt x="15667" y="2744"/>
                    <a:pt x="15667" y="3069"/>
                    <a:pt x="15528" y="3277"/>
                  </a:cubicBezTo>
                  <a:cubicBezTo>
                    <a:pt x="15389" y="3463"/>
                    <a:pt x="15366" y="3810"/>
                    <a:pt x="15064" y="3903"/>
                  </a:cubicBezTo>
                  <a:cubicBezTo>
                    <a:pt x="15012" y="3925"/>
                    <a:pt x="14956" y="3934"/>
                    <a:pt x="14899" y="3934"/>
                  </a:cubicBezTo>
                  <a:cubicBezTo>
                    <a:pt x="14652" y="3934"/>
                    <a:pt x="14392" y="3757"/>
                    <a:pt x="14392" y="3625"/>
                  </a:cubicBezTo>
                  <a:cubicBezTo>
                    <a:pt x="14414" y="3498"/>
                    <a:pt x="14145" y="3390"/>
                    <a:pt x="13974" y="3390"/>
                  </a:cubicBezTo>
                  <a:cubicBezTo>
                    <a:pt x="13958" y="3390"/>
                    <a:pt x="13943" y="3391"/>
                    <a:pt x="13929" y="3393"/>
                  </a:cubicBezTo>
                  <a:cubicBezTo>
                    <a:pt x="13920" y="3394"/>
                    <a:pt x="13912" y="3395"/>
                    <a:pt x="13904" y="3395"/>
                  </a:cubicBezTo>
                  <a:cubicBezTo>
                    <a:pt x="13734" y="3395"/>
                    <a:pt x="13639" y="3175"/>
                    <a:pt x="13396" y="2976"/>
                  </a:cubicBezTo>
                  <a:cubicBezTo>
                    <a:pt x="13298" y="2903"/>
                    <a:pt x="13209" y="2887"/>
                    <a:pt x="13131" y="2887"/>
                  </a:cubicBezTo>
                  <a:cubicBezTo>
                    <a:pt x="13071" y="2887"/>
                    <a:pt x="13018" y="2896"/>
                    <a:pt x="12974" y="2896"/>
                  </a:cubicBezTo>
                  <a:cubicBezTo>
                    <a:pt x="12912" y="2896"/>
                    <a:pt x="12866" y="2878"/>
                    <a:pt x="12840" y="2791"/>
                  </a:cubicBezTo>
                  <a:cubicBezTo>
                    <a:pt x="12747" y="2536"/>
                    <a:pt x="12654" y="2513"/>
                    <a:pt x="12469" y="2374"/>
                  </a:cubicBezTo>
                  <a:cubicBezTo>
                    <a:pt x="12260" y="2235"/>
                    <a:pt x="12330" y="2235"/>
                    <a:pt x="12515" y="2096"/>
                  </a:cubicBezTo>
                  <a:cubicBezTo>
                    <a:pt x="12701" y="1980"/>
                    <a:pt x="12654" y="1794"/>
                    <a:pt x="12562" y="1655"/>
                  </a:cubicBezTo>
                  <a:cubicBezTo>
                    <a:pt x="12469" y="1493"/>
                    <a:pt x="12677" y="1516"/>
                    <a:pt x="12909" y="1400"/>
                  </a:cubicBezTo>
                  <a:cubicBezTo>
                    <a:pt x="13164" y="1261"/>
                    <a:pt x="12909" y="1099"/>
                    <a:pt x="13095" y="1029"/>
                  </a:cubicBezTo>
                  <a:cubicBezTo>
                    <a:pt x="13280" y="960"/>
                    <a:pt x="13164" y="798"/>
                    <a:pt x="12979" y="751"/>
                  </a:cubicBezTo>
                  <a:cubicBezTo>
                    <a:pt x="12969" y="750"/>
                    <a:pt x="12960" y="750"/>
                    <a:pt x="12951" y="750"/>
                  </a:cubicBezTo>
                  <a:cubicBezTo>
                    <a:pt x="12776" y="750"/>
                    <a:pt x="12836" y="961"/>
                    <a:pt x="12770" y="983"/>
                  </a:cubicBezTo>
                  <a:cubicBezTo>
                    <a:pt x="12768" y="984"/>
                    <a:pt x="12765" y="984"/>
                    <a:pt x="12763" y="984"/>
                  </a:cubicBezTo>
                  <a:cubicBezTo>
                    <a:pt x="12696" y="984"/>
                    <a:pt x="12629" y="682"/>
                    <a:pt x="12562" y="682"/>
                  </a:cubicBezTo>
                  <a:cubicBezTo>
                    <a:pt x="12505" y="701"/>
                    <a:pt x="12356" y="904"/>
                    <a:pt x="12228" y="904"/>
                  </a:cubicBezTo>
                  <a:cubicBezTo>
                    <a:pt x="12199" y="904"/>
                    <a:pt x="12170" y="893"/>
                    <a:pt x="12144" y="867"/>
                  </a:cubicBezTo>
                  <a:cubicBezTo>
                    <a:pt x="12029" y="705"/>
                    <a:pt x="11356" y="566"/>
                    <a:pt x="11078" y="543"/>
                  </a:cubicBezTo>
                  <a:cubicBezTo>
                    <a:pt x="10846" y="501"/>
                    <a:pt x="10749" y="209"/>
                    <a:pt x="10611" y="209"/>
                  </a:cubicBezTo>
                  <a:cubicBezTo>
                    <a:pt x="10597" y="209"/>
                    <a:pt x="10583" y="212"/>
                    <a:pt x="10568" y="218"/>
                  </a:cubicBezTo>
                  <a:cubicBezTo>
                    <a:pt x="10429" y="288"/>
                    <a:pt x="10592" y="381"/>
                    <a:pt x="10777" y="589"/>
                  </a:cubicBezTo>
                  <a:cubicBezTo>
                    <a:pt x="10929" y="741"/>
                    <a:pt x="10426" y="862"/>
                    <a:pt x="10112" y="862"/>
                  </a:cubicBezTo>
                  <a:cubicBezTo>
                    <a:pt x="10044" y="862"/>
                    <a:pt x="9984" y="857"/>
                    <a:pt x="9943" y="844"/>
                  </a:cubicBezTo>
                  <a:cubicBezTo>
                    <a:pt x="9907" y="830"/>
                    <a:pt x="9883" y="824"/>
                    <a:pt x="9868" y="824"/>
                  </a:cubicBezTo>
                  <a:cubicBezTo>
                    <a:pt x="9790" y="824"/>
                    <a:pt x="9940" y="985"/>
                    <a:pt x="9805" y="985"/>
                  </a:cubicBezTo>
                  <a:cubicBezTo>
                    <a:pt x="9798" y="985"/>
                    <a:pt x="9790" y="984"/>
                    <a:pt x="9781" y="983"/>
                  </a:cubicBezTo>
                  <a:cubicBezTo>
                    <a:pt x="9595" y="983"/>
                    <a:pt x="9572" y="1308"/>
                    <a:pt x="9410" y="1493"/>
                  </a:cubicBezTo>
                  <a:cubicBezTo>
                    <a:pt x="9247" y="1655"/>
                    <a:pt x="9363" y="1771"/>
                    <a:pt x="9178" y="1887"/>
                  </a:cubicBezTo>
                  <a:cubicBezTo>
                    <a:pt x="9016" y="2003"/>
                    <a:pt x="8993" y="2119"/>
                    <a:pt x="9201" y="2350"/>
                  </a:cubicBezTo>
                  <a:cubicBezTo>
                    <a:pt x="9311" y="2473"/>
                    <a:pt x="9279" y="2531"/>
                    <a:pt x="9197" y="2531"/>
                  </a:cubicBezTo>
                  <a:cubicBezTo>
                    <a:pt x="9124" y="2531"/>
                    <a:pt x="9011" y="2484"/>
                    <a:pt x="8923" y="2397"/>
                  </a:cubicBezTo>
                  <a:cubicBezTo>
                    <a:pt x="8833" y="2307"/>
                    <a:pt x="8749" y="2261"/>
                    <a:pt x="8685" y="2261"/>
                  </a:cubicBezTo>
                  <a:cubicBezTo>
                    <a:pt x="8618" y="2261"/>
                    <a:pt x="8575" y="2313"/>
                    <a:pt x="8575" y="2420"/>
                  </a:cubicBezTo>
                  <a:cubicBezTo>
                    <a:pt x="8584" y="2501"/>
                    <a:pt x="8555" y="2536"/>
                    <a:pt x="8518" y="2536"/>
                  </a:cubicBezTo>
                  <a:cubicBezTo>
                    <a:pt x="8458" y="2536"/>
                    <a:pt x="8376" y="2446"/>
                    <a:pt x="8390" y="2304"/>
                  </a:cubicBezTo>
                  <a:cubicBezTo>
                    <a:pt x="8436" y="2072"/>
                    <a:pt x="8135" y="2188"/>
                    <a:pt x="8089" y="2049"/>
                  </a:cubicBezTo>
                  <a:cubicBezTo>
                    <a:pt x="8042" y="1910"/>
                    <a:pt x="7787" y="1702"/>
                    <a:pt x="7625" y="1702"/>
                  </a:cubicBezTo>
                  <a:cubicBezTo>
                    <a:pt x="7486" y="1725"/>
                    <a:pt x="7486" y="1887"/>
                    <a:pt x="7324" y="1887"/>
                  </a:cubicBezTo>
                  <a:cubicBezTo>
                    <a:pt x="7162" y="1887"/>
                    <a:pt x="7115" y="1980"/>
                    <a:pt x="7139" y="2142"/>
                  </a:cubicBezTo>
                  <a:cubicBezTo>
                    <a:pt x="7146" y="2205"/>
                    <a:pt x="7122" y="2225"/>
                    <a:pt x="7079" y="2225"/>
                  </a:cubicBezTo>
                  <a:cubicBezTo>
                    <a:pt x="7004" y="2225"/>
                    <a:pt x="6871" y="2163"/>
                    <a:pt x="6756" y="2163"/>
                  </a:cubicBezTo>
                  <a:cubicBezTo>
                    <a:pt x="6744" y="2163"/>
                    <a:pt x="6733" y="2164"/>
                    <a:pt x="6721" y="2165"/>
                  </a:cubicBezTo>
                  <a:cubicBezTo>
                    <a:pt x="6536" y="2188"/>
                    <a:pt x="6721" y="2397"/>
                    <a:pt x="6629" y="2397"/>
                  </a:cubicBezTo>
                  <a:cubicBezTo>
                    <a:pt x="6536" y="2420"/>
                    <a:pt x="6536" y="2582"/>
                    <a:pt x="6374" y="2582"/>
                  </a:cubicBezTo>
                  <a:cubicBezTo>
                    <a:pt x="6212" y="2582"/>
                    <a:pt x="6235" y="2930"/>
                    <a:pt x="6258" y="3115"/>
                  </a:cubicBezTo>
                  <a:cubicBezTo>
                    <a:pt x="6264" y="3166"/>
                    <a:pt x="6250" y="3184"/>
                    <a:pt x="6222" y="3184"/>
                  </a:cubicBezTo>
                  <a:cubicBezTo>
                    <a:pt x="6157" y="3184"/>
                    <a:pt x="6020" y="3086"/>
                    <a:pt x="5908" y="3086"/>
                  </a:cubicBezTo>
                  <a:cubicBezTo>
                    <a:pt x="5893" y="3086"/>
                    <a:pt x="5878" y="3088"/>
                    <a:pt x="5864" y="3092"/>
                  </a:cubicBezTo>
                  <a:cubicBezTo>
                    <a:pt x="5702" y="3138"/>
                    <a:pt x="5910" y="3277"/>
                    <a:pt x="5957" y="3486"/>
                  </a:cubicBezTo>
                  <a:cubicBezTo>
                    <a:pt x="6003" y="3695"/>
                    <a:pt x="5864" y="3695"/>
                    <a:pt x="5771" y="3764"/>
                  </a:cubicBezTo>
                  <a:cubicBezTo>
                    <a:pt x="5763" y="3775"/>
                    <a:pt x="5753" y="3780"/>
                    <a:pt x="5743" y="3780"/>
                  </a:cubicBezTo>
                  <a:cubicBezTo>
                    <a:pt x="5670" y="3780"/>
                    <a:pt x="5563" y="3513"/>
                    <a:pt x="5563" y="3370"/>
                  </a:cubicBezTo>
                  <a:cubicBezTo>
                    <a:pt x="5563" y="3314"/>
                    <a:pt x="5543" y="3290"/>
                    <a:pt x="5511" y="3290"/>
                  </a:cubicBezTo>
                  <a:cubicBezTo>
                    <a:pt x="5436" y="3290"/>
                    <a:pt x="5291" y="3417"/>
                    <a:pt x="5145" y="3579"/>
                  </a:cubicBezTo>
                  <a:cubicBezTo>
                    <a:pt x="4914" y="3810"/>
                    <a:pt x="5215" y="4158"/>
                    <a:pt x="5122" y="4228"/>
                  </a:cubicBezTo>
                  <a:cubicBezTo>
                    <a:pt x="5030" y="4274"/>
                    <a:pt x="4589" y="4691"/>
                    <a:pt x="4334" y="4992"/>
                  </a:cubicBezTo>
                  <a:cubicBezTo>
                    <a:pt x="4079" y="5294"/>
                    <a:pt x="3523" y="5108"/>
                    <a:pt x="3361" y="5271"/>
                  </a:cubicBezTo>
                  <a:cubicBezTo>
                    <a:pt x="3199" y="5410"/>
                    <a:pt x="3013" y="5294"/>
                    <a:pt x="2828" y="5433"/>
                  </a:cubicBezTo>
                  <a:cubicBezTo>
                    <a:pt x="2703" y="5540"/>
                    <a:pt x="2494" y="5717"/>
                    <a:pt x="2385" y="5717"/>
                  </a:cubicBezTo>
                  <a:cubicBezTo>
                    <a:pt x="2352" y="5717"/>
                    <a:pt x="2329" y="5701"/>
                    <a:pt x="2318" y="5664"/>
                  </a:cubicBezTo>
                  <a:cubicBezTo>
                    <a:pt x="2303" y="5611"/>
                    <a:pt x="2248" y="5588"/>
                    <a:pt x="2175" y="5588"/>
                  </a:cubicBezTo>
                  <a:cubicBezTo>
                    <a:pt x="2023" y="5588"/>
                    <a:pt x="1794" y="5686"/>
                    <a:pt x="1669" y="5827"/>
                  </a:cubicBezTo>
                  <a:cubicBezTo>
                    <a:pt x="1484" y="6012"/>
                    <a:pt x="1183" y="6174"/>
                    <a:pt x="974" y="6198"/>
                  </a:cubicBezTo>
                  <a:cubicBezTo>
                    <a:pt x="789" y="6198"/>
                    <a:pt x="789" y="6522"/>
                    <a:pt x="696" y="6591"/>
                  </a:cubicBezTo>
                  <a:cubicBezTo>
                    <a:pt x="687" y="6598"/>
                    <a:pt x="679" y="6601"/>
                    <a:pt x="672" y="6601"/>
                  </a:cubicBezTo>
                  <a:cubicBezTo>
                    <a:pt x="607" y="6601"/>
                    <a:pt x="626" y="6330"/>
                    <a:pt x="626" y="6267"/>
                  </a:cubicBezTo>
                  <a:cubicBezTo>
                    <a:pt x="626" y="6253"/>
                    <a:pt x="622" y="6246"/>
                    <a:pt x="614" y="6246"/>
                  </a:cubicBezTo>
                  <a:cubicBezTo>
                    <a:pt x="571" y="6246"/>
                    <a:pt x="427" y="6445"/>
                    <a:pt x="348" y="6661"/>
                  </a:cubicBezTo>
                  <a:cubicBezTo>
                    <a:pt x="279" y="6916"/>
                    <a:pt x="557" y="7009"/>
                    <a:pt x="371" y="7264"/>
                  </a:cubicBezTo>
                  <a:cubicBezTo>
                    <a:pt x="186" y="7542"/>
                    <a:pt x="24" y="7797"/>
                    <a:pt x="279" y="8144"/>
                  </a:cubicBezTo>
                  <a:cubicBezTo>
                    <a:pt x="534" y="8492"/>
                    <a:pt x="673" y="8700"/>
                    <a:pt x="603" y="8863"/>
                  </a:cubicBezTo>
                  <a:cubicBezTo>
                    <a:pt x="589" y="8891"/>
                    <a:pt x="572" y="8903"/>
                    <a:pt x="554" y="8903"/>
                  </a:cubicBezTo>
                  <a:cubicBezTo>
                    <a:pt x="461" y="8903"/>
                    <a:pt x="332" y="8582"/>
                    <a:pt x="286" y="8582"/>
                  </a:cubicBezTo>
                  <a:cubicBezTo>
                    <a:pt x="283" y="8582"/>
                    <a:pt x="281" y="8583"/>
                    <a:pt x="279" y="8585"/>
                  </a:cubicBezTo>
                  <a:cubicBezTo>
                    <a:pt x="209" y="8654"/>
                    <a:pt x="510" y="8863"/>
                    <a:pt x="418" y="8979"/>
                  </a:cubicBezTo>
                  <a:cubicBezTo>
                    <a:pt x="411" y="8990"/>
                    <a:pt x="402" y="8995"/>
                    <a:pt x="392" y="8995"/>
                  </a:cubicBezTo>
                  <a:cubicBezTo>
                    <a:pt x="312" y="8995"/>
                    <a:pt x="141" y="8677"/>
                    <a:pt x="71" y="8677"/>
                  </a:cubicBezTo>
                  <a:cubicBezTo>
                    <a:pt x="61" y="8677"/>
                    <a:pt x="52" y="8684"/>
                    <a:pt x="47" y="8700"/>
                  </a:cubicBezTo>
                  <a:cubicBezTo>
                    <a:pt x="1" y="8793"/>
                    <a:pt x="580" y="9627"/>
                    <a:pt x="603" y="9929"/>
                  </a:cubicBezTo>
                  <a:cubicBezTo>
                    <a:pt x="603" y="10230"/>
                    <a:pt x="1090" y="10531"/>
                    <a:pt x="1067" y="10972"/>
                  </a:cubicBezTo>
                  <a:cubicBezTo>
                    <a:pt x="1020" y="11389"/>
                    <a:pt x="1461" y="12107"/>
                    <a:pt x="1530" y="12200"/>
                  </a:cubicBezTo>
                  <a:cubicBezTo>
                    <a:pt x="1623" y="12316"/>
                    <a:pt x="1368" y="12617"/>
                    <a:pt x="1414" y="12941"/>
                  </a:cubicBezTo>
                  <a:cubicBezTo>
                    <a:pt x="1461" y="13266"/>
                    <a:pt x="1298" y="13382"/>
                    <a:pt x="1113" y="13382"/>
                  </a:cubicBezTo>
                  <a:cubicBezTo>
                    <a:pt x="904" y="13382"/>
                    <a:pt x="1020" y="13729"/>
                    <a:pt x="1252" y="13753"/>
                  </a:cubicBezTo>
                  <a:cubicBezTo>
                    <a:pt x="1484" y="13776"/>
                    <a:pt x="1391" y="13938"/>
                    <a:pt x="1646" y="14100"/>
                  </a:cubicBezTo>
                  <a:cubicBezTo>
                    <a:pt x="1808" y="14203"/>
                    <a:pt x="2111" y="14222"/>
                    <a:pt x="2364" y="14222"/>
                  </a:cubicBezTo>
                  <a:cubicBezTo>
                    <a:pt x="2508" y="14222"/>
                    <a:pt x="2636" y="14216"/>
                    <a:pt x="2712" y="14216"/>
                  </a:cubicBezTo>
                  <a:cubicBezTo>
                    <a:pt x="2921" y="14216"/>
                    <a:pt x="2990" y="13892"/>
                    <a:pt x="3268" y="13892"/>
                  </a:cubicBezTo>
                  <a:cubicBezTo>
                    <a:pt x="3546" y="13868"/>
                    <a:pt x="3523" y="13776"/>
                    <a:pt x="3639" y="13614"/>
                  </a:cubicBezTo>
                  <a:cubicBezTo>
                    <a:pt x="3718" y="13521"/>
                    <a:pt x="3954" y="13497"/>
                    <a:pt x="4263" y="13497"/>
                  </a:cubicBezTo>
                  <a:cubicBezTo>
                    <a:pt x="4497" y="13497"/>
                    <a:pt x="4773" y="13511"/>
                    <a:pt x="5053" y="13521"/>
                  </a:cubicBezTo>
                  <a:cubicBezTo>
                    <a:pt x="5120" y="13526"/>
                    <a:pt x="5183" y="13528"/>
                    <a:pt x="5242" y="13528"/>
                  </a:cubicBezTo>
                  <a:cubicBezTo>
                    <a:pt x="5757" y="13528"/>
                    <a:pt x="5989" y="13353"/>
                    <a:pt x="6072" y="13104"/>
                  </a:cubicBezTo>
                  <a:cubicBezTo>
                    <a:pt x="6142" y="12872"/>
                    <a:pt x="6606" y="12872"/>
                    <a:pt x="6791" y="12687"/>
                  </a:cubicBezTo>
                  <a:cubicBezTo>
                    <a:pt x="6925" y="12569"/>
                    <a:pt x="7048" y="12537"/>
                    <a:pt x="7282" y="12537"/>
                  </a:cubicBezTo>
                  <a:cubicBezTo>
                    <a:pt x="7370" y="12537"/>
                    <a:pt x="7475" y="12541"/>
                    <a:pt x="7602" y="12547"/>
                  </a:cubicBezTo>
                  <a:cubicBezTo>
                    <a:pt x="7623" y="12548"/>
                    <a:pt x="7644" y="12549"/>
                    <a:pt x="7665" y="12549"/>
                  </a:cubicBezTo>
                  <a:cubicBezTo>
                    <a:pt x="8124" y="12549"/>
                    <a:pt x="8519" y="12311"/>
                    <a:pt x="8807" y="12200"/>
                  </a:cubicBezTo>
                  <a:cubicBezTo>
                    <a:pt x="9108" y="12061"/>
                    <a:pt x="9688" y="12107"/>
                    <a:pt x="9966" y="12038"/>
                  </a:cubicBezTo>
                  <a:cubicBezTo>
                    <a:pt x="9988" y="12033"/>
                    <a:pt x="10009" y="12030"/>
                    <a:pt x="10028" y="12030"/>
                  </a:cubicBezTo>
                  <a:cubicBezTo>
                    <a:pt x="10262" y="12030"/>
                    <a:pt x="10330" y="12366"/>
                    <a:pt x="10591" y="12366"/>
                  </a:cubicBezTo>
                  <a:cubicBezTo>
                    <a:pt x="10606" y="12366"/>
                    <a:pt x="10622" y="12364"/>
                    <a:pt x="10638" y="12362"/>
                  </a:cubicBezTo>
                  <a:cubicBezTo>
                    <a:pt x="10663" y="12360"/>
                    <a:pt x="10687" y="12359"/>
                    <a:pt x="10710" y="12359"/>
                  </a:cubicBezTo>
                  <a:cubicBezTo>
                    <a:pt x="10961" y="12359"/>
                    <a:pt x="11093" y="12457"/>
                    <a:pt x="11245" y="12457"/>
                  </a:cubicBezTo>
                  <a:cubicBezTo>
                    <a:pt x="11258" y="12457"/>
                    <a:pt x="11273" y="12457"/>
                    <a:pt x="11287" y="12455"/>
                  </a:cubicBezTo>
                  <a:cubicBezTo>
                    <a:pt x="11449" y="12455"/>
                    <a:pt x="11426" y="12571"/>
                    <a:pt x="11588" y="12617"/>
                  </a:cubicBezTo>
                  <a:cubicBezTo>
                    <a:pt x="11774" y="12640"/>
                    <a:pt x="11727" y="12802"/>
                    <a:pt x="11635" y="12941"/>
                  </a:cubicBezTo>
                  <a:cubicBezTo>
                    <a:pt x="11519" y="13104"/>
                    <a:pt x="11889" y="13104"/>
                    <a:pt x="12121" y="13405"/>
                  </a:cubicBezTo>
                  <a:cubicBezTo>
                    <a:pt x="12353" y="13729"/>
                    <a:pt x="12121" y="13776"/>
                    <a:pt x="12237" y="14008"/>
                  </a:cubicBezTo>
                  <a:cubicBezTo>
                    <a:pt x="12294" y="14112"/>
                    <a:pt x="12340" y="14162"/>
                    <a:pt x="12391" y="14162"/>
                  </a:cubicBezTo>
                  <a:cubicBezTo>
                    <a:pt x="12465" y="14162"/>
                    <a:pt x="12550" y="14060"/>
                    <a:pt x="12701" y="13868"/>
                  </a:cubicBezTo>
                  <a:cubicBezTo>
                    <a:pt x="12932" y="13521"/>
                    <a:pt x="13210" y="13729"/>
                    <a:pt x="13234" y="13451"/>
                  </a:cubicBezTo>
                  <a:cubicBezTo>
                    <a:pt x="13272" y="13200"/>
                    <a:pt x="13457" y="12931"/>
                    <a:pt x="13611" y="12931"/>
                  </a:cubicBezTo>
                  <a:cubicBezTo>
                    <a:pt x="13641" y="12931"/>
                    <a:pt x="13671" y="12942"/>
                    <a:pt x="13697" y="12965"/>
                  </a:cubicBezTo>
                  <a:cubicBezTo>
                    <a:pt x="13859" y="13104"/>
                    <a:pt x="13581" y="13173"/>
                    <a:pt x="13465" y="13753"/>
                  </a:cubicBezTo>
                  <a:cubicBezTo>
                    <a:pt x="13407" y="14104"/>
                    <a:pt x="13302" y="14113"/>
                    <a:pt x="13227" y="14113"/>
                  </a:cubicBezTo>
                  <a:cubicBezTo>
                    <a:pt x="13223" y="14113"/>
                    <a:pt x="13219" y="14113"/>
                    <a:pt x="13215" y="14113"/>
                  </a:cubicBezTo>
                  <a:cubicBezTo>
                    <a:pt x="13177" y="14113"/>
                    <a:pt x="13149" y="14116"/>
                    <a:pt x="13141" y="14170"/>
                  </a:cubicBezTo>
                  <a:cubicBezTo>
                    <a:pt x="13117" y="14253"/>
                    <a:pt x="13252" y="14312"/>
                    <a:pt x="13389" y="14312"/>
                  </a:cubicBezTo>
                  <a:cubicBezTo>
                    <a:pt x="13519" y="14312"/>
                    <a:pt x="13651" y="14259"/>
                    <a:pt x="13651" y="14123"/>
                  </a:cubicBezTo>
                  <a:cubicBezTo>
                    <a:pt x="13651" y="13936"/>
                    <a:pt x="13687" y="13811"/>
                    <a:pt x="13764" y="13811"/>
                  </a:cubicBezTo>
                  <a:cubicBezTo>
                    <a:pt x="13811" y="13811"/>
                    <a:pt x="13873" y="13856"/>
                    <a:pt x="13952" y="13961"/>
                  </a:cubicBezTo>
                  <a:cubicBezTo>
                    <a:pt x="14161" y="14216"/>
                    <a:pt x="13836" y="14448"/>
                    <a:pt x="13883" y="14564"/>
                  </a:cubicBezTo>
                  <a:cubicBezTo>
                    <a:pt x="13896" y="14598"/>
                    <a:pt x="13926" y="14610"/>
                    <a:pt x="13964" y="14610"/>
                  </a:cubicBezTo>
                  <a:cubicBezTo>
                    <a:pt x="14055" y="14610"/>
                    <a:pt x="14195" y="14541"/>
                    <a:pt x="14277" y="14541"/>
                  </a:cubicBezTo>
                  <a:cubicBezTo>
                    <a:pt x="14485" y="14564"/>
                    <a:pt x="14786" y="15027"/>
                    <a:pt x="14740" y="15282"/>
                  </a:cubicBezTo>
                  <a:cubicBezTo>
                    <a:pt x="14694" y="15537"/>
                    <a:pt x="14624" y="15792"/>
                    <a:pt x="15018" y="16001"/>
                  </a:cubicBezTo>
                  <a:cubicBezTo>
                    <a:pt x="15435" y="16209"/>
                    <a:pt x="15273" y="16232"/>
                    <a:pt x="15574" y="16232"/>
                  </a:cubicBezTo>
                  <a:cubicBezTo>
                    <a:pt x="15876" y="16232"/>
                    <a:pt x="16525" y="16487"/>
                    <a:pt x="16687" y="16626"/>
                  </a:cubicBezTo>
                  <a:cubicBezTo>
                    <a:pt x="16718" y="16653"/>
                    <a:pt x="16760" y="16665"/>
                    <a:pt x="16808" y="16665"/>
                  </a:cubicBezTo>
                  <a:cubicBezTo>
                    <a:pt x="17007" y="16665"/>
                    <a:pt x="17307" y="16456"/>
                    <a:pt x="17382" y="16232"/>
                  </a:cubicBezTo>
                  <a:cubicBezTo>
                    <a:pt x="17405" y="16132"/>
                    <a:pt x="17457" y="16096"/>
                    <a:pt x="17509" y="16096"/>
                  </a:cubicBezTo>
                  <a:cubicBezTo>
                    <a:pt x="17614" y="16096"/>
                    <a:pt x="17722" y="16240"/>
                    <a:pt x="17614" y="16302"/>
                  </a:cubicBezTo>
                  <a:cubicBezTo>
                    <a:pt x="17474" y="16389"/>
                    <a:pt x="17585" y="16543"/>
                    <a:pt x="17658" y="16543"/>
                  </a:cubicBezTo>
                  <a:cubicBezTo>
                    <a:pt x="17681" y="16543"/>
                    <a:pt x="17701" y="16527"/>
                    <a:pt x="17706" y="16487"/>
                  </a:cubicBezTo>
                  <a:cubicBezTo>
                    <a:pt x="17706" y="16380"/>
                    <a:pt x="17737" y="16283"/>
                    <a:pt x="17777" y="16283"/>
                  </a:cubicBezTo>
                  <a:cubicBezTo>
                    <a:pt x="17798" y="16283"/>
                    <a:pt x="17822" y="16309"/>
                    <a:pt x="17845" y="16371"/>
                  </a:cubicBezTo>
                  <a:cubicBezTo>
                    <a:pt x="17915" y="16557"/>
                    <a:pt x="18124" y="16557"/>
                    <a:pt x="18216" y="16696"/>
                  </a:cubicBezTo>
                  <a:cubicBezTo>
                    <a:pt x="18266" y="16795"/>
                    <a:pt x="18327" y="16882"/>
                    <a:pt x="18358" y="16882"/>
                  </a:cubicBezTo>
                  <a:cubicBezTo>
                    <a:pt x="18371" y="16882"/>
                    <a:pt x="18379" y="16868"/>
                    <a:pt x="18379" y="16835"/>
                  </a:cubicBezTo>
                  <a:cubicBezTo>
                    <a:pt x="18379" y="16719"/>
                    <a:pt x="18448" y="16603"/>
                    <a:pt x="18633" y="16534"/>
                  </a:cubicBezTo>
                  <a:cubicBezTo>
                    <a:pt x="18819" y="16464"/>
                    <a:pt x="18958" y="16325"/>
                    <a:pt x="19143" y="16163"/>
                  </a:cubicBezTo>
                  <a:cubicBezTo>
                    <a:pt x="19352" y="15977"/>
                    <a:pt x="20209" y="15954"/>
                    <a:pt x="20302" y="15954"/>
                  </a:cubicBezTo>
                  <a:cubicBezTo>
                    <a:pt x="20372" y="15954"/>
                    <a:pt x="20418" y="15213"/>
                    <a:pt x="20464" y="14842"/>
                  </a:cubicBezTo>
                  <a:cubicBezTo>
                    <a:pt x="20534" y="14471"/>
                    <a:pt x="20835" y="14402"/>
                    <a:pt x="20881" y="14008"/>
                  </a:cubicBezTo>
                  <a:cubicBezTo>
                    <a:pt x="20928" y="13614"/>
                    <a:pt x="21368" y="12872"/>
                    <a:pt x="21461" y="12826"/>
                  </a:cubicBezTo>
                  <a:cubicBezTo>
                    <a:pt x="21577" y="12802"/>
                    <a:pt x="21785" y="12687"/>
                    <a:pt x="21785" y="12455"/>
                  </a:cubicBezTo>
                  <a:cubicBezTo>
                    <a:pt x="21808" y="12223"/>
                    <a:pt x="22087" y="11968"/>
                    <a:pt x="22087" y="11690"/>
                  </a:cubicBezTo>
                  <a:cubicBezTo>
                    <a:pt x="22087" y="11412"/>
                    <a:pt x="22249" y="11087"/>
                    <a:pt x="22226" y="11018"/>
                  </a:cubicBezTo>
                  <a:cubicBezTo>
                    <a:pt x="22202" y="10925"/>
                    <a:pt x="22087" y="10647"/>
                    <a:pt x="22272" y="10462"/>
                  </a:cubicBezTo>
                  <a:cubicBezTo>
                    <a:pt x="22457" y="10253"/>
                    <a:pt x="22202" y="10021"/>
                    <a:pt x="22295" y="9952"/>
                  </a:cubicBezTo>
                  <a:cubicBezTo>
                    <a:pt x="22380" y="9888"/>
                    <a:pt x="22270" y="9550"/>
                    <a:pt x="22179" y="9550"/>
                  </a:cubicBezTo>
                  <a:cubicBezTo>
                    <a:pt x="22171" y="9550"/>
                    <a:pt x="22164" y="9552"/>
                    <a:pt x="22156" y="9558"/>
                  </a:cubicBezTo>
                  <a:cubicBezTo>
                    <a:pt x="22154" y="9559"/>
                    <a:pt x="22152" y="9560"/>
                    <a:pt x="22149" y="9560"/>
                  </a:cubicBezTo>
                  <a:cubicBezTo>
                    <a:pt x="22087" y="9560"/>
                    <a:pt x="22088" y="8922"/>
                    <a:pt x="22133" y="8631"/>
                  </a:cubicBezTo>
                  <a:cubicBezTo>
                    <a:pt x="22169" y="8473"/>
                    <a:pt x="22174" y="8410"/>
                    <a:pt x="22150" y="8410"/>
                  </a:cubicBezTo>
                  <a:cubicBezTo>
                    <a:pt x="22128" y="8410"/>
                    <a:pt x="22083" y="8461"/>
                    <a:pt x="22017" y="8538"/>
                  </a:cubicBezTo>
                  <a:cubicBezTo>
                    <a:pt x="21996" y="8556"/>
                    <a:pt x="21975" y="8564"/>
                    <a:pt x="21954" y="8564"/>
                  </a:cubicBezTo>
                  <a:cubicBezTo>
                    <a:pt x="21810" y="8564"/>
                    <a:pt x="21666" y="8199"/>
                    <a:pt x="21646" y="8098"/>
                  </a:cubicBezTo>
                  <a:cubicBezTo>
                    <a:pt x="21604" y="7992"/>
                    <a:pt x="21466" y="7695"/>
                    <a:pt x="21284" y="7695"/>
                  </a:cubicBezTo>
                  <a:cubicBezTo>
                    <a:pt x="21266" y="7695"/>
                    <a:pt x="21248" y="7698"/>
                    <a:pt x="21229" y="7704"/>
                  </a:cubicBezTo>
                  <a:cubicBezTo>
                    <a:pt x="21216" y="7707"/>
                    <a:pt x="21204" y="7708"/>
                    <a:pt x="21194" y="7708"/>
                  </a:cubicBezTo>
                  <a:cubicBezTo>
                    <a:pt x="21047" y="7708"/>
                    <a:pt x="21133" y="7445"/>
                    <a:pt x="20986" y="7445"/>
                  </a:cubicBezTo>
                  <a:cubicBezTo>
                    <a:pt x="20976" y="7445"/>
                    <a:pt x="20964" y="7446"/>
                    <a:pt x="20951" y="7449"/>
                  </a:cubicBezTo>
                  <a:cubicBezTo>
                    <a:pt x="20944" y="7450"/>
                    <a:pt x="20938" y="7450"/>
                    <a:pt x="20931" y="7450"/>
                  </a:cubicBezTo>
                  <a:cubicBezTo>
                    <a:pt x="20762" y="7450"/>
                    <a:pt x="20721" y="7160"/>
                    <a:pt x="20766" y="6870"/>
                  </a:cubicBezTo>
                  <a:cubicBezTo>
                    <a:pt x="20776" y="6739"/>
                    <a:pt x="20747" y="6716"/>
                    <a:pt x="20702" y="6716"/>
                  </a:cubicBezTo>
                  <a:cubicBezTo>
                    <a:pt x="20677" y="6716"/>
                    <a:pt x="20648" y="6723"/>
                    <a:pt x="20619" y="6723"/>
                  </a:cubicBezTo>
                  <a:cubicBezTo>
                    <a:pt x="20589" y="6723"/>
                    <a:pt x="20559" y="6715"/>
                    <a:pt x="20534" y="6684"/>
                  </a:cubicBezTo>
                  <a:cubicBezTo>
                    <a:pt x="20509" y="6643"/>
                    <a:pt x="20482" y="6628"/>
                    <a:pt x="20450" y="6628"/>
                  </a:cubicBezTo>
                  <a:cubicBezTo>
                    <a:pt x="20393" y="6628"/>
                    <a:pt x="20322" y="6677"/>
                    <a:pt x="20233" y="6707"/>
                  </a:cubicBezTo>
                  <a:cubicBezTo>
                    <a:pt x="20223" y="6711"/>
                    <a:pt x="20213" y="6712"/>
                    <a:pt x="20205" y="6712"/>
                  </a:cubicBezTo>
                  <a:cubicBezTo>
                    <a:pt x="20087" y="6712"/>
                    <a:pt x="20050" y="6444"/>
                    <a:pt x="20093" y="6337"/>
                  </a:cubicBezTo>
                  <a:cubicBezTo>
                    <a:pt x="20140" y="6221"/>
                    <a:pt x="20070" y="6082"/>
                    <a:pt x="19885" y="5943"/>
                  </a:cubicBezTo>
                  <a:cubicBezTo>
                    <a:pt x="19700" y="5804"/>
                    <a:pt x="19700" y="5688"/>
                    <a:pt x="19700" y="5549"/>
                  </a:cubicBezTo>
                  <a:cubicBezTo>
                    <a:pt x="19723" y="5386"/>
                    <a:pt x="18680" y="4853"/>
                    <a:pt x="18448" y="4807"/>
                  </a:cubicBezTo>
                  <a:cubicBezTo>
                    <a:pt x="18216" y="4761"/>
                    <a:pt x="18402" y="4506"/>
                    <a:pt x="18309" y="4413"/>
                  </a:cubicBezTo>
                  <a:cubicBezTo>
                    <a:pt x="18216" y="4343"/>
                    <a:pt x="18170" y="4019"/>
                    <a:pt x="18170" y="3764"/>
                  </a:cubicBezTo>
                  <a:cubicBezTo>
                    <a:pt x="18170" y="3486"/>
                    <a:pt x="17845" y="3416"/>
                    <a:pt x="17845" y="3185"/>
                  </a:cubicBezTo>
                  <a:cubicBezTo>
                    <a:pt x="17869" y="2976"/>
                    <a:pt x="17753" y="2768"/>
                    <a:pt x="17776" y="2513"/>
                  </a:cubicBezTo>
                  <a:cubicBezTo>
                    <a:pt x="17799" y="2281"/>
                    <a:pt x="17428" y="2211"/>
                    <a:pt x="17428" y="2096"/>
                  </a:cubicBezTo>
                  <a:cubicBezTo>
                    <a:pt x="17420" y="2045"/>
                    <a:pt x="17387" y="2028"/>
                    <a:pt x="17339" y="2028"/>
                  </a:cubicBezTo>
                  <a:cubicBezTo>
                    <a:pt x="17254" y="2028"/>
                    <a:pt x="17121" y="2081"/>
                    <a:pt x="16988" y="2096"/>
                  </a:cubicBezTo>
                  <a:cubicBezTo>
                    <a:pt x="16980" y="2096"/>
                    <a:pt x="16972" y="2097"/>
                    <a:pt x="16965" y="2097"/>
                  </a:cubicBezTo>
                  <a:cubicBezTo>
                    <a:pt x="16781" y="2097"/>
                    <a:pt x="16804" y="1830"/>
                    <a:pt x="16826" y="1562"/>
                  </a:cubicBezTo>
                  <a:cubicBezTo>
                    <a:pt x="16849" y="1284"/>
                    <a:pt x="16733" y="821"/>
                    <a:pt x="16571" y="682"/>
                  </a:cubicBezTo>
                  <a:cubicBezTo>
                    <a:pt x="16409" y="543"/>
                    <a:pt x="16385" y="79"/>
                    <a:pt x="16293" y="10"/>
                  </a:cubicBezTo>
                  <a:cubicBezTo>
                    <a:pt x="16286" y="3"/>
                    <a:pt x="16278" y="0"/>
                    <a:pt x="16268" y="0"/>
                  </a:cubicBezTo>
                  <a:close/>
                  <a:moveTo>
                    <a:pt x="17442" y="17900"/>
                  </a:moveTo>
                  <a:cubicBezTo>
                    <a:pt x="17437" y="17900"/>
                    <a:pt x="17432" y="17900"/>
                    <a:pt x="17428" y="17901"/>
                  </a:cubicBezTo>
                  <a:cubicBezTo>
                    <a:pt x="17289" y="17947"/>
                    <a:pt x="17845" y="18782"/>
                    <a:pt x="17683" y="18990"/>
                  </a:cubicBezTo>
                  <a:cubicBezTo>
                    <a:pt x="17498" y="19222"/>
                    <a:pt x="18170" y="19801"/>
                    <a:pt x="18402" y="19848"/>
                  </a:cubicBezTo>
                  <a:cubicBezTo>
                    <a:pt x="18420" y="19851"/>
                    <a:pt x="18436" y="19853"/>
                    <a:pt x="18450" y="19853"/>
                  </a:cubicBezTo>
                  <a:cubicBezTo>
                    <a:pt x="18613" y="19853"/>
                    <a:pt x="18559" y="19638"/>
                    <a:pt x="18685" y="19638"/>
                  </a:cubicBezTo>
                  <a:cubicBezTo>
                    <a:pt x="18690" y="19638"/>
                    <a:pt x="18696" y="19638"/>
                    <a:pt x="18703" y="19639"/>
                  </a:cubicBezTo>
                  <a:cubicBezTo>
                    <a:pt x="18865" y="19639"/>
                    <a:pt x="18796" y="19477"/>
                    <a:pt x="18819" y="19361"/>
                  </a:cubicBezTo>
                  <a:cubicBezTo>
                    <a:pt x="18824" y="19330"/>
                    <a:pt x="18836" y="19319"/>
                    <a:pt x="18853" y="19319"/>
                  </a:cubicBezTo>
                  <a:cubicBezTo>
                    <a:pt x="18903" y="19319"/>
                    <a:pt x="18998" y="19420"/>
                    <a:pt x="19091" y="19420"/>
                  </a:cubicBezTo>
                  <a:cubicBezTo>
                    <a:pt x="19108" y="19420"/>
                    <a:pt x="19126" y="19416"/>
                    <a:pt x="19143" y="19407"/>
                  </a:cubicBezTo>
                  <a:cubicBezTo>
                    <a:pt x="19282" y="19338"/>
                    <a:pt x="19097" y="18828"/>
                    <a:pt x="19306" y="18828"/>
                  </a:cubicBezTo>
                  <a:cubicBezTo>
                    <a:pt x="19491" y="18828"/>
                    <a:pt x="19329" y="18179"/>
                    <a:pt x="19282" y="17970"/>
                  </a:cubicBezTo>
                  <a:cubicBezTo>
                    <a:pt x="19268" y="17932"/>
                    <a:pt x="19233" y="17916"/>
                    <a:pt x="19185" y="17916"/>
                  </a:cubicBezTo>
                  <a:cubicBezTo>
                    <a:pt x="19000" y="17916"/>
                    <a:pt x="18612" y="18142"/>
                    <a:pt x="18355" y="18179"/>
                  </a:cubicBezTo>
                  <a:cubicBezTo>
                    <a:pt x="18344" y="18180"/>
                    <a:pt x="18333" y="18180"/>
                    <a:pt x="18321" y="18180"/>
                  </a:cubicBezTo>
                  <a:cubicBezTo>
                    <a:pt x="18009" y="18180"/>
                    <a:pt x="17573" y="17900"/>
                    <a:pt x="17442" y="1790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59"/>
            <p:cNvSpPr/>
            <p:nvPr/>
          </p:nvSpPr>
          <p:spPr>
            <a:xfrm>
              <a:off x="6706853" y="4047482"/>
              <a:ext cx="206959" cy="247558"/>
            </a:xfrm>
            <a:custGeom>
              <a:avLst/>
              <a:gdLst/>
              <a:ahLst/>
              <a:cxnLst/>
              <a:rect l="l" t="t" r="r" b="b"/>
              <a:pathLst>
                <a:path w="6785" h="8116" extrusionOk="0">
                  <a:moveTo>
                    <a:pt x="3778" y="0"/>
                  </a:moveTo>
                  <a:cubicBezTo>
                    <a:pt x="3523" y="0"/>
                    <a:pt x="3824" y="441"/>
                    <a:pt x="3940" y="580"/>
                  </a:cubicBezTo>
                  <a:cubicBezTo>
                    <a:pt x="4079" y="742"/>
                    <a:pt x="4334" y="858"/>
                    <a:pt x="4334" y="974"/>
                  </a:cubicBezTo>
                  <a:cubicBezTo>
                    <a:pt x="4311" y="1090"/>
                    <a:pt x="4497" y="1368"/>
                    <a:pt x="4659" y="1414"/>
                  </a:cubicBezTo>
                  <a:cubicBezTo>
                    <a:pt x="4798" y="1460"/>
                    <a:pt x="4566" y="1878"/>
                    <a:pt x="4566" y="2225"/>
                  </a:cubicBezTo>
                  <a:cubicBezTo>
                    <a:pt x="4566" y="2550"/>
                    <a:pt x="4311" y="2503"/>
                    <a:pt x="4126" y="2712"/>
                  </a:cubicBezTo>
                  <a:cubicBezTo>
                    <a:pt x="3940" y="2944"/>
                    <a:pt x="4589" y="3152"/>
                    <a:pt x="4844" y="3361"/>
                  </a:cubicBezTo>
                  <a:cubicBezTo>
                    <a:pt x="5122" y="3593"/>
                    <a:pt x="4612" y="4126"/>
                    <a:pt x="4682" y="4241"/>
                  </a:cubicBezTo>
                  <a:cubicBezTo>
                    <a:pt x="4715" y="4291"/>
                    <a:pt x="4817" y="4340"/>
                    <a:pt x="4972" y="4340"/>
                  </a:cubicBezTo>
                  <a:cubicBezTo>
                    <a:pt x="5037" y="4340"/>
                    <a:pt x="5110" y="4331"/>
                    <a:pt x="5192" y="4311"/>
                  </a:cubicBezTo>
                  <a:cubicBezTo>
                    <a:pt x="5470" y="4241"/>
                    <a:pt x="5586" y="3639"/>
                    <a:pt x="5794" y="3477"/>
                  </a:cubicBezTo>
                  <a:cubicBezTo>
                    <a:pt x="5980" y="3291"/>
                    <a:pt x="5864" y="3036"/>
                    <a:pt x="5957" y="2897"/>
                  </a:cubicBezTo>
                  <a:cubicBezTo>
                    <a:pt x="6026" y="2793"/>
                    <a:pt x="6122" y="2780"/>
                    <a:pt x="6224" y="2780"/>
                  </a:cubicBezTo>
                  <a:cubicBezTo>
                    <a:pt x="6258" y="2780"/>
                    <a:pt x="6293" y="2781"/>
                    <a:pt x="6327" y="2781"/>
                  </a:cubicBezTo>
                  <a:cubicBezTo>
                    <a:pt x="6466" y="2781"/>
                    <a:pt x="6374" y="2434"/>
                    <a:pt x="6559" y="2434"/>
                  </a:cubicBezTo>
                  <a:cubicBezTo>
                    <a:pt x="6721" y="2434"/>
                    <a:pt x="6629" y="2202"/>
                    <a:pt x="6745" y="1970"/>
                  </a:cubicBezTo>
                  <a:cubicBezTo>
                    <a:pt x="6785" y="1859"/>
                    <a:pt x="6706" y="1814"/>
                    <a:pt x="6597" y="1814"/>
                  </a:cubicBezTo>
                  <a:cubicBezTo>
                    <a:pt x="6456" y="1814"/>
                    <a:pt x="6264" y="1889"/>
                    <a:pt x="6212" y="1993"/>
                  </a:cubicBezTo>
                  <a:cubicBezTo>
                    <a:pt x="6178" y="2046"/>
                    <a:pt x="6136" y="2065"/>
                    <a:pt x="6087" y="2065"/>
                  </a:cubicBezTo>
                  <a:cubicBezTo>
                    <a:pt x="5965" y="2065"/>
                    <a:pt x="5804" y="1947"/>
                    <a:pt x="5655" y="1947"/>
                  </a:cubicBezTo>
                  <a:cubicBezTo>
                    <a:pt x="5470" y="1947"/>
                    <a:pt x="5331" y="1808"/>
                    <a:pt x="5331" y="1623"/>
                  </a:cubicBezTo>
                  <a:cubicBezTo>
                    <a:pt x="5331" y="1445"/>
                    <a:pt x="5288" y="1181"/>
                    <a:pt x="5120" y="1181"/>
                  </a:cubicBezTo>
                  <a:cubicBezTo>
                    <a:pt x="5114" y="1181"/>
                    <a:pt x="5106" y="1181"/>
                    <a:pt x="5099" y="1182"/>
                  </a:cubicBezTo>
                  <a:cubicBezTo>
                    <a:pt x="4914" y="1182"/>
                    <a:pt x="5169" y="1391"/>
                    <a:pt x="5076" y="1484"/>
                  </a:cubicBezTo>
                  <a:cubicBezTo>
                    <a:pt x="5063" y="1500"/>
                    <a:pt x="5051" y="1507"/>
                    <a:pt x="5040" y="1507"/>
                  </a:cubicBezTo>
                  <a:cubicBezTo>
                    <a:pt x="4988" y="1507"/>
                    <a:pt x="4943" y="1368"/>
                    <a:pt x="4867" y="1368"/>
                  </a:cubicBezTo>
                  <a:cubicBezTo>
                    <a:pt x="4775" y="1368"/>
                    <a:pt x="4659" y="1229"/>
                    <a:pt x="4659" y="997"/>
                  </a:cubicBezTo>
                  <a:cubicBezTo>
                    <a:pt x="4659" y="765"/>
                    <a:pt x="4450" y="788"/>
                    <a:pt x="4450" y="510"/>
                  </a:cubicBezTo>
                  <a:cubicBezTo>
                    <a:pt x="4450" y="232"/>
                    <a:pt x="4010" y="0"/>
                    <a:pt x="3778" y="0"/>
                  </a:cubicBezTo>
                  <a:close/>
                  <a:moveTo>
                    <a:pt x="3358" y="3813"/>
                  </a:moveTo>
                  <a:cubicBezTo>
                    <a:pt x="3330" y="3813"/>
                    <a:pt x="3300" y="3823"/>
                    <a:pt x="3268" y="3847"/>
                  </a:cubicBezTo>
                  <a:cubicBezTo>
                    <a:pt x="3037" y="4033"/>
                    <a:pt x="3245" y="4102"/>
                    <a:pt x="2990" y="4334"/>
                  </a:cubicBezTo>
                  <a:cubicBezTo>
                    <a:pt x="2735" y="4543"/>
                    <a:pt x="2828" y="4612"/>
                    <a:pt x="2527" y="5099"/>
                  </a:cubicBezTo>
                  <a:cubicBezTo>
                    <a:pt x="2225" y="5562"/>
                    <a:pt x="1182" y="5841"/>
                    <a:pt x="1020" y="6095"/>
                  </a:cubicBezTo>
                  <a:cubicBezTo>
                    <a:pt x="881" y="6350"/>
                    <a:pt x="348" y="6536"/>
                    <a:pt x="348" y="6744"/>
                  </a:cubicBezTo>
                  <a:cubicBezTo>
                    <a:pt x="325" y="6930"/>
                    <a:pt x="1" y="7069"/>
                    <a:pt x="186" y="7324"/>
                  </a:cubicBezTo>
                  <a:cubicBezTo>
                    <a:pt x="348" y="7532"/>
                    <a:pt x="534" y="7393"/>
                    <a:pt x="696" y="7556"/>
                  </a:cubicBezTo>
                  <a:cubicBezTo>
                    <a:pt x="835" y="7718"/>
                    <a:pt x="997" y="7579"/>
                    <a:pt x="1067" y="7718"/>
                  </a:cubicBezTo>
                  <a:cubicBezTo>
                    <a:pt x="1101" y="7760"/>
                    <a:pt x="1193" y="7787"/>
                    <a:pt x="1317" y="7787"/>
                  </a:cubicBezTo>
                  <a:cubicBezTo>
                    <a:pt x="1531" y="7787"/>
                    <a:pt x="1837" y="7706"/>
                    <a:pt x="2086" y="7486"/>
                  </a:cubicBezTo>
                  <a:cubicBezTo>
                    <a:pt x="2480" y="7115"/>
                    <a:pt x="2295" y="6953"/>
                    <a:pt x="2434" y="6837"/>
                  </a:cubicBezTo>
                  <a:cubicBezTo>
                    <a:pt x="2596" y="6744"/>
                    <a:pt x="2619" y="6466"/>
                    <a:pt x="2712" y="6281"/>
                  </a:cubicBezTo>
                  <a:cubicBezTo>
                    <a:pt x="2828" y="6095"/>
                    <a:pt x="2897" y="5910"/>
                    <a:pt x="3338" y="5910"/>
                  </a:cubicBezTo>
                  <a:cubicBezTo>
                    <a:pt x="3755" y="5910"/>
                    <a:pt x="3523" y="5817"/>
                    <a:pt x="3500" y="5609"/>
                  </a:cubicBezTo>
                  <a:cubicBezTo>
                    <a:pt x="3477" y="5400"/>
                    <a:pt x="3871" y="5377"/>
                    <a:pt x="3871" y="5099"/>
                  </a:cubicBezTo>
                  <a:cubicBezTo>
                    <a:pt x="3871" y="4844"/>
                    <a:pt x="4404" y="4589"/>
                    <a:pt x="4288" y="4381"/>
                  </a:cubicBezTo>
                  <a:cubicBezTo>
                    <a:pt x="4195" y="4195"/>
                    <a:pt x="4404" y="4056"/>
                    <a:pt x="4218" y="3940"/>
                  </a:cubicBezTo>
                  <a:cubicBezTo>
                    <a:pt x="4178" y="3912"/>
                    <a:pt x="4143" y="3900"/>
                    <a:pt x="4109" y="3900"/>
                  </a:cubicBezTo>
                  <a:cubicBezTo>
                    <a:pt x="4006" y="3900"/>
                    <a:pt x="3924" y="4009"/>
                    <a:pt x="3801" y="4079"/>
                  </a:cubicBezTo>
                  <a:cubicBezTo>
                    <a:pt x="3788" y="4084"/>
                    <a:pt x="3775" y="4086"/>
                    <a:pt x="3763" y="4086"/>
                  </a:cubicBezTo>
                  <a:cubicBezTo>
                    <a:pt x="3623" y="4086"/>
                    <a:pt x="3506" y="3813"/>
                    <a:pt x="3358" y="3813"/>
                  </a:cubicBezTo>
                  <a:close/>
                  <a:moveTo>
                    <a:pt x="827" y="7828"/>
                  </a:moveTo>
                  <a:cubicBezTo>
                    <a:pt x="690" y="7828"/>
                    <a:pt x="570" y="8075"/>
                    <a:pt x="719" y="8112"/>
                  </a:cubicBezTo>
                  <a:cubicBezTo>
                    <a:pt x="730" y="8115"/>
                    <a:pt x="745" y="8116"/>
                    <a:pt x="760" y="8116"/>
                  </a:cubicBezTo>
                  <a:cubicBezTo>
                    <a:pt x="873" y="8116"/>
                    <a:pt x="1070" y="8043"/>
                    <a:pt x="928" y="7880"/>
                  </a:cubicBezTo>
                  <a:cubicBezTo>
                    <a:pt x="896" y="7843"/>
                    <a:pt x="861" y="7828"/>
                    <a:pt x="827" y="78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6" name="Google Shape;8776;p59"/>
            <p:cNvSpPr/>
            <p:nvPr/>
          </p:nvSpPr>
          <p:spPr>
            <a:xfrm>
              <a:off x="6890992" y="3714950"/>
              <a:ext cx="44229" cy="34498"/>
            </a:xfrm>
            <a:custGeom>
              <a:avLst/>
              <a:gdLst/>
              <a:ahLst/>
              <a:cxnLst/>
              <a:rect l="l" t="t" r="r" b="b"/>
              <a:pathLst>
                <a:path w="1450" h="1131" extrusionOk="0">
                  <a:moveTo>
                    <a:pt x="1379" y="1"/>
                  </a:moveTo>
                  <a:cubicBezTo>
                    <a:pt x="1194" y="1"/>
                    <a:pt x="719" y="301"/>
                    <a:pt x="870" y="358"/>
                  </a:cubicBezTo>
                  <a:cubicBezTo>
                    <a:pt x="892" y="369"/>
                    <a:pt x="922" y="374"/>
                    <a:pt x="957" y="374"/>
                  </a:cubicBezTo>
                  <a:cubicBezTo>
                    <a:pt x="1139" y="374"/>
                    <a:pt x="1449" y="232"/>
                    <a:pt x="1449" y="56"/>
                  </a:cubicBezTo>
                  <a:cubicBezTo>
                    <a:pt x="1449" y="17"/>
                    <a:pt x="1422" y="1"/>
                    <a:pt x="1379" y="1"/>
                  </a:cubicBezTo>
                  <a:close/>
                  <a:moveTo>
                    <a:pt x="583" y="695"/>
                  </a:moveTo>
                  <a:cubicBezTo>
                    <a:pt x="356" y="695"/>
                    <a:pt x="0" y="895"/>
                    <a:pt x="128" y="1007"/>
                  </a:cubicBezTo>
                  <a:cubicBezTo>
                    <a:pt x="216" y="1085"/>
                    <a:pt x="341" y="1130"/>
                    <a:pt x="457" y="1130"/>
                  </a:cubicBezTo>
                  <a:cubicBezTo>
                    <a:pt x="615" y="1130"/>
                    <a:pt x="754" y="1045"/>
                    <a:pt x="754" y="844"/>
                  </a:cubicBezTo>
                  <a:cubicBezTo>
                    <a:pt x="761" y="736"/>
                    <a:pt x="685" y="695"/>
                    <a:pt x="583" y="6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59"/>
            <p:cNvSpPr/>
            <p:nvPr/>
          </p:nvSpPr>
          <p:spPr>
            <a:xfrm>
              <a:off x="4821784" y="2669985"/>
              <a:ext cx="238072" cy="147205"/>
            </a:xfrm>
            <a:custGeom>
              <a:avLst/>
              <a:gdLst/>
              <a:ahLst/>
              <a:cxnLst/>
              <a:rect l="l" t="t" r="r" b="b"/>
              <a:pathLst>
                <a:path w="7805" h="4826" extrusionOk="0">
                  <a:moveTo>
                    <a:pt x="3347" y="1"/>
                  </a:moveTo>
                  <a:cubicBezTo>
                    <a:pt x="3307" y="1"/>
                    <a:pt x="3276" y="12"/>
                    <a:pt x="3262" y="39"/>
                  </a:cubicBezTo>
                  <a:cubicBezTo>
                    <a:pt x="3193" y="109"/>
                    <a:pt x="3077" y="132"/>
                    <a:pt x="3030" y="132"/>
                  </a:cubicBezTo>
                  <a:cubicBezTo>
                    <a:pt x="2984" y="132"/>
                    <a:pt x="2984" y="364"/>
                    <a:pt x="2822" y="364"/>
                  </a:cubicBezTo>
                  <a:cubicBezTo>
                    <a:pt x="2812" y="362"/>
                    <a:pt x="2803" y="362"/>
                    <a:pt x="2793" y="362"/>
                  </a:cubicBezTo>
                  <a:cubicBezTo>
                    <a:pt x="2636" y="362"/>
                    <a:pt x="2451" y="533"/>
                    <a:pt x="2451" y="642"/>
                  </a:cubicBezTo>
                  <a:cubicBezTo>
                    <a:pt x="2451" y="750"/>
                    <a:pt x="2451" y="899"/>
                    <a:pt x="2281" y="899"/>
                  </a:cubicBezTo>
                  <a:cubicBezTo>
                    <a:pt x="2269" y="899"/>
                    <a:pt x="2256" y="898"/>
                    <a:pt x="2242" y="897"/>
                  </a:cubicBezTo>
                  <a:cubicBezTo>
                    <a:pt x="2150" y="897"/>
                    <a:pt x="1987" y="874"/>
                    <a:pt x="1872" y="804"/>
                  </a:cubicBezTo>
                  <a:cubicBezTo>
                    <a:pt x="1847" y="816"/>
                    <a:pt x="1792" y="854"/>
                    <a:pt x="1717" y="854"/>
                  </a:cubicBezTo>
                  <a:cubicBezTo>
                    <a:pt x="1650" y="854"/>
                    <a:pt x="1566" y="822"/>
                    <a:pt x="1478" y="711"/>
                  </a:cubicBezTo>
                  <a:cubicBezTo>
                    <a:pt x="1292" y="457"/>
                    <a:pt x="991" y="202"/>
                    <a:pt x="805" y="202"/>
                  </a:cubicBezTo>
                  <a:cubicBezTo>
                    <a:pt x="666" y="202"/>
                    <a:pt x="133" y="202"/>
                    <a:pt x="249" y="503"/>
                  </a:cubicBezTo>
                  <a:cubicBezTo>
                    <a:pt x="296" y="433"/>
                    <a:pt x="365" y="387"/>
                    <a:pt x="504" y="387"/>
                  </a:cubicBezTo>
                  <a:cubicBezTo>
                    <a:pt x="898" y="433"/>
                    <a:pt x="713" y="874"/>
                    <a:pt x="921" y="897"/>
                  </a:cubicBezTo>
                  <a:cubicBezTo>
                    <a:pt x="1123" y="919"/>
                    <a:pt x="1367" y="1223"/>
                    <a:pt x="1196" y="1223"/>
                  </a:cubicBezTo>
                  <a:cubicBezTo>
                    <a:pt x="1190" y="1223"/>
                    <a:pt x="1183" y="1222"/>
                    <a:pt x="1176" y="1221"/>
                  </a:cubicBezTo>
                  <a:cubicBezTo>
                    <a:pt x="1166" y="1220"/>
                    <a:pt x="1157" y="1220"/>
                    <a:pt x="1147" y="1220"/>
                  </a:cubicBezTo>
                  <a:cubicBezTo>
                    <a:pt x="1000" y="1220"/>
                    <a:pt x="866" y="1351"/>
                    <a:pt x="722" y="1351"/>
                  </a:cubicBezTo>
                  <a:cubicBezTo>
                    <a:pt x="696" y="1351"/>
                    <a:pt x="670" y="1347"/>
                    <a:pt x="643" y="1337"/>
                  </a:cubicBezTo>
                  <a:cubicBezTo>
                    <a:pt x="515" y="1295"/>
                    <a:pt x="379" y="1217"/>
                    <a:pt x="276" y="1217"/>
                  </a:cubicBezTo>
                  <a:cubicBezTo>
                    <a:pt x="211" y="1217"/>
                    <a:pt x="160" y="1248"/>
                    <a:pt x="133" y="1337"/>
                  </a:cubicBezTo>
                  <a:cubicBezTo>
                    <a:pt x="67" y="1558"/>
                    <a:pt x="1" y="1779"/>
                    <a:pt x="216" y="1779"/>
                  </a:cubicBezTo>
                  <a:cubicBezTo>
                    <a:pt x="226" y="1779"/>
                    <a:pt x="237" y="1779"/>
                    <a:pt x="249" y="1778"/>
                  </a:cubicBezTo>
                  <a:cubicBezTo>
                    <a:pt x="504" y="1778"/>
                    <a:pt x="458" y="1940"/>
                    <a:pt x="272" y="2125"/>
                  </a:cubicBezTo>
                  <a:cubicBezTo>
                    <a:pt x="213" y="2193"/>
                    <a:pt x="234" y="2208"/>
                    <a:pt x="285" y="2208"/>
                  </a:cubicBezTo>
                  <a:cubicBezTo>
                    <a:pt x="328" y="2208"/>
                    <a:pt x="392" y="2197"/>
                    <a:pt x="449" y="2197"/>
                  </a:cubicBezTo>
                  <a:cubicBezTo>
                    <a:pt x="512" y="2197"/>
                    <a:pt x="566" y="2210"/>
                    <a:pt x="574" y="2264"/>
                  </a:cubicBezTo>
                  <a:cubicBezTo>
                    <a:pt x="620" y="2426"/>
                    <a:pt x="759" y="2426"/>
                    <a:pt x="690" y="2681"/>
                  </a:cubicBezTo>
                  <a:cubicBezTo>
                    <a:pt x="666" y="2844"/>
                    <a:pt x="690" y="3168"/>
                    <a:pt x="690" y="3423"/>
                  </a:cubicBezTo>
                  <a:cubicBezTo>
                    <a:pt x="875" y="3423"/>
                    <a:pt x="1107" y="3400"/>
                    <a:pt x="1153" y="3330"/>
                  </a:cubicBezTo>
                  <a:cubicBezTo>
                    <a:pt x="1223" y="3214"/>
                    <a:pt x="1478" y="3006"/>
                    <a:pt x="1640" y="3006"/>
                  </a:cubicBezTo>
                  <a:cubicBezTo>
                    <a:pt x="1702" y="3006"/>
                    <a:pt x="1768" y="3015"/>
                    <a:pt x="1829" y="3015"/>
                  </a:cubicBezTo>
                  <a:cubicBezTo>
                    <a:pt x="1905" y="3015"/>
                    <a:pt x="1972" y="3001"/>
                    <a:pt x="2011" y="2936"/>
                  </a:cubicBezTo>
                  <a:cubicBezTo>
                    <a:pt x="2051" y="2896"/>
                    <a:pt x="2163" y="2877"/>
                    <a:pt x="2284" y="2877"/>
                  </a:cubicBezTo>
                  <a:cubicBezTo>
                    <a:pt x="2438" y="2877"/>
                    <a:pt x="2607" y="2907"/>
                    <a:pt x="2659" y="2959"/>
                  </a:cubicBezTo>
                  <a:cubicBezTo>
                    <a:pt x="2729" y="3052"/>
                    <a:pt x="2984" y="3145"/>
                    <a:pt x="3053" y="3145"/>
                  </a:cubicBezTo>
                  <a:cubicBezTo>
                    <a:pt x="3118" y="3145"/>
                    <a:pt x="3142" y="3263"/>
                    <a:pt x="3273" y="3263"/>
                  </a:cubicBezTo>
                  <a:cubicBezTo>
                    <a:pt x="3284" y="3263"/>
                    <a:pt x="3296" y="3263"/>
                    <a:pt x="3308" y="3261"/>
                  </a:cubicBezTo>
                  <a:cubicBezTo>
                    <a:pt x="3471" y="3261"/>
                    <a:pt x="3772" y="3330"/>
                    <a:pt x="3772" y="3423"/>
                  </a:cubicBezTo>
                  <a:cubicBezTo>
                    <a:pt x="3772" y="3516"/>
                    <a:pt x="3888" y="3608"/>
                    <a:pt x="4027" y="3608"/>
                  </a:cubicBezTo>
                  <a:cubicBezTo>
                    <a:pt x="4139" y="3608"/>
                    <a:pt x="4251" y="3911"/>
                    <a:pt x="4383" y="3911"/>
                  </a:cubicBezTo>
                  <a:cubicBezTo>
                    <a:pt x="4388" y="3911"/>
                    <a:pt x="4393" y="3910"/>
                    <a:pt x="4398" y="3910"/>
                  </a:cubicBezTo>
                  <a:cubicBezTo>
                    <a:pt x="4514" y="3910"/>
                    <a:pt x="4792" y="3910"/>
                    <a:pt x="4792" y="3979"/>
                  </a:cubicBezTo>
                  <a:cubicBezTo>
                    <a:pt x="4792" y="4049"/>
                    <a:pt x="4815" y="4419"/>
                    <a:pt x="4884" y="4651"/>
                  </a:cubicBezTo>
                  <a:cubicBezTo>
                    <a:pt x="4931" y="4628"/>
                    <a:pt x="4977" y="4628"/>
                    <a:pt x="5000" y="4628"/>
                  </a:cubicBezTo>
                  <a:cubicBezTo>
                    <a:pt x="5070" y="4674"/>
                    <a:pt x="5348" y="4605"/>
                    <a:pt x="5394" y="4744"/>
                  </a:cubicBezTo>
                  <a:cubicBezTo>
                    <a:pt x="5402" y="4800"/>
                    <a:pt x="5463" y="4826"/>
                    <a:pt x="5537" y="4826"/>
                  </a:cubicBezTo>
                  <a:cubicBezTo>
                    <a:pt x="5679" y="4826"/>
                    <a:pt x="5873" y="4733"/>
                    <a:pt x="5858" y="4582"/>
                  </a:cubicBezTo>
                  <a:cubicBezTo>
                    <a:pt x="5834" y="4327"/>
                    <a:pt x="6576" y="4327"/>
                    <a:pt x="6646" y="4118"/>
                  </a:cubicBezTo>
                  <a:cubicBezTo>
                    <a:pt x="6688" y="3926"/>
                    <a:pt x="6770" y="3577"/>
                    <a:pt x="6928" y="3577"/>
                  </a:cubicBezTo>
                  <a:cubicBezTo>
                    <a:pt x="6941" y="3577"/>
                    <a:pt x="6955" y="3580"/>
                    <a:pt x="6970" y="3585"/>
                  </a:cubicBezTo>
                  <a:cubicBezTo>
                    <a:pt x="6985" y="3592"/>
                    <a:pt x="6999" y="3594"/>
                    <a:pt x="7013" y="3594"/>
                  </a:cubicBezTo>
                  <a:cubicBezTo>
                    <a:pt x="7149" y="3594"/>
                    <a:pt x="7253" y="3329"/>
                    <a:pt x="7374" y="3329"/>
                  </a:cubicBezTo>
                  <a:cubicBezTo>
                    <a:pt x="7378" y="3329"/>
                    <a:pt x="7383" y="3330"/>
                    <a:pt x="7387" y="3330"/>
                  </a:cubicBezTo>
                  <a:cubicBezTo>
                    <a:pt x="7511" y="3351"/>
                    <a:pt x="7616" y="3427"/>
                    <a:pt x="7753" y="3427"/>
                  </a:cubicBezTo>
                  <a:cubicBezTo>
                    <a:pt x="7769" y="3427"/>
                    <a:pt x="7787" y="3425"/>
                    <a:pt x="7804" y="3423"/>
                  </a:cubicBezTo>
                  <a:lnTo>
                    <a:pt x="7758" y="3052"/>
                  </a:lnTo>
                  <a:cubicBezTo>
                    <a:pt x="7758" y="3052"/>
                    <a:pt x="7410" y="2890"/>
                    <a:pt x="7271" y="2890"/>
                  </a:cubicBezTo>
                  <a:cubicBezTo>
                    <a:pt x="7267" y="2891"/>
                    <a:pt x="7263" y="2891"/>
                    <a:pt x="7258" y="2891"/>
                  </a:cubicBezTo>
                  <a:cubicBezTo>
                    <a:pt x="7140" y="2891"/>
                    <a:pt x="6938" y="2608"/>
                    <a:pt x="6715" y="2519"/>
                  </a:cubicBezTo>
                  <a:cubicBezTo>
                    <a:pt x="6483" y="2450"/>
                    <a:pt x="6182" y="2311"/>
                    <a:pt x="6089" y="2148"/>
                  </a:cubicBezTo>
                  <a:cubicBezTo>
                    <a:pt x="5974" y="2009"/>
                    <a:pt x="5580" y="1870"/>
                    <a:pt x="5533" y="1754"/>
                  </a:cubicBezTo>
                  <a:cubicBezTo>
                    <a:pt x="5487" y="1638"/>
                    <a:pt x="5394" y="1453"/>
                    <a:pt x="5278" y="1291"/>
                  </a:cubicBezTo>
                  <a:cubicBezTo>
                    <a:pt x="5186" y="1152"/>
                    <a:pt x="5186" y="966"/>
                    <a:pt x="5070" y="943"/>
                  </a:cubicBezTo>
                  <a:cubicBezTo>
                    <a:pt x="4954" y="920"/>
                    <a:pt x="4259" y="943"/>
                    <a:pt x="4259" y="851"/>
                  </a:cubicBezTo>
                  <a:cubicBezTo>
                    <a:pt x="4259" y="758"/>
                    <a:pt x="4212" y="294"/>
                    <a:pt x="4050" y="271"/>
                  </a:cubicBezTo>
                  <a:cubicBezTo>
                    <a:pt x="3911" y="248"/>
                    <a:pt x="3726" y="202"/>
                    <a:pt x="3633" y="132"/>
                  </a:cubicBezTo>
                  <a:cubicBezTo>
                    <a:pt x="3584" y="67"/>
                    <a:pt x="3442" y="1"/>
                    <a:pt x="3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59"/>
            <p:cNvSpPr/>
            <p:nvPr/>
          </p:nvSpPr>
          <p:spPr>
            <a:xfrm>
              <a:off x="4675986" y="2724035"/>
              <a:ext cx="330159" cy="277298"/>
            </a:xfrm>
            <a:custGeom>
              <a:avLst/>
              <a:gdLst/>
              <a:ahLst/>
              <a:cxnLst/>
              <a:rect l="l" t="t" r="r" b="b"/>
              <a:pathLst>
                <a:path w="10824" h="9091" extrusionOk="0">
                  <a:moveTo>
                    <a:pt x="283" y="1"/>
                  </a:moveTo>
                  <a:cubicBezTo>
                    <a:pt x="113" y="1"/>
                    <a:pt x="247" y="284"/>
                    <a:pt x="139" y="284"/>
                  </a:cubicBezTo>
                  <a:cubicBezTo>
                    <a:pt x="0" y="284"/>
                    <a:pt x="116" y="654"/>
                    <a:pt x="162" y="747"/>
                  </a:cubicBezTo>
                  <a:cubicBezTo>
                    <a:pt x="209" y="840"/>
                    <a:pt x="70" y="1303"/>
                    <a:pt x="162" y="1327"/>
                  </a:cubicBezTo>
                  <a:cubicBezTo>
                    <a:pt x="232" y="1350"/>
                    <a:pt x="441" y="1697"/>
                    <a:pt x="417" y="1767"/>
                  </a:cubicBezTo>
                  <a:cubicBezTo>
                    <a:pt x="394" y="1813"/>
                    <a:pt x="603" y="2045"/>
                    <a:pt x="603" y="2184"/>
                  </a:cubicBezTo>
                  <a:cubicBezTo>
                    <a:pt x="603" y="2346"/>
                    <a:pt x="811" y="2508"/>
                    <a:pt x="904" y="2508"/>
                  </a:cubicBezTo>
                  <a:cubicBezTo>
                    <a:pt x="1020" y="2508"/>
                    <a:pt x="1159" y="2578"/>
                    <a:pt x="1113" y="2717"/>
                  </a:cubicBezTo>
                  <a:cubicBezTo>
                    <a:pt x="1089" y="2833"/>
                    <a:pt x="1182" y="3041"/>
                    <a:pt x="1066" y="3041"/>
                  </a:cubicBezTo>
                  <a:cubicBezTo>
                    <a:pt x="927" y="3041"/>
                    <a:pt x="950" y="3412"/>
                    <a:pt x="835" y="3459"/>
                  </a:cubicBezTo>
                  <a:cubicBezTo>
                    <a:pt x="742" y="3528"/>
                    <a:pt x="835" y="3922"/>
                    <a:pt x="904" y="3968"/>
                  </a:cubicBezTo>
                  <a:cubicBezTo>
                    <a:pt x="997" y="4015"/>
                    <a:pt x="1182" y="4108"/>
                    <a:pt x="1159" y="4270"/>
                  </a:cubicBezTo>
                  <a:cubicBezTo>
                    <a:pt x="1136" y="4409"/>
                    <a:pt x="1623" y="4641"/>
                    <a:pt x="1762" y="4664"/>
                  </a:cubicBezTo>
                  <a:cubicBezTo>
                    <a:pt x="1924" y="4687"/>
                    <a:pt x="1947" y="4919"/>
                    <a:pt x="2040" y="4988"/>
                  </a:cubicBezTo>
                  <a:cubicBezTo>
                    <a:pt x="2109" y="5081"/>
                    <a:pt x="1970" y="5266"/>
                    <a:pt x="1993" y="5359"/>
                  </a:cubicBezTo>
                  <a:cubicBezTo>
                    <a:pt x="2016" y="5475"/>
                    <a:pt x="2202" y="5568"/>
                    <a:pt x="2179" y="5730"/>
                  </a:cubicBezTo>
                  <a:cubicBezTo>
                    <a:pt x="2179" y="5846"/>
                    <a:pt x="2341" y="6008"/>
                    <a:pt x="2480" y="6170"/>
                  </a:cubicBezTo>
                  <a:cubicBezTo>
                    <a:pt x="2526" y="6147"/>
                    <a:pt x="2573" y="6147"/>
                    <a:pt x="2619" y="6147"/>
                  </a:cubicBezTo>
                  <a:cubicBezTo>
                    <a:pt x="2727" y="6147"/>
                    <a:pt x="2751" y="6049"/>
                    <a:pt x="2811" y="6049"/>
                  </a:cubicBezTo>
                  <a:cubicBezTo>
                    <a:pt x="2828" y="6049"/>
                    <a:pt x="2848" y="6057"/>
                    <a:pt x="2874" y="6077"/>
                  </a:cubicBezTo>
                  <a:cubicBezTo>
                    <a:pt x="2911" y="6107"/>
                    <a:pt x="2951" y="6118"/>
                    <a:pt x="2991" y="6118"/>
                  </a:cubicBezTo>
                  <a:cubicBezTo>
                    <a:pt x="3077" y="6118"/>
                    <a:pt x="3166" y="6070"/>
                    <a:pt x="3245" y="6054"/>
                  </a:cubicBezTo>
                  <a:cubicBezTo>
                    <a:pt x="3361" y="6054"/>
                    <a:pt x="3662" y="6634"/>
                    <a:pt x="3801" y="6912"/>
                  </a:cubicBezTo>
                  <a:cubicBezTo>
                    <a:pt x="3940" y="7190"/>
                    <a:pt x="3940" y="7283"/>
                    <a:pt x="4125" y="7422"/>
                  </a:cubicBezTo>
                  <a:cubicBezTo>
                    <a:pt x="4311" y="7537"/>
                    <a:pt x="4519" y="7468"/>
                    <a:pt x="4774" y="7746"/>
                  </a:cubicBezTo>
                  <a:cubicBezTo>
                    <a:pt x="5052" y="8024"/>
                    <a:pt x="5748" y="8210"/>
                    <a:pt x="6026" y="8210"/>
                  </a:cubicBezTo>
                  <a:cubicBezTo>
                    <a:pt x="6036" y="8210"/>
                    <a:pt x="6047" y="8211"/>
                    <a:pt x="6057" y="8211"/>
                  </a:cubicBezTo>
                  <a:cubicBezTo>
                    <a:pt x="6313" y="8211"/>
                    <a:pt x="6506" y="7968"/>
                    <a:pt x="6803" y="7968"/>
                  </a:cubicBezTo>
                  <a:cubicBezTo>
                    <a:pt x="6836" y="7968"/>
                    <a:pt x="6870" y="7971"/>
                    <a:pt x="6906" y="7978"/>
                  </a:cubicBezTo>
                  <a:cubicBezTo>
                    <a:pt x="7277" y="8047"/>
                    <a:pt x="7185" y="8534"/>
                    <a:pt x="7324" y="8696"/>
                  </a:cubicBezTo>
                  <a:cubicBezTo>
                    <a:pt x="7463" y="8858"/>
                    <a:pt x="8969" y="8974"/>
                    <a:pt x="9224" y="9044"/>
                  </a:cubicBezTo>
                  <a:cubicBezTo>
                    <a:pt x="9340" y="9067"/>
                    <a:pt x="9548" y="9090"/>
                    <a:pt x="9803" y="9090"/>
                  </a:cubicBezTo>
                  <a:cubicBezTo>
                    <a:pt x="9803" y="9044"/>
                    <a:pt x="9803" y="8997"/>
                    <a:pt x="9780" y="8974"/>
                  </a:cubicBezTo>
                  <a:cubicBezTo>
                    <a:pt x="9780" y="8696"/>
                    <a:pt x="9966" y="8488"/>
                    <a:pt x="10128" y="8395"/>
                  </a:cubicBezTo>
                  <a:cubicBezTo>
                    <a:pt x="10313" y="8325"/>
                    <a:pt x="10452" y="8279"/>
                    <a:pt x="10638" y="8256"/>
                  </a:cubicBezTo>
                  <a:cubicBezTo>
                    <a:pt x="10823" y="8233"/>
                    <a:pt x="10638" y="7885"/>
                    <a:pt x="10522" y="7839"/>
                  </a:cubicBezTo>
                  <a:cubicBezTo>
                    <a:pt x="10383" y="7816"/>
                    <a:pt x="10522" y="7352"/>
                    <a:pt x="10267" y="7236"/>
                  </a:cubicBezTo>
                  <a:cubicBezTo>
                    <a:pt x="9989" y="7143"/>
                    <a:pt x="9757" y="6958"/>
                    <a:pt x="9687" y="6773"/>
                  </a:cubicBezTo>
                  <a:cubicBezTo>
                    <a:pt x="9618" y="6587"/>
                    <a:pt x="9294" y="6425"/>
                    <a:pt x="9317" y="6286"/>
                  </a:cubicBezTo>
                  <a:cubicBezTo>
                    <a:pt x="9340" y="6170"/>
                    <a:pt x="9966" y="5753"/>
                    <a:pt x="9896" y="5521"/>
                  </a:cubicBezTo>
                  <a:cubicBezTo>
                    <a:pt x="9803" y="5289"/>
                    <a:pt x="9386" y="5313"/>
                    <a:pt x="9340" y="5243"/>
                  </a:cubicBezTo>
                  <a:cubicBezTo>
                    <a:pt x="9317" y="5150"/>
                    <a:pt x="9363" y="4849"/>
                    <a:pt x="9270" y="4617"/>
                  </a:cubicBezTo>
                  <a:cubicBezTo>
                    <a:pt x="9154" y="4362"/>
                    <a:pt x="9340" y="4154"/>
                    <a:pt x="9270" y="4038"/>
                  </a:cubicBezTo>
                  <a:cubicBezTo>
                    <a:pt x="9178" y="3899"/>
                    <a:pt x="9317" y="3644"/>
                    <a:pt x="9317" y="3551"/>
                  </a:cubicBezTo>
                  <a:cubicBezTo>
                    <a:pt x="9340" y="3459"/>
                    <a:pt x="9572" y="3343"/>
                    <a:pt x="9548" y="3111"/>
                  </a:cubicBezTo>
                  <a:cubicBezTo>
                    <a:pt x="9525" y="2995"/>
                    <a:pt x="9595" y="2902"/>
                    <a:pt x="9664" y="2879"/>
                  </a:cubicBezTo>
                  <a:cubicBezTo>
                    <a:pt x="9595" y="2647"/>
                    <a:pt x="9572" y="2277"/>
                    <a:pt x="9572" y="2207"/>
                  </a:cubicBezTo>
                  <a:cubicBezTo>
                    <a:pt x="9572" y="2145"/>
                    <a:pt x="9458" y="2125"/>
                    <a:pt x="9342" y="2125"/>
                  </a:cubicBezTo>
                  <a:cubicBezTo>
                    <a:pt x="9283" y="2125"/>
                    <a:pt x="9224" y="2130"/>
                    <a:pt x="9178" y="2138"/>
                  </a:cubicBezTo>
                  <a:cubicBezTo>
                    <a:pt x="9173" y="2138"/>
                    <a:pt x="9168" y="2139"/>
                    <a:pt x="9163" y="2139"/>
                  </a:cubicBezTo>
                  <a:cubicBezTo>
                    <a:pt x="9032" y="2139"/>
                    <a:pt x="8941" y="1836"/>
                    <a:pt x="8807" y="1836"/>
                  </a:cubicBezTo>
                  <a:cubicBezTo>
                    <a:pt x="8668" y="1836"/>
                    <a:pt x="8552" y="1744"/>
                    <a:pt x="8552" y="1628"/>
                  </a:cubicBezTo>
                  <a:cubicBezTo>
                    <a:pt x="8552" y="1547"/>
                    <a:pt x="8325" y="1484"/>
                    <a:pt x="8159" y="1484"/>
                  </a:cubicBezTo>
                  <a:cubicBezTo>
                    <a:pt x="8133" y="1484"/>
                    <a:pt x="8110" y="1486"/>
                    <a:pt x="8088" y="1489"/>
                  </a:cubicBezTo>
                  <a:cubicBezTo>
                    <a:pt x="8078" y="1490"/>
                    <a:pt x="8067" y="1491"/>
                    <a:pt x="8058" y="1491"/>
                  </a:cubicBezTo>
                  <a:cubicBezTo>
                    <a:pt x="7923" y="1491"/>
                    <a:pt x="7898" y="1350"/>
                    <a:pt x="7833" y="1350"/>
                  </a:cubicBezTo>
                  <a:cubicBezTo>
                    <a:pt x="7764" y="1350"/>
                    <a:pt x="7509" y="1280"/>
                    <a:pt x="7439" y="1187"/>
                  </a:cubicBezTo>
                  <a:cubicBezTo>
                    <a:pt x="7386" y="1134"/>
                    <a:pt x="7207" y="1096"/>
                    <a:pt x="7053" y="1096"/>
                  </a:cubicBezTo>
                  <a:cubicBezTo>
                    <a:pt x="6942" y="1096"/>
                    <a:pt x="6843" y="1116"/>
                    <a:pt x="6814" y="1164"/>
                  </a:cubicBezTo>
                  <a:cubicBezTo>
                    <a:pt x="6772" y="1217"/>
                    <a:pt x="6715" y="1231"/>
                    <a:pt x="6653" y="1231"/>
                  </a:cubicBezTo>
                  <a:cubicBezTo>
                    <a:pt x="6578" y="1231"/>
                    <a:pt x="6496" y="1211"/>
                    <a:pt x="6420" y="1211"/>
                  </a:cubicBezTo>
                  <a:cubicBezTo>
                    <a:pt x="6281" y="1211"/>
                    <a:pt x="6003" y="1442"/>
                    <a:pt x="5933" y="1558"/>
                  </a:cubicBezTo>
                  <a:cubicBezTo>
                    <a:pt x="5887" y="1628"/>
                    <a:pt x="5655" y="1628"/>
                    <a:pt x="5470" y="1628"/>
                  </a:cubicBezTo>
                  <a:cubicBezTo>
                    <a:pt x="5493" y="1790"/>
                    <a:pt x="5493" y="1883"/>
                    <a:pt x="5470" y="1929"/>
                  </a:cubicBezTo>
                  <a:cubicBezTo>
                    <a:pt x="5377" y="2045"/>
                    <a:pt x="4751" y="2161"/>
                    <a:pt x="4288" y="2184"/>
                  </a:cubicBezTo>
                  <a:cubicBezTo>
                    <a:pt x="4279" y="2184"/>
                    <a:pt x="4271" y="2185"/>
                    <a:pt x="4263" y="2185"/>
                  </a:cubicBezTo>
                  <a:cubicBezTo>
                    <a:pt x="3822" y="2185"/>
                    <a:pt x="3769" y="1581"/>
                    <a:pt x="3291" y="1581"/>
                  </a:cubicBezTo>
                  <a:cubicBezTo>
                    <a:pt x="2920" y="1581"/>
                    <a:pt x="2642" y="1257"/>
                    <a:pt x="2619" y="933"/>
                  </a:cubicBezTo>
                  <a:cubicBezTo>
                    <a:pt x="2410" y="863"/>
                    <a:pt x="2202" y="724"/>
                    <a:pt x="2225" y="654"/>
                  </a:cubicBezTo>
                  <a:cubicBezTo>
                    <a:pt x="2266" y="572"/>
                    <a:pt x="2362" y="145"/>
                    <a:pt x="2206" y="145"/>
                  </a:cubicBezTo>
                  <a:cubicBezTo>
                    <a:pt x="2186" y="145"/>
                    <a:pt x="2161" y="152"/>
                    <a:pt x="2132" y="168"/>
                  </a:cubicBezTo>
                  <a:cubicBezTo>
                    <a:pt x="1875" y="275"/>
                    <a:pt x="1559" y="639"/>
                    <a:pt x="1129" y="639"/>
                  </a:cubicBezTo>
                  <a:cubicBezTo>
                    <a:pt x="1093" y="639"/>
                    <a:pt x="1057" y="637"/>
                    <a:pt x="1020" y="631"/>
                  </a:cubicBezTo>
                  <a:cubicBezTo>
                    <a:pt x="556" y="562"/>
                    <a:pt x="881" y="539"/>
                    <a:pt x="649" y="423"/>
                  </a:cubicBezTo>
                  <a:cubicBezTo>
                    <a:pt x="417" y="307"/>
                    <a:pt x="556" y="52"/>
                    <a:pt x="325" y="6"/>
                  </a:cubicBezTo>
                  <a:cubicBezTo>
                    <a:pt x="309" y="2"/>
                    <a:pt x="296" y="1"/>
                    <a:pt x="28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59"/>
            <p:cNvSpPr/>
            <p:nvPr/>
          </p:nvSpPr>
          <p:spPr>
            <a:xfrm>
              <a:off x="4719085" y="2394401"/>
              <a:ext cx="678681" cy="315609"/>
            </a:xfrm>
            <a:custGeom>
              <a:avLst/>
              <a:gdLst/>
              <a:ahLst/>
              <a:cxnLst/>
              <a:rect l="l" t="t" r="r" b="b"/>
              <a:pathLst>
                <a:path w="22250" h="10347" extrusionOk="0">
                  <a:moveTo>
                    <a:pt x="7674" y="6357"/>
                  </a:moveTo>
                  <a:cubicBezTo>
                    <a:pt x="7910" y="6357"/>
                    <a:pt x="8400" y="6481"/>
                    <a:pt x="8298" y="6618"/>
                  </a:cubicBezTo>
                  <a:cubicBezTo>
                    <a:pt x="8285" y="6635"/>
                    <a:pt x="8252" y="6643"/>
                    <a:pt x="8206" y="6643"/>
                  </a:cubicBezTo>
                  <a:cubicBezTo>
                    <a:pt x="8012" y="6643"/>
                    <a:pt x="7594" y="6503"/>
                    <a:pt x="7556" y="6409"/>
                  </a:cubicBezTo>
                  <a:cubicBezTo>
                    <a:pt x="7538" y="6373"/>
                    <a:pt x="7590" y="6357"/>
                    <a:pt x="7674" y="6357"/>
                  </a:cubicBezTo>
                  <a:close/>
                  <a:moveTo>
                    <a:pt x="18010" y="6292"/>
                  </a:moveTo>
                  <a:cubicBezTo>
                    <a:pt x="18019" y="6292"/>
                    <a:pt x="18026" y="6292"/>
                    <a:pt x="18031" y="6293"/>
                  </a:cubicBezTo>
                  <a:cubicBezTo>
                    <a:pt x="18147" y="6317"/>
                    <a:pt x="17939" y="6548"/>
                    <a:pt x="17475" y="6548"/>
                  </a:cubicBezTo>
                  <a:cubicBezTo>
                    <a:pt x="17237" y="6548"/>
                    <a:pt x="16859" y="6487"/>
                    <a:pt x="16495" y="6487"/>
                  </a:cubicBezTo>
                  <a:cubicBezTo>
                    <a:pt x="16148" y="6487"/>
                    <a:pt x="15813" y="6542"/>
                    <a:pt x="15621" y="6757"/>
                  </a:cubicBezTo>
                  <a:cubicBezTo>
                    <a:pt x="15204" y="7197"/>
                    <a:pt x="15505" y="7429"/>
                    <a:pt x="15320" y="7452"/>
                  </a:cubicBezTo>
                  <a:cubicBezTo>
                    <a:pt x="15314" y="7454"/>
                    <a:pt x="15308" y="7454"/>
                    <a:pt x="15302" y="7454"/>
                  </a:cubicBezTo>
                  <a:cubicBezTo>
                    <a:pt x="15129" y="7454"/>
                    <a:pt x="15049" y="6796"/>
                    <a:pt x="15273" y="6571"/>
                  </a:cubicBezTo>
                  <a:cubicBezTo>
                    <a:pt x="15421" y="6407"/>
                    <a:pt x="15836" y="6313"/>
                    <a:pt x="16222" y="6313"/>
                  </a:cubicBezTo>
                  <a:cubicBezTo>
                    <a:pt x="16381" y="6313"/>
                    <a:pt x="16535" y="6329"/>
                    <a:pt x="16664" y="6363"/>
                  </a:cubicBezTo>
                  <a:cubicBezTo>
                    <a:pt x="16766" y="6388"/>
                    <a:pt x="16885" y="6398"/>
                    <a:pt x="17009" y="6398"/>
                  </a:cubicBezTo>
                  <a:cubicBezTo>
                    <a:pt x="17419" y="6398"/>
                    <a:pt x="17889" y="6292"/>
                    <a:pt x="18010" y="6292"/>
                  </a:cubicBezTo>
                  <a:close/>
                  <a:moveTo>
                    <a:pt x="12873" y="1"/>
                  </a:moveTo>
                  <a:cubicBezTo>
                    <a:pt x="12672" y="1"/>
                    <a:pt x="12326" y="80"/>
                    <a:pt x="12307" y="175"/>
                  </a:cubicBezTo>
                  <a:cubicBezTo>
                    <a:pt x="12284" y="291"/>
                    <a:pt x="11612" y="384"/>
                    <a:pt x="11496" y="453"/>
                  </a:cubicBezTo>
                  <a:cubicBezTo>
                    <a:pt x="11380" y="500"/>
                    <a:pt x="10893" y="569"/>
                    <a:pt x="10731" y="592"/>
                  </a:cubicBezTo>
                  <a:cubicBezTo>
                    <a:pt x="10546" y="615"/>
                    <a:pt x="10383" y="755"/>
                    <a:pt x="10175" y="755"/>
                  </a:cubicBezTo>
                  <a:cubicBezTo>
                    <a:pt x="9943" y="755"/>
                    <a:pt x="9549" y="778"/>
                    <a:pt x="9341" y="917"/>
                  </a:cubicBezTo>
                  <a:cubicBezTo>
                    <a:pt x="9264" y="984"/>
                    <a:pt x="9163" y="999"/>
                    <a:pt x="9061" y="999"/>
                  </a:cubicBezTo>
                  <a:cubicBezTo>
                    <a:pt x="8975" y="999"/>
                    <a:pt x="8888" y="988"/>
                    <a:pt x="8815" y="988"/>
                  </a:cubicBezTo>
                  <a:cubicBezTo>
                    <a:pt x="8767" y="988"/>
                    <a:pt x="8724" y="993"/>
                    <a:pt x="8692" y="1009"/>
                  </a:cubicBezTo>
                  <a:cubicBezTo>
                    <a:pt x="8653" y="1022"/>
                    <a:pt x="8606" y="1026"/>
                    <a:pt x="8556" y="1026"/>
                  </a:cubicBezTo>
                  <a:cubicBezTo>
                    <a:pt x="8476" y="1026"/>
                    <a:pt x="8389" y="1016"/>
                    <a:pt x="8322" y="1016"/>
                  </a:cubicBezTo>
                  <a:cubicBezTo>
                    <a:pt x="8281" y="1016"/>
                    <a:pt x="8247" y="1020"/>
                    <a:pt x="8228" y="1033"/>
                  </a:cubicBezTo>
                  <a:cubicBezTo>
                    <a:pt x="8159" y="1079"/>
                    <a:pt x="8182" y="1357"/>
                    <a:pt x="8251" y="1473"/>
                  </a:cubicBezTo>
                  <a:cubicBezTo>
                    <a:pt x="8321" y="1612"/>
                    <a:pt x="8715" y="1658"/>
                    <a:pt x="8738" y="1728"/>
                  </a:cubicBezTo>
                  <a:cubicBezTo>
                    <a:pt x="8761" y="1797"/>
                    <a:pt x="8344" y="1797"/>
                    <a:pt x="8159" y="1821"/>
                  </a:cubicBezTo>
                  <a:cubicBezTo>
                    <a:pt x="7973" y="1844"/>
                    <a:pt x="8020" y="2075"/>
                    <a:pt x="8066" y="2215"/>
                  </a:cubicBezTo>
                  <a:cubicBezTo>
                    <a:pt x="8112" y="2330"/>
                    <a:pt x="7857" y="2446"/>
                    <a:pt x="7718" y="2493"/>
                  </a:cubicBezTo>
                  <a:cubicBezTo>
                    <a:pt x="7579" y="2539"/>
                    <a:pt x="7718" y="2794"/>
                    <a:pt x="7857" y="2794"/>
                  </a:cubicBezTo>
                  <a:cubicBezTo>
                    <a:pt x="8020" y="2794"/>
                    <a:pt x="8135" y="2910"/>
                    <a:pt x="8251" y="2910"/>
                  </a:cubicBezTo>
                  <a:cubicBezTo>
                    <a:pt x="8367" y="2910"/>
                    <a:pt x="8390" y="3142"/>
                    <a:pt x="8390" y="3304"/>
                  </a:cubicBezTo>
                  <a:cubicBezTo>
                    <a:pt x="8390" y="3443"/>
                    <a:pt x="8251" y="3489"/>
                    <a:pt x="8066" y="3489"/>
                  </a:cubicBezTo>
                  <a:cubicBezTo>
                    <a:pt x="7857" y="3489"/>
                    <a:pt x="7765" y="3350"/>
                    <a:pt x="7649" y="3327"/>
                  </a:cubicBezTo>
                  <a:cubicBezTo>
                    <a:pt x="7643" y="3326"/>
                    <a:pt x="7638" y="3325"/>
                    <a:pt x="7633" y="3325"/>
                  </a:cubicBezTo>
                  <a:cubicBezTo>
                    <a:pt x="7535" y="3325"/>
                    <a:pt x="7552" y="3538"/>
                    <a:pt x="7463" y="3582"/>
                  </a:cubicBezTo>
                  <a:cubicBezTo>
                    <a:pt x="7454" y="3587"/>
                    <a:pt x="7445" y="3589"/>
                    <a:pt x="7437" y="3589"/>
                  </a:cubicBezTo>
                  <a:cubicBezTo>
                    <a:pt x="7360" y="3589"/>
                    <a:pt x="7310" y="3420"/>
                    <a:pt x="7185" y="3420"/>
                  </a:cubicBezTo>
                  <a:cubicBezTo>
                    <a:pt x="7046" y="3420"/>
                    <a:pt x="6884" y="3396"/>
                    <a:pt x="6838" y="3257"/>
                  </a:cubicBezTo>
                  <a:cubicBezTo>
                    <a:pt x="6800" y="3171"/>
                    <a:pt x="6690" y="3124"/>
                    <a:pt x="6574" y="3124"/>
                  </a:cubicBezTo>
                  <a:cubicBezTo>
                    <a:pt x="6474" y="3124"/>
                    <a:pt x="6369" y="3159"/>
                    <a:pt x="6305" y="3234"/>
                  </a:cubicBezTo>
                  <a:cubicBezTo>
                    <a:pt x="6239" y="3291"/>
                    <a:pt x="6192" y="3313"/>
                    <a:pt x="6152" y="3313"/>
                  </a:cubicBezTo>
                  <a:cubicBezTo>
                    <a:pt x="6093" y="3313"/>
                    <a:pt x="6049" y="3266"/>
                    <a:pt x="5980" y="3211"/>
                  </a:cubicBezTo>
                  <a:cubicBezTo>
                    <a:pt x="5952" y="3183"/>
                    <a:pt x="5909" y="3171"/>
                    <a:pt x="5859" y="3171"/>
                  </a:cubicBezTo>
                  <a:cubicBezTo>
                    <a:pt x="5703" y="3171"/>
                    <a:pt x="5482" y="3286"/>
                    <a:pt x="5447" y="3373"/>
                  </a:cubicBezTo>
                  <a:cubicBezTo>
                    <a:pt x="5419" y="3442"/>
                    <a:pt x="5309" y="3487"/>
                    <a:pt x="5186" y="3487"/>
                  </a:cubicBezTo>
                  <a:cubicBezTo>
                    <a:pt x="5102" y="3487"/>
                    <a:pt x="5012" y="3466"/>
                    <a:pt x="4937" y="3420"/>
                  </a:cubicBezTo>
                  <a:cubicBezTo>
                    <a:pt x="4837" y="3357"/>
                    <a:pt x="4750" y="3315"/>
                    <a:pt x="4692" y="3315"/>
                  </a:cubicBezTo>
                  <a:cubicBezTo>
                    <a:pt x="4642" y="3315"/>
                    <a:pt x="4613" y="3345"/>
                    <a:pt x="4613" y="3420"/>
                  </a:cubicBezTo>
                  <a:cubicBezTo>
                    <a:pt x="4613" y="3474"/>
                    <a:pt x="4597" y="3494"/>
                    <a:pt x="4577" y="3494"/>
                  </a:cubicBezTo>
                  <a:cubicBezTo>
                    <a:pt x="4536" y="3494"/>
                    <a:pt x="4474" y="3412"/>
                    <a:pt x="4474" y="3350"/>
                  </a:cubicBezTo>
                  <a:cubicBezTo>
                    <a:pt x="4474" y="3257"/>
                    <a:pt x="4149" y="3049"/>
                    <a:pt x="4010" y="2956"/>
                  </a:cubicBezTo>
                  <a:cubicBezTo>
                    <a:pt x="3871" y="2863"/>
                    <a:pt x="3408" y="2863"/>
                    <a:pt x="3385" y="2771"/>
                  </a:cubicBezTo>
                  <a:cubicBezTo>
                    <a:pt x="3371" y="2718"/>
                    <a:pt x="3270" y="2673"/>
                    <a:pt x="3171" y="2673"/>
                  </a:cubicBezTo>
                  <a:cubicBezTo>
                    <a:pt x="3095" y="2673"/>
                    <a:pt x="3021" y="2700"/>
                    <a:pt x="2991" y="2771"/>
                  </a:cubicBezTo>
                  <a:cubicBezTo>
                    <a:pt x="2964" y="2833"/>
                    <a:pt x="2930" y="2854"/>
                    <a:pt x="2894" y="2854"/>
                  </a:cubicBezTo>
                  <a:cubicBezTo>
                    <a:pt x="2836" y="2854"/>
                    <a:pt x="2770" y="2799"/>
                    <a:pt x="2712" y="2771"/>
                  </a:cubicBezTo>
                  <a:cubicBezTo>
                    <a:pt x="2697" y="2763"/>
                    <a:pt x="2679" y="2760"/>
                    <a:pt x="2658" y="2760"/>
                  </a:cubicBezTo>
                  <a:cubicBezTo>
                    <a:pt x="2549" y="2760"/>
                    <a:pt x="2373" y="2848"/>
                    <a:pt x="2295" y="2887"/>
                  </a:cubicBezTo>
                  <a:cubicBezTo>
                    <a:pt x="2203" y="2933"/>
                    <a:pt x="1878" y="3165"/>
                    <a:pt x="1716" y="3165"/>
                  </a:cubicBezTo>
                  <a:cubicBezTo>
                    <a:pt x="1554" y="3165"/>
                    <a:pt x="1646" y="3373"/>
                    <a:pt x="1415" y="3420"/>
                  </a:cubicBezTo>
                  <a:cubicBezTo>
                    <a:pt x="1206" y="3466"/>
                    <a:pt x="1252" y="3605"/>
                    <a:pt x="1276" y="3721"/>
                  </a:cubicBezTo>
                  <a:cubicBezTo>
                    <a:pt x="1299" y="3814"/>
                    <a:pt x="1415" y="3976"/>
                    <a:pt x="1229" y="4045"/>
                  </a:cubicBezTo>
                  <a:cubicBezTo>
                    <a:pt x="1210" y="4052"/>
                    <a:pt x="1193" y="4056"/>
                    <a:pt x="1176" y="4056"/>
                  </a:cubicBezTo>
                  <a:cubicBezTo>
                    <a:pt x="1029" y="4056"/>
                    <a:pt x="955" y="3802"/>
                    <a:pt x="789" y="3698"/>
                  </a:cubicBezTo>
                  <a:cubicBezTo>
                    <a:pt x="746" y="3661"/>
                    <a:pt x="704" y="3645"/>
                    <a:pt x="666" y="3645"/>
                  </a:cubicBezTo>
                  <a:cubicBezTo>
                    <a:pt x="562" y="3645"/>
                    <a:pt x="488" y="3764"/>
                    <a:pt x="488" y="3883"/>
                  </a:cubicBezTo>
                  <a:cubicBezTo>
                    <a:pt x="488" y="4045"/>
                    <a:pt x="279" y="4045"/>
                    <a:pt x="186" y="4231"/>
                  </a:cubicBezTo>
                  <a:cubicBezTo>
                    <a:pt x="94" y="4393"/>
                    <a:pt x="372" y="4416"/>
                    <a:pt x="372" y="4486"/>
                  </a:cubicBezTo>
                  <a:cubicBezTo>
                    <a:pt x="372" y="4555"/>
                    <a:pt x="210" y="4625"/>
                    <a:pt x="163" y="4648"/>
                  </a:cubicBezTo>
                  <a:cubicBezTo>
                    <a:pt x="117" y="4671"/>
                    <a:pt x="1" y="4926"/>
                    <a:pt x="47" y="4996"/>
                  </a:cubicBezTo>
                  <a:cubicBezTo>
                    <a:pt x="94" y="5065"/>
                    <a:pt x="395" y="5042"/>
                    <a:pt x="372" y="5204"/>
                  </a:cubicBezTo>
                  <a:cubicBezTo>
                    <a:pt x="351" y="5368"/>
                    <a:pt x="313" y="5513"/>
                    <a:pt x="416" y="5513"/>
                  </a:cubicBezTo>
                  <a:cubicBezTo>
                    <a:pt x="429" y="5513"/>
                    <a:pt x="445" y="5511"/>
                    <a:pt x="464" y="5505"/>
                  </a:cubicBezTo>
                  <a:cubicBezTo>
                    <a:pt x="534" y="5482"/>
                    <a:pt x="603" y="5476"/>
                    <a:pt x="667" y="5476"/>
                  </a:cubicBezTo>
                  <a:cubicBezTo>
                    <a:pt x="731" y="5476"/>
                    <a:pt x="789" y="5482"/>
                    <a:pt x="835" y="5482"/>
                  </a:cubicBezTo>
                  <a:cubicBezTo>
                    <a:pt x="951" y="5482"/>
                    <a:pt x="1021" y="5668"/>
                    <a:pt x="1183" y="5876"/>
                  </a:cubicBezTo>
                  <a:cubicBezTo>
                    <a:pt x="1345" y="6062"/>
                    <a:pt x="1438" y="6154"/>
                    <a:pt x="1252" y="6201"/>
                  </a:cubicBezTo>
                  <a:cubicBezTo>
                    <a:pt x="1090" y="6247"/>
                    <a:pt x="1160" y="6363"/>
                    <a:pt x="1368" y="6456"/>
                  </a:cubicBezTo>
                  <a:cubicBezTo>
                    <a:pt x="1438" y="6479"/>
                    <a:pt x="1507" y="6502"/>
                    <a:pt x="1554" y="6548"/>
                  </a:cubicBezTo>
                  <a:cubicBezTo>
                    <a:pt x="1600" y="6525"/>
                    <a:pt x="1623" y="6502"/>
                    <a:pt x="1646" y="6479"/>
                  </a:cubicBezTo>
                  <a:cubicBezTo>
                    <a:pt x="1881" y="6283"/>
                    <a:pt x="2282" y="6087"/>
                    <a:pt x="2624" y="6087"/>
                  </a:cubicBezTo>
                  <a:cubicBezTo>
                    <a:pt x="2687" y="6087"/>
                    <a:pt x="2748" y="6094"/>
                    <a:pt x="2805" y="6108"/>
                  </a:cubicBezTo>
                  <a:cubicBezTo>
                    <a:pt x="2911" y="6134"/>
                    <a:pt x="3011" y="6140"/>
                    <a:pt x="3104" y="6140"/>
                  </a:cubicBezTo>
                  <a:cubicBezTo>
                    <a:pt x="3174" y="6140"/>
                    <a:pt x="3240" y="6137"/>
                    <a:pt x="3301" y="6137"/>
                  </a:cubicBezTo>
                  <a:cubicBezTo>
                    <a:pt x="3442" y="6137"/>
                    <a:pt x="3558" y="6154"/>
                    <a:pt x="3639" y="6270"/>
                  </a:cubicBezTo>
                  <a:cubicBezTo>
                    <a:pt x="3802" y="6502"/>
                    <a:pt x="3639" y="6919"/>
                    <a:pt x="3709" y="7081"/>
                  </a:cubicBezTo>
                  <a:cubicBezTo>
                    <a:pt x="3758" y="7196"/>
                    <a:pt x="3586" y="7241"/>
                    <a:pt x="3399" y="7241"/>
                  </a:cubicBezTo>
                  <a:cubicBezTo>
                    <a:pt x="3323" y="7241"/>
                    <a:pt x="3243" y="7234"/>
                    <a:pt x="3176" y="7220"/>
                  </a:cubicBezTo>
                  <a:cubicBezTo>
                    <a:pt x="3154" y="7218"/>
                    <a:pt x="3130" y="7217"/>
                    <a:pt x="3106" y="7217"/>
                  </a:cubicBezTo>
                  <a:cubicBezTo>
                    <a:pt x="2842" y="7217"/>
                    <a:pt x="2440" y="7327"/>
                    <a:pt x="2504" y="7475"/>
                  </a:cubicBezTo>
                  <a:cubicBezTo>
                    <a:pt x="2541" y="7586"/>
                    <a:pt x="2666" y="7830"/>
                    <a:pt x="2551" y="7830"/>
                  </a:cubicBezTo>
                  <a:cubicBezTo>
                    <a:pt x="2522" y="7830"/>
                    <a:pt x="2477" y="7814"/>
                    <a:pt x="2411" y="7777"/>
                  </a:cubicBezTo>
                  <a:cubicBezTo>
                    <a:pt x="2346" y="7739"/>
                    <a:pt x="2290" y="7725"/>
                    <a:pt x="2242" y="7725"/>
                  </a:cubicBezTo>
                  <a:cubicBezTo>
                    <a:pt x="2051" y="7725"/>
                    <a:pt x="2003" y="7962"/>
                    <a:pt x="2133" y="7962"/>
                  </a:cubicBezTo>
                  <a:cubicBezTo>
                    <a:pt x="2318" y="7962"/>
                    <a:pt x="2550" y="8171"/>
                    <a:pt x="2550" y="8310"/>
                  </a:cubicBezTo>
                  <a:cubicBezTo>
                    <a:pt x="2550" y="8440"/>
                    <a:pt x="2570" y="8731"/>
                    <a:pt x="2705" y="8731"/>
                  </a:cubicBezTo>
                  <a:cubicBezTo>
                    <a:pt x="2715" y="8731"/>
                    <a:pt x="2725" y="8730"/>
                    <a:pt x="2736" y="8727"/>
                  </a:cubicBezTo>
                  <a:cubicBezTo>
                    <a:pt x="2747" y="8723"/>
                    <a:pt x="2758" y="8722"/>
                    <a:pt x="2768" y="8722"/>
                  </a:cubicBezTo>
                  <a:cubicBezTo>
                    <a:pt x="2894" y="8722"/>
                    <a:pt x="2913" y="8960"/>
                    <a:pt x="3105" y="8960"/>
                  </a:cubicBezTo>
                  <a:cubicBezTo>
                    <a:pt x="3113" y="8960"/>
                    <a:pt x="3121" y="8959"/>
                    <a:pt x="3130" y="8959"/>
                  </a:cubicBezTo>
                  <a:cubicBezTo>
                    <a:pt x="3150" y="8956"/>
                    <a:pt x="3171" y="8955"/>
                    <a:pt x="3192" y="8955"/>
                  </a:cubicBezTo>
                  <a:cubicBezTo>
                    <a:pt x="3376" y="8955"/>
                    <a:pt x="3531" y="9049"/>
                    <a:pt x="3385" y="9237"/>
                  </a:cubicBezTo>
                  <a:cubicBezTo>
                    <a:pt x="3219" y="9423"/>
                    <a:pt x="3442" y="9907"/>
                    <a:pt x="3525" y="9907"/>
                  </a:cubicBezTo>
                  <a:cubicBezTo>
                    <a:pt x="3534" y="9907"/>
                    <a:pt x="3542" y="9900"/>
                    <a:pt x="3547" y="9886"/>
                  </a:cubicBezTo>
                  <a:cubicBezTo>
                    <a:pt x="3593" y="9816"/>
                    <a:pt x="3570" y="9631"/>
                    <a:pt x="3616" y="9515"/>
                  </a:cubicBezTo>
                  <a:cubicBezTo>
                    <a:pt x="3500" y="9213"/>
                    <a:pt x="4033" y="9213"/>
                    <a:pt x="4196" y="9213"/>
                  </a:cubicBezTo>
                  <a:cubicBezTo>
                    <a:pt x="4358" y="9213"/>
                    <a:pt x="4659" y="9492"/>
                    <a:pt x="4868" y="9746"/>
                  </a:cubicBezTo>
                  <a:cubicBezTo>
                    <a:pt x="4949" y="9859"/>
                    <a:pt x="5031" y="9890"/>
                    <a:pt x="5097" y="9890"/>
                  </a:cubicBezTo>
                  <a:cubicBezTo>
                    <a:pt x="5180" y="9890"/>
                    <a:pt x="5239" y="9839"/>
                    <a:pt x="5239" y="9839"/>
                  </a:cubicBezTo>
                  <a:lnTo>
                    <a:pt x="5308" y="7406"/>
                  </a:lnTo>
                  <a:lnTo>
                    <a:pt x="6699" y="7035"/>
                  </a:lnTo>
                  <a:cubicBezTo>
                    <a:pt x="6699" y="7012"/>
                    <a:pt x="6722" y="6989"/>
                    <a:pt x="6745" y="6942"/>
                  </a:cubicBezTo>
                  <a:cubicBezTo>
                    <a:pt x="6809" y="6855"/>
                    <a:pt x="6878" y="6825"/>
                    <a:pt x="6944" y="6825"/>
                  </a:cubicBezTo>
                  <a:cubicBezTo>
                    <a:pt x="7070" y="6825"/>
                    <a:pt x="7186" y="6935"/>
                    <a:pt x="7232" y="6965"/>
                  </a:cubicBezTo>
                  <a:cubicBezTo>
                    <a:pt x="7236" y="6969"/>
                    <a:pt x="7240" y="6970"/>
                    <a:pt x="7244" y="6970"/>
                  </a:cubicBezTo>
                  <a:cubicBezTo>
                    <a:pt x="7297" y="6970"/>
                    <a:pt x="7291" y="6709"/>
                    <a:pt x="7445" y="6709"/>
                  </a:cubicBezTo>
                  <a:cubicBezTo>
                    <a:pt x="7451" y="6709"/>
                    <a:pt x="7457" y="6710"/>
                    <a:pt x="7463" y="6711"/>
                  </a:cubicBezTo>
                  <a:cubicBezTo>
                    <a:pt x="7672" y="6734"/>
                    <a:pt x="7440" y="7035"/>
                    <a:pt x="7602" y="7035"/>
                  </a:cubicBezTo>
                  <a:cubicBezTo>
                    <a:pt x="7718" y="7035"/>
                    <a:pt x="7973" y="7429"/>
                    <a:pt x="7881" y="7753"/>
                  </a:cubicBezTo>
                  <a:cubicBezTo>
                    <a:pt x="8112" y="7939"/>
                    <a:pt x="8483" y="8356"/>
                    <a:pt x="8529" y="8449"/>
                  </a:cubicBezTo>
                  <a:cubicBezTo>
                    <a:pt x="8540" y="8482"/>
                    <a:pt x="8580" y="8494"/>
                    <a:pt x="8635" y="8494"/>
                  </a:cubicBezTo>
                  <a:cubicBezTo>
                    <a:pt x="8792" y="8494"/>
                    <a:pt x="9077" y="8396"/>
                    <a:pt x="9205" y="8396"/>
                  </a:cubicBezTo>
                  <a:cubicBezTo>
                    <a:pt x="9222" y="8396"/>
                    <a:pt x="9237" y="8398"/>
                    <a:pt x="9248" y="8402"/>
                  </a:cubicBezTo>
                  <a:cubicBezTo>
                    <a:pt x="9341" y="8449"/>
                    <a:pt x="10198" y="8449"/>
                    <a:pt x="10337" y="8449"/>
                  </a:cubicBezTo>
                  <a:cubicBezTo>
                    <a:pt x="10499" y="8449"/>
                    <a:pt x="10592" y="8727"/>
                    <a:pt x="10777" y="8773"/>
                  </a:cubicBezTo>
                  <a:cubicBezTo>
                    <a:pt x="10940" y="8819"/>
                    <a:pt x="10870" y="9098"/>
                    <a:pt x="10893" y="9283"/>
                  </a:cubicBezTo>
                  <a:cubicBezTo>
                    <a:pt x="10916" y="9492"/>
                    <a:pt x="11195" y="9677"/>
                    <a:pt x="11195" y="9862"/>
                  </a:cubicBezTo>
                  <a:cubicBezTo>
                    <a:pt x="11208" y="9954"/>
                    <a:pt x="11302" y="9964"/>
                    <a:pt x="11415" y="9964"/>
                  </a:cubicBezTo>
                  <a:cubicBezTo>
                    <a:pt x="11448" y="9964"/>
                    <a:pt x="11483" y="9963"/>
                    <a:pt x="11518" y="9963"/>
                  </a:cubicBezTo>
                  <a:cubicBezTo>
                    <a:pt x="11574" y="9963"/>
                    <a:pt x="11631" y="9966"/>
                    <a:pt x="11681" y="9978"/>
                  </a:cubicBezTo>
                  <a:cubicBezTo>
                    <a:pt x="11843" y="10025"/>
                    <a:pt x="12122" y="10094"/>
                    <a:pt x="12122" y="10256"/>
                  </a:cubicBezTo>
                  <a:cubicBezTo>
                    <a:pt x="12130" y="10322"/>
                    <a:pt x="12164" y="10347"/>
                    <a:pt x="12205" y="10347"/>
                  </a:cubicBezTo>
                  <a:cubicBezTo>
                    <a:pt x="12282" y="10347"/>
                    <a:pt x="12385" y="10262"/>
                    <a:pt x="12400" y="10187"/>
                  </a:cubicBezTo>
                  <a:cubicBezTo>
                    <a:pt x="12400" y="10048"/>
                    <a:pt x="12631" y="9886"/>
                    <a:pt x="12956" y="9746"/>
                  </a:cubicBezTo>
                  <a:cubicBezTo>
                    <a:pt x="13037" y="9719"/>
                    <a:pt x="13103" y="9708"/>
                    <a:pt x="13157" y="9708"/>
                  </a:cubicBezTo>
                  <a:cubicBezTo>
                    <a:pt x="13196" y="9708"/>
                    <a:pt x="13228" y="9714"/>
                    <a:pt x="13257" y="9723"/>
                  </a:cubicBezTo>
                  <a:cubicBezTo>
                    <a:pt x="13327" y="9561"/>
                    <a:pt x="13396" y="9422"/>
                    <a:pt x="13443" y="9422"/>
                  </a:cubicBezTo>
                  <a:cubicBezTo>
                    <a:pt x="13535" y="9376"/>
                    <a:pt x="13744" y="9213"/>
                    <a:pt x="13767" y="9051"/>
                  </a:cubicBezTo>
                  <a:cubicBezTo>
                    <a:pt x="13779" y="8967"/>
                    <a:pt x="13904" y="8926"/>
                    <a:pt x="14059" y="8926"/>
                  </a:cubicBezTo>
                  <a:cubicBezTo>
                    <a:pt x="14204" y="8926"/>
                    <a:pt x="14375" y="8961"/>
                    <a:pt x="14509" y="9028"/>
                  </a:cubicBezTo>
                  <a:cubicBezTo>
                    <a:pt x="14640" y="9089"/>
                    <a:pt x="14745" y="9123"/>
                    <a:pt x="14824" y="9123"/>
                  </a:cubicBezTo>
                  <a:cubicBezTo>
                    <a:pt x="14925" y="9123"/>
                    <a:pt x="14982" y="9066"/>
                    <a:pt x="14995" y="8935"/>
                  </a:cubicBezTo>
                  <a:cubicBezTo>
                    <a:pt x="15013" y="8779"/>
                    <a:pt x="15252" y="8701"/>
                    <a:pt x="15419" y="8701"/>
                  </a:cubicBezTo>
                  <a:cubicBezTo>
                    <a:pt x="15475" y="8701"/>
                    <a:pt x="15523" y="8709"/>
                    <a:pt x="15551" y="8727"/>
                  </a:cubicBezTo>
                  <a:cubicBezTo>
                    <a:pt x="15673" y="8767"/>
                    <a:pt x="15987" y="8948"/>
                    <a:pt x="16204" y="8948"/>
                  </a:cubicBezTo>
                  <a:cubicBezTo>
                    <a:pt x="16236" y="8948"/>
                    <a:pt x="16266" y="8944"/>
                    <a:pt x="16293" y="8935"/>
                  </a:cubicBezTo>
                  <a:cubicBezTo>
                    <a:pt x="16349" y="8907"/>
                    <a:pt x="16476" y="8896"/>
                    <a:pt x="16633" y="8896"/>
                  </a:cubicBezTo>
                  <a:cubicBezTo>
                    <a:pt x="16997" y="8896"/>
                    <a:pt x="17522" y="8956"/>
                    <a:pt x="17684" y="9005"/>
                  </a:cubicBezTo>
                  <a:cubicBezTo>
                    <a:pt x="17737" y="9019"/>
                    <a:pt x="17782" y="9024"/>
                    <a:pt x="17822" y="9024"/>
                  </a:cubicBezTo>
                  <a:cubicBezTo>
                    <a:pt x="17884" y="9024"/>
                    <a:pt x="17934" y="9013"/>
                    <a:pt x="17982" y="9013"/>
                  </a:cubicBezTo>
                  <a:cubicBezTo>
                    <a:pt x="18052" y="9013"/>
                    <a:pt x="18119" y="9035"/>
                    <a:pt x="18217" y="9144"/>
                  </a:cubicBezTo>
                  <a:cubicBezTo>
                    <a:pt x="18298" y="9248"/>
                    <a:pt x="18361" y="9254"/>
                    <a:pt x="18428" y="9254"/>
                  </a:cubicBezTo>
                  <a:cubicBezTo>
                    <a:pt x="18436" y="9254"/>
                    <a:pt x="18445" y="9254"/>
                    <a:pt x="18453" y="9254"/>
                  </a:cubicBezTo>
                  <a:cubicBezTo>
                    <a:pt x="18512" y="9254"/>
                    <a:pt x="18576" y="9258"/>
                    <a:pt x="18657" y="9329"/>
                  </a:cubicBezTo>
                  <a:cubicBezTo>
                    <a:pt x="18657" y="9260"/>
                    <a:pt x="18657" y="9190"/>
                    <a:pt x="18657" y="9098"/>
                  </a:cubicBezTo>
                  <a:cubicBezTo>
                    <a:pt x="18657" y="8959"/>
                    <a:pt x="18889" y="8819"/>
                    <a:pt x="18935" y="8704"/>
                  </a:cubicBezTo>
                  <a:cubicBezTo>
                    <a:pt x="18981" y="8565"/>
                    <a:pt x="18726" y="8217"/>
                    <a:pt x="18726" y="8101"/>
                  </a:cubicBezTo>
                  <a:cubicBezTo>
                    <a:pt x="18726" y="7962"/>
                    <a:pt x="18726" y="7684"/>
                    <a:pt x="18611" y="7614"/>
                  </a:cubicBezTo>
                  <a:cubicBezTo>
                    <a:pt x="18472" y="7568"/>
                    <a:pt x="18842" y="7406"/>
                    <a:pt x="18912" y="7406"/>
                  </a:cubicBezTo>
                  <a:cubicBezTo>
                    <a:pt x="19060" y="7406"/>
                    <a:pt x="19253" y="7287"/>
                    <a:pt x="19360" y="7287"/>
                  </a:cubicBezTo>
                  <a:cubicBezTo>
                    <a:pt x="19387" y="7287"/>
                    <a:pt x="19408" y="7295"/>
                    <a:pt x="19422" y="7313"/>
                  </a:cubicBezTo>
                  <a:cubicBezTo>
                    <a:pt x="19514" y="7383"/>
                    <a:pt x="19653" y="7406"/>
                    <a:pt x="19816" y="7406"/>
                  </a:cubicBezTo>
                  <a:cubicBezTo>
                    <a:pt x="19978" y="7406"/>
                    <a:pt x="19908" y="7220"/>
                    <a:pt x="19816" y="7151"/>
                  </a:cubicBezTo>
                  <a:cubicBezTo>
                    <a:pt x="19723" y="7058"/>
                    <a:pt x="20094" y="6340"/>
                    <a:pt x="20163" y="6085"/>
                  </a:cubicBezTo>
                  <a:cubicBezTo>
                    <a:pt x="20180" y="6004"/>
                    <a:pt x="20207" y="5976"/>
                    <a:pt x="20244" y="5976"/>
                  </a:cubicBezTo>
                  <a:cubicBezTo>
                    <a:pt x="20313" y="5976"/>
                    <a:pt x="20414" y="6070"/>
                    <a:pt x="20534" y="6085"/>
                  </a:cubicBezTo>
                  <a:cubicBezTo>
                    <a:pt x="20696" y="6108"/>
                    <a:pt x="20905" y="6085"/>
                    <a:pt x="21021" y="6131"/>
                  </a:cubicBezTo>
                  <a:cubicBezTo>
                    <a:pt x="21042" y="6144"/>
                    <a:pt x="21071" y="6150"/>
                    <a:pt x="21104" y="6150"/>
                  </a:cubicBezTo>
                  <a:cubicBezTo>
                    <a:pt x="21249" y="6150"/>
                    <a:pt x="21478" y="6040"/>
                    <a:pt x="21554" y="5946"/>
                  </a:cubicBezTo>
                  <a:cubicBezTo>
                    <a:pt x="21623" y="5830"/>
                    <a:pt x="21461" y="5784"/>
                    <a:pt x="21461" y="5505"/>
                  </a:cubicBezTo>
                  <a:cubicBezTo>
                    <a:pt x="21484" y="5227"/>
                    <a:pt x="21647" y="5088"/>
                    <a:pt x="21832" y="5088"/>
                  </a:cubicBezTo>
                  <a:cubicBezTo>
                    <a:pt x="21994" y="5088"/>
                    <a:pt x="22064" y="4926"/>
                    <a:pt x="22064" y="4787"/>
                  </a:cubicBezTo>
                  <a:cubicBezTo>
                    <a:pt x="22064" y="4671"/>
                    <a:pt x="22203" y="4602"/>
                    <a:pt x="22249" y="4439"/>
                  </a:cubicBezTo>
                  <a:cubicBezTo>
                    <a:pt x="22180" y="4393"/>
                    <a:pt x="22133" y="4300"/>
                    <a:pt x="22133" y="4254"/>
                  </a:cubicBezTo>
                  <a:cubicBezTo>
                    <a:pt x="22122" y="4200"/>
                    <a:pt x="22097" y="4181"/>
                    <a:pt x="22063" y="4181"/>
                  </a:cubicBezTo>
                  <a:cubicBezTo>
                    <a:pt x="22024" y="4181"/>
                    <a:pt x="21974" y="4206"/>
                    <a:pt x="21925" y="4231"/>
                  </a:cubicBezTo>
                  <a:cubicBezTo>
                    <a:pt x="21855" y="4277"/>
                    <a:pt x="21600" y="4300"/>
                    <a:pt x="21484" y="4300"/>
                  </a:cubicBezTo>
                  <a:cubicBezTo>
                    <a:pt x="21392" y="4300"/>
                    <a:pt x="21229" y="4184"/>
                    <a:pt x="21229" y="4092"/>
                  </a:cubicBezTo>
                  <a:cubicBezTo>
                    <a:pt x="21229" y="3976"/>
                    <a:pt x="21206" y="3883"/>
                    <a:pt x="21090" y="3883"/>
                  </a:cubicBezTo>
                  <a:cubicBezTo>
                    <a:pt x="20998" y="3883"/>
                    <a:pt x="20859" y="3837"/>
                    <a:pt x="20766" y="3605"/>
                  </a:cubicBezTo>
                  <a:cubicBezTo>
                    <a:pt x="20673" y="3373"/>
                    <a:pt x="20511" y="3373"/>
                    <a:pt x="20418" y="3304"/>
                  </a:cubicBezTo>
                  <a:cubicBezTo>
                    <a:pt x="20404" y="3298"/>
                    <a:pt x="20387" y="3296"/>
                    <a:pt x="20368" y="3296"/>
                  </a:cubicBezTo>
                  <a:cubicBezTo>
                    <a:pt x="20231" y="3296"/>
                    <a:pt x="19984" y="3425"/>
                    <a:pt x="19862" y="3466"/>
                  </a:cubicBezTo>
                  <a:cubicBezTo>
                    <a:pt x="19836" y="3475"/>
                    <a:pt x="19806" y="3479"/>
                    <a:pt x="19775" y="3479"/>
                  </a:cubicBezTo>
                  <a:cubicBezTo>
                    <a:pt x="19644" y="3479"/>
                    <a:pt x="19479" y="3411"/>
                    <a:pt x="19329" y="3373"/>
                  </a:cubicBezTo>
                  <a:cubicBezTo>
                    <a:pt x="19173" y="3351"/>
                    <a:pt x="19081" y="3071"/>
                    <a:pt x="18930" y="3071"/>
                  </a:cubicBezTo>
                  <a:cubicBezTo>
                    <a:pt x="18924" y="3071"/>
                    <a:pt x="18918" y="3071"/>
                    <a:pt x="18912" y="3072"/>
                  </a:cubicBezTo>
                  <a:cubicBezTo>
                    <a:pt x="18750" y="3118"/>
                    <a:pt x="18726" y="3420"/>
                    <a:pt x="18587" y="3420"/>
                  </a:cubicBezTo>
                  <a:cubicBezTo>
                    <a:pt x="18472" y="3420"/>
                    <a:pt x="18263" y="2794"/>
                    <a:pt x="18031" y="2446"/>
                  </a:cubicBezTo>
                  <a:cubicBezTo>
                    <a:pt x="17799" y="2099"/>
                    <a:pt x="17382" y="1380"/>
                    <a:pt x="17012" y="1264"/>
                  </a:cubicBezTo>
                  <a:cubicBezTo>
                    <a:pt x="16664" y="1125"/>
                    <a:pt x="16757" y="940"/>
                    <a:pt x="16872" y="847"/>
                  </a:cubicBezTo>
                  <a:cubicBezTo>
                    <a:pt x="16929" y="791"/>
                    <a:pt x="16832" y="760"/>
                    <a:pt x="16716" y="760"/>
                  </a:cubicBezTo>
                  <a:cubicBezTo>
                    <a:pt x="16640" y="760"/>
                    <a:pt x="16557" y="773"/>
                    <a:pt x="16502" y="801"/>
                  </a:cubicBezTo>
                  <a:cubicBezTo>
                    <a:pt x="16363" y="894"/>
                    <a:pt x="16177" y="1056"/>
                    <a:pt x="15992" y="1079"/>
                  </a:cubicBezTo>
                  <a:cubicBezTo>
                    <a:pt x="15843" y="1121"/>
                    <a:pt x="15636" y="1339"/>
                    <a:pt x="15459" y="1339"/>
                  </a:cubicBezTo>
                  <a:cubicBezTo>
                    <a:pt x="15443" y="1339"/>
                    <a:pt x="15428" y="1338"/>
                    <a:pt x="15412" y="1334"/>
                  </a:cubicBezTo>
                  <a:cubicBezTo>
                    <a:pt x="15393" y="1327"/>
                    <a:pt x="15374" y="1323"/>
                    <a:pt x="15356" y="1323"/>
                  </a:cubicBezTo>
                  <a:cubicBezTo>
                    <a:pt x="15239" y="1323"/>
                    <a:pt x="15160" y="1464"/>
                    <a:pt x="15071" y="1464"/>
                  </a:cubicBezTo>
                  <a:cubicBezTo>
                    <a:pt x="15047" y="1464"/>
                    <a:pt x="15022" y="1453"/>
                    <a:pt x="14995" y="1427"/>
                  </a:cubicBezTo>
                  <a:cubicBezTo>
                    <a:pt x="14856" y="1288"/>
                    <a:pt x="15204" y="1195"/>
                    <a:pt x="15204" y="1079"/>
                  </a:cubicBezTo>
                  <a:cubicBezTo>
                    <a:pt x="15204" y="1034"/>
                    <a:pt x="15180" y="1021"/>
                    <a:pt x="15145" y="1021"/>
                  </a:cubicBezTo>
                  <a:cubicBezTo>
                    <a:pt x="15092" y="1021"/>
                    <a:pt x="15015" y="1051"/>
                    <a:pt x="14958" y="1051"/>
                  </a:cubicBezTo>
                  <a:cubicBezTo>
                    <a:pt x="14935" y="1051"/>
                    <a:pt x="14916" y="1046"/>
                    <a:pt x="14903" y="1033"/>
                  </a:cubicBezTo>
                  <a:cubicBezTo>
                    <a:pt x="14860" y="990"/>
                    <a:pt x="14774" y="947"/>
                    <a:pt x="14714" y="947"/>
                  </a:cubicBezTo>
                  <a:cubicBezTo>
                    <a:pt x="14676" y="947"/>
                    <a:pt x="14648" y="965"/>
                    <a:pt x="14648" y="1009"/>
                  </a:cubicBezTo>
                  <a:cubicBezTo>
                    <a:pt x="14648" y="1045"/>
                    <a:pt x="14624" y="1060"/>
                    <a:pt x="14595" y="1060"/>
                  </a:cubicBezTo>
                  <a:cubicBezTo>
                    <a:pt x="14547" y="1060"/>
                    <a:pt x="14485" y="1020"/>
                    <a:pt x="14485" y="963"/>
                  </a:cubicBezTo>
                  <a:cubicBezTo>
                    <a:pt x="14485" y="893"/>
                    <a:pt x="14433" y="784"/>
                    <a:pt x="14357" y="784"/>
                  </a:cubicBezTo>
                  <a:cubicBezTo>
                    <a:pt x="14333" y="784"/>
                    <a:pt x="14305" y="795"/>
                    <a:pt x="14277" y="824"/>
                  </a:cubicBezTo>
                  <a:cubicBezTo>
                    <a:pt x="14214" y="902"/>
                    <a:pt x="14045" y="960"/>
                    <a:pt x="13921" y="960"/>
                  </a:cubicBezTo>
                  <a:cubicBezTo>
                    <a:pt x="13862" y="960"/>
                    <a:pt x="13813" y="947"/>
                    <a:pt x="13790" y="917"/>
                  </a:cubicBezTo>
                  <a:cubicBezTo>
                    <a:pt x="13721" y="824"/>
                    <a:pt x="13837" y="801"/>
                    <a:pt x="13860" y="685"/>
                  </a:cubicBezTo>
                  <a:cubicBezTo>
                    <a:pt x="13860" y="569"/>
                    <a:pt x="13721" y="430"/>
                    <a:pt x="13744" y="291"/>
                  </a:cubicBezTo>
                  <a:cubicBezTo>
                    <a:pt x="13784" y="191"/>
                    <a:pt x="13599" y="73"/>
                    <a:pt x="13458" y="73"/>
                  </a:cubicBezTo>
                  <a:cubicBezTo>
                    <a:pt x="13436" y="73"/>
                    <a:pt x="13415" y="76"/>
                    <a:pt x="13396" y="82"/>
                  </a:cubicBezTo>
                  <a:cubicBezTo>
                    <a:pt x="13364" y="95"/>
                    <a:pt x="13328" y="101"/>
                    <a:pt x="13290" y="101"/>
                  </a:cubicBezTo>
                  <a:cubicBezTo>
                    <a:pt x="13192" y="101"/>
                    <a:pt x="13079" y="63"/>
                    <a:pt x="12979" y="13"/>
                  </a:cubicBezTo>
                  <a:cubicBezTo>
                    <a:pt x="12954" y="5"/>
                    <a:pt x="12917" y="1"/>
                    <a:pt x="12873"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59"/>
            <p:cNvSpPr/>
            <p:nvPr/>
          </p:nvSpPr>
          <p:spPr>
            <a:xfrm>
              <a:off x="4273058" y="1610044"/>
              <a:ext cx="2846707" cy="1088756"/>
            </a:xfrm>
            <a:custGeom>
              <a:avLst/>
              <a:gdLst/>
              <a:ahLst/>
              <a:cxnLst/>
              <a:rect l="l" t="t" r="r" b="b"/>
              <a:pathLst>
                <a:path w="93327" h="35694" extrusionOk="0">
                  <a:moveTo>
                    <a:pt x="21302" y="1"/>
                  </a:moveTo>
                  <a:cubicBezTo>
                    <a:pt x="21023" y="1"/>
                    <a:pt x="20735" y="52"/>
                    <a:pt x="20789" y="119"/>
                  </a:cubicBezTo>
                  <a:cubicBezTo>
                    <a:pt x="20881" y="258"/>
                    <a:pt x="20024" y="212"/>
                    <a:pt x="20047" y="258"/>
                  </a:cubicBezTo>
                  <a:cubicBezTo>
                    <a:pt x="20070" y="351"/>
                    <a:pt x="20371" y="444"/>
                    <a:pt x="20765" y="444"/>
                  </a:cubicBezTo>
                  <a:cubicBezTo>
                    <a:pt x="21119" y="444"/>
                    <a:pt x="21051" y="234"/>
                    <a:pt x="21264" y="234"/>
                  </a:cubicBezTo>
                  <a:cubicBezTo>
                    <a:pt x="21275" y="234"/>
                    <a:pt x="21286" y="234"/>
                    <a:pt x="21298" y="235"/>
                  </a:cubicBezTo>
                  <a:cubicBezTo>
                    <a:pt x="21368" y="242"/>
                    <a:pt x="21443" y="246"/>
                    <a:pt x="21513" y="246"/>
                  </a:cubicBezTo>
                  <a:cubicBezTo>
                    <a:pt x="21698" y="246"/>
                    <a:pt x="21846" y="214"/>
                    <a:pt x="21762" y="96"/>
                  </a:cubicBezTo>
                  <a:cubicBezTo>
                    <a:pt x="21703" y="28"/>
                    <a:pt x="21505" y="1"/>
                    <a:pt x="21302" y="1"/>
                  </a:cubicBezTo>
                  <a:close/>
                  <a:moveTo>
                    <a:pt x="39113" y="369"/>
                  </a:moveTo>
                  <a:cubicBezTo>
                    <a:pt x="38840" y="369"/>
                    <a:pt x="38512" y="467"/>
                    <a:pt x="38680" y="606"/>
                  </a:cubicBezTo>
                  <a:cubicBezTo>
                    <a:pt x="38733" y="649"/>
                    <a:pt x="38882" y="682"/>
                    <a:pt x="39032" y="682"/>
                  </a:cubicBezTo>
                  <a:cubicBezTo>
                    <a:pt x="39207" y="682"/>
                    <a:pt x="39384" y="638"/>
                    <a:pt x="39421" y="513"/>
                  </a:cubicBezTo>
                  <a:cubicBezTo>
                    <a:pt x="39449" y="412"/>
                    <a:pt x="39293" y="369"/>
                    <a:pt x="39113" y="369"/>
                  </a:cubicBezTo>
                  <a:close/>
                  <a:moveTo>
                    <a:pt x="24947" y="455"/>
                  </a:moveTo>
                  <a:cubicBezTo>
                    <a:pt x="24727" y="455"/>
                    <a:pt x="24668" y="631"/>
                    <a:pt x="24540" y="631"/>
                  </a:cubicBezTo>
                  <a:cubicBezTo>
                    <a:pt x="24534" y="631"/>
                    <a:pt x="24527" y="630"/>
                    <a:pt x="24520" y="629"/>
                  </a:cubicBezTo>
                  <a:cubicBezTo>
                    <a:pt x="24358" y="629"/>
                    <a:pt x="23755" y="745"/>
                    <a:pt x="23871" y="884"/>
                  </a:cubicBezTo>
                  <a:cubicBezTo>
                    <a:pt x="23932" y="956"/>
                    <a:pt x="24058" y="978"/>
                    <a:pt x="24205" y="978"/>
                  </a:cubicBezTo>
                  <a:cubicBezTo>
                    <a:pt x="24389" y="978"/>
                    <a:pt x="24607" y="943"/>
                    <a:pt x="24775" y="930"/>
                  </a:cubicBezTo>
                  <a:cubicBezTo>
                    <a:pt x="25400" y="861"/>
                    <a:pt x="25377" y="537"/>
                    <a:pt x="25053" y="467"/>
                  </a:cubicBezTo>
                  <a:cubicBezTo>
                    <a:pt x="25014" y="459"/>
                    <a:pt x="24979" y="455"/>
                    <a:pt x="24947" y="455"/>
                  </a:cubicBezTo>
                  <a:close/>
                  <a:moveTo>
                    <a:pt x="19666" y="390"/>
                  </a:moveTo>
                  <a:cubicBezTo>
                    <a:pt x="19555" y="390"/>
                    <a:pt x="19545" y="454"/>
                    <a:pt x="19699" y="583"/>
                  </a:cubicBezTo>
                  <a:cubicBezTo>
                    <a:pt x="19838" y="699"/>
                    <a:pt x="18981" y="791"/>
                    <a:pt x="19120" y="930"/>
                  </a:cubicBezTo>
                  <a:cubicBezTo>
                    <a:pt x="19243" y="1045"/>
                    <a:pt x="19541" y="1096"/>
                    <a:pt x="19866" y="1096"/>
                  </a:cubicBezTo>
                  <a:cubicBezTo>
                    <a:pt x="20396" y="1096"/>
                    <a:pt x="21000" y="961"/>
                    <a:pt x="21043" y="745"/>
                  </a:cubicBezTo>
                  <a:cubicBezTo>
                    <a:pt x="21064" y="602"/>
                    <a:pt x="20962" y="576"/>
                    <a:pt x="20806" y="576"/>
                  </a:cubicBezTo>
                  <a:cubicBezTo>
                    <a:pt x="20719" y="576"/>
                    <a:pt x="20616" y="584"/>
                    <a:pt x="20507" y="584"/>
                  </a:cubicBezTo>
                  <a:cubicBezTo>
                    <a:pt x="20369" y="584"/>
                    <a:pt x="20223" y="571"/>
                    <a:pt x="20093" y="513"/>
                  </a:cubicBezTo>
                  <a:cubicBezTo>
                    <a:pt x="19908" y="431"/>
                    <a:pt x="19755" y="390"/>
                    <a:pt x="19666" y="390"/>
                  </a:cubicBezTo>
                  <a:close/>
                  <a:moveTo>
                    <a:pt x="15426" y="806"/>
                  </a:moveTo>
                  <a:cubicBezTo>
                    <a:pt x="15231" y="806"/>
                    <a:pt x="15022" y="838"/>
                    <a:pt x="14902" y="907"/>
                  </a:cubicBezTo>
                  <a:cubicBezTo>
                    <a:pt x="14647" y="1046"/>
                    <a:pt x="13998" y="930"/>
                    <a:pt x="14068" y="1116"/>
                  </a:cubicBezTo>
                  <a:cubicBezTo>
                    <a:pt x="14097" y="1188"/>
                    <a:pt x="14289" y="1315"/>
                    <a:pt x="14519" y="1315"/>
                  </a:cubicBezTo>
                  <a:cubicBezTo>
                    <a:pt x="14657" y="1315"/>
                    <a:pt x="14809" y="1269"/>
                    <a:pt x="14948" y="1139"/>
                  </a:cubicBezTo>
                  <a:cubicBezTo>
                    <a:pt x="15093" y="1004"/>
                    <a:pt x="15255" y="970"/>
                    <a:pt x="15403" y="970"/>
                  </a:cubicBezTo>
                  <a:cubicBezTo>
                    <a:pt x="15548" y="970"/>
                    <a:pt x="15679" y="1002"/>
                    <a:pt x="15768" y="1002"/>
                  </a:cubicBezTo>
                  <a:cubicBezTo>
                    <a:pt x="15822" y="1002"/>
                    <a:pt x="15859" y="991"/>
                    <a:pt x="15875" y="954"/>
                  </a:cubicBezTo>
                  <a:cubicBezTo>
                    <a:pt x="15915" y="861"/>
                    <a:pt x="15684" y="806"/>
                    <a:pt x="15426" y="806"/>
                  </a:cubicBezTo>
                  <a:close/>
                  <a:moveTo>
                    <a:pt x="22799" y="596"/>
                  </a:moveTo>
                  <a:cubicBezTo>
                    <a:pt x="22603" y="596"/>
                    <a:pt x="22437" y="627"/>
                    <a:pt x="22457" y="699"/>
                  </a:cubicBezTo>
                  <a:cubicBezTo>
                    <a:pt x="22527" y="861"/>
                    <a:pt x="21831" y="1046"/>
                    <a:pt x="22040" y="1209"/>
                  </a:cubicBezTo>
                  <a:cubicBezTo>
                    <a:pt x="22153" y="1295"/>
                    <a:pt x="22319" y="1328"/>
                    <a:pt x="22501" y="1328"/>
                  </a:cubicBezTo>
                  <a:cubicBezTo>
                    <a:pt x="22955" y="1328"/>
                    <a:pt x="23510" y="1122"/>
                    <a:pt x="23593" y="1023"/>
                  </a:cubicBezTo>
                  <a:cubicBezTo>
                    <a:pt x="23709" y="861"/>
                    <a:pt x="23384" y="861"/>
                    <a:pt x="23361" y="722"/>
                  </a:cubicBezTo>
                  <a:cubicBezTo>
                    <a:pt x="23335" y="645"/>
                    <a:pt x="23044" y="596"/>
                    <a:pt x="22799" y="596"/>
                  </a:cubicBezTo>
                  <a:close/>
                  <a:moveTo>
                    <a:pt x="18567" y="1427"/>
                  </a:moveTo>
                  <a:cubicBezTo>
                    <a:pt x="18331" y="1427"/>
                    <a:pt x="17965" y="1570"/>
                    <a:pt x="18077" y="1603"/>
                  </a:cubicBezTo>
                  <a:cubicBezTo>
                    <a:pt x="18154" y="1628"/>
                    <a:pt x="18351" y="1682"/>
                    <a:pt x="18513" y="1682"/>
                  </a:cubicBezTo>
                  <a:cubicBezTo>
                    <a:pt x="18643" y="1682"/>
                    <a:pt x="18749" y="1647"/>
                    <a:pt x="18749" y="1533"/>
                  </a:cubicBezTo>
                  <a:cubicBezTo>
                    <a:pt x="18749" y="1455"/>
                    <a:pt x="18671" y="1427"/>
                    <a:pt x="18567" y="1427"/>
                  </a:cubicBezTo>
                  <a:close/>
                  <a:moveTo>
                    <a:pt x="16951" y="664"/>
                  </a:moveTo>
                  <a:cubicBezTo>
                    <a:pt x="16608" y="664"/>
                    <a:pt x="16298" y="874"/>
                    <a:pt x="16478" y="1000"/>
                  </a:cubicBezTo>
                  <a:cubicBezTo>
                    <a:pt x="16710" y="1162"/>
                    <a:pt x="15852" y="1116"/>
                    <a:pt x="15736" y="1278"/>
                  </a:cubicBezTo>
                  <a:cubicBezTo>
                    <a:pt x="15620" y="1440"/>
                    <a:pt x="15134" y="1371"/>
                    <a:pt x="15203" y="1556"/>
                  </a:cubicBezTo>
                  <a:cubicBezTo>
                    <a:pt x="15267" y="1658"/>
                    <a:pt x="15534" y="1711"/>
                    <a:pt x="15761" y="1711"/>
                  </a:cubicBezTo>
                  <a:cubicBezTo>
                    <a:pt x="15947" y="1711"/>
                    <a:pt x="16107" y="1676"/>
                    <a:pt x="16107" y="1603"/>
                  </a:cubicBezTo>
                  <a:cubicBezTo>
                    <a:pt x="16107" y="1440"/>
                    <a:pt x="16547" y="1579"/>
                    <a:pt x="16547" y="1440"/>
                  </a:cubicBezTo>
                  <a:cubicBezTo>
                    <a:pt x="16571" y="1301"/>
                    <a:pt x="16756" y="1139"/>
                    <a:pt x="17196" y="1116"/>
                  </a:cubicBezTo>
                  <a:cubicBezTo>
                    <a:pt x="17660" y="1070"/>
                    <a:pt x="17660" y="907"/>
                    <a:pt x="17243" y="722"/>
                  </a:cubicBezTo>
                  <a:cubicBezTo>
                    <a:pt x="17150" y="681"/>
                    <a:pt x="17049" y="664"/>
                    <a:pt x="16951" y="664"/>
                  </a:cubicBezTo>
                  <a:close/>
                  <a:moveTo>
                    <a:pt x="21101" y="1258"/>
                  </a:moveTo>
                  <a:cubicBezTo>
                    <a:pt x="20938" y="1258"/>
                    <a:pt x="20819" y="1278"/>
                    <a:pt x="20835" y="1324"/>
                  </a:cubicBezTo>
                  <a:cubicBezTo>
                    <a:pt x="20881" y="1440"/>
                    <a:pt x="20765" y="1464"/>
                    <a:pt x="20441" y="1464"/>
                  </a:cubicBezTo>
                  <a:cubicBezTo>
                    <a:pt x="20116" y="1464"/>
                    <a:pt x="19954" y="1649"/>
                    <a:pt x="20116" y="1788"/>
                  </a:cubicBezTo>
                  <a:cubicBezTo>
                    <a:pt x="20188" y="1851"/>
                    <a:pt x="20361" y="1879"/>
                    <a:pt x="20554" y="1879"/>
                  </a:cubicBezTo>
                  <a:cubicBezTo>
                    <a:pt x="20859" y="1879"/>
                    <a:pt x="21213" y="1809"/>
                    <a:pt x="21298" y="1695"/>
                  </a:cubicBezTo>
                  <a:cubicBezTo>
                    <a:pt x="21461" y="1487"/>
                    <a:pt x="21831" y="1649"/>
                    <a:pt x="21901" y="1464"/>
                  </a:cubicBezTo>
                  <a:cubicBezTo>
                    <a:pt x="21932" y="1340"/>
                    <a:pt x="21427" y="1258"/>
                    <a:pt x="21101" y="1258"/>
                  </a:cubicBezTo>
                  <a:close/>
                  <a:moveTo>
                    <a:pt x="41386" y="246"/>
                  </a:moveTo>
                  <a:cubicBezTo>
                    <a:pt x="41273" y="246"/>
                    <a:pt x="41128" y="461"/>
                    <a:pt x="40673" y="537"/>
                  </a:cubicBezTo>
                  <a:cubicBezTo>
                    <a:pt x="40117" y="652"/>
                    <a:pt x="39839" y="791"/>
                    <a:pt x="40070" y="907"/>
                  </a:cubicBezTo>
                  <a:cubicBezTo>
                    <a:pt x="40271" y="1019"/>
                    <a:pt x="40086" y="1279"/>
                    <a:pt x="39845" y="1279"/>
                  </a:cubicBezTo>
                  <a:cubicBezTo>
                    <a:pt x="39836" y="1279"/>
                    <a:pt x="39825" y="1279"/>
                    <a:pt x="39815" y="1278"/>
                  </a:cubicBezTo>
                  <a:cubicBezTo>
                    <a:pt x="39584" y="1278"/>
                    <a:pt x="39537" y="1533"/>
                    <a:pt x="39839" y="1649"/>
                  </a:cubicBezTo>
                  <a:cubicBezTo>
                    <a:pt x="40140" y="1788"/>
                    <a:pt x="40024" y="1857"/>
                    <a:pt x="39699" y="1857"/>
                  </a:cubicBezTo>
                  <a:cubicBezTo>
                    <a:pt x="39375" y="1857"/>
                    <a:pt x="39097" y="1973"/>
                    <a:pt x="39306" y="2066"/>
                  </a:cubicBezTo>
                  <a:cubicBezTo>
                    <a:pt x="39468" y="2136"/>
                    <a:pt x="39468" y="2298"/>
                    <a:pt x="39792" y="2391"/>
                  </a:cubicBezTo>
                  <a:cubicBezTo>
                    <a:pt x="39829" y="2398"/>
                    <a:pt x="39867" y="2401"/>
                    <a:pt x="39903" y="2401"/>
                  </a:cubicBezTo>
                  <a:cubicBezTo>
                    <a:pt x="40205" y="2401"/>
                    <a:pt x="40462" y="2162"/>
                    <a:pt x="40441" y="1997"/>
                  </a:cubicBezTo>
                  <a:cubicBezTo>
                    <a:pt x="40418" y="1811"/>
                    <a:pt x="41623" y="1626"/>
                    <a:pt x="41947" y="1533"/>
                  </a:cubicBezTo>
                  <a:cubicBezTo>
                    <a:pt x="42272" y="1464"/>
                    <a:pt x="41739" y="1116"/>
                    <a:pt x="42087" y="1093"/>
                  </a:cubicBezTo>
                  <a:cubicBezTo>
                    <a:pt x="42457" y="1070"/>
                    <a:pt x="42295" y="907"/>
                    <a:pt x="41878" y="838"/>
                  </a:cubicBezTo>
                  <a:cubicBezTo>
                    <a:pt x="41438" y="768"/>
                    <a:pt x="41600" y="397"/>
                    <a:pt x="41461" y="282"/>
                  </a:cubicBezTo>
                  <a:cubicBezTo>
                    <a:pt x="41435" y="256"/>
                    <a:pt x="41412" y="246"/>
                    <a:pt x="41386" y="246"/>
                  </a:cubicBezTo>
                  <a:close/>
                  <a:moveTo>
                    <a:pt x="41995" y="1733"/>
                  </a:moveTo>
                  <a:cubicBezTo>
                    <a:pt x="41579" y="1733"/>
                    <a:pt x="40696" y="1966"/>
                    <a:pt x="40696" y="2112"/>
                  </a:cubicBezTo>
                  <a:cubicBezTo>
                    <a:pt x="40696" y="2298"/>
                    <a:pt x="40163" y="2460"/>
                    <a:pt x="40325" y="2599"/>
                  </a:cubicBezTo>
                  <a:cubicBezTo>
                    <a:pt x="40441" y="2715"/>
                    <a:pt x="40557" y="2669"/>
                    <a:pt x="40719" y="2715"/>
                  </a:cubicBezTo>
                  <a:cubicBezTo>
                    <a:pt x="40872" y="2737"/>
                    <a:pt x="40964" y="3090"/>
                    <a:pt x="41208" y="3090"/>
                  </a:cubicBezTo>
                  <a:cubicBezTo>
                    <a:pt x="41222" y="3090"/>
                    <a:pt x="41237" y="3088"/>
                    <a:pt x="41252" y="3086"/>
                  </a:cubicBezTo>
                  <a:cubicBezTo>
                    <a:pt x="41278" y="3080"/>
                    <a:pt x="41307" y="3077"/>
                    <a:pt x="41340" y="3077"/>
                  </a:cubicBezTo>
                  <a:cubicBezTo>
                    <a:pt x="41686" y="3077"/>
                    <a:pt x="42381" y="3387"/>
                    <a:pt x="42805" y="3387"/>
                  </a:cubicBezTo>
                  <a:cubicBezTo>
                    <a:pt x="43268" y="3387"/>
                    <a:pt x="43315" y="3016"/>
                    <a:pt x="43176" y="2993"/>
                  </a:cubicBezTo>
                  <a:cubicBezTo>
                    <a:pt x="43037" y="2970"/>
                    <a:pt x="43153" y="2761"/>
                    <a:pt x="43431" y="2391"/>
                  </a:cubicBezTo>
                  <a:cubicBezTo>
                    <a:pt x="43613" y="2125"/>
                    <a:pt x="43118" y="1907"/>
                    <a:pt x="42822" y="1907"/>
                  </a:cubicBezTo>
                  <a:cubicBezTo>
                    <a:pt x="42705" y="1907"/>
                    <a:pt x="42620" y="1941"/>
                    <a:pt x="42620" y="2020"/>
                  </a:cubicBezTo>
                  <a:cubicBezTo>
                    <a:pt x="42620" y="2105"/>
                    <a:pt x="42594" y="2138"/>
                    <a:pt x="42555" y="2138"/>
                  </a:cubicBezTo>
                  <a:cubicBezTo>
                    <a:pt x="42455" y="2138"/>
                    <a:pt x="42269" y="1921"/>
                    <a:pt x="42202" y="1788"/>
                  </a:cubicBezTo>
                  <a:cubicBezTo>
                    <a:pt x="42183" y="1749"/>
                    <a:pt x="42105" y="1733"/>
                    <a:pt x="41995" y="1733"/>
                  </a:cubicBezTo>
                  <a:close/>
                  <a:moveTo>
                    <a:pt x="44861" y="2593"/>
                  </a:moveTo>
                  <a:cubicBezTo>
                    <a:pt x="44802" y="2593"/>
                    <a:pt x="44758" y="2616"/>
                    <a:pt x="44752" y="2669"/>
                  </a:cubicBezTo>
                  <a:cubicBezTo>
                    <a:pt x="44752" y="2854"/>
                    <a:pt x="44172" y="2692"/>
                    <a:pt x="44172" y="2877"/>
                  </a:cubicBezTo>
                  <a:cubicBezTo>
                    <a:pt x="44172" y="3039"/>
                    <a:pt x="43964" y="3132"/>
                    <a:pt x="43987" y="3318"/>
                  </a:cubicBezTo>
                  <a:cubicBezTo>
                    <a:pt x="43995" y="3376"/>
                    <a:pt x="43946" y="3380"/>
                    <a:pt x="43880" y="3380"/>
                  </a:cubicBezTo>
                  <a:cubicBezTo>
                    <a:pt x="43869" y="3380"/>
                    <a:pt x="43857" y="3380"/>
                    <a:pt x="43845" y="3380"/>
                  </a:cubicBezTo>
                  <a:cubicBezTo>
                    <a:pt x="43732" y="3380"/>
                    <a:pt x="43593" y="3391"/>
                    <a:pt x="43593" y="3619"/>
                  </a:cubicBezTo>
                  <a:cubicBezTo>
                    <a:pt x="43570" y="4013"/>
                    <a:pt x="42967" y="4245"/>
                    <a:pt x="43199" y="4384"/>
                  </a:cubicBezTo>
                  <a:cubicBezTo>
                    <a:pt x="43243" y="4410"/>
                    <a:pt x="43304" y="4420"/>
                    <a:pt x="43378" y="4420"/>
                  </a:cubicBezTo>
                  <a:cubicBezTo>
                    <a:pt x="43679" y="4420"/>
                    <a:pt x="44191" y="4243"/>
                    <a:pt x="44580" y="4243"/>
                  </a:cubicBezTo>
                  <a:cubicBezTo>
                    <a:pt x="44599" y="4243"/>
                    <a:pt x="44618" y="4244"/>
                    <a:pt x="44636" y="4245"/>
                  </a:cubicBezTo>
                  <a:cubicBezTo>
                    <a:pt x="44650" y="4245"/>
                    <a:pt x="44664" y="4246"/>
                    <a:pt x="44679" y="4246"/>
                  </a:cubicBezTo>
                  <a:cubicBezTo>
                    <a:pt x="45198" y="4246"/>
                    <a:pt x="46468" y="3867"/>
                    <a:pt x="46513" y="3619"/>
                  </a:cubicBezTo>
                  <a:cubicBezTo>
                    <a:pt x="46559" y="3364"/>
                    <a:pt x="46026" y="3364"/>
                    <a:pt x="45818" y="3155"/>
                  </a:cubicBezTo>
                  <a:cubicBezTo>
                    <a:pt x="45749" y="3079"/>
                    <a:pt x="45650" y="3048"/>
                    <a:pt x="45546" y="3048"/>
                  </a:cubicBezTo>
                  <a:cubicBezTo>
                    <a:pt x="45332" y="3048"/>
                    <a:pt x="45092" y="3178"/>
                    <a:pt x="45030" y="3318"/>
                  </a:cubicBezTo>
                  <a:cubicBezTo>
                    <a:pt x="44998" y="3369"/>
                    <a:pt x="44964" y="3392"/>
                    <a:pt x="44938" y="3392"/>
                  </a:cubicBezTo>
                  <a:cubicBezTo>
                    <a:pt x="44871" y="3392"/>
                    <a:pt x="44858" y="3234"/>
                    <a:pt x="45076" y="3016"/>
                  </a:cubicBezTo>
                  <a:cubicBezTo>
                    <a:pt x="45318" y="2792"/>
                    <a:pt x="45031" y="2593"/>
                    <a:pt x="44861" y="2593"/>
                  </a:cubicBezTo>
                  <a:close/>
                  <a:moveTo>
                    <a:pt x="64901" y="6438"/>
                  </a:moveTo>
                  <a:cubicBezTo>
                    <a:pt x="64486" y="6438"/>
                    <a:pt x="63527" y="7456"/>
                    <a:pt x="64033" y="7721"/>
                  </a:cubicBezTo>
                  <a:cubicBezTo>
                    <a:pt x="64265" y="7837"/>
                    <a:pt x="64335" y="7953"/>
                    <a:pt x="64474" y="8068"/>
                  </a:cubicBezTo>
                  <a:cubicBezTo>
                    <a:pt x="64502" y="8102"/>
                    <a:pt x="64552" y="8116"/>
                    <a:pt x="64615" y="8116"/>
                  </a:cubicBezTo>
                  <a:cubicBezTo>
                    <a:pt x="64810" y="8116"/>
                    <a:pt x="65127" y="7988"/>
                    <a:pt x="65285" y="7953"/>
                  </a:cubicBezTo>
                  <a:cubicBezTo>
                    <a:pt x="65302" y="7946"/>
                    <a:pt x="65318" y="7943"/>
                    <a:pt x="65333" y="7943"/>
                  </a:cubicBezTo>
                  <a:cubicBezTo>
                    <a:pt x="65443" y="7943"/>
                    <a:pt x="65495" y="8100"/>
                    <a:pt x="65634" y="8100"/>
                  </a:cubicBezTo>
                  <a:cubicBezTo>
                    <a:pt x="65678" y="8100"/>
                    <a:pt x="65730" y="8085"/>
                    <a:pt x="65795" y="8045"/>
                  </a:cubicBezTo>
                  <a:cubicBezTo>
                    <a:pt x="65937" y="7946"/>
                    <a:pt x="66080" y="7920"/>
                    <a:pt x="66230" y="7920"/>
                  </a:cubicBezTo>
                  <a:cubicBezTo>
                    <a:pt x="66397" y="7920"/>
                    <a:pt x="66573" y="7953"/>
                    <a:pt x="66768" y="7953"/>
                  </a:cubicBezTo>
                  <a:cubicBezTo>
                    <a:pt x="67116" y="7953"/>
                    <a:pt x="66699" y="7512"/>
                    <a:pt x="66722" y="7304"/>
                  </a:cubicBezTo>
                  <a:cubicBezTo>
                    <a:pt x="66722" y="7241"/>
                    <a:pt x="66770" y="7215"/>
                    <a:pt x="66828" y="7215"/>
                  </a:cubicBezTo>
                  <a:cubicBezTo>
                    <a:pt x="66941" y="7215"/>
                    <a:pt x="67092" y="7312"/>
                    <a:pt x="67000" y="7420"/>
                  </a:cubicBezTo>
                  <a:cubicBezTo>
                    <a:pt x="66869" y="7572"/>
                    <a:pt x="67149" y="7910"/>
                    <a:pt x="67628" y="7910"/>
                  </a:cubicBezTo>
                  <a:cubicBezTo>
                    <a:pt x="67657" y="7910"/>
                    <a:pt x="67687" y="7909"/>
                    <a:pt x="67718" y="7906"/>
                  </a:cubicBezTo>
                  <a:cubicBezTo>
                    <a:pt x="68228" y="7883"/>
                    <a:pt x="67834" y="7559"/>
                    <a:pt x="68089" y="7443"/>
                  </a:cubicBezTo>
                  <a:cubicBezTo>
                    <a:pt x="68367" y="7327"/>
                    <a:pt x="68321" y="7188"/>
                    <a:pt x="67950" y="6979"/>
                  </a:cubicBezTo>
                  <a:cubicBezTo>
                    <a:pt x="67579" y="6747"/>
                    <a:pt x="67093" y="6887"/>
                    <a:pt x="66768" y="6747"/>
                  </a:cubicBezTo>
                  <a:cubicBezTo>
                    <a:pt x="66627" y="6682"/>
                    <a:pt x="66478" y="6642"/>
                    <a:pt x="66350" y="6642"/>
                  </a:cubicBezTo>
                  <a:cubicBezTo>
                    <a:pt x="66162" y="6642"/>
                    <a:pt x="66017" y="6726"/>
                    <a:pt x="66003" y="6933"/>
                  </a:cubicBezTo>
                  <a:cubicBezTo>
                    <a:pt x="65999" y="7006"/>
                    <a:pt x="65969" y="7036"/>
                    <a:pt x="65922" y="7036"/>
                  </a:cubicBezTo>
                  <a:cubicBezTo>
                    <a:pt x="65728" y="7036"/>
                    <a:pt x="65240" y="6539"/>
                    <a:pt x="64960" y="6446"/>
                  </a:cubicBezTo>
                  <a:cubicBezTo>
                    <a:pt x="64942" y="6440"/>
                    <a:pt x="64922" y="6438"/>
                    <a:pt x="64901" y="6438"/>
                  </a:cubicBezTo>
                  <a:close/>
                  <a:moveTo>
                    <a:pt x="69214" y="7272"/>
                  </a:moveTo>
                  <a:cubicBezTo>
                    <a:pt x="69049" y="7272"/>
                    <a:pt x="68769" y="7678"/>
                    <a:pt x="68923" y="7698"/>
                  </a:cubicBezTo>
                  <a:cubicBezTo>
                    <a:pt x="69317" y="7721"/>
                    <a:pt x="69503" y="8115"/>
                    <a:pt x="70244" y="8161"/>
                  </a:cubicBezTo>
                  <a:cubicBezTo>
                    <a:pt x="70332" y="8167"/>
                    <a:pt x="70417" y="8169"/>
                    <a:pt x="70499" y="8169"/>
                  </a:cubicBezTo>
                  <a:cubicBezTo>
                    <a:pt x="71110" y="8169"/>
                    <a:pt x="71545" y="8026"/>
                    <a:pt x="71565" y="7883"/>
                  </a:cubicBezTo>
                  <a:cubicBezTo>
                    <a:pt x="71584" y="7756"/>
                    <a:pt x="71159" y="7585"/>
                    <a:pt x="70863" y="7585"/>
                  </a:cubicBezTo>
                  <a:cubicBezTo>
                    <a:pt x="70783" y="7585"/>
                    <a:pt x="70711" y="7598"/>
                    <a:pt x="70662" y="7628"/>
                  </a:cubicBezTo>
                  <a:cubicBezTo>
                    <a:pt x="70631" y="7645"/>
                    <a:pt x="70602" y="7652"/>
                    <a:pt x="70573" y="7652"/>
                  </a:cubicBezTo>
                  <a:cubicBezTo>
                    <a:pt x="70427" y="7652"/>
                    <a:pt x="70296" y="7473"/>
                    <a:pt x="70124" y="7473"/>
                  </a:cubicBezTo>
                  <a:cubicBezTo>
                    <a:pt x="70096" y="7473"/>
                    <a:pt x="70066" y="7478"/>
                    <a:pt x="70036" y="7489"/>
                  </a:cubicBezTo>
                  <a:cubicBezTo>
                    <a:pt x="69946" y="7514"/>
                    <a:pt x="69844" y="7530"/>
                    <a:pt x="69744" y="7530"/>
                  </a:cubicBezTo>
                  <a:cubicBezTo>
                    <a:pt x="69561" y="7530"/>
                    <a:pt x="69384" y="7477"/>
                    <a:pt x="69294" y="7327"/>
                  </a:cubicBezTo>
                  <a:cubicBezTo>
                    <a:pt x="69275" y="7288"/>
                    <a:pt x="69247" y="7272"/>
                    <a:pt x="69214" y="7272"/>
                  </a:cubicBezTo>
                  <a:close/>
                  <a:moveTo>
                    <a:pt x="50491" y="8325"/>
                  </a:moveTo>
                  <a:cubicBezTo>
                    <a:pt x="50348" y="8325"/>
                    <a:pt x="50206" y="8363"/>
                    <a:pt x="50175" y="8416"/>
                  </a:cubicBezTo>
                  <a:cubicBezTo>
                    <a:pt x="50105" y="8555"/>
                    <a:pt x="49758" y="8555"/>
                    <a:pt x="49850" y="8694"/>
                  </a:cubicBezTo>
                  <a:cubicBezTo>
                    <a:pt x="49908" y="8769"/>
                    <a:pt x="50050" y="8802"/>
                    <a:pt x="50207" y="8802"/>
                  </a:cubicBezTo>
                  <a:cubicBezTo>
                    <a:pt x="50489" y="8802"/>
                    <a:pt x="50824" y="8696"/>
                    <a:pt x="50824" y="8532"/>
                  </a:cubicBezTo>
                  <a:cubicBezTo>
                    <a:pt x="50836" y="8380"/>
                    <a:pt x="50663" y="8325"/>
                    <a:pt x="50491" y="8325"/>
                  </a:cubicBezTo>
                  <a:close/>
                  <a:moveTo>
                    <a:pt x="65981" y="8626"/>
                  </a:moveTo>
                  <a:cubicBezTo>
                    <a:pt x="65749" y="8626"/>
                    <a:pt x="65334" y="8840"/>
                    <a:pt x="65609" y="8926"/>
                  </a:cubicBezTo>
                  <a:cubicBezTo>
                    <a:pt x="65661" y="8945"/>
                    <a:pt x="65723" y="8956"/>
                    <a:pt x="65786" y="8956"/>
                  </a:cubicBezTo>
                  <a:cubicBezTo>
                    <a:pt x="65950" y="8956"/>
                    <a:pt x="66119" y="8885"/>
                    <a:pt x="66119" y="8717"/>
                  </a:cubicBezTo>
                  <a:cubicBezTo>
                    <a:pt x="66119" y="8652"/>
                    <a:pt x="66061" y="8626"/>
                    <a:pt x="65981" y="8626"/>
                  </a:cubicBezTo>
                  <a:close/>
                  <a:moveTo>
                    <a:pt x="66549" y="9098"/>
                  </a:moveTo>
                  <a:cubicBezTo>
                    <a:pt x="66102" y="9098"/>
                    <a:pt x="65732" y="9445"/>
                    <a:pt x="65795" y="9528"/>
                  </a:cubicBezTo>
                  <a:cubicBezTo>
                    <a:pt x="65906" y="9696"/>
                    <a:pt x="66690" y="9804"/>
                    <a:pt x="67151" y="9804"/>
                  </a:cubicBezTo>
                  <a:cubicBezTo>
                    <a:pt x="67264" y="9804"/>
                    <a:pt x="67358" y="9797"/>
                    <a:pt x="67417" y="9783"/>
                  </a:cubicBezTo>
                  <a:cubicBezTo>
                    <a:pt x="67695" y="9714"/>
                    <a:pt x="67208" y="9181"/>
                    <a:pt x="66699" y="9111"/>
                  </a:cubicBezTo>
                  <a:cubicBezTo>
                    <a:pt x="66648" y="9102"/>
                    <a:pt x="66598" y="9098"/>
                    <a:pt x="66549" y="9098"/>
                  </a:cubicBezTo>
                  <a:close/>
                  <a:moveTo>
                    <a:pt x="28135" y="9482"/>
                  </a:moveTo>
                  <a:cubicBezTo>
                    <a:pt x="27764" y="9482"/>
                    <a:pt x="27718" y="9876"/>
                    <a:pt x="27903" y="9922"/>
                  </a:cubicBezTo>
                  <a:cubicBezTo>
                    <a:pt x="27921" y="9924"/>
                    <a:pt x="27942" y="9925"/>
                    <a:pt x="27965" y="9925"/>
                  </a:cubicBezTo>
                  <a:cubicBezTo>
                    <a:pt x="28205" y="9925"/>
                    <a:pt x="28674" y="9820"/>
                    <a:pt x="28738" y="9714"/>
                  </a:cubicBezTo>
                  <a:cubicBezTo>
                    <a:pt x="28807" y="9598"/>
                    <a:pt x="28506" y="9482"/>
                    <a:pt x="28135" y="9482"/>
                  </a:cubicBezTo>
                  <a:close/>
                  <a:moveTo>
                    <a:pt x="32914" y="9877"/>
                  </a:moveTo>
                  <a:cubicBezTo>
                    <a:pt x="32744" y="9877"/>
                    <a:pt x="32453" y="10086"/>
                    <a:pt x="32608" y="10154"/>
                  </a:cubicBezTo>
                  <a:cubicBezTo>
                    <a:pt x="32699" y="10204"/>
                    <a:pt x="32785" y="10230"/>
                    <a:pt x="32855" y="10230"/>
                  </a:cubicBezTo>
                  <a:cubicBezTo>
                    <a:pt x="32980" y="10230"/>
                    <a:pt x="33055" y="10147"/>
                    <a:pt x="33025" y="9969"/>
                  </a:cubicBezTo>
                  <a:cubicBezTo>
                    <a:pt x="33019" y="9903"/>
                    <a:pt x="32974" y="9877"/>
                    <a:pt x="32914" y="9877"/>
                  </a:cubicBezTo>
                  <a:close/>
                  <a:moveTo>
                    <a:pt x="88101" y="11603"/>
                  </a:moveTo>
                  <a:cubicBezTo>
                    <a:pt x="87414" y="11603"/>
                    <a:pt x="86634" y="12067"/>
                    <a:pt x="86954" y="12217"/>
                  </a:cubicBezTo>
                  <a:cubicBezTo>
                    <a:pt x="87018" y="12249"/>
                    <a:pt x="87077" y="12261"/>
                    <a:pt x="87132" y="12261"/>
                  </a:cubicBezTo>
                  <a:cubicBezTo>
                    <a:pt x="87300" y="12261"/>
                    <a:pt x="87434" y="12149"/>
                    <a:pt x="87585" y="12149"/>
                  </a:cubicBezTo>
                  <a:cubicBezTo>
                    <a:pt x="87635" y="12149"/>
                    <a:pt x="87686" y="12161"/>
                    <a:pt x="87742" y="12194"/>
                  </a:cubicBezTo>
                  <a:cubicBezTo>
                    <a:pt x="87808" y="12242"/>
                    <a:pt x="87900" y="12260"/>
                    <a:pt x="88003" y="12260"/>
                  </a:cubicBezTo>
                  <a:cubicBezTo>
                    <a:pt x="88297" y="12260"/>
                    <a:pt x="88689" y="12112"/>
                    <a:pt x="88877" y="12078"/>
                  </a:cubicBezTo>
                  <a:cubicBezTo>
                    <a:pt x="89132" y="12031"/>
                    <a:pt x="89016" y="11707"/>
                    <a:pt x="88275" y="11614"/>
                  </a:cubicBezTo>
                  <a:cubicBezTo>
                    <a:pt x="88218" y="11607"/>
                    <a:pt x="88160" y="11603"/>
                    <a:pt x="88101" y="11603"/>
                  </a:cubicBezTo>
                  <a:close/>
                  <a:moveTo>
                    <a:pt x="26720" y="5619"/>
                  </a:moveTo>
                  <a:cubicBezTo>
                    <a:pt x="26260" y="5619"/>
                    <a:pt x="25636" y="5880"/>
                    <a:pt x="25447" y="6052"/>
                  </a:cubicBezTo>
                  <a:cubicBezTo>
                    <a:pt x="25192" y="6261"/>
                    <a:pt x="24821" y="6099"/>
                    <a:pt x="24543" y="6261"/>
                  </a:cubicBezTo>
                  <a:cubicBezTo>
                    <a:pt x="24376" y="6352"/>
                    <a:pt x="24081" y="6433"/>
                    <a:pt x="23826" y="6433"/>
                  </a:cubicBezTo>
                  <a:cubicBezTo>
                    <a:pt x="23690" y="6433"/>
                    <a:pt x="23565" y="6410"/>
                    <a:pt x="23477" y="6353"/>
                  </a:cubicBezTo>
                  <a:cubicBezTo>
                    <a:pt x="23424" y="6318"/>
                    <a:pt x="23369" y="6304"/>
                    <a:pt x="23313" y="6304"/>
                  </a:cubicBezTo>
                  <a:cubicBezTo>
                    <a:pt x="23087" y="6304"/>
                    <a:pt x="22852" y="6540"/>
                    <a:pt x="22684" y="6540"/>
                  </a:cubicBezTo>
                  <a:cubicBezTo>
                    <a:pt x="22678" y="6540"/>
                    <a:pt x="22672" y="6540"/>
                    <a:pt x="22666" y="6539"/>
                  </a:cubicBezTo>
                  <a:cubicBezTo>
                    <a:pt x="22656" y="6538"/>
                    <a:pt x="22646" y="6537"/>
                    <a:pt x="22636" y="6537"/>
                  </a:cubicBezTo>
                  <a:cubicBezTo>
                    <a:pt x="22443" y="6537"/>
                    <a:pt x="22215" y="6726"/>
                    <a:pt x="22004" y="6726"/>
                  </a:cubicBezTo>
                  <a:cubicBezTo>
                    <a:pt x="21993" y="6726"/>
                    <a:pt x="21982" y="6725"/>
                    <a:pt x="21970" y="6724"/>
                  </a:cubicBezTo>
                  <a:cubicBezTo>
                    <a:pt x="21762" y="6724"/>
                    <a:pt x="21298" y="6910"/>
                    <a:pt x="21275" y="7049"/>
                  </a:cubicBezTo>
                  <a:cubicBezTo>
                    <a:pt x="21229" y="7165"/>
                    <a:pt x="20858" y="7141"/>
                    <a:pt x="20858" y="7304"/>
                  </a:cubicBezTo>
                  <a:cubicBezTo>
                    <a:pt x="20858" y="7419"/>
                    <a:pt x="20694" y="7523"/>
                    <a:pt x="20540" y="7523"/>
                  </a:cubicBezTo>
                  <a:cubicBezTo>
                    <a:pt x="20478" y="7523"/>
                    <a:pt x="20418" y="7506"/>
                    <a:pt x="20371" y="7466"/>
                  </a:cubicBezTo>
                  <a:cubicBezTo>
                    <a:pt x="20343" y="7441"/>
                    <a:pt x="20313" y="7430"/>
                    <a:pt x="20286" y="7430"/>
                  </a:cubicBezTo>
                  <a:cubicBezTo>
                    <a:pt x="20157" y="7430"/>
                    <a:pt x="20065" y="7665"/>
                    <a:pt x="20256" y="7837"/>
                  </a:cubicBezTo>
                  <a:cubicBezTo>
                    <a:pt x="20487" y="8045"/>
                    <a:pt x="19838" y="8068"/>
                    <a:pt x="19954" y="8184"/>
                  </a:cubicBezTo>
                  <a:cubicBezTo>
                    <a:pt x="20070" y="8323"/>
                    <a:pt x="19699" y="8393"/>
                    <a:pt x="19792" y="8532"/>
                  </a:cubicBezTo>
                  <a:cubicBezTo>
                    <a:pt x="19862" y="8694"/>
                    <a:pt x="19560" y="8741"/>
                    <a:pt x="19305" y="8787"/>
                  </a:cubicBezTo>
                  <a:cubicBezTo>
                    <a:pt x="19074" y="8833"/>
                    <a:pt x="18935" y="9158"/>
                    <a:pt x="19259" y="9181"/>
                  </a:cubicBezTo>
                  <a:cubicBezTo>
                    <a:pt x="19560" y="9181"/>
                    <a:pt x="19074" y="9227"/>
                    <a:pt x="19097" y="9482"/>
                  </a:cubicBezTo>
                  <a:cubicBezTo>
                    <a:pt x="19143" y="9714"/>
                    <a:pt x="18610" y="9552"/>
                    <a:pt x="18633" y="9714"/>
                  </a:cubicBezTo>
                  <a:cubicBezTo>
                    <a:pt x="18633" y="9876"/>
                    <a:pt x="18541" y="9992"/>
                    <a:pt x="18239" y="9992"/>
                  </a:cubicBezTo>
                  <a:cubicBezTo>
                    <a:pt x="17938" y="9992"/>
                    <a:pt x="18378" y="10177"/>
                    <a:pt x="18425" y="10363"/>
                  </a:cubicBezTo>
                  <a:cubicBezTo>
                    <a:pt x="18448" y="10548"/>
                    <a:pt x="18100" y="10409"/>
                    <a:pt x="18100" y="10687"/>
                  </a:cubicBezTo>
                  <a:cubicBezTo>
                    <a:pt x="18077" y="10965"/>
                    <a:pt x="17498" y="10687"/>
                    <a:pt x="17405" y="11035"/>
                  </a:cubicBezTo>
                  <a:cubicBezTo>
                    <a:pt x="17349" y="11331"/>
                    <a:pt x="17576" y="11361"/>
                    <a:pt x="17799" y="11361"/>
                  </a:cubicBezTo>
                  <a:cubicBezTo>
                    <a:pt x="17855" y="11361"/>
                    <a:pt x="17910" y="11359"/>
                    <a:pt x="17961" y="11359"/>
                  </a:cubicBezTo>
                  <a:cubicBezTo>
                    <a:pt x="18216" y="11382"/>
                    <a:pt x="17868" y="11637"/>
                    <a:pt x="18054" y="11776"/>
                  </a:cubicBezTo>
                  <a:cubicBezTo>
                    <a:pt x="18129" y="11826"/>
                    <a:pt x="18195" y="11852"/>
                    <a:pt x="18242" y="11852"/>
                  </a:cubicBezTo>
                  <a:cubicBezTo>
                    <a:pt x="18326" y="11852"/>
                    <a:pt x="18352" y="11769"/>
                    <a:pt x="18262" y="11591"/>
                  </a:cubicBezTo>
                  <a:cubicBezTo>
                    <a:pt x="18233" y="11520"/>
                    <a:pt x="18264" y="11491"/>
                    <a:pt x="18322" y="11491"/>
                  </a:cubicBezTo>
                  <a:cubicBezTo>
                    <a:pt x="18491" y="11491"/>
                    <a:pt x="18893" y="11737"/>
                    <a:pt x="18703" y="11892"/>
                  </a:cubicBezTo>
                  <a:cubicBezTo>
                    <a:pt x="18471" y="12101"/>
                    <a:pt x="19097" y="12263"/>
                    <a:pt x="19398" y="12286"/>
                  </a:cubicBezTo>
                  <a:cubicBezTo>
                    <a:pt x="19594" y="12301"/>
                    <a:pt x="20125" y="12405"/>
                    <a:pt x="20477" y="12405"/>
                  </a:cubicBezTo>
                  <a:cubicBezTo>
                    <a:pt x="20666" y="12405"/>
                    <a:pt x="20804" y="12375"/>
                    <a:pt x="20812" y="12286"/>
                  </a:cubicBezTo>
                  <a:cubicBezTo>
                    <a:pt x="20835" y="12124"/>
                    <a:pt x="20418" y="11985"/>
                    <a:pt x="20070" y="11637"/>
                  </a:cubicBezTo>
                  <a:cubicBezTo>
                    <a:pt x="19746" y="11267"/>
                    <a:pt x="19491" y="10687"/>
                    <a:pt x="19885" y="10455"/>
                  </a:cubicBezTo>
                  <a:cubicBezTo>
                    <a:pt x="20279" y="10201"/>
                    <a:pt x="19931" y="10085"/>
                    <a:pt x="20325" y="9830"/>
                  </a:cubicBezTo>
                  <a:cubicBezTo>
                    <a:pt x="20719" y="9552"/>
                    <a:pt x="20487" y="9297"/>
                    <a:pt x="20812" y="9250"/>
                  </a:cubicBezTo>
                  <a:cubicBezTo>
                    <a:pt x="21136" y="9227"/>
                    <a:pt x="20765" y="8926"/>
                    <a:pt x="21090" y="8880"/>
                  </a:cubicBezTo>
                  <a:cubicBezTo>
                    <a:pt x="21414" y="8833"/>
                    <a:pt x="21484" y="8486"/>
                    <a:pt x="21437" y="8347"/>
                  </a:cubicBezTo>
                  <a:cubicBezTo>
                    <a:pt x="21391" y="8231"/>
                    <a:pt x="21762" y="8370"/>
                    <a:pt x="21947" y="8184"/>
                  </a:cubicBezTo>
                  <a:cubicBezTo>
                    <a:pt x="22133" y="7976"/>
                    <a:pt x="22550" y="8115"/>
                    <a:pt x="22666" y="7837"/>
                  </a:cubicBezTo>
                  <a:cubicBezTo>
                    <a:pt x="22805" y="7559"/>
                    <a:pt x="24659" y="6933"/>
                    <a:pt x="25725" y="6678"/>
                  </a:cubicBezTo>
                  <a:cubicBezTo>
                    <a:pt x="26768" y="6446"/>
                    <a:pt x="27486" y="6006"/>
                    <a:pt x="27115" y="5728"/>
                  </a:cubicBezTo>
                  <a:cubicBezTo>
                    <a:pt x="27020" y="5650"/>
                    <a:pt x="26880" y="5619"/>
                    <a:pt x="26720" y="5619"/>
                  </a:cubicBezTo>
                  <a:close/>
                  <a:moveTo>
                    <a:pt x="16176" y="13470"/>
                  </a:moveTo>
                  <a:cubicBezTo>
                    <a:pt x="15851" y="13470"/>
                    <a:pt x="15500" y="13785"/>
                    <a:pt x="15783" y="14048"/>
                  </a:cubicBezTo>
                  <a:cubicBezTo>
                    <a:pt x="15894" y="14147"/>
                    <a:pt x="16001" y="14185"/>
                    <a:pt x="16101" y="14185"/>
                  </a:cubicBezTo>
                  <a:cubicBezTo>
                    <a:pt x="16400" y="14185"/>
                    <a:pt x="16646" y="13856"/>
                    <a:pt x="16802" y="13839"/>
                  </a:cubicBezTo>
                  <a:cubicBezTo>
                    <a:pt x="17011" y="13816"/>
                    <a:pt x="16663" y="13584"/>
                    <a:pt x="16316" y="13491"/>
                  </a:cubicBezTo>
                  <a:cubicBezTo>
                    <a:pt x="16271" y="13477"/>
                    <a:pt x="16224" y="13470"/>
                    <a:pt x="16176" y="13470"/>
                  </a:cubicBezTo>
                  <a:close/>
                  <a:moveTo>
                    <a:pt x="942" y="25635"/>
                  </a:moveTo>
                  <a:cubicBezTo>
                    <a:pt x="881" y="25635"/>
                    <a:pt x="812" y="25647"/>
                    <a:pt x="742" y="25658"/>
                  </a:cubicBezTo>
                  <a:cubicBezTo>
                    <a:pt x="788" y="25682"/>
                    <a:pt x="812" y="25705"/>
                    <a:pt x="835" y="25728"/>
                  </a:cubicBezTo>
                  <a:cubicBezTo>
                    <a:pt x="904" y="25867"/>
                    <a:pt x="533" y="25890"/>
                    <a:pt x="649" y="26029"/>
                  </a:cubicBezTo>
                  <a:cubicBezTo>
                    <a:pt x="707" y="26110"/>
                    <a:pt x="644" y="26151"/>
                    <a:pt x="565" y="26151"/>
                  </a:cubicBezTo>
                  <a:cubicBezTo>
                    <a:pt x="487" y="26151"/>
                    <a:pt x="394" y="26110"/>
                    <a:pt x="394" y="26029"/>
                  </a:cubicBezTo>
                  <a:cubicBezTo>
                    <a:pt x="394" y="25965"/>
                    <a:pt x="332" y="25941"/>
                    <a:pt x="259" y="25941"/>
                  </a:cubicBezTo>
                  <a:cubicBezTo>
                    <a:pt x="147" y="25941"/>
                    <a:pt x="10" y="25996"/>
                    <a:pt x="24" y="26052"/>
                  </a:cubicBezTo>
                  <a:cubicBezTo>
                    <a:pt x="24" y="26099"/>
                    <a:pt x="24" y="26145"/>
                    <a:pt x="0" y="26191"/>
                  </a:cubicBezTo>
                  <a:cubicBezTo>
                    <a:pt x="93" y="26238"/>
                    <a:pt x="232" y="26261"/>
                    <a:pt x="279" y="26284"/>
                  </a:cubicBezTo>
                  <a:cubicBezTo>
                    <a:pt x="330" y="26319"/>
                    <a:pt x="881" y="26379"/>
                    <a:pt x="1313" y="26379"/>
                  </a:cubicBezTo>
                  <a:cubicBezTo>
                    <a:pt x="1462" y="26379"/>
                    <a:pt x="1597" y="26371"/>
                    <a:pt x="1692" y="26354"/>
                  </a:cubicBezTo>
                  <a:cubicBezTo>
                    <a:pt x="1669" y="26284"/>
                    <a:pt x="1715" y="26076"/>
                    <a:pt x="1715" y="25983"/>
                  </a:cubicBezTo>
                  <a:cubicBezTo>
                    <a:pt x="1715" y="25905"/>
                    <a:pt x="1551" y="25810"/>
                    <a:pt x="1457" y="25810"/>
                  </a:cubicBezTo>
                  <a:cubicBezTo>
                    <a:pt x="1440" y="25810"/>
                    <a:pt x="1425" y="25813"/>
                    <a:pt x="1414" y="25821"/>
                  </a:cubicBezTo>
                  <a:cubicBezTo>
                    <a:pt x="1405" y="25824"/>
                    <a:pt x="1393" y="25825"/>
                    <a:pt x="1380" y="25825"/>
                  </a:cubicBezTo>
                  <a:cubicBezTo>
                    <a:pt x="1293" y="25825"/>
                    <a:pt x="1130" y="25762"/>
                    <a:pt x="1090" y="25682"/>
                  </a:cubicBezTo>
                  <a:cubicBezTo>
                    <a:pt x="1055" y="25647"/>
                    <a:pt x="1003" y="25635"/>
                    <a:pt x="942" y="25635"/>
                  </a:cubicBezTo>
                  <a:close/>
                  <a:moveTo>
                    <a:pt x="48720" y="25448"/>
                  </a:moveTo>
                  <a:cubicBezTo>
                    <a:pt x="48726" y="25448"/>
                    <a:pt x="48732" y="25448"/>
                    <a:pt x="48738" y="25450"/>
                  </a:cubicBezTo>
                  <a:cubicBezTo>
                    <a:pt x="48900" y="25496"/>
                    <a:pt x="48576" y="26979"/>
                    <a:pt x="48112" y="27397"/>
                  </a:cubicBezTo>
                  <a:cubicBezTo>
                    <a:pt x="47672" y="27814"/>
                    <a:pt x="46745" y="27906"/>
                    <a:pt x="46745" y="28254"/>
                  </a:cubicBezTo>
                  <a:cubicBezTo>
                    <a:pt x="46745" y="28497"/>
                    <a:pt x="46123" y="28661"/>
                    <a:pt x="45771" y="28661"/>
                  </a:cubicBezTo>
                  <a:cubicBezTo>
                    <a:pt x="45651" y="28661"/>
                    <a:pt x="45563" y="28643"/>
                    <a:pt x="45540" y="28602"/>
                  </a:cubicBezTo>
                  <a:cubicBezTo>
                    <a:pt x="45447" y="28486"/>
                    <a:pt x="46351" y="28439"/>
                    <a:pt x="46583" y="27953"/>
                  </a:cubicBezTo>
                  <a:cubicBezTo>
                    <a:pt x="46791" y="27466"/>
                    <a:pt x="47625" y="27211"/>
                    <a:pt x="48019" y="26562"/>
                  </a:cubicBezTo>
                  <a:cubicBezTo>
                    <a:pt x="48311" y="26136"/>
                    <a:pt x="48538" y="25448"/>
                    <a:pt x="48720" y="25448"/>
                  </a:cubicBezTo>
                  <a:close/>
                  <a:moveTo>
                    <a:pt x="66896" y="26620"/>
                  </a:moveTo>
                  <a:cubicBezTo>
                    <a:pt x="66886" y="26620"/>
                    <a:pt x="66875" y="26624"/>
                    <a:pt x="66861" y="26632"/>
                  </a:cubicBezTo>
                  <a:cubicBezTo>
                    <a:pt x="66699" y="26724"/>
                    <a:pt x="66861" y="27165"/>
                    <a:pt x="66606" y="27188"/>
                  </a:cubicBezTo>
                  <a:cubicBezTo>
                    <a:pt x="66351" y="27234"/>
                    <a:pt x="66583" y="27466"/>
                    <a:pt x="66490" y="27790"/>
                  </a:cubicBezTo>
                  <a:cubicBezTo>
                    <a:pt x="66397" y="28115"/>
                    <a:pt x="66536" y="28578"/>
                    <a:pt x="66675" y="28880"/>
                  </a:cubicBezTo>
                  <a:cubicBezTo>
                    <a:pt x="66791" y="29158"/>
                    <a:pt x="66490" y="30711"/>
                    <a:pt x="66606" y="30965"/>
                  </a:cubicBezTo>
                  <a:cubicBezTo>
                    <a:pt x="66745" y="31244"/>
                    <a:pt x="66397" y="32379"/>
                    <a:pt x="66513" y="32518"/>
                  </a:cubicBezTo>
                  <a:cubicBezTo>
                    <a:pt x="66547" y="32552"/>
                    <a:pt x="66572" y="32566"/>
                    <a:pt x="66591" y="32566"/>
                  </a:cubicBezTo>
                  <a:cubicBezTo>
                    <a:pt x="66688" y="32566"/>
                    <a:pt x="66628" y="32186"/>
                    <a:pt x="66861" y="32147"/>
                  </a:cubicBezTo>
                  <a:cubicBezTo>
                    <a:pt x="66878" y="32145"/>
                    <a:pt x="66895" y="32143"/>
                    <a:pt x="66911" y="32143"/>
                  </a:cubicBezTo>
                  <a:cubicBezTo>
                    <a:pt x="67163" y="32143"/>
                    <a:pt x="67173" y="32477"/>
                    <a:pt x="67347" y="32565"/>
                  </a:cubicBezTo>
                  <a:cubicBezTo>
                    <a:pt x="67356" y="32568"/>
                    <a:pt x="67364" y="32570"/>
                    <a:pt x="67372" y="32570"/>
                  </a:cubicBezTo>
                  <a:cubicBezTo>
                    <a:pt x="67492" y="32570"/>
                    <a:pt x="67395" y="32075"/>
                    <a:pt x="67270" y="32075"/>
                  </a:cubicBezTo>
                  <a:cubicBezTo>
                    <a:pt x="67265" y="32075"/>
                    <a:pt x="67260" y="32076"/>
                    <a:pt x="67255" y="32078"/>
                  </a:cubicBezTo>
                  <a:cubicBezTo>
                    <a:pt x="67250" y="32079"/>
                    <a:pt x="67246" y="32079"/>
                    <a:pt x="67242" y="32079"/>
                  </a:cubicBezTo>
                  <a:cubicBezTo>
                    <a:pt x="67085" y="32079"/>
                    <a:pt x="66952" y="31677"/>
                    <a:pt x="66884" y="31429"/>
                  </a:cubicBezTo>
                  <a:cubicBezTo>
                    <a:pt x="66791" y="31174"/>
                    <a:pt x="67046" y="30873"/>
                    <a:pt x="67046" y="30548"/>
                  </a:cubicBezTo>
                  <a:cubicBezTo>
                    <a:pt x="67046" y="30376"/>
                    <a:pt x="67157" y="30296"/>
                    <a:pt x="67295" y="30296"/>
                  </a:cubicBezTo>
                  <a:cubicBezTo>
                    <a:pt x="67418" y="30296"/>
                    <a:pt x="67563" y="30359"/>
                    <a:pt x="67672" y="30479"/>
                  </a:cubicBezTo>
                  <a:cubicBezTo>
                    <a:pt x="67763" y="30562"/>
                    <a:pt x="67825" y="30594"/>
                    <a:pt x="67862" y="30594"/>
                  </a:cubicBezTo>
                  <a:cubicBezTo>
                    <a:pt x="67929" y="30594"/>
                    <a:pt x="67917" y="30490"/>
                    <a:pt x="67857" y="30386"/>
                  </a:cubicBezTo>
                  <a:cubicBezTo>
                    <a:pt x="67765" y="30201"/>
                    <a:pt x="67463" y="28903"/>
                    <a:pt x="67278" y="28439"/>
                  </a:cubicBezTo>
                  <a:cubicBezTo>
                    <a:pt x="67093" y="27976"/>
                    <a:pt x="67533" y="27512"/>
                    <a:pt x="67208" y="27281"/>
                  </a:cubicBezTo>
                  <a:cubicBezTo>
                    <a:pt x="66912" y="27047"/>
                    <a:pt x="67003" y="26620"/>
                    <a:pt x="66896" y="26620"/>
                  </a:cubicBezTo>
                  <a:close/>
                  <a:moveTo>
                    <a:pt x="45557" y="4751"/>
                  </a:moveTo>
                  <a:cubicBezTo>
                    <a:pt x="45410" y="4751"/>
                    <a:pt x="45243" y="4831"/>
                    <a:pt x="44891" y="4893"/>
                  </a:cubicBezTo>
                  <a:cubicBezTo>
                    <a:pt x="44520" y="4963"/>
                    <a:pt x="44474" y="5264"/>
                    <a:pt x="44288" y="5357"/>
                  </a:cubicBezTo>
                  <a:cubicBezTo>
                    <a:pt x="44103" y="5450"/>
                    <a:pt x="43755" y="5797"/>
                    <a:pt x="43917" y="5820"/>
                  </a:cubicBezTo>
                  <a:cubicBezTo>
                    <a:pt x="44080" y="5867"/>
                    <a:pt x="44010" y="5959"/>
                    <a:pt x="44033" y="6052"/>
                  </a:cubicBezTo>
                  <a:cubicBezTo>
                    <a:pt x="44049" y="6131"/>
                    <a:pt x="43978" y="6167"/>
                    <a:pt x="43873" y="6167"/>
                  </a:cubicBezTo>
                  <a:cubicBezTo>
                    <a:pt x="43824" y="6167"/>
                    <a:pt x="43767" y="6160"/>
                    <a:pt x="43709" y="6145"/>
                  </a:cubicBezTo>
                  <a:cubicBezTo>
                    <a:pt x="43655" y="6138"/>
                    <a:pt x="43562" y="6133"/>
                    <a:pt x="43458" y="6133"/>
                  </a:cubicBezTo>
                  <a:cubicBezTo>
                    <a:pt x="43202" y="6133"/>
                    <a:pt x="42874" y="6162"/>
                    <a:pt x="42874" y="6261"/>
                  </a:cubicBezTo>
                  <a:cubicBezTo>
                    <a:pt x="42898" y="6400"/>
                    <a:pt x="43268" y="6469"/>
                    <a:pt x="43245" y="6539"/>
                  </a:cubicBezTo>
                  <a:cubicBezTo>
                    <a:pt x="43239" y="6559"/>
                    <a:pt x="43212" y="6568"/>
                    <a:pt x="43174" y="6568"/>
                  </a:cubicBezTo>
                  <a:cubicBezTo>
                    <a:pt x="43083" y="6568"/>
                    <a:pt x="42926" y="6519"/>
                    <a:pt x="42828" y="6469"/>
                  </a:cubicBezTo>
                  <a:cubicBezTo>
                    <a:pt x="42778" y="6444"/>
                    <a:pt x="42710" y="6431"/>
                    <a:pt x="42641" y="6431"/>
                  </a:cubicBezTo>
                  <a:cubicBezTo>
                    <a:pt x="42516" y="6431"/>
                    <a:pt x="42386" y="6473"/>
                    <a:pt x="42341" y="6562"/>
                  </a:cubicBezTo>
                  <a:cubicBezTo>
                    <a:pt x="42315" y="6641"/>
                    <a:pt x="42230" y="6667"/>
                    <a:pt x="42148" y="6667"/>
                  </a:cubicBezTo>
                  <a:cubicBezTo>
                    <a:pt x="42085" y="6667"/>
                    <a:pt x="42024" y="6652"/>
                    <a:pt x="41994" y="6632"/>
                  </a:cubicBezTo>
                  <a:cubicBezTo>
                    <a:pt x="41986" y="6629"/>
                    <a:pt x="41977" y="6628"/>
                    <a:pt x="41967" y="6628"/>
                  </a:cubicBezTo>
                  <a:cubicBezTo>
                    <a:pt x="41906" y="6628"/>
                    <a:pt x="41810" y="6668"/>
                    <a:pt x="41722" y="6668"/>
                  </a:cubicBezTo>
                  <a:cubicBezTo>
                    <a:pt x="41696" y="6668"/>
                    <a:pt x="41670" y="6664"/>
                    <a:pt x="41646" y="6655"/>
                  </a:cubicBezTo>
                  <a:cubicBezTo>
                    <a:pt x="41507" y="6632"/>
                    <a:pt x="41878" y="6446"/>
                    <a:pt x="41785" y="6353"/>
                  </a:cubicBezTo>
                  <a:cubicBezTo>
                    <a:pt x="41759" y="6328"/>
                    <a:pt x="41712" y="6316"/>
                    <a:pt x="41656" y="6316"/>
                  </a:cubicBezTo>
                  <a:cubicBezTo>
                    <a:pt x="41511" y="6316"/>
                    <a:pt x="41309" y="6392"/>
                    <a:pt x="41275" y="6493"/>
                  </a:cubicBezTo>
                  <a:cubicBezTo>
                    <a:pt x="41264" y="6525"/>
                    <a:pt x="41243" y="6538"/>
                    <a:pt x="41216" y="6538"/>
                  </a:cubicBezTo>
                  <a:cubicBezTo>
                    <a:pt x="41138" y="6538"/>
                    <a:pt x="41012" y="6440"/>
                    <a:pt x="40934" y="6440"/>
                  </a:cubicBezTo>
                  <a:cubicBezTo>
                    <a:pt x="40923" y="6440"/>
                    <a:pt x="40913" y="6442"/>
                    <a:pt x="40905" y="6446"/>
                  </a:cubicBezTo>
                  <a:cubicBezTo>
                    <a:pt x="40835" y="6493"/>
                    <a:pt x="40719" y="6539"/>
                    <a:pt x="40557" y="6608"/>
                  </a:cubicBezTo>
                  <a:cubicBezTo>
                    <a:pt x="40521" y="6624"/>
                    <a:pt x="40479" y="6629"/>
                    <a:pt x="40433" y="6629"/>
                  </a:cubicBezTo>
                  <a:cubicBezTo>
                    <a:pt x="40339" y="6629"/>
                    <a:pt x="40233" y="6607"/>
                    <a:pt x="40150" y="6607"/>
                  </a:cubicBezTo>
                  <a:cubicBezTo>
                    <a:pt x="40092" y="6607"/>
                    <a:pt x="40046" y="6618"/>
                    <a:pt x="40024" y="6655"/>
                  </a:cubicBezTo>
                  <a:cubicBezTo>
                    <a:pt x="39978" y="6794"/>
                    <a:pt x="40348" y="6840"/>
                    <a:pt x="40372" y="6887"/>
                  </a:cubicBezTo>
                  <a:cubicBezTo>
                    <a:pt x="40372" y="6956"/>
                    <a:pt x="39491" y="6933"/>
                    <a:pt x="39468" y="7026"/>
                  </a:cubicBezTo>
                  <a:cubicBezTo>
                    <a:pt x="39445" y="7118"/>
                    <a:pt x="39143" y="7118"/>
                    <a:pt x="38772" y="7118"/>
                  </a:cubicBezTo>
                  <a:cubicBezTo>
                    <a:pt x="38402" y="7118"/>
                    <a:pt x="38564" y="7304"/>
                    <a:pt x="38263" y="7373"/>
                  </a:cubicBezTo>
                  <a:cubicBezTo>
                    <a:pt x="37985" y="7420"/>
                    <a:pt x="37845" y="7420"/>
                    <a:pt x="37753" y="7582"/>
                  </a:cubicBezTo>
                  <a:cubicBezTo>
                    <a:pt x="37700" y="7661"/>
                    <a:pt x="37603" y="7702"/>
                    <a:pt x="37511" y="7702"/>
                  </a:cubicBezTo>
                  <a:cubicBezTo>
                    <a:pt x="37442" y="7702"/>
                    <a:pt x="37376" y="7678"/>
                    <a:pt x="37336" y="7628"/>
                  </a:cubicBezTo>
                  <a:cubicBezTo>
                    <a:pt x="37314" y="7601"/>
                    <a:pt x="37281" y="7590"/>
                    <a:pt x="37246" y="7590"/>
                  </a:cubicBezTo>
                  <a:cubicBezTo>
                    <a:pt x="37134" y="7590"/>
                    <a:pt x="36998" y="7698"/>
                    <a:pt x="37104" y="7698"/>
                  </a:cubicBezTo>
                  <a:cubicBezTo>
                    <a:pt x="37254" y="7719"/>
                    <a:pt x="37147" y="7839"/>
                    <a:pt x="37056" y="7839"/>
                  </a:cubicBezTo>
                  <a:cubicBezTo>
                    <a:pt x="37049" y="7839"/>
                    <a:pt x="37041" y="7838"/>
                    <a:pt x="37034" y="7837"/>
                  </a:cubicBezTo>
                  <a:cubicBezTo>
                    <a:pt x="37029" y="7835"/>
                    <a:pt x="37023" y="7835"/>
                    <a:pt x="37016" y="7835"/>
                  </a:cubicBezTo>
                  <a:cubicBezTo>
                    <a:pt x="36919" y="7835"/>
                    <a:pt x="36722" y="7978"/>
                    <a:pt x="36805" y="7978"/>
                  </a:cubicBezTo>
                  <a:cubicBezTo>
                    <a:pt x="36811" y="7978"/>
                    <a:pt x="36818" y="7977"/>
                    <a:pt x="36826" y="7976"/>
                  </a:cubicBezTo>
                  <a:cubicBezTo>
                    <a:pt x="36838" y="7974"/>
                    <a:pt x="36850" y="7973"/>
                    <a:pt x="36861" y="7973"/>
                  </a:cubicBezTo>
                  <a:cubicBezTo>
                    <a:pt x="36976" y="7973"/>
                    <a:pt x="37028" y="8077"/>
                    <a:pt x="36965" y="8161"/>
                  </a:cubicBezTo>
                  <a:cubicBezTo>
                    <a:pt x="36950" y="8180"/>
                    <a:pt x="36926" y="8188"/>
                    <a:pt x="36895" y="8188"/>
                  </a:cubicBezTo>
                  <a:cubicBezTo>
                    <a:pt x="36803" y="8188"/>
                    <a:pt x="36656" y="8122"/>
                    <a:pt x="36562" y="8122"/>
                  </a:cubicBezTo>
                  <a:cubicBezTo>
                    <a:pt x="36538" y="8122"/>
                    <a:pt x="36517" y="8127"/>
                    <a:pt x="36501" y="8138"/>
                  </a:cubicBezTo>
                  <a:cubicBezTo>
                    <a:pt x="36432" y="8231"/>
                    <a:pt x="36664" y="8323"/>
                    <a:pt x="36803" y="8323"/>
                  </a:cubicBezTo>
                  <a:cubicBezTo>
                    <a:pt x="36817" y="8321"/>
                    <a:pt x="36831" y="8320"/>
                    <a:pt x="36845" y="8320"/>
                  </a:cubicBezTo>
                  <a:cubicBezTo>
                    <a:pt x="36960" y="8320"/>
                    <a:pt x="37034" y="8405"/>
                    <a:pt x="37034" y="8509"/>
                  </a:cubicBezTo>
                  <a:cubicBezTo>
                    <a:pt x="37040" y="8531"/>
                    <a:pt x="37024" y="8539"/>
                    <a:pt x="36996" y="8539"/>
                  </a:cubicBezTo>
                  <a:cubicBezTo>
                    <a:pt x="36935" y="8539"/>
                    <a:pt x="36815" y="8502"/>
                    <a:pt x="36729" y="8502"/>
                  </a:cubicBezTo>
                  <a:cubicBezTo>
                    <a:pt x="36689" y="8502"/>
                    <a:pt x="36657" y="8510"/>
                    <a:pt x="36640" y="8532"/>
                  </a:cubicBezTo>
                  <a:cubicBezTo>
                    <a:pt x="36571" y="8601"/>
                    <a:pt x="36687" y="8648"/>
                    <a:pt x="36849" y="8671"/>
                  </a:cubicBezTo>
                  <a:cubicBezTo>
                    <a:pt x="36988" y="8671"/>
                    <a:pt x="36872" y="8741"/>
                    <a:pt x="37011" y="8856"/>
                  </a:cubicBezTo>
                  <a:cubicBezTo>
                    <a:pt x="37034" y="8880"/>
                    <a:pt x="37034" y="8880"/>
                    <a:pt x="37034" y="8880"/>
                  </a:cubicBezTo>
                  <a:cubicBezTo>
                    <a:pt x="37127" y="8995"/>
                    <a:pt x="36965" y="9019"/>
                    <a:pt x="36988" y="9111"/>
                  </a:cubicBezTo>
                  <a:cubicBezTo>
                    <a:pt x="37002" y="9180"/>
                    <a:pt x="36941" y="9225"/>
                    <a:pt x="36890" y="9225"/>
                  </a:cubicBezTo>
                  <a:cubicBezTo>
                    <a:pt x="36856" y="9225"/>
                    <a:pt x="36826" y="9204"/>
                    <a:pt x="36826" y="9158"/>
                  </a:cubicBezTo>
                  <a:cubicBezTo>
                    <a:pt x="36826" y="9106"/>
                    <a:pt x="36694" y="9075"/>
                    <a:pt x="36562" y="9075"/>
                  </a:cubicBezTo>
                  <a:cubicBezTo>
                    <a:pt x="36460" y="9075"/>
                    <a:pt x="36357" y="9094"/>
                    <a:pt x="36316" y="9134"/>
                  </a:cubicBezTo>
                  <a:cubicBezTo>
                    <a:pt x="36253" y="9213"/>
                    <a:pt x="36201" y="9270"/>
                    <a:pt x="36145" y="9270"/>
                  </a:cubicBezTo>
                  <a:cubicBezTo>
                    <a:pt x="36118" y="9270"/>
                    <a:pt x="36091" y="9257"/>
                    <a:pt x="36061" y="9227"/>
                  </a:cubicBezTo>
                  <a:cubicBezTo>
                    <a:pt x="36029" y="9201"/>
                    <a:pt x="35982" y="9192"/>
                    <a:pt x="35923" y="9192"/>
                  </a:cubicBezTo>
                  <a:cubicBezTo>
                    <a:pt x="35770" y="9192"/>
                    <a:pt x="35534" y="9257"/>
                    <a:pt x="35250" y="9274"/>
                  </a:cubicBezTo>
                  <a:cubicBezTo>
                    <a:pt x="34856" y="9297"/>
                    <a:pt x="34045" y="9320"/>
                    <a:pt x="33836" y="9389"/>
                  </a:cubicBezTo>
                  <a:cubicBezTo>
                    <a:pt x="33628" y="9459"/>
                    <a:pt x="33465" y="9760"/>
                    <a:pt x="33651" y="9946"/>
                  </a:cubicBezTo>
                  <a:cubicBezTo>
                    <a:pt x="33836" y="10131"/>
                    <a:pt x="33651" y="10201"/>
                    <a:pt x="33651" y="10316"/>
                  </a:cubicBezTo>
                  <a:cubicBezTo>
                    <a:pt x="33651" y="10455"/>
                    <a:pt x="34137" y="10687"/>
                    <a:pt x="34416" y="10734"/>
                  </a:cubicBezTo>
                  <a:cubicBezTo>
                    <a:pt x="34670" y="10757"/>
                    <a:pt x="34879" y="11058"/>
                    <a:pt x="34717" y="11267"/>
                  </a:cubicBezTo>
                  <a:cubicBezTo>
                    <a:pt x="34683" y="11311"/>
                    <a:pt x="34630" y="11330"/>
                    <a:pt x="34563" y="11330"/>
                  </a:cubicBezTo>
                  <a:cubicBezTo>
                    <a:pt x="34354" y="11330"/>
                    <a:pt x="34018" y="11141"/>
                    <a:pt x="33790" y="10965"/>
                  </a:cubicBezTo>
                  <a:cubicBezTo>
                    <a:pt x="33518" y="10735"/>
                    <a:pt x="32907" y="10637"/>
                    <a:pt x="32620" y="10637"/>
                  </a:cubicBezTo>
                  <a:cubicBezTo>
                    <a:pt x="32588" y="10637"/>
                    <a:pt x="32561" y="10639"/>
                    <a:pt x="32538" y="10641"/>
                  </a:cubicBezTo>
                  <a:cubicBezTo>
                    <a:pt x="32527" y="10642"/>
                    <a:pt x="32517" y="10643"/>
                    <a:pt x="32508" y="10643"/>
                  </a:cubicBezTo>
                  <a:cubicBezTo>
                    <a:pt x="32319" y="10643"/>
                    <a:pt x="32431" y="10432"/>
                    <a:pt x="32144" y="10432"/>
                  </a:cubicBezTo>
                  <a:cubicBezTo>
                    <a:pt x="31843" y="10432"/>
                    <a:pt x="31588" y="10710"/>
                    <a:pt x="31797" y="10710"/>
                  </a:cubicBezTo>
                  <a:cubicBezTo>
                    <a:pt x="31866" y="10710"/>
                    <a:pt x="31926" y="10708"/>
                    <a:pt x="31970" y="10708"/>
                  </a:cubicBezTo>
                  <a:cubicBezTo>
                    <a:pt x="32059" y="10708"/>
                    <a:pt x="32090" y="10718"/>
                    <a:pt x="32029" y="10780"/>
                  </a:cubicBezTo>
                  <a:cubicBezTo>
                    <a:pt x="31913" y="10896"/>
                    <a:pt x="32075" y="10873"/>
                    <a:pt x="32330" y="10965"/>
                  </a:cubicBezTo>
                  <a:cubicBezTo>
                    <a:pt x="32486" y="11043"/>
                    <a:pt x="32337" y="11132"/>
                    <a:pt x="32146" y="11132"/>
                  </a:cubicBezTo>
                  <a:cubicBezTo>
                    <a:pt x="32053" y="11132"/>
                    <a:pt x="31950" y="11111"/>
                    <a:pt x="31866" y="11058"/>
                  </a:cubicBezTo>
                  <a:cubicBezTo>
                    <a:pt x="31784" y="10998"/>
                    <a:pt x="31702" y="10975"/>
                    <a:pt x="31626" y="10975"/>
                  </a:cubicBezTo>
                  <a:cubicBezTo>
                    <a:pt x="31466" y="10975"/>
                    <a:pt x="31334" y="11080"/>
                    <a:pt x="31287" y="11174"/>
                  </a:cubicBezTo>
                  <a:cubicBezTo>
                    <a:pt x="31194" y="11290"/>
                    <a:pt x="31565" y="11661"/>
                    <a:pt x="32005" y="11730"/>
                  </a:cubicBezTo>
                  <a:cubicBezTo>
                    <a:pt x="32446" y="11800"/>
                    <a:pt x="32283" y="11939"/>
                    <a:pt x="32492" y="12008"/>
                  </a:cubicBezTo>
                  <a:cubicBezTo>
                    <a:pt x="32701" y="12078"/>
                    <a:pt x="32562" y="12170"/>
                    <a:pt x="32422" y="12170"/>
                  </a:cubicBezTo>
                  <a:cubicBezTo>
                    <a:pt x="32283" y="12170"/>
                    <a:pt x="32005" y="11962"/>
                    <a:pt x="31774" y="11846"/>
                  </a:cubicBezTo>
                  <a:cubicBezTo>
                    <a:pt x="31712" y="11812"/>
                    <a:pt x="31618" y="11802"/>
                    <a:pt x="31512" y="11802"/>
                  </a:cubicBezTo>
                  <a:cubicBezTo>
                    <a:pt x="31366" y="11802"/>
                    <a:pt x="31199" y="11821"/>
                    <a:pt x="31065" y="11821"/>
                  </a:cubicBezTo>
                  <a:cubicBezTo>
                    <a:pt x="30967" y="11821"/>
                    <a:pt x="30888" y="11811"/>
                    <a:pt x="30847" y="11776"/>
                  </a:cubicBezTo>
                  <a:cubicBezTo>
                    <a:pt x="30731" y="11637"/>
                    <a:pt x="30939" y="11522"/>
                    <a:pt x="30823" y="11406"/>
                  </a:cubicBezTo>
                  <a:cubicBezTo>
                    <a:pt x="30708" y="11313"/>
                    <a:pt x="30800" y="11104"/>
                    <a:pt x="30962" y="10873"/>
                  </a:cubicBezTo>
                  <a:cubicBezTo>
                    <a:pt x="31101" y="10641"/>
                    <a:pt x="30939" y="10247"/>
                    <a:pt x="30731" y="10201"/>
                  </a:cubicBezTo>
                  <a:cubicBezTo>
                    <a:pt x="30702" y="10191"/>
                    <a:pt x="30677" y="10187"/>
                    <a:pt x="30655" y="10187"/>
                  </a:cubicBezTo>
                  <a:cubicBezTo>
                    <a:pt x="30523" y="10187"/>
                    <a:pt x="30529" y="10349"/>
                    <a:pt x="30568" y="10409"/>
                  </a:cubicBezTo>
                  <a:cubicBezTo>
                    <a:pt x="30615" y="10479"/>
                    <a:pt x="30592" y="10780"/>
                    <a:pt x="30429" y="10989"/>
                  </a:cubicBezTo>
                  <a:cubicBezTo>
                    <a:pt x="30267" y="11174"/>
                    <a:pt x="29781" y="11174"/>
                    <a:pt x="29781" y="11313"/>
                  </a:cubicBezTo>
                  <a:cubicBezTo>
                    <a:pt x="29781" y="11452"/>
                    <a:pt x="29456" y="11568"/>
                    <a:pt x="29572" y="11661"/>
                  </a:cubicBezTo>
                  <a:cubicBezTo>
                    <a:pt x="29688" y="11753"/>
                    <a:pt x="30128" y="12263"/>
                    <a:pt x="30198" y="12402"/>
                  </a:cubicBezTo>
                  <a:cubicBezTo>
                    <a:pt x="30244" y="12564"/>
                    <a:pt x="29781" y="13051"/>
                    <a:pt x="29873" y="13329"/>
                  </a:cubicBezTo>
                  <a:cubicBezTo>
                    <a:pt x="29943" y="13607"/>
                    <a:pt x="29804" y="13746"/>
                    <a:pt x="29896" y="13885"/>
                  </a:cubicBezTo>
                  <a:cubicBezTo>
                    <a:pt x="29925" y="13943"/>
                    <a:pt x="29977" y="13957"/>
                    <a:pt x="30038" y="13957"/>
                  </a:cubicBezTo>
                  <a:cubicBezTo>
                    <a:pt x="30098" y="13957"/>
                    <a:pt x="30166" y="13943"/>
                    <a:pt x="30229" y="13943"/>
                  </a:cubicBezTo>
                  <a:cubicBezTo>
                    <a:pt x="30259" y="13943"/>
                    <a:pt x="30287" y="13946"/>
                    <a:pt x="30314" y="13955"/>
                  </a:cubicBezTo>
                  <a:cubicBezTo>
                    <a:pt x="30330" y="13961"/>
                    <a:pt x="30348" y="13964"/>
                    <a:pt x="30367" y="13964"/>
                  </a:cubicBezTo>
                  <a:cubicBezTo>
                    <a:pt x="30489" y="13964"/>
                    <a:pt x="30680" y="13856"/>
                    <a:pt x="30939" y="13816"/>
                  </a:cubicBezTo>
                  <a:cubicBezTo>
                    <a:pt x="30961" y="13813"/>
                    <a:pt x="30983" y="13811"/>
                    <a:pt x="31007" y="13811"/>
                  </a:cubicBezTo>
                  <a:cubicBezTo>
                    <a:pt x="31317" y="13811"/>
                    <a:pt x="31811" y="14077"/>
                    <a:pt x="32005" y="14164"/>
                  </a:cubicBezTo>
                  <a:cubicBezTo>
                    <a:pt x="32191" y="14279"/>
                    <a:pt x="32098" y="14442"/>
                    <a:pt x="32191" y="14604"/>
                  </a:cubicBezTo>
                  <a:cubicBezTo>
                    <a:pt x="32307" y="14766"/>
                    <a:pt x="31959" y="14766"/>
                    <a:pt x="31959" y="14998"/>
                  </a:cubicBezTo>
                  <a:cubicBezTo>
                    <a:pt x="31936" y="15230"/>
                    <a:pt x="32562" y="15345"/>
                    <a:pt x="32585" y="15415"/>
                  </a:cubicBezTo>
                  <a:cubicBezTo>
                    <a:pt x="32593" y="15439"/>
                    <a:pt x="32542" y="15449"/>
                    <a:pt x="32464" y="15449"/>
                  </a:cubicBezTo>
                  <a:cubicBezTo>
                    <a:pt x="32319" y="15449"/>
                    <a:pt x="32080" y="15414"/>
                    <a:pt x="31959" y="15369"/>
                  </a:cubicBezTo>
                  <a:cubicBezTo>
                    <a:pt x="31797" y="15299"/>
                    <a:pt x="31774" y="15067"/>
                    <a:pt x="31704" y="15021"/>
                  </a:cubicBezTo>
                  <a:cubicBezTo>
                    <a:pt x="31658" y="14975"/>
                    <a:pt x="31843" y="14766"/>
                    <a:pt x="31843" y="14627"/>
                  </a:cubicBezTo>
                  <a:cubicBezTo>
                    <a:pt x="31866" y="14465"/>
                    <a:pt x="31658" y="14372"/>
                    <a:pt x="31565" y="14279"/>
                  </a:cubicBezTo>
                  <a:cubicBezTo>
                    <a:pt x="31501" y="14172"/>
                    <a:pt x="31397" y="14045"/>
                    <a:pt x="31253" y="14045"/>
                  </a:cubicBezTo>
                  <a:cubicBezTo>
                    <a:pt x="31241" y="14045"/>
                    <a:pt x="31229" y="14046"/>
                    <a:pt x="31217" y="14048"/>
                  </a:cubicBezTo>
                  <a:cubicBezTo>
                    <a:pt x="31078" y="14071"/>
                    <a:pt x="30545" y="14140"/>
                    <a:pt x="30383" y="14279"/>
                  </a:cubicBezTo>
                  <a:cubicBezTo>
                    <a:pt x="30221" y="14418"/>
                    <a:pt x="30406" y="14836"/>
                    <a:pt x="30499" y="15044"/>
                  </a:cubicBezTo>
                  <a:cubicBezTo>
                    <a:pt x="30592" y="15230"/>
                    <a:pt x="30035" y="15508"/>
                    <a:pt x="30059" y="15670"/>
                  </a:cubicBezTo>
                  <a:cubicBezTo>
                    <a:pt x="30059" y="15832"/>
                    <a:pt x="29873" y="15925"/>
                    <a:pt x="29641" y="16041"/>
                  </a:cubicBezTo>
                  <a:cubicBezTo>
                    <a:pt x="29387" y="16180"/>
                    <a:pt x="29132" y="16272"/>
                    <a:pt x="29132" y="16481"/>
                  </a:cubicBezTo>
                  <a:cubicBezTo>
                    <a:pt x="29141" y="16567"/>
                    <a:pt x="29088" y="16598"/>
                    <a:pt x="29010" y="16598"/>
                  </a:cubicBezTo>
                  <a:cubicBezTo>
                    <a:pt x="28899" y="16598"/>
                    <a:pt x="28740" y="16535"/>
                    <a:pt x="28645" y="16481"/>
                  </a:cubicBezTo>
                  <a:cubicBezTo>
                    <a:pt x="28604" y="16458"/>
                    <a:pt x="28559" y="16449"/>
                    <a:pt x="28511" y="16449"/>
                  </a:cubicBezTo>
                  <a:cubicBezTo>
                    <a:pt x="28367" y="16449"/>
                    <a:pt x="28193" y="16527"/>
                    <a:pt x="28019" y="16527"/>
                  </a:cubicBezTo>
                  <a:cubicBezTo>
                    <a:pt x="27801" y="16527"/>
                    <a:pt x="27769" y="16374"/>
                    <a:pt x="27648" y="16374"/>
                  </a:cubicBezTo>
                  <a:cubicBezTo>
                    <a:pt x="27628" y="16374"/>
                    <a:pt x="27605" y="16378"/>
                    <a:pt x="27579" y="16388"/>
                  </a:cubicBezTo>
                  <a:cubicBezTo>
                    <a:pt x="27548" y="16400"/>
                    <a:pt x="27519" y="16405"/>
                    <a:pt x="27492" y="16405"/>
                  </a:cubicBezTo>
                  <a:cubicBezTo>
                    <a:pt x="27353" y="16405"/>
                    <a:pt x="27262" y="16273"/>
                    <a:pt x="27301" y="16157"/>
                  </a:cubicBezTo>
                  <a:cubicBezTo>
                    <a:pt x="27324" y="16110"/>
                    <a:pt x="27363" y="16092"/>
                    <a:pt x="27405" y="16092"/>
                  </a:cubicBezTo>
                  <a:cubicBezTo>
                    <a:pt x="27489" y="16092"/>
                    <a:pt x="27587" y="16164"/>
                    <a:pt x="27602" y="16226"/>
                  </a:cubicBezTo>
                  <a:cubicBezTo>
                    <a:pt x="27612" y="16275"/>
                    <a:pt x="27642" y="16295"/>
                    <a:pt x="27686" y="16295"/>
                  </a:cubicBezTo>
                  <a:cubicBezTo>
                    <a:pt x="27746" y="16295"/>
                    <a:pt x="27832" y="16257"/>
                    <a:pt x="27926" y="16203"/>
                  </a:cubicBezTo>
                  <a:cubicBezTo>
                    <a:pt x="27956" y="16186"/>
                    <a:pt x="27977" y="16179"/>
                    <a:pt x="27993" y="16179"/>
                  </a:cubicBezTo>
                  <a:cubicBezTo>
                    <a:pt x="28066" y="16179"/>
                    <a:pt x="28038" y="16319"/>
                    <a:pt x="28228" y="16319"/>
                  </a:cubicBezTo>
                  <a:cubicBezTo>
                    <a:pt x="28246" y="16321"/>
                    <a:pt x="28262" y="16321"/>
                    <a:pt x="28276" y="16321"/>
                  </a:cubicBezTo>
                  <a:cubicBezTo>
                    <a:pt x="28429" y="16321"/>
                    <a:pt x="28369" y="16223"/>
                    <a:pt x="28473" y="16223"/>
                  </a:cubicBezTo>
                  <a:cubicBezTo>
                    <a:pt x="28482" y="16223"/>
                    <a:pt x="28493" y="16224"/>
                    <a:pt x="28506" y="16226"/>
                  </a:cubicBezTo>
                  <a:cubicBezTo>
                    <a:pt x="28530" y="16229"/>
                    <a:pt x="28551" y="16231"/>
                    <a:pt x="28570" y="16231"/>
                  </a:cubicBezTo>
                  <a:cubicBezTo>
                    <a:pt x="28690" y="16231"/>
                    <a:pt x="28685" y="16168"/>
                    <a:pt x="28645" y="16087"/>
                  </a:cubicBezTo>
                  <a:cubicBezTo>
                    <a:pt x="28599" y="15994"/>
                    <a:pt x="28784" y="15948"/>
                    <a:pt x="28900" y="15902"/>
                  </a:cubicBezTo>
                  <a:cubicBezTo>
                    <a:pt x="29016" y="15832"/>
                    <a:pt x="28946" y="15647"/>
                    <a:pt x="29062" y="15600"/>
                  </a:cubicBezTo>
                  <a:cubicBezTo>
                    <a:pt x="29155" y="15554"/>
                    <a:pt x="29085" y="15438"/>
                    <a:pt x="29201" y="15415"/>
                  </a:cubicBezTo>
                  <a:cubicBezTo>
                    <a:pt x="29317" y="15415"/>
                    <a:pt x="29363" y="15253"/>
                    <a:pt x="29479" y="15253"/>
                  </a:cubicBezTo>
                  <a:cubicBezTo>
                    <a:pt x="29572" y="15253"/>
                    <a:pt x="29641" y="15067"/>
                    <a:pt x="29572" y="14998"/>
                  </a:cubicBezTo>
                  <a:cubicBezTo>
                    <a:pt x="29502" y="14905"/>
                    <a:pt x="29618" y="14650"/>
                    <a:pt x="29711" y="14627"/>
                  </a:cubicBezTo>
                  <a:cubicBezTo>
                    <a:pt x="29827" y="14604"/>
                    <a:pt x="29827" y="14488"/>
                    <a:pt x="29734" y="14418"/>
                  </a:cubicBezTo>
                  <a:cubicBezTo>
                    <a:pt x="29641" y="14349"/>
                    <a:pt x="29271" y="14117"/>
                    <a:pt x="29294" y="13955"/>
                  </a:cubicBezTo>
                  <a:cubicBezTo>
                    <a:pt x="29317" y="13793"/>
                    <a:pt x="29247" y="13515"/>
                    <a:pt x="29294" y="13399"/>
                  </a:cubicBezTo>
                  <a:cubicBezTo>
                    <a:pt x="29340" y="13283"/>
                    <a:pt x="29294" y="13028"/>
                    <a:pt x="29271" y="12889"/>
                  </a:cubicBezTo>
                  <a:cubicBezTo>
                    <a:pt x="29247" y="12727"/>
                    <a:pt x="29363" y="12564"/>
                    <a:pt x="29410" y="12309"/>
                  </a:cubicBezTo>
                  <a:cubicBezTo>
                    <a:pt x="29456" y="12031"/>
                    <a:pt x="29132" y="11753"/>
                    <a:pt x="28969" y="11684"/>
                  </a:cubicBezTo>
                  <a:cubicBezTo>
                    <a:pt x="28807" y="11614"/>
                    <a:pt x="28923" y="11475"/>
                    <a:pt x="29155" y="11267"/>
                  </a:cubicBezTo>
                  <a:cubicBezTo>
                    <a:pt x="29387" y="11081"/>
                    <a:pt x="29387" y="10479"/>
                    <a:pt x="29387" y="10340"/>
                  </a:cubicBezTo>
                  <a:cubicBezTo>
                    <a:pt x="29363" y="10201"/>
                    <a:pt x="28900" y="10108"/>
                    <a:pt x="28714" y="10108"/>
                  </a:cubicBezTo>
                  <a:cubicBezTo>
                    <a:pt x="28665" y="10114"/>
                    <a:pt x="28578" y="10117"/>
                    <a:pt x="28476" y="10117"/>
                  </a:cubicBezTo>
                  <a:cubicBezTo>
                    <a:pt x="28195" y="10117"/>
                    <a:pt x="27790" y="10095"/>
                    <a:pt x="27672" y="10061"/>
                  </a:cubicBezTo>
                  <a:cubicBezTo>
                    <a:pt x="27660" y="10060"/>
                    <a:pt x="27648" y="10059"/>
                    <a:pt x="27637" y="10059"/>
                  </a:cubicBezTo>
                  <a:cubicBezTo>
                    <a:pt x="27480" y="10059"/>
                    <a:pt x="27434" y="10211"/>
                    <a:pt x="27347" y="10363"/>
                  </a:cubicBezTo>
                  <a:cubicBezTo>
                    <a:pt x="27278" y="10525"/>
                    <a:pt x="27092" y="10780"/>
                    <a:pt x="26999" y="11151"/>
                  </a:cubicBezTo>
                  <a:cubicBezTo>
                    <a:pt x="26884" y="11522"/>
                    <a:pt x="26466" y="11637"/>
                    <a:pt x="26258" y="11707"/>
                  </a:cubicBezTo>
                  <a:cubicBezTo>
                    <a:pt x="26072" y="11776"/>
                    <a:pt x="25957" y="12055"/>
                    <a:pt x="26049" y="12194"/>
                  </a:cubicBezTo>
                  <a:cubicBezTo>
                    <a:pt x="26080" y="12244"/>
                    <a:pt x="26123" y="12255"/>
                    <a:pt x="26171" y="12255"/>
                  </a:cubicBezTo>
                  <a:cubicBezTo>
                    <a:pt x="26206" y="12255"/>
                    <a:pt x="26243" y="12249"/>
                    <a:pt x="26279" y="12249"/>
                  </a:cubicBezTo>
                  <a:cubicBezTo>
                    <a:pt x="26304" y="12249"/>
                    <a:pt x="26329" y="12252"/>
                    <a:pt x="26351" y="12263"/>
                  </a:cubicBezTo>
                  <a:cubicBezTo>
                    <a:pt x="26443" y="12309"/>
                    <a:pt x="26327" y="12634"/>
                    <a:pt x="26281" y="12703"/>
                  </a:cubicBezTo>
                  <a:cubicBezTo>
                    <a:pt x="26235" y="12750"/>
                    <a:pt x="26397" y="12866"/>
                    <a:pt x="26258" y="12958"/>
                  </a:cubicBezTo>
                  <a:cubicBezTo>
                    <a:pt x="26119" y="13051"/>
                    <a:pt x="25980" y="13236"/>
                    <a:pt x="26072" y="13329"/>
                  </a:cubicBezTo>
                  <a:cubicBezTo>
                    <a:pt x="26142" y="13422"/>
                    <a:pt x="26536" y="13468"/>
                    <a:pt x="26721" y="13561"/>
                  </a:cubicBezTo>
                  <a:cubicBezTo>
                    <a:pt x="26884" y="13654"/>
                    <a:pt x="26814" y="13839"/>
                    <a:pt x="26953" y="14001"/>
                  </a:cubicBezTo>
                  <a:cubicBezTo>
                    <a:pt x="27069" y="14187"/>
                    <a:pt x="27208" y="14071"/>
                    <a:pt x="27278" y="14187"/>
                  </a:cubicBezTo>
                  <a:cubicBezTo>
                    <a:pt x="27347" y="14279"/>
                    <a:pt x="27046" y="14697"/>
                    <a:pt x="26930" y="14720"/>
                  </a:cubicBezTo>
                  <a:cubicBezTo>
                    <a:pt x="26928" y="14720"/>
                    <a:pt x="26925" y="14721"/>
                    <a:pt x="26923" y="14721"/>
                  </a:cubicBezTo>
                  <a:cubicBezTo>
                    <a:pt x="26816" y="14721"/>
                    <a:pt x="26394" y="14277"/>
                    <a:pt x="26281" y="14187"/>
                  </a:cubicBezTo>
                  <a:cubicBezTo>
                    <a:pt x="26142" y="14094"/>
                    <a:pt x="25655" y="13955"/>
                    <a:pt x="25400" y="13816"/>
                  </a:cubicBezTo>
                  <a:cubicBezTo>
                    <a:pt x="25145" y="13677"/>
                    <a:pt x="24937" y="13700"/>
                    <a:pt x="24659" y="13515"/>
                  </a:cubicBezTo>
                  <a:cubicBezTo>
                    <a:pt x="24409" y="13348"/>
                    <a:pt x="24196" y="13256"/>
                    <a:pt x="23802" y="13256"/>
                  </a:cubicBezTo>
                  <a:cubicBezTo>
                    <a:pt x="23758" y="13256"/>
                    <a:pt x="23711" y="13257"/>
                    <a:pt x="23662" y="13260"/>
                  </a:cubicBezTo>
                  <a:cubicBezTo>
                    <a:pt x="23199" y="13260"/>
                    <a:pt x="22888" y="13164"/>
                    <a:pt x="22714" y="13164"/>
                  </a:cubicBezTo>
                  <a:cubicBezTo>
                    <a:pt x="22697" y="13164"/>
                    <a:pt x="22680" y="13165"/>
                    <a:pt x="22666" y="13167"/>
                  </a:cubicBezTo>
                  <a:cubicBezTo>
                    <a:pt x="22656" y="13168"/>
                    <a:pt x="22647" y="13169"/>
                    <a:pt x="22639" y="13169"/>
                  </a:cubicBezTo>
                  <a:cubicBezTo>
                    <a:pt x="22487" y="13169"/>
                    <a:pt x="22534" y="12976"/>
                    <a:pt x="22249" y="12866"/>
                  </a:cubicBezTo>
                  <a:cubicBezTo>
                    <a:pt x="22016" y="12750"/>
                    <a:pt x="21833" y="12617"/>
                    <a:pt x="21684" y="12617"/>
                  </a:cubicBezTo>
                  <a:cubicBezTo>
                    <a:pt x="21654" y="12617"/>
                    <a:pt x="21626" y="12622"/>
                    <a:pt x="21600" y="12634"/>
                  </a:cubicBezTo>
                  <a:cubicBezTo>
                    <a:pt x="21414" y="12727"/>
                    <a:pt x="21484" y="13051"/>
                    <a:pt x="21739" y="13097"/>
                  </a:cubicBezTo>
                  <a:cubicBezTo>
                    <a:pt x="21996" y="13140"/>
                    <a:pt x="21896" y="13262"/>
                    <a:pt x="22099" y="13262"/>
                  </a:cubicBezTo>
                  <a:cubicBezTo>
                    <a:pt x="22116" y="13262"/>
                    <a:pt x="22135" y="13261"/>
                    <a:pt x="22156" y="13260"/>
                  </a:cubicBezTo>
                  <a:cubicBezTo>
                    <a:pt x="22184" y="13257"/>
                    <a:pt x="22210" y="13256"/>
                    <a:pt x="22234" y="13256"/>
                  </a:cubicBezTo>
                  <a:cubicBezTo>
                    <a:pt x="22447" y="13256"/>
                    <a:pt x="22504" y="13348"/>
                    <a:pt x="22504" y="13515"/>
                  </a:cubicBezTo>
                  <a:cubicBezTo>
                    <a:pt x="22480" y="13677"/>
                    <a:pt x="22619" y="13839"/>
                    <a:pt x="22758" y="13955"/>
                  </a:cubicBezTo>
                  <a:cubicBezTo>
                    <a:pt x="22874" y="14071"/>
                    <a:pt x="22805" y="14256"/>
                    <a:pt x="22573" y="14256"/>
                  </a:cubicBezTo>
                  <a:cubicBezTo>
                    <a:pt x="22364" y="14256"/>
                    <a:pt x="22110" y="14303"/>
                    <a:pt x="22202" y="14442"/>
                  </a:cubicBezTo>
                  <a:cubicBezTo>
                    <a:pt x="22263" y="14548"/>
                    <a:pt x="22224" y="14594"/>
                    <a:pt x="22125" y="14594"/>
                  </a:cubicBezTo>
                  <a:cubicBezTo>
                    <a:pt x="22073" y="14594"/>
                    <a:pt x="22004" y="14581"/>
                    <a:pt x="21924" y="14557"/>
                  </a:cubicBezTo>
                  <a:cubicBezTo>
                    <a:pt x="21716" y="14465"/>
                    <a:pt x="21831" y="14326"/>
                    <a:pt x="21924" y="14233"/>
                  </a:cubicBezTo>
                  <a:cubicBezTo>
                    <a:pt x="22017" y="14140"/>
                    <a:pt x="21739" y="14024"/>
                    <a:pt x="21600" y="13978"/>
                  </a:cubicBezTo>
                  <a:cubicBezTo>
                    <a:pt x="21592" y="13976"/>
                    <a:pt x="21584" y="13975"/>
                    <a:pt x="21574" y="13975"/>
                  </a:cubicBezTo>
                  <a:cubicBezTo>
                    <a:pt x="21403" y="13975"/>
                    <a:pt x="20897" y="14351"/>
                    <a:pt x="20765" y="14395"/>
                  </a:cubicBezTo>
                  <a:cubicBezTo>
                    <a:pt x="20735" y="14408"/>
                    <a:pt x="20698" y="14413"/>
                    <a:pt x="20654" y="14413"/>
                  </a:cubicBezTo>
                  <a:cubicBezTo>
                    <a:pt x="20519" y="14413"/>
                    <a:pt x="20325" y="14366"/>
                    <a:pt x="20109" y="14366"/>
                  </a:cubicBezTo>
                  <a:cubicBezTo>
                    <a:pt x="20022" y="14366"/>
                    <a:pt x="19931" y="14374"/>
                    <a:pt x="19838" y="14395"/>
                  </a:cubicBezTo>
                  <a:cubicBezTo>
                    <a:pt x="19472" y="14503"/>
                    <a:pt x="19466" y="14771"/>
                    <a:pt x="19356" y="14771"/>
                  </a:cubicBezTo>
                  <a:cubicBezTo>
                    <a:pt x="19347" y="14771"/>
                    <a:pt x="19338" y="14769"/>
                    <a:pt x="19329" y="14766"/>
                  </a:cubicBezTo>
                  <a:cubicBezTo>
                    <a:pt x="19306" y="14762"/>
                    <a:pt x="19276" y="14761"/>
                    <a:pt x="19241" y="14761"/>
                  </a:cubicBezTo>
                  <a:cubicBezTo>
                    <a:pt x="19151" y="14761"/>
                    <a:pt x="19027" y="14770"/>
                    <a:pt x="18907" y="14770"/>
                  </a:cubicBezTo>
                  <a:cubicBezTo>
                    <a:pt x="18780" y="14770"/>
                    <a:pt x="18657" y="14760"/>
                    <a:pt x="18587" y="14720"/>
                  </a:cubicBezTo>
                  <a:cubicBezTo>
                    <a:pt x="18446" y="14639"/>
                    <a:pt x="18532" y="14576"/>
                    <a:pt x="18664" y="14576"/>
                  </a:cubicBezTo>
                  <a:cubicBezTo>
                    <a:pt x="18684" y="14576"/>
                    <a:pt x="18705" y="14578"/>
                    <a:pt x="18726" y="14581"/>
                  </a:cubicBezTo>
                  <a:cubicBezTo>
                    <a:pt x="18888" y="14581"/>
                    <a:pt x="18958" y="14511"/>
                    <a:pt x="18865" y="14418"/>
                  </a:cubicBezTo>
                  <a:cubicBezTo>
                    <a:pt x="18749" y="14303"/>
                    <a:pt x="18981" y="14117"/>
                    <a:pt x="18981" y="14048"/>
                  </a:cubicBezTo>
                  <a:cubicBezTo>
                    <a:pt x="18977" y="14031"/>
                    <a:pt x="18954" y="14024"/>
                    <a:pt x="18919" y="14024"/>
                  </a:cubicBezTo>
                  <a:cubicBezTo>
                    <a:pt x="18755" y="14024"/>
                    <a:pt x="18316" y="14180"/>
                    <a:pt x="18239" y="14256"/>
                  </a:cubicBezTo>
                  <a:cubicBezTo>
                    <a:pt x="18123" y="14349"/>
                    <a:pt x="18239" y="14511"/>
                    <a:pt x="18123" y="14557"/>
                  </a:cubicBezTo>
                  <a:cubicBezTo>
                    <a:pt x="18103" y="14569"/>
                    <a:pt x="18087" y="14575"/>
                    <a:pt x="18073" y="14575"/>
                  </a:cubicBezTo>
                  <a:cubicBezTo>
                    <a:pt x="18004" y="14575"/>
                    <a:pt x="17988" y="14457"/>
                    <a:pt x="17892" y="14418"/>
                  </a:cubicBezTo>
                  <a:cubicBezTo>
                    <a:pt x="17878" y="14414"/>
                    <a:pt x="17858" y="14412"/>
                    <a:pt x="17831" y="14412"/>
                  </a:cubicBezTo>
                  <a:cubicBezTo>
                    <a:pt x="17578" y="14412"/>
                    <a:pt x="16787" y="14601"/>
                    <a:pt x="16640" y="14789"/>
                  </a:cubicBezTo>
                  <a:cubicBezTo>
                    <a:pt x="16455" y="14998"/>
                    <a:pt x="16107" y="14998"/>
                    <a:pt x="16107" y="15114"/>
                  </a:cubicBezTo>
                  <a:cubicBezTo>
                    <a:pt x="16107" y="15230"/>
                    <a:pt x="15690" y="15206"/>
                    <a:pt x="15505" y="15299"/>
                  </a:cubicBezTo>
                  <a:cubicBezTo>
                    <a:pt x="15342" y="15369"/>
                    <a:pt x="15458" y="15716"/>
                    <a:pt x="15389" y="15878"/>
                  </a:cubicBezTo>
                  <a:cubicBezTo>
                    <a:pt x="15344" y="15982"/>
                    <a:pt x="15066" y="16000"/>
                    <a:pt x="14815" y="16000"/>
                  </a:cubicBezTo>
                  <a:cubicBezTo>
                    <a:pt x="14672" y="16000"/>
                    <a:pt x="14538" y="15994"/>
                    <a:pt x="14462" y="15994"/>
                  </a:cubicBezTo>
                  <a:cubicBezTo>
                    <a:pt x="14253" y="15994"/>
                    <a:pt x="14184" y="15600"/>
                    <a:pt x="14021" y="15577"/>
                  </a:cubicBezTo>
                  <a:cubicBezTo>
                    <a:pt x="13859" y="15554"/>
                    <a:pt x="13975" y="15322"/>
                    <a:pt x="14021" y="15230"/>
                  </a:cubicBezTo>
                  <a:cubicBezTo>
                    <a:pt x="14068" y="15137"/>
                    <a:pt x="14184" y="15206"/>
                    <a:pt x="14392" y="15091"/>
                  </a:cubicBezTo>
                  <a:cubicBezTo>
                    <a:pt x="14448" y="15054"/>
                    <a:pt x="14502" y="15041"/>
                    <a:pt x="14552" y="15041"/>
                  </a:cubicBezTo>
                  <a:cubicBezTo>
                    <a:pt x="14656" y="15041"/>
                    <a:pt x="14747" y="15092"/>
                    <a:pt x="14815" y="15092"/>
                  </a:cubicBezTo>
                  <a:cubicBezTo>
                    <a:pt x="14839" y="15092"/>
                    <a:pt x="14861" y="15085"/>
                    <a:pt x="14879" y="15067"/>
                  </a:cubicBezTo>
                  <a:cubicBezTo>
                    <a:pt x="14948" y="14975"/>
                    <a:pt x="14578" y="14743"/>
                    <a:pt x="14554" y="14534"/>
                  </a:cubicBezTo>
                  <a:cubicBezTo>
                    <a:pt x="14537" y="14396"/>
                    <a:pt x="14289" y="14322"/>
                    <a:pt x="14067" y="14322"/>
                  </a:cubicBezTo>
                  <a:cubicBezTo>
                    <a:pt x="13991" y="14322"/>
                    <a:pt x="13918" y="14331"/>
                    <a:pt x="13859" y="14349"/>
                  </a:cubicBezTo>
                  <a:cubicBezTo>
                    <a:pt x="13784" y="14369"/>
                    <a:pt x="13710" y="14378"/>
                    <a:pt x="13637" y="14378"/>
                  </a:cubicBezTo>
                  <a:cubicBezTo>
                    <a:pt x="13461" y="14378"/>
                    <a:pt x="13295" y="14329"/>
                    <a:pt x="13164" y="14279"/>
                  </a:cubicBezTo>
                  <a:cubicBezTo>
                    <a:pt x="13138" y="14264"/>
                    <a:pt x="13116" y="14258"/>
                    <a:pt x="13100" y="14258"/>
                  </a:cubicBezTo>
                  <a:cubicBezTo>
                    <a:pt x="13015" y="14258"/>
                    <a:pt x="13063" y="14430"/>
                    <a:pt x="13257" y="14488"/>
                  </a:cubicBezTo>
                  <a:cubicBezTo>
                    <a:pt x="13512" y="14557"/>
                    <a:pt x="13396" y="14743"/>
                    <a:pt x="13419" y="14859"/>
                  </a:cubicBezTo>
                  <a:cubicBezTo>
                    <a:pt x="13465" y="14998"/>
                    <a:pt x="13372" y="15253"/>
                    <a:pt x="13210" y="15461"/>
                  </a:cubicBezTo>
                  <a:cubicBezTo>
                    <a:pt x="13071" y="15670"/>
                    <a:pt x="13187" y="15670"/>
                    <a:pt x="13396" y="15670"/>
                  </a:cubicBezTo>
                  <a:cubicBezTo>
                    <a:pt x="13403" y="15669"/>
                    <a:pt x="13411" y="15669"/>
                    <a:pt x="13418" y="15669"/>
                  </a:cubicBezTo>
                  <a:cubicBezTo>
                    <a:pt x="13604" y="15669"/>
                    <a:pt x="13604" y="15956"/>
                    <a:pt x="13604" y="16157"/>
                  </a:cubicBezTo>
                  <a:cubicBezTo>
                    <a:pt x="13604" y="16365"/>
                    <a:pt x="13419" y="16411"/>
                    <a:pt x="13419" y="16574"/>
                  </a:cubicBezTo>
                  <a:cubicBezTo>
                    <a:pt x="13419" y="16610"/>
                    <a:pt x="13408" y="16622"/>
                    <a:pt x="13391" y="16622"/>
                  </a:cubicBezTo>
                  <a:cubicBezTo>
                    <a:pt x="13348" y="16622"/>
                    <a:pt x="13266" y="16544"/>
                    <a:pt x="13211" y="16544"/>
                  </a:cubicBezTo>
                  <a:cubicBezTo>
                    <a:pt x="13202" y="16544"/>
                    <a:pt x="13194" y="16546"/>
                    <a:pt x="13187" y="16551"/>
                  </a:cubicBezTo>
                  <a:cubicBezTo>
                    <a:pt x="13176" y="16567"/>
                    <a:pt x="13164" y="16574"/>
                    <a:pt x="13151" y="16574"/>
                  </a:cubicBezTo>
                  <a:cubicBezTo>
                    <a:pt x="13109" y="16574"/>
                    <a:pt x="13060" y="16495"/>
                    <a:pt x="13025" y="16388"/>
                  </a:cubicBezTo>
                  <a:cubicBezTo>
                    <a:pt x="13002" y="16272"/>
                    <a:pt x="12677" y="16342"/>
                    <a:pt x="12492" y="16296"/>
                  </a:cubicBezTo>
                  <a:cubicBezTo>
                    <a:pt x="12453" y="16286"/>
                    <a:pt x="12418" y="16281"/>
                    <a:pt x="12387" y="16281"/>
                  </a:cubicBezTo>
                  <a:cubicBezTo>
                    <a:pt x="12269" y="16281"/>
                    <a:pt x="12199" y="16348"/>
                    <a:pt x="12144" y="16458"/>
                  </a:cubicBezTo>
                  <a:cubicBezTo>
                    <a:pt x="12051" y="16597"/>
                    <a:pt x="11797" y="16666"/>
                    <a:pt x="11658" y="16666"/>
                  </a:cubicBezTo>
                  <a:cubicBezTo>
                    <a:pt x="11495" y="16690"/>
                    <a:pt x="11264" y="16968"/>
                    <a:pt x="11124" y="17060"/>
                  </a:cubicBezTo>
                  <a:cubicBezTo>
                    <a:pt x="10985" y="17153"/>
                    <a:pt x="10962" y="17338"/>
                    <a:pt x="11148" y="17524"/>
                  </a:cubicBezTo>
                  <a:cubicBezTo>
                    <a:pt x="11356" y="17732"/>
                    <a:pt x="11403" y="17848"/>
                    <a:pt x="11379" y="17964"/>
                  </a:cubicBezTo>
                  <a:cubicBezTo>
                    <a:pt x="11379" y="18003"/>
                    <a:pt x="11283" y="18021"/>
                    <a:pt x="11163" y="18021"/>
                  </a:cubicBezTo>
                  <a:cubicBezTo>
                    <a:pt x="10996" y="18021"/>
                    <a:pt x="10785" y="17985"/>
                    <a:pt x="10731" y="17918"/>
                  </a:cubicBezTo>
                  <a:cubicBezTo>
                    <a:pt x="10653" y="17821"/>
                    <a:pt x="10399" y="17773"/>
                    <a:pt x="10249" y="17773"/>
                  </a:cubicBezTo>
                  <a:cubicBezTo>
                    <a:pt x="10219" y="17773"/>
                    <a:pt x="10194" y="17775"/>
                    <a:pt x="10174" y="17779"/>
                  </a:cubicBezTo>
                  <a:cubicBezTo>
                    <a:pt x="10170" y="17780"/>
                    <a:pt x="10166" y="17780"/>
                    <a:pt x="10161" y="17780"/>
                  </a:cubicBezTo>
                  <a:cubicBezTo>
                    <a:pt x="10016" y="17780"/>
                    <a:pt x="9706" y="17430"/>
                    <a:pt x="9549" y="17408"/>
                  </a:cubicBezTo>
                  <a:cubicBezTo>
                    <a:pt x="9363" y="17408"/>
                    <a:pt x="9270" y="17617"/>
                    <a:pt x="9201" y="17732"/>
                  </a:cubicBezTo>
                  <a:cubicBezTo>
                    <a:pt x="9155" y="17825"/>
                    <a:pt x="9294" y="17872"/>
                    <a:pt x="9363" y="18034"/>
                  </a:cubicBezTo>
                  <a:cubicBezTo>
                    <a:pt x="9456" y="18219"/>
                    <a:pt x="9757" y="18219"/>
                    <a:pt x="9896" y="18219"/>
                  </a:cubicBezTo>
                  <a:cubicBezTo>
                    <a:pt x="10058" y="18219"/>
                    <a:pt x="10012" y="18451"/>
                    <a:pt x="9966" y="18544"/>
                  </a:cubicBezTo>
                  <a:cubicBezTo>
                    <a:pt x="9921" y="18618"/>
                    <a:pt x="9792" y="18673"/>
                    <a:pt x="9686" y="18673"/>
                  </a:cubicBezTo>
                  <a:cubicBezTo>
                    <a:pt x="9626" y="18673"/>
                    <a:pt x="9574" y="18655"/>
                    <a:pt x="9549" y="18613"/>
                  </a:cubicBezTo>
                  <a:cubicBezTo>
                    <a:pt x="9456" y="18520"/>
                    <a:pt x="9131" y="18613"/>
                    <a:pt x="9108" y="18497"/>
                  </a:cubicBezTo>
                  <a:cubicBezTo>
                    <a:pt x="9108" y="18366"/>
                    <a:pt x="8902" y="18194"/>
                    <a:pt x="8665" y="18194"/>
                  </a:cubicBezTo>
                  <a:cubicBezTo>
                    <a:pt x="8651" y="18194"/>
                    <a:pt x="8636" y="18195"/>
                    <a:pt x="8622" y="18196"/>
                  </a:cubicBezTo>
                  <a:cubicBezTo>
                    <a:pt x="8592" y="18201"/>
                    <a:pt x="8565" y="18204"/>
                    <a:pt x="8540" y="18204"/>
                  </a:cubicBezTo>
                  <a:cubicBezTo>
                    <a:pt x="8356" y="18204"/>
                    <a:pt x="8320" y="18058"/>
                    <a:pt x="8320" y="17895"/>
                  </a:cubicBezTo>
                  <a:cubicBezTo>
                    <a:pt x="8343" y="17686"/>
                    <a:pt x="8204" y="17593"/>
                    <a:pt x="8204" y="17501"/>
                  </a:cubicBezTo>
                  <a:cubicBezTo>
                    <a:pt x="8204" y="17408"/>
                    <a:pt x="8089" y="17223"/>
                    <a:pt x="8228" y="17130"/>
                  </a:cubicBezTo>
                  <a:cubicBezTo>
                    <a:pt x="8343" y="17060"/>
                    <a:pt x="8251" y="16921"/>
                    <a:pt x="8251" y="16782"/>
                  </a:cubicBezTo>
                  <a:cubicBezTo>
                    <a:pt x="8274" y="16666"/>
                    <a:pt x="8042" y="16481"/>
                    <a:pt x="7834" y="16481"/>
                  </a:cubicBezTo>
                  <a:cubicBezTo>
                    <a:pt x="7625" y="16481"/>
                    <a:pt x="7671" y="16272"/>
                    <a:pt x="7509" y="16249"/>
                  </a:cubicBezTo>
                  <a:cubicBezTo>
                    <a:pt x="7347" y="16203"/>
                    <a:pt x="6999" y="15925"/>
                    <a:pt x="6976" y="15809"/>
                  </a:cubicBezTo>
                  <a:cubicBezTo>
                    <a:pt x="6953" y="15670"/>
                    <a:pt x="6698" y="15670"/>
                    <a:pt x="6791" y="15624"/>
                  </a:cubicBezTo>
                  <a:cubicBezTo>
                    <a:pt x="6805" y="15614"/>
                    <a:pt x="6826" y="15609"/>
                    <a:pt x="6851" y="15609"/>
                  </a:cubicBezTo>
                  <a:cubicBezTo>
                    <a:pt x="6944" y="15609"/>
                    <a:pt x="7098" y="15676"/>
                    <a:pt x="7208" y="15786"/>
                  </a:cubicBezTo>
                  <a:cubicBezTo>
                    <a:pt x="7370" y="15925"/>
                    <a:pt x="7602" y="16064"/>
                    <a:pt x="7973" y="16110"/>
                  </a:cubicBezTo>
                  <a:cubicBezTo>
                    <a:pt x="8367" y="16157"/>
                    <a:pt x="8506" y="16342"/>
                    <a:pt x="8923" y="16411"/>
                  </a:cubicBezTo>
                  <a:cubicBezTo>
                    <a:pt x="9340" y="16481"/>
                    <a:pt x="9595" y="16527"/>
                    <a:pt x="10197" y="16620"/>
                  </a:cubicBezTo>
                  <a:cubicBezTo>
                    <a:pt x="10240" y="16626"/>
                    <a:pt x="10284" y="16629"/>
                    <a:pt x="10328" y="16629"/>
                  </a:cubicBezTo>
                  <a:cubicBezTo>
                    <a:pt x="10928" y="16629"/>
                    <a:pt x="11624" y="16076"/>
                    <a:pt x="11797" y="15925"/>
                  </a:cubicBezTo>
                  <a:cubicBezTo>
                    <a:pt x="11959" y="15763"/>
                    <a:pt x="11750" y="15415"/>
                    <a:pt x="11750" y="15276"/>
                  </a:cubicBezTo>
                  <a:cubicBezTo>
                    <a:pt x="11750" y="15160"/>
                    <a:pt x="11472" y="15137"/>
                    <a:pt x="11426" y="15044"/>
                  </a:cubicBezTo>
                  <a:cubicBezTo>
                    <a:pt x="11379" y="14928"/>
                    <a:pt x="11217" y="14766"/>
                    <a:pt x="10962" y="14766"/>
                  </a:cubicBezTo>
                  <a:cubicBezTo>
                    <a:pt x="10740" y="14766"/>
                    <a:pt x="10710" y="14510"/>
                    <a:pt x="10543" y="14510"/>
                  </a:cubicBezTo>
                  <a:cubicBezTo>
                    <a:pt x="10537" y="14510"/>
                    <a:pt x="10529" y="14510"/>
                    <a:pt x="10522" y="14511"/>
                  </a:cubicBezTo>
                  <a:cubicBezTo>
                    <a:pt x="10504" y="14513"/>
                    <a:pt x="10487" y="14514"/>
                    <a:pt x="10470" y="14514"/>
                  </a:cubicBezTo>
                  <a:cubicBezTo>
                    <a:pt x="10307" y="14514"/>
                    <a:pt x="10151" y="14411"/>
                    <a:pt x="9711" y="14117"/>
                  </a:cubicBezTo>
                  <a:cubicBezTo>
                    <a:pt x="9287" y="13821"/>
                    <a:pt x="8689" y="13601"/>
                    <a:pt x="8483" y="13601"/>
                  </a:cubicBezTo>
                  <a:cubicBezTo>
                    <a:pt x="8464" y="13601"/>
                    <a:pt x="8448" y="13603"/>
                    <a:pt x="8436" y="13607"/>
                  </a:cubicBezTo>
                  <a:cubicBezTo>
                    <a:pt x="8374" y="13632"/>
                    <a:pt x="8326" y="13657"/>
                    <a:pt x="8279" y="13657"/>
                  </a:cubicBezTo>
                  <a:cubicBezTo>
                    <a:pt x="8239" y="13657"/>
                    <a:pt x="8201" y="13638"/>
                    <a:pt x="8158" y="13584"/>
                  </a:cubicBezTo>
                  <a:cubicBezTo>
                    <a:pt x="8123" y="13515"/>
                    <a:pt x="8060" y="13486"/>
                    <a:pt x="7987" y="13486"/>
                  </a:cubicBezTo>
                  <a:cubicBezTo>
                    <a:pt x="7915" y="13486"/>
                    <a:pt x="7834" y="13515"/>
                    <a:pt x="7764" y="13561"/>
                  </a:cubicBezTo>
                  <a:cubicBezTo>
                    <a:pt x="7735" y="13580"/>
                    <a:pt x="7707" y="13587"/>
                    <a:pt x="7679" y="13587"/>
                  </a:cubicBezTo>
                  <a:cubicBezTo>
                    <a:pt x="7593" y="13587"/>
                    <a:pt x="7504" y="13522"/>
                    <a:pt x="7370" y="13522"/>
                  </a:cubicBezTo>
                  <a:cubicBezTo>
                    <a:pt x="7334" y="13522"/>
                    <a:pt x="7296" y="13526"/>
                    <a:pt x="7254" y="13538"/>
                  </a:cubicBezTo>
                  <a:cubicBezTo>
                    <a:pt x="7226" y="13543"/>
                    <a:pt x="7199" y="13546"/>
                    <a:pt x="7174" y="13546"/>
                  </a:cubicBezTo>
                  <a:cubicBezTo>
                    <a:pt x="6992" y="13546"/>
                    <a:pt x="6892" y="13413"/>
                    <a:pt x="6953" y="13352"/>
                  </a:cubicBezTo>
                  <a:cubicBezTo>
                    <a:pt x="7022" y="13283"/>
                    <a:pt x="7370" y="13352"/>
                    <a:pt x="7370" y="13236"/>
                  </a:cubicBezTo>
                  <a:cubicBezTo>
                    <a:pt x="7347" y="13097"/>
                    <a:pt x="7208" y="13236"/>
                    <a:pt x="6999" y="13074"/>
                  </a:cubicBezTo>
                  <a:cubicBezTo>
                    <a:pt x="6925" y="13025"/>
                    <a:pt x="6859" y="13004"/>
                    <a:pt x="6803" y="13004"/>
                  </a:cubicBezTo>
                  <a:cubicBezTo>
                    <a:pt x="6703" y="13004"/>
                    <a:pt x="6635" y="13069"/>
                    <a:pt x="6605" y="13144"/>
                  </a:cubicBezTo>
                  <a:cubicBezTo>
                    <a:pt x="6584" y="13207"/>
                    <a:pt x="6540" y="13232"/>
                    <a:pt x="6487" y="13232"/>
                  </a:cubicBezTo>
                  <a:cubicBezTo>
                    <a:pt x="6422" y="13232"/>
                    <a:pt x="6344" y="13195"/>
                    <a:pt x="6281" y="13144"/>
                  </a:cubicBezTo>
                  <a:cubicBezTo>
                    <a:pt x="6258" y="13121"/>
                    <a:pt x="6258" y="13121"/>
                    <a:pt x="6235" y="13121"/>
                  </a:cubicBezTo>
                  <a:cubicBezTo>
                    <a:pt x="6216" y="13269"/>
                    <a:pt x="6138" y="13313"/>
                    <a:pt x="6037" y="13313"/>
                  </a:cubicBezTo>
                  <a:cubicBezTo>
                    <a:pt x="6011" y="13313"/>
                    <a:pt x="5984" y="13311"/>
                    <a:pt x="5956" y="13306"/>
                  </a:cubicBezTo>
                  <a:cubicBezTo>
                    <a:pt x="5950" y="13305"/>
                    <a:pt x="5943" y="13304"/>
                    <a:pt x="5937" y="13304"/>
                  </a:cubicBezTo>
                  <a:cubicBezTo>
                    <a:pt x="5804" y="13304"/>
                    <a:pt x="5671" y="13515"/>
                    <a:pt x="5516" y="13515"/>
                  </a:cubicBezTo>
                  <a:cubicBezTo>
                    <a:pt x="5354" y="13515"/>
                    <a:pt x="5168" y="13700"/>
                    <a:pt x="5145" y="13839"/>
                  </a:cubicBezTo>
                  <a:cubicBezTo>
                    <a:pt x="5099" y="13978"/>
                    <a:pt x="4937" y="13909"/>
                    <a:pt x="4937" y="14001"/>
                  </a:cubicBezTo>
                  <a:cubicBezTo>
                    <a:pt x="4937" y="14094"/>
                    <a:pt x="4937" y="14187"/>
                    <a:pt x="4844" y="14303"/>
                  </a:cubicBezTo>
                  <a:cubicBezTo>
                    <a:pt x="4774" y="14395"/>
                    <a:pt x="4844" y="14442"/>
                    <a:pt x="4937" y="14604"/>
                  </a:cubicBezTo>
                  <a:cubicBezTo>
                    <a:pt x="5006" y="14766"/>
                    <a:pt x="5192" y="14743"/>
                    <a:pt x="5261" y="14789"/>
                  </a:cubicBezTo>
                  <a:cubicBezTo>
                    <a:pt x="5354" y="14836"/>
                    <a:pt x="5655" y="15091"/>
                    <a:pt x="5655" y="15206"/>
                  </a:cubicBezTo>
                  <a:cubicBezTo>
                    <a:pt x="5655" y="15299"/>
                    <a:pt x="5423" y="15531"/>
                    <a:pt x="5331" y="15600"/>
                  </a:cubicBezTo>
                  <a:cubicBezTo>
                    <a:pt x="5215" y="15670"/>
                    <a:pt x="5099" y="15832"/>
                    <a:pt x="5168" y="15925"/>
                  </a:cubicBezTo>
                  <a:cubicBezTo>
                    <a:pt x="5215" y="16018"/>
                    <a:pt x="5493" y="16435"/>
                    <a:pt x="5678" y="16736"/>
                  </a:cubicBezTo>
                  <a:cubicBezTo>
                    <a:pt x="5864" y="17060"/>
                    <a:pt x="5609" y="16921"/>
                    <a:pt x="5493" y="17060"/>
                  </a:cubicBezTo>
                  <a:cubicBezTo>
                    <a:pt x="5377" y="17223"/>
                    <a:pt x="5539" y="17385"/>
                    <a:pt x="5586" y="17501"/>
                  </a:cubicBezTo>
                  <a:cubicBezTo>
                    <a:pt x="5609" y="17593"/>
                    <a:pt x="5423" y="17570"/>
                    <a:pt x="5447" y="17663"/>
                  </a:cubicBezTo>
                  <a:cubicBezTo>
                    <a:pt x="5470" y="17732"/>
                    <a:pt x="5701" y="17756"/>
                    <a:pt x="5725" y="17825"/>
                  </a:cubicBezTo>
                  <a:cubicBezTo>
                    <a:pt x="5748" y="17895"/>
                    <a:pt x="5562" y="17987"/>
                    <a:pt x="5632" y="18103"/>
                  </a:cubicBezTo>
                  <a:cubicBezTo>
                    <a:pt x="5725" y="18242"/>
                    <a:pt x="5910" y="18242"/>
                    <a:pt x="5933" y="18405"/>
                  </a:cubicBezTo>
                  <a:cubicBezTo>
                    <a:pt x="5956" y="18567"/>
                    <a:pt x="5586" y="18567"/>
                    <a:pt x="5586" y="18706"/>
                  </a:cubicBezTo>
                  <a:cubicBezTo>
                    <a:pt x="5609" y="18845"/>
                    <a:pt x="6072" y="18984"/>
                    <a:pt x="6281" y="19239"/>
                  </a:cubicBezTo>
                  <a:cubicBezTo>
                    <a:pt x="6489" y="19471"/>
                    <a:pt x="6489" y="19540"/>
                    <a:pt x="6443" y="19679"/>
                  </a:cubicBezTo>
                  <a:cubicBezTo>
                    <a:pt x="6327" y="19934"/>
                    <a:pt x="5748" y="20166"/>
                    <a:pt x="5632" y="20444"/>
                  </a:cubicBezTo>
                  <a:cubicBezTo>
                    <a:pt x="5493" y="20745"/>
                    <a:pt x="5006" y="20907"/>
                    <a:pt x="4774" y="21139"/>
                  </a:cubicBezTo>
                  <a:cubicBezTo>
                    <a:pt x="4682" y="21232"/>
                    <a:pt x="4612" y="21348"/>
                    <a:pt x="4520" y="21464"/>
                  </a:cubicBezTo>
                  <a:cubicBezTo>
                    <a:pt x="4612" y="21440"/>
                    <a:pt x="4705" y="21417"/>
                    <a:pt x="4751" y="21371"/>
                  </a:cubicBezTo>
                  <a:cubicBezTo>
                    <a:pt x="4761" y="21368"/>
                    <a:pt x="4771" y="21366"/>
                    <a:pt x="4780" y="21366"/>
                  </a:cubicBezTo>
                  <a:cubicBezTo>
                    <a:pt x="4901" y="21366"/>
                    <a:pt x="4970" y="21634"/>
                    <a:pt x="5099" y="21742"/>
                  </a:cubicBezTo>
                  <a:cubicBezTo>
                    <a:pt x="5168" y="21788"/>
                    <a:pt x="5267" y="21788"/>
                    <a:pt x="5360" y="21788"/>
                  </a:cubicBezTo>
                  <a:cubicBezTo>
                    <a:pt x="5452" y="21788"/>
                    <a:pt x="5539" y="21788"/>
                    <a:pt x="5586" y="21834"/>
                  </a:cubicBezTo>
                  <a:cubicBezTo>
                    <a:pt x="5628" y="21905"/>
                    <a:pt x="5584" y="21933"/>
                    <a:pt x="5500" y="21933"/>
                  </a:cubicBezTo>
                  <a:cubicBezTo>
                    <a:pt x="5448" y="21933"/>
                    <a:pt x="5379" y="21922"/>
                    <a:pt x="5308" y="21904"/>
                  </a:cubicBezTo>
                  <a:cubicBezTo>
                    <a:pt x="5291" y="21902"/>
                    <a:pt x="5276" y="21901"/>
                    <a:pt x="5262" y="21901"/>
                  </a:cubicBezTo>
                  <a:cubicBezTo>
                    <a:pt x="5112" y="21901"/>
                    <a:pt x="5051" y="22005"/>
                    <a:pt x="4798" y="22089"/>
                  </a:cubicBezTo>
                  <a:cubicBezTo>
                    <a:pt x="4566" y="22159"/>
                    <a:pt x="4589" y="22252"/>
                    <a:pt x="4520" y="22298"/>
                  </a:cubicBezTo>
                  <a:cubicBezTo>
                    <a:pt x="4659" y="22483"/>
                    <a:pt x="4473" y="22507"/>
                    <a:pt x="4404" y="22669"/>
                  </a:cubicBezTo>
                  <a:cubicBezTo>
                    <a:pt x="4334" y="22808"/>
                    <a:pt x="4241" y="22854"/>
                    <a:pt x="4241" y="22947"/>
                  </a:cubicBezTo>
                  <a:cubicBezTo>
                    <a:pt x="4218" y="23040"/>
                    <a:pt x="4265" y="23109"/>
                    <a:pt x="4265" y="23248"/>
                  </a:cubicBezTo>
                  <a:cubicBezTo>
                    <a:pt x="4288" y="23410"/>
                    <a:pt x="4311" y="23434"/>
                    <a:pt x="4381" y="23549"/>
                  </a:cubicBezTo>
                  <a:cubicBezTo>
                    <a:pt x="4473" y="23665"/>
                    <a:pt x="4311" y="23665"/>
                    <a:pt x="4241" y="23735"/>
                  </a:cubicBezTo>
                  <a:cubicBezTo>
                    <a:pt x="4172" y="23781"/>
                    <a:pt x="4218" y="23920"/>
                    <a:pt x="4311" y="24013"/>
                  </a:cubicBezTo>
                  <a:cubicBezTo>
                    <a:pt x="4404" y="24106"/>
                    <a:pt x="4404" y="24245"/>
                    <a:pt x="4381" y="24314"/>
                  </a:cubicBezTo>
                  <a:cubicBezTo>
                    <a:pt x="4334" y="24407"/>
                    <a:pt x="4473" y="24546"/>
                    <a:pt x="4543" y="24639"/>
                  </a:cubicBezTo>
                  <a:cubicBezTo>
                    <a:pt x="4635" y="24731"/>
                    <a:pt x="4612" y="24963"/>
                    <a:pt x="4682" y="25009"/>
                  </a:cubicBezTo>
                  <a:cubicBezTo>
                    <a:pt x="4758" y="25067"/>
                    <a:pt x="4819" y="25108"/>
                    <a:pt x="4915" y="25108"/>
                  </a:cubicBezTo>
                  <a:cubicBezTo>
                    <a:pt x="4936" y="25108"/>
                    <a:pt x="4958" y="25106"/>
                    <a:pt x="4983" y="25102"/>
                  </a:cubicBezTo>
                  <a:cubicBezTo>
                    <a:pt x="5013" y="25092"/>
                    <a:pt x="5039" y="25088"/>
                    <a:pt x="5063" y="25088"/>
                  </a:cubicBezTo>
                  <a:cubicBezTo>
                    <a:pt x="5152" y="25088"/>
                    <a:pt x="5207" y="25150"/>
                    <a:pt x="5261" y="25241"/>
                  </a:cubicBezTo>
                  <a:cubicBezTo>
                    <a:pt x="5291" y="25280"/>
                    <a:pt x="5324" y="25295"/>
                    <a:pt x="5362" y="25295"/>
                  </a:cubicBezTo>
                  <a:cubicBezTo>
                    <a:pt x="5413" y="25295"/>
                    <a:pt x="5472" y="25268"/>
                    <a:pt x="5539" y="25241"/>
                  </a:cubicBezTo>
                  <a:cubicBezTo>
                    <a:pt x="5563" y="25229"/>
                    <a:pt x="5592" y="25224"/>
                    <a:pt x="5624" y="25224"/>
                  </a:cubicBezTo>
                  <a:cubicBezTo>
                    <a:pt x="5775" y="25224"/>
                    <a:pt x="5992" y="25342"/>
                    <a:pt x="6049" y="25380"/>
                  </a:cubicBezTo>
                  <a:cubicBezTo>
                    <a:pt x="6142" y="25403"/>
                    <a:pt x="6095" y="25612"/>
                    <a:pt x="6119" y="25751"/>
                  </a:cubicBezTo>
                  <a:cubicBezTo>
                    <a:pt x="6119" y="25890"/>
                    <a:pt x="6026" y="26052"/>
                    <a:pt x="6165" y="26145"/>
                  </a:cubicBezTo>
                  <a:cubicBezTo>
                    <a:pt x="6304" y="26215"/>
                    <a:pt x="6258" y="26423"/>
                    <a:pt x="6420" y="26470"/>
                  </a:cubicBezTo>
                  <a:cubicBezTo>
                    <a:pt x="6582" y="26539"/>
                    <a:pt x="6652" y="26748"/>
                    <a:pt x="6744" y="26794"/>
                  </a:cubicBezTo>
                  <a:cubicBezTo>
                    <a:pt x="6837" y="26817"/>
                    <a:pt x="7022" y="26956"/>
                    <a:pt x="7046" y="27072"/>
                  </a:cubicBezTo>
                  <a:cubicBezTo>
                    <a:pt x="7069" y="27165"/>
                    <a:pt x="6883" y="27257"/>
                    <a:pt x="6768" y="27327"/>
                  </a:cubicBezTo>
                  <a:cubicBezTo>
                    <a:pt x="6756" y="27332"/>
                    <a:pt x="6743" y="27334"/>
                    <a:pt x="6729" y="27334"/>
                  </a:cubicBezTo>
                  <a:cubicBezTo>
                    <a:pt x="6635" y="27334"/>
                    <a:pt x="6506" y="27233"/>
                    <a:pt x="6425" y="27233"/>
                  </a:cubicBezTo>
                  <a:cubicBezTo>
                    <a:pt x="6404" y="27233"/>
                    <a:pt x="6386" y="27240"/>
                    <a:pt x="6374" y="27257"/>
                  </a:cubicBezTo>
                  <a:cubicBezTo>
                    <a:pt x="6304" y="27350"/>
                    <a:pt x="6397" y="27489"/>
                    <a:pt x="6466" y="27767"/>
                  </a:cubicBezTo>
                  <a:cubicBezTo>
                    <a:pt x="6513" y="28022"/>
                    <a:pt x="6582" y="28045"/>
                    <a:pt x="6698" y="28045"/>
                  </a:cubicBezTo>
                  <a:cubicBezTo>
                    <a:pt x="6814" y="28045"/>
                    <a:pt x="6860" y="27976"/>
                    <a:pt x="6953" y="27930"/>
                  </a:cubicBezTo>
                  <a:cubicBezTo>
                    <a:pt x="6972" y="27917"/>
                    <a:pt x="7002" y="27913"/>
                    <a:pt x="7037" y="27913"/>
                  </a:cubicBezTo>
                  <a:cubicBezTo>
                    <a:pt x="7094" y="27913"/>
                    <a:pt x="7164" y="27923"/>
                    <a:pt x="7226" y="27923"/>
                  </a:cubicBezTo>
                  <a:cubicBezTo>
                    <a:pt x="7264" y="27923"/>
                    <a:pt x="7298" y="27919"/>
                    <a:pt x="7324" y="27906"/>
                  </a:cubicBezTo>
                  <a:cubicBezTo>
                    <a:pt x="7355" y="27896"/>
                    <a:pt x="7432" y="27886"/>
                    <a:pt x="7515" y="27886"/>
                  </a:cubicBezTo>
                  <a:cubicBezTo>
                    <a:pt x="7616" y="27886"/>
                    <a:pt x="7726" y="27901"/>
                    <a:pt x="7764" y="27953"/>
                  </a:cubicBezTo>
                  <a:cubicBezTo>
                    <a:pt x="7834" y="28069"/>
                    <a:pt x="7880" y="28277"/>
                    <a:pt x="7834" y="28370"/>
                  </a:cubicBezTo>
                  <a:cubicBezTo>
                    <a:pt x="7787" y="28463"/>
                    <a:pt x="7903" y="28555"/>
                    <a:pt x="7949" y="28671"/>
                  </a:cubicBezTo>
                  <a:cubicBezTo>
                    <a:pt x="8019" y="28787"/>
                    <a:pt x="8274" y="28741"/>
                    <a:pt x="8367" y="28764"/>
                  </a:cubicBezTo>
                  <a:cubicBezTo>
                    <a:pt x="8436" y="28810"/>
                    <a:pt x="8645" y="29065"/>
                    <a:pt x="8598" y="29204"/>
                  </a:cubicBezTo>
                  <a:cubicBezTo>
                    <a:pt x="8567" y="29283"/>
                    <a:pt x="8632" y="29319"/>
                    <a:pt x="8707" y="29319"/>
                  </a:cubicBezTo>
                  <a:cubicBezTo>
                    <a:pt x="8741" y="29319"/>
                    <a:pt x="8778" y="29312"/>
                    <a:pt x="8807" y="29297"/>
                  </a:cubicBezTo>
                  <a:cubicBezTo>
                    <a:pt x="8817" y="29294"/>
                    <a:pt x="8827" y="29293"/>
                    <a:pt x="8836" y="29293"/>
                  </a:cubicBezTo>
                  <a:cubicBezTo>
                    <a:pt x="8915" y="29293"/>
                    <a:pt x="8979" y="29374"/>
                    <a:pt x="9062" y="29436"/>
                  </a:cubicBezTo>
                  <a:cubicBezTo>
                    <a:pt x="9106" y="29454"/>
                    <a:pt x="9144" y="29461"/>
                    <a:pt x="9178" y="29461"/>
                  </a:cubicBezTo>
                  <a:cubicBezTo>
                    <a:pt x="9234" y="29461"/>
                    <a:pt x="9283" y="29441"/>
                    <a:pt x="9340" y="29413"/>
                  </a:cubicBezTo>
                  <a:cubicBezTo>
                    <a:pt x="9410" y="29371"/>
                    <a:pt x="9487" y="29338"/>
                    <a:pt x="9554" y="29338"/>
                  </a:cubicBezTo>
                  <a:cubicBezTo>
                    <a:pt x="9598" y="29338"/>
                    <a:pt x="9637" y="29352"/>
                    <a:pt x="9664" y="29390"/>
                  </a:cubicBezTo>
                  <a:cubicBezTo>
                    <a:pt x="9711" y="29459"/>
                    <a:pt x="9896" y="29621"/>
                    <a:pt x="9896" y="29668"/>
                  </a:cubicBezTo>
                  <a:cubicBezTo>
                    <a:pt x="9896" y="29714"/>
                    <a:pt x="10197" y="29668"/>
                    <a:pt x="10337" y="29737"/>
                  </a:cubicBezTo>
                  <a:cubicBezTo>
                    <a:pt x="10499" y="29807"/>
                    <a:pt x="10661" y="29784"/>
                    <a:pt x="10800" y="29853"/>
                  </a:cubicBezTo>
                  <a:cubicBezTo>
                    <a:pt x="10962" y="29946"/>
                    <a:pt x="11101" y="29969"/>
                    <a:pt x="11124" y="30062"/>
                  </a:cubicBezTo>
                  <a:cubicBezTo>
                    <a:pt x="11124" y="30154"/>
                    <a:pt x="10962" y="30247"/>
                    <a:pt x="10962" y="30293"/>
                  </a:cubicBezTo>
                  <a:cubicBezTo>
                    <a:pt x="10962" y="30340"/>
                    <a:pt x="11101" y="30363"/>
                    <a:pt x="11101" y="30456"/>
                  </a:cubicBezTo>
                  <a:cubicBezTo>
                    <a:pt x="11101" y="30525"/>
                    <a:pt x="10939" y="30525"/>
                    <a:pt x="10916" y="30572"/>
                  </a:cubicBezTo>
                  <a:cubicBezTo>
                    <a:pt x="10893" y="30641"/>
                    <a:pt x="11009" y="30711"/>
                    <a:pt x="11032" y="30780"/>
                  </a:cubicBezTo>
                  <a:cubicBezTo>
                    <a:pt x="11055" y="30850"/>
                    <a:pt x="10939" y="31058"/>
                    <a:pt x="10939" y="31105"/>
                  </a:cubicBezTo>
                  <a:cubicBezTo>
                    <a:pt x="10939" y="31128"/>
                    <a:pt x="10898" y="31135"/>
                    <a:pt x="10840" y="31135"/>
                  </a:cubicBezTo>
                  <a:cubicBezTo>
                    <a:pt x="10723" y="31135"/>
                    <a:pt x="10537" y="31105"/>
                    <a:pt x="10476" y="31105"/>
                  </a:cubicBezTo>
                  <a:cubicBezTo>
                    <a:pt x="10406" y="31105"/>
                    <a:pt x="10151" y="31383"/>
                    <a:pt x="10058" y="31383"/>
                  </a:cubicBezTo>
                  <a:cubicBezTo>
                    <a:pt x="9989" y="31406"/>
                    <a:pt x="10012" y="31522"/>
                    <a:pt x="10058" y="31638"/>
                  </a:cubicBezTo>
                  <a:cubicBezTo>
                    <a:pt x="10198" y="31612"/>
                    <a:pt x="10338" y="31594"/>
                    <a:pt x="10444" y="31594"/>
                  </a:cubicBezTo>
                  <a:cubicBezTo>
                    <a:pt x="10530" y="31594"/>
                    <a:pt x="10594" y="31606"/>
                    <a:pt x="10615" y="31638"/>
                  </a:cubicBezTo>
                  <a:cubicBezTo>
                    <a:pt x="10661" y="31730"/>
                    <a:pt x="10035" y="31985"/>
                    <a:pt x="9919" y="32032"/>
                  </a:cubicBezTo>
                  <a:cubicBezTo>
                    <a:pt x="9804" y="32078"/>
                    <a:pt x="10151" y="32240"/>
                    <a:pt x="10128" y="32333"/>
                  </a:cubicBezTo>
                  <a:cubicBezTo>
                    <a:pt x="10128" y="32426"/>
                    <a:pt x="9780" y="32449"/>
                    <a:pt x="9804" y="32657"/>
                  </a:cubicBezTo>
                  <a:cubicBezTo>
                    <a:pt x="9850" y="32843"/>
                    <a:pt x="9688" y="32889"/>
                    <a:pt x="9502" y="32889"/>
                  </a:cubicBezTo>
                  <a:cubicBezTo>
                    <a:pt x="9317" y="32889"/>
                    <a:pt x="9270" y="33005"/>
                    <a:pt x="9363" y="33005"/>
                  </a:cubicBezTo>
                  <a:cubicBezTo>
                    <a:pt x="9456" y="33028"/>
                    <a:pt x="9456" y="33283"/>
                    <a:pt x="9804" y="33353"/>
                  </a:cubicBezTo>
                  <a:cubicBezTo>
                    <a:pt x="10151" y="33445"/>
                    <a:pt x="10522" y="33770"/>
                    <a:pt x="10823" y="34094"/>
                  </a:cubicBezTo>
                  <a:cubicBezTo>
                    <a:pt x="10846" y="34140"/>
                    <a:pt x="10893" y="34187"/>
                    <a:pt x="10962" y="34210"/>
                  </a:cubicBezTo>
                  <a:cubicBezTo>
                    <a:pt x="11032" y="34164"/>
                    <a:pt x="11124" y="34117"/>
                    <a:pt x="11171" y="34117"/>
                  </a:cubicBezTo>
                  <a:cubicBezTo>
                    <a:pt x="11188" y="34115"/>
                    <a:pt x="11206" y="34114"/>
                    <a:pt x="11226" y="34114"/>
                  </a:cubicBezTo>
                  <a:cubicBezTo>
                    <a:pt x="11395" y="34114"/>
                    <a:pt x="11654" y="34199"/>
                    <a:pt x="11820" y="34303"/>
                  </a:cubicBezTo>
                  <a:cubicBezTo>
                    <a:pt x="11874" y="34341"/>
                    <a:pt x="11977" y="34352"/>
                    <a:pt x="12093" y="34352"/>
                  </a:cubicBezTo>
                  <a:cubicBezTo>
                    <a:pt x="12225" y="34352"/>
                    <a:pt x="12374" y="34338"/>
                    <a:pt x="12487" y="34338"/>
                  </a:cubicBezTo>
                  <a:cubicBezTo>
                    <a:pt x="12571" y="34338"/>
                    <a:pt x="12634" y="34346"/>
                    <a:pt x="12654" y="34372"/>
                  </a:cubicBezTo>
                  <a:cubicBezTo>
                    <a:pt x="12747" y="34465"/>
                    <a:pt x="12886" y="34604"/>
                    <a:pt x="13002" y="34604"/>
                  </a:cubicBezTo>
                  <a:cubicBezTo>
                    <a:pt x="13102" y="34604"/>
                    <a:pt x="13221" y="34779"/>
                    <a:pt x="13311" y="34779"/>
                  </a:cubicBezTo>
                  <a:cubicBezTo>
                    <a:pt x="13324" y="34779"/>
                    <a:pt x="13337" y="34775"/>
                    <a:pt x="13349" y="34766"/>
                  </a:cubicBezTo>
                  <a:cubicBezTo>
                    <a:pt x="13442" y="34697"/>
                    <a:pt x="13813" y="34697"/>
                    <a:pt x="13906" y="34697"/>
                  </a:cubicBezTo>
                  <a:cubicBezTo>
                    <a:pt x="13998" y="34697"/>
                    <a:pt x="13998" y="34766"/>
                    <a:pt x="14091" y="34766"/>
                  </a:cubicBezTo>
                  <a:cubicBezTo>
                    <a:pt x="14181" y="34766"/>
                    <a:pt x="14184" y="35115"/>
                    <a:pt x="14247" y="35115"/>
                  </a:cubicBezTo>
                  <a:cubicBezTo>
                    <a:pt x="14249" y="35115"/>
                    <a:pt x="14251" y="35115"/>
                    <a:pt x="14253" y="35114"/>
                  </a:cubicBezTo>
                  <a:cubicBezTo>
                    <a:pt x="14258" y="35113"/>
                    <a:pt x="14262" y="35112"/>
                    <a:pt x="14267" y="35112"/>
                  </a:cubicBezTo>
                  <a:cubicBezTo>
                    <a:pt x="14370" y="35112"/>
                    <a:pt x="14608" y="35324"/>
                    <a:pt x="14763" y="35346"/>
                  </a:cubicBezTo>
                  <a:cubicBezTo>
                    <a:pt x="14942" y="35368"/>
                    <a:pt x="15099" y="35648"/>
                    <a:pt x="15172" y="35648"/>
                  </a:cubicBezTo>
                  <a:cubicBezTo>
                    <a:pt x="15175" y="35648"/>
                    <a:pt x="15178" y="35648"/>
                    <a:pt x="15180" y="35647"/>
                  </a:cubicBezTo>
                  <a:cubicBezTo>
                    <a:pt x="15186" y="35645"/>
                    <a:pt x="15192" y="35644"/>
                    <a:pt x="15198" y="35644"/>
                  </a:cubicBezTo>
                  <a:cubicBezTo>
                    <a:pt x="15247" y="35644"/>
                    <a:pt x="15318" y="35694"/>
                    <a:pt x="15372" y="35694"/>
                  </a:cubicBezTo>
                  <a:cubicBezTo>
                    <a:pt x="15399" y="35694"/>
                    <a:pt x="15421" y="35682"/>
                    <a:pt x="15435" y="35647"/>
                  </a:cubicBezTo>
                  <a:cubicBezTo>
                    <a:pt x="15481" y="35531"/>
                    <a:pt x="15713" y="35577"/>
                    <a:pt x="15783" y="35392"/>
                  </a:cubicBezTo>
                  <a:cubicBezTo>
                    <a:pt x="15481" y="34998"/>
                    <a:pt x="15134" y="34581"/>
                    <a:pt x="15157" y="34419"/>
                  </a:cubicBezTo>
                  <a:cubicBezTo>
                    <a:pt x="15180" y="34164"/>
                    <a:pt x="15296" y="33978"/>
                    <a:pt x="14948" y="33677"/>
                  </a:cubicBezTo>
                  <a:cubicBezTo>
                    <a:pt x="14601" y="33399"/>
                    <a:pt x="14972" y="33213"/>
                    <a:pt x="15226" y="32889"/>
                  </a:cubicBezTo>
                  <a:cubicBezTo>
                    <a:pt x="15435" y="32611"/>
                    <a:pt x="15899" y="32495"/>
                    <a:pt x="16177" y="32310"/>
                  </a:cubicBezTo>
                  <a:cubicBezTo>
                    <a:pt x="16130" y="32263"/>
                    <a:pt x="16061" y="32217"/>
                    <a:pt x="16014" y="32194"/>
                  </a:cubicBezTo>
                  <a:cubicBezTo>
                    <a:pt x="15783" y="32101"/>
                    <a:pt x="15713" y="32008"/>
                    <a:pt x="15899" y="31962"/>
                  </a:cubicBezTo>
                  <a:cubicBezTo>
                    <a:pt x="16061" y="31916"/>
                    <a:pt x="15991" y="31823"/>
                    <a:pt x="15806" y="31614"/>
                  </a:cubicBezTo>
                  <a:cubicBezTo>
                    <a:pt x="15644" y="31429"/>
                    <a:pt x="15574" y="31244"/>
                    <a:pt x="15481" y="31244"/>
                  </a:cubicBezTo>
                  <a:cubicBezTo>
                    <a:pt x="15435" y="31244"/>
                    <a:pt x="15371" y="31238"/>
                    <a:pt x="15302" y="31238"/>
                  </a:cubicBezTo>
                  <a:cubicBezTo>
                    <a:pt x="15232" y="31238"/>
                    <a:pt x="15157" y="31244"/>
                    <a:pt x="15087" y="31267"/>
                  </a:cubicBezTo>
                  <a:cubicBezTo>
                    <a:pt x="15073" y="31272"/>
                    <a:pt x="15060" y="31274"/>
                    <a:pt x="15048" y="31274"/>
                  </a:cubicBezTo>
                  <a:cubicBezTo>
                    <a:pt x="14953" y="31274"/>
                    <a:pt x="14974" y="31110"/>
                    <a:pt x="14995" y="30965"/>
                  </a:cubicBezTo>
                  <a:cubicBezTo>
                    <a:pt x="15018" y="30803"/>
                    <a:pt x="14717" y="30826"/>
                    <a:pt x="14670" y="30757"/>
                  </a:cubicBezTo>
                  <a:cubicBezTo>
                    <a:pt x="14624" y="30687"/>
                    <a:pt x="14740" y="30432"/>
                    <a:pt x="14809" y="30409"/>
                  </a:cubicBezTo>
                  <a:cubicBezTo>
                    <a:pt x="14856" y="30386"/>
                    <a:pt x="14995" y="30317"/>
                    <a:pt x="14995" y="30247"/>
                  </a:cubicBezTo>
                  <a:cubicBezTo>
                    <a:pt x="14995" y="30178"/>
                    <a:pt x="14717" y="30131"/>
                    <a:pt x="14833" y="29969"/>
                  </a:cubicBezTo>
                  <a:cubicBezTo>
                    <a:pt x="14925" y="29807"/>
                    <a:pt x="15111" y="29807"/>
                    <a:pt x="15111" y="29645"/>
                  </a:cubicBezTo>
                  <a:cubicBezTo>
                    <a:pt x="15111" y="29506"/>
                    <a:pt x="15188" y="29394"/>
                    <a:pt x="15304" y="29394"/>
                  </a:cubicBezTo>
                  <a:cubicBezTo>
                    <a:pt x="15344" y="29394"/>
                    <a:pt x="15388" y="29407"/>
                    <a:pt x="15435" y="29436"/>
                  </a:cubicBezTo>
                  <a:cubicBezTo>
                    <a:pt x="15582" y="29541"/>
                    <a:pt x="15653" y="29816"/>
                    <a:pt x="15802" y="29816"/>
                  </a:cubicBezTo>
                  <a:cubicBezTo>
                    <a:pt x="15818" y="29816"/>
                    <a:pt x="15835" y="29813"/>
                    <a:pt x="15852" y="29807"/>
                  </a:cubicBezTo>
                  <a:cubicBezTo>
                    <a:pt x="16061" y="29737"/>
                    <a:pt x="15945" y="29552"/>
                    <a:pt x="15922" y="29459"/>
                  </a:cubicBezTo>
                  <a:cubicBezTo>
                    <a:pt x="15899" y="29366"/>
                    <a:pt x="15829" y="29227"/>
                    <a:pt x="16061" y="29181"/>
                  </a:cubicBezTo>
                  <a:cubicBezTo>
                    <a:pt x="16269" y="29135"/>
                    <a:pt x="16177" y="28903"/>
                    <a:pt x="16339" y="28903"/>
                  </a:cubicBezTo>
                  <a:cubicBezTo>
                    <a:pt x="16524" y="28903"/>
                    <a:pt x="16826" y="28694"/>
                    <a:pt x="16918" y="28648"/>
                  </a:cubicBezTo>
                  <a:cubicBezTo>
                    <a:pt x="17018" y="28608"/>
                    <a:pt x="17186" y="28500"/>
                    <a:pt x="17290" y="28500"/>
                  </a:cubicBezTo>
                  <a:cubicBezTo>
                    <a:pt x="17307" y="28500"/>
                    <a:pt x="17322" y="28502"/>
                    <a:pt x="17335" y="28509"/>
                  </a:cubicBezTo>
                  <a:cubicBezTo>
                    <a:pt x="17391" y="28551"/>
                    <a:pt x="17463" y="28609"/>
                    <a:pt x="17527" y="28609"/>
                  </a:cubicBezTo>
                  <a:cubicBezTo>
                    <a:pt x="17570" y="28609"/>
                    <a:pt x="17609" y="28583"/>
                    <a:pt x="17637" y="28509"/>
                  </a:cubicBezTo>
                  <a:cubicBezTo>
                    <a:pt x="17667" y="28438"/>
                    <a:pt x="17737" y="28412"/>
                    <a:pt x="17808" y="28412"/>
                  </a:cubicBezTo>
                  <a:cubicBezTo>
                    <a:pt x="17900" y="28412"/>
                    <a:pt x="17994" y="28457"/>
                    <a:pt x="18008" y="28509"/>
                  </a:cubicBezTo>
                  <a:cubicBezTo>
                    <a:pt x="18031" y="28625"/>
                    <a:pt x="18494" y="28625"/>
                    <a:pt x="18656" y="28717"/>
                  </a:cubicBezTo>
                  <a:cubicBezTo>
                    <a:pt x="18795" y="28810"/>
                    <a:pt x="19097" y="28996"/>
                    <a:pt x="19097" y="29111"/>
                  </a:cubicBezTo>
                  <a:cubicBezTo>
                    <a:pt x="19097" y="29173"/>
                    <a:pt x="19169" y="29256"/>
                    <a:pt x="19217" y="29256"/>
                  </a:cubicBezTo>
                  <a:cubicBezTo>
                    <a:pt x="19241" y="29256"/>
                    <a:pt x="19259" y="29235"/>
                    <a:pt x="19259" y="29181"/>
                  </a:cubicBezTo>
                  <a:cubicBezTo>
                    <a:pt x="19259" y="29095"/>
                    <a:pt x="19284" y="29059"/>
                    <a:pt x="19329" y="29059"/>
                  </a:cubicBezTo>
                  <a:cubicBezTo>
                    <a:pt x="19382" y="29059"/>
                    <a:pt x="19461" y="29107"/>
                    <a:pt x="19560" y="29181"/>
                  </a:cubicBezTo>
                  <a:cubicBezTo>
                    <a:pt x="19644" y="29228"/>
                    <a:pt x="19736" y="29248"/>
                    <a:pt x="19819" y="29248"/>
                  </a:cubicBezTo>
                  <a:cubicBezTo>
                    <a:pt x="19941" y="29248"/>
                    <a:pt x="20042" y="29204"/>
                    <a:pt x="20070" y="29135"/>
                  </a:cubicBezTo>
                  <a:cubicBezTo>
                    <a:pt x="20106" y="29027"/>
                    <a:pt x="20337" y="28919"/>
                    <a:pt x="20493" y="28919"/>
                  </a:cubicBezTo>
                  <a:cubicBezTo>
                    <a:pt x="20538" y="28919"/>
                    <a:pt x="20577" y="28928"/>
                    <a:pt x="20603" y="28949"/>
                  </a:cubicBezTo>
                  <a:cubicBezTo>
                    <a:pt x="20687" y="29005"/>
                    <a:pt x="20737" y="29061"/>
                    <a:pt x="20794" y="29061"/>
                  </a:cubicBezTo>
                  <a:cubicBezTo>
                    <a:pt x="20832" y="29061"/>
                    <a:pt x="20872" y="29037"/>
                    <a:pt x="20928" y="28972"/>
                  </a:cubicBezTo>
                  <a:cubicBezTo>
                    <a:pt x="20991" y="28909"/>
                    <a:pt x="21099" y="28879"/>
                    <a:pt x="21201" y="28879"/>
                  </a:cubicBezTo>
                  <a:cubicBezTo>
                    <a:pt x="21322" y="28879"/>
                    <a:pt x="21436" y="28920"/>
                    <a:pt x="21461" y="28996"/>
                  </a:cubicBezTo>
                  <a:cubicBezTo>
                    <a:pt x="21507" y="29135"/>
                    <a:pt x="21669" y="29181"/>
                    <a:pt x="21831" y="29181"/>
                  </a:cubicBezTo>
                  <a:cubicBezTo>
                    <a:pt x="21957" y="29181"/>
                    <a:pt x="21988" y="29350"/>
                    <a:pt x="22060" y="29350"/>
                  </a:cubicBezTo>
                  <a:cubicBezTo>
                    <a:pt x="22069" y="29350"/>
                    <a:pt x="22077" y="29348"/>
                    <a:pt x="22086" y="29343"/>
                  </a:cubicBezTo>
                  <a:cubicBezTo>
                    <a:pt x="22175" y="29299"/>
                    <a:pt x="22158" y="29064"/>
                    <a:pt x="22257" y="29064"/>
                  </a:cubicBezTo>
                  <a:cubicBezTo>
                    <a:pt x="22262" y="29064"/>
                    <a:pt x="22267" y="29064"/>
                    <a:pt x="22272" y="29065"/>
                  </a:cubicBezTo>
                  <a:cubicBezTo>
                    <a:pt x="22411" y="29088"/>
                    <a:pt x="22504" y="29251"/>
                    <a:pt x="22689" y="29251"/>
                  </a:cubicBezTo>
                  <a:cubicBezTo>
                    <a:pt x="22897" y="29251"/>
                    <a:pt x="23037" y="29204"/>
                    <a:pt x="23037" y="29042"/>
                  </a:cubicBezTo>
                  <a:cubicBezTo>
                    <a:pt x="23037" y="28903"/>
                    <a:pt x="23013" y="28671"/>
                    <a:pt x="22897" y="28671"/>
                  </a:cubicBezTo>
                  <a:cubicBezTo>
                    <a:pt x="22758" y="28671"/>
                    <a:pt x="22643" y="28532"/>
                    <a:pt x="22504" y="28532"/>
                  </a:cubicBezTo>
                  <a:cubicBezTo>
                    <a:pt x="22364" y="28532"/>
                    <a:pt x="22202" y="28300"/>
                    <a:pt x="22364" y="28254"/>
                  </a:cubicBezTo>
                  <a:cubicBezTo>
                    <a:pt x="22504" y="28208"/>
                    <a:pt x="22735" y="28092"/>
                    <a:pt x="22689" y="27953"/>
                  </a:cubicBezTo>
                  <a:cubicBezTo>
                    <a:pt x="22643" y="27837"/>
                    <a:pt x="22596" y="27605"/>
                    <a:pt x="22782" y="27582"/>
                  </a:cubicBezTo>
                  <a:cubicBezTo>
                    <a:pt x="22990" y="27559"/>
                    <a:pt x="23407" y="27559"/>
                    <a:pt x="23384" y="27489"/>
                  </a:cubicBezTo>
                  <a:cubicBezTo>
                    <a:pt x="23361" y="27397"/>
                    <a:pt x="22967" y="27350"/>
                    <a:pt x="22897" y="27234"/>
                  </a:cubicBezTo>
                  <a:cubicBezTo>
                    <a:pt x="22828" y="27118"/>
                    <a:pt x="22782" y="26817"/>
                    <a:pt x="22874" y="26771"/>
                  </a:cubicBezTo>
                  <a:cubicBezTo>
                    <a:pt x="22894" y="26758"/>
                    <a:pt x="22925" y="26754"/>
                    <a:pt x="22964" y="26754"/>
                  </a:cubicBezTo>
                  <a:cubicBezTo>
                    <a:pt x="23026" y="26754"/>
                    <a:pt x="23107" y="26764"/>
                    <a:pt x="23183" y="26764"/>
                  </a:cubicBezTo>
                  <a:cubicBezTo>
                    <a:pt x="23231" y="26764"/>
                    <a:pt x="23276" y="26760"/>
                    <a:pt x="23315" y="26748"/>
                  </a:cubicBezTo>
                  <a:cubicBezTo>
                    <a:pt x="23345" y="26739"/>
                    <a:pt x="23381" y="26736"/>
                    <a:pt x="23420" y="26736"/>
                  </a:cubicBezTo>
                  <a:cubicBezTo>
                    <a:pt x="23502" y="26736"/>
                    <a:pt x="23600" y="26749"/>
                    <a:pt x="23699" y="26749"/>
                  </a:cubicBezTo>
                  <a:cubicBezTo>
                    <a:pt x="23800" y="26749"/>
                    <a:pt x="23901" y="26735"/>
                    <a:pt x="23987" y="26678"/>
                  </a:cubicBezTo>
                  <a:cubicBezTo>
                    <a:pt x="24172" y="26539"/>
                    <a:pt x="24589" y="26516"/>
                    <a:pt x="24798" y="26516"/>
                  </a:cubicBezTo>
                  <a:cubicBezTo>
                    <a:pt x="25030" y="26516"/>
                    <a:pt x="25192" y="26377"/>
                    <a:pt x="25354" y="26330"/>
                  </a:cubicBezTo>
                  <a:cubicBezTo>
                    <a:pt x="25539" y="26307"/>
                    <a:pt x="26003" y="26238"/>
                    <a:pt x="26142" y="26191"/>
                  </a:cubicBezTo>
                  <a:cubicBezTo>
                    <a:pt x="26258" y="26145"/>
                    <a:pt x="26907" y="26052"/>
                    <a:pt x="26930" y="25936"/>
                  </a:cubicBezTo>
                  <a:cubicBezTo>
                    <a:pt x="26948" y="25830"/>
                    <a:pt x="27265" y="25751"/>
                    <a:pt x="27464" y="25751"/>
                  </a:cubicBezTo>
                  <a:cubicBezTo>
                    <a:pt x="27525" y="25751"/>
                    <a:pt x="27575" y="25758"/>
                    <a:pt x="27602" y="25774"/>
                  </a:cubicBezTo>
                  <a:cubicBezTo>
                    <a:pt x="27702" y="25824"/>
                    <a:pt x="27827" y="25862"/>
                    <a:pt x="27932" y="25862"/>
                  </a:cubicBezTo>
                  <a:cubicBezTo>
                    <a:pt x="27972" y="25862"/>
                    <a:pt x="28010" y="25857"/>
                    <a:pt x="28042" y="25844"/>
                  </a:cubicBezTo>
                  <a:cubicBezTo>
                    <a:pt x="28064" y="25831"/>
                    <a:pt x="28090" y="25825"/>
                    <a:pt x="28118" y="25825"/>
                  </a:cubicBezTo>
                  <a:cubicBezTo>
                    <a:pt x="28242" y="25825"/>
                    <a:pt x="28409" y="25939"/>
                    <a:pt x="28390" y="26052"/>
                  </a:cubicBezTo>
                  <a:cubicBezTo>
                    <a:pt x="28367" y="26191"/>
                    <a:pt x="28506" y="26330"/>
                    <a:pt x="28483" y="26446"/>
                  </a:cubicBezTo>
                  <a:cubicBezTo>
                    <a:pt x="28483" y="26539"/>
                    <a:pt x="28344" y="26585"/>
                    <a:pt x="28413" y="26678"/>
                  </a:cubicBezTo>
                  <a:cubicBezTo>
                    <a:pt x="28443" y="26700"/>
                    <a:pt x="28496" y="26711"/>
                    <a:pt x="28558" y="26711"/>
                  </a:cubicBezTo>
                  <a:cubicBezTo>
                    <a:pt x="28690" y="26711"/>
                    <a:pt x="28860" y="26664"/>
                    <a:pt x="28923" y="26585"/>
                  </a:cubicBezTo>
                  <a:cubicBezTo>
                    <a:pt x="28946" y="26557"/>
                    <a:pt x="28970" y="26545"/>
                    <a:pt x="28994" y="26545"/>
                  </a:cubicBezTo>
                  <a:cubicBezTo>
                    <a:pt x="29066" y="26545"/>
                    <a:pt x="29132" y="26655"/>
                    <a:pt x="29132" y="26724"/>
                  </a:cubicBezTo>
                  <a:cubicBezTo>
                    <a:pt x="29132" y="26767"/>
                    <a:pt x="29184" y="26810"/>
                    <a:pt x="29224" y="26810"/>
                  </a:cubicBezTo>
                  <a:cubicBezTo>
                    <a:pt x="29250" y="26810"/>
                    <a:pt x="29271" y="26793"/>
                    <a:pt x="29271" y="26748"/>
                  </a:cubicBezTo>
                  <a:cubicBezTo>
                    <a:pt x="29271" y="26716"/>
                    <a:pt x="29296" y="26703"/>
                    <a:pt x="29330" y="26703"/>
                  </a:cubicBezTo>
                  <a:cubicBezTo>
                    <a:pt x="29395" y="26703"/>
                    <a:pt x="29495" y="26748"/>
                    <a:pt x="29526" y="26794"/>
                  </a:cubicBezTo>
                  <a:cubicBezTo>
                    <a:pt x="29539" y="26807"/>
                    <a:pt x="29558" y="26812"/>
                    <a:pt x="29580" y="26812"/>
                  </a:cubicBezTo>
                  <a:cubicBezTo>
                    <a:pt x="29642" y="26812"/>
                    <a:pt x="29728" y="26774"/>
                    <a:pt x="29781" y="26774"/>
                  </a:cubicBezTo>
                  <a:cubicBezTo>
                    <a:pt x="29809" y="26774"/>
                    <a:pt x="29827" y="26785"/>
                    <a:pt x="29827" y="26817"/>
                  </a:cubicBezTo>
                  <a:cubicBezTo>
                    <a:pt x="29827" y="26956"/>
                    <a:pt x="29479" y="27049"/>
                    <a:pt x="29641" y="27188"/>
                  </a:cubicBezTo>
                  <a:cubicBezTo>
                    <a:pt x="29666" y="27208"/>
                    <a:pt x="29688" y="27216"/>
                    <a:pt x="29709" y="27216"/>
                  </a:cubicBezTo>
                  <a:cubicBezTo>
                    <a:pt x="29799" y="27216"/>
                    <a:pt x="29868" y="27067"/>
                    <a:pt x="29994" y="27067"/>
                  </a:cubicBezTo>
                  <a:cubicBezTo>
                    <a:pt x="30007" y="27067"/>
                    <a:pt x="30021" y="27068"/>
                    <a:pt x="30035" y="27072"/>
                  </a:cubicBezTo>
                  <a:cubicBezTo>
                    <a:pt x="30057" y="27080"/>
                    <a:pt x="30080" y="27084"/>
                    <a:pt x="30104" y="27084"/>
                  </a:cubicBezTo>
                  <a:cubicBezTo>
                    <a:pt x="30280" y="27084"/>
                    <a:pt x="30495" y="26881"/>
                    <a:pt x="30638" y="26840"/>
                  </a:cubicBezTo>
                  <a:cubicBezTo>
                    <a:pt x="30800" y="26794"/>
                    <a:pt x="30986" y="26655"/>
                    <a:pt x="31125" y="26562"/>
                  </a:cubicBezTo>
                  <a:cubicBezTo>
                    <a:pt x="31192" y="26524"/>
                    <a:pt x="31284" y="26505"/>
                    <a:pt x="31362" y="26505"/>
                  </a:cubicBezTo>
                  <a:cubicBezTo>
                    <a:pt x="31470" y="26505"/>
                    <a:pt x="31549" y="26541"/>
                    <a:pt x="31495" y="26609"/>
                  </a:cubicBezTo>
                  <a:cubicBezTo>
                    <a:pt x="31403" y="26701"/>
                    <a:pt x="31287" y="26887"/>
                    <a:pt x="31658" y="27003"/>
                  </a:cubicBezTo>
                  <a:cubicBezTo>
                    <a:pt x="32005" y="27142"/>
                    <a:pt x="32422" y="27837"/>
                    <a:pt x="32654" y="28208"/>
                  </a:cubicBezTo>
                  <a:cubicBezTo>
                    <a:pt x="32886" y="28555"/>
                    <a:pt x="33095" y="29181"/>
                    <a:pt x="33234" y="29181"/>
                  </a:cubicBezTo>
                  <a:cubicBezTo>
                    <a:pt x="33349" y="29181"/>
                    <a:pt x="33373" y="28857"/>
                    <a:pt x="33535" y="28833"/>
                  </a:cubicBezTo>
                  <a:cubicBezTo>
                    <a:pt x="33546" y="28830"/>
                    <a:pt x="33558" y="28829"/>
                    <a:pt x="33568" y="28829"/>
                  </a:cubicBezTo>
                  <a:cubicBezTo>
                    <a:pt x="33711" y="28829"/>
                    <a:pt x="33803" y="29092"/>
                    <a:pt x="33975" y="29135"/>
                  </a:cubicBezTo>
                  <a:cubicBezTo>
                    <a:pt x="34111" y="29154"/>
                    <a:pt x="34295" y="29238"/>
                    <a:pt x="34433" y="29238"/>
                  </a:cubicBezTo>
                  <a:cubicBezTo>
                    <a:pt x="34460" y="29238"/>
                    <a:pt x="34485" y="29235"/>
                    <a:pt x="34508" y="29227"/>
                  </a:cubicBezTo>
                  <a:cubicBezTo>
                    <a:pt x="34604" y="29170"/>
                    <a:pt x="34828" y="29048"/>
                    <a:pt x="34968" y="29048"/>
                  </a:cubicBezTo>
                  <a:cubicBezTo>
                    <a:pt x="34996" y="29048"/>
                    <a:pt x="35022" y="29053"/>
                    <a:pt x="35041" y="29065"/>
                  </a:cubicBezTo>
                  <a:cubicBezTo>
                    <a:pt x="35157" y="29111"/>
                    <a:pt x="35296" y="29111"/>
                    <a:pt x="35389" y="29343"/>
                  </a:cubicBezTo>
                  <a:cubicBezTo>
                    <a:pt x="35482" y="29575"/>
                    <a:pt x="35644" y="29621"/>
                    <a:pt x="35737" y="29621"/>
                  </a:cubicBezTo>
                  <a:cubicBezTo>
                    <a:pt x="35829" y="29621"/>
                    <a:pt x="35852" y="29737"/>
                    <a:pt x="35852" y="29830"/>
                  </a:cubicBezTo>
                  <a:cubicBezTo>
                    <a:pt x="35852" y="29923"/>
                    <a:pt x="36038" y="30062"/>
                    <a:pt x="36131" y="30062"/>
                  </a:cubicBezTo>
                  <a:cubicBezTo>
                    <a:pt x="36223" y="30062"/>
                    <a:pt x="36478" y="30038"/>
                    <a:pt x="36571" y="29969"/>
                  </a:cubicBezTo>
                  <a:cubicBezTo>
                    <a:pt x="36608" y="29944"/>
                    <a:pt x="36652" y="29919"/>
                    <a:pt x="36688" y="29919"/>
                  </a:cubicBezTo>
                  <a:cubicBezTo>
                    <a:pt x="36720" y="29919"/>
                    <a:pt x="36745" y="29938"/>
                    <a:pt x="36756" y="29992"/>
                  </a:cubicBezTo>
                  <a:cubicBezTo>
                    <a:pt x="36779" y="30108"/>
                    <a:pt x="36918" y="30293"/>
                    <a:pt x="37011" y="30293"/>
                  </a:cubicBezTo>
                  <a:cubicBezTo>
                    <a:pt x="37073" y="30293"/>
                    <a:pt x="37186" y="30324"/>
                    <a:pt x="37255" y="30324"/>
                  </a:cubicBezTo>
                  <a:cubicBezTo>
                    <a:pt x="37289" y="30324"/>
                    <a:pt x="37312" y="30317"/>
                    <a:pt x="37312" y="30293"/>
                  </a:cubicBezTo>
                  <a:cubicBezTo>
                    <a:pt x="37336" y="30201"/>
                    <a:pt x="37591" y="30154"/>
                    <a:pt x="37683" y="30131"/>
                  </a:cubicBezTo>
                  <a:cubicBezTo>
                    <a:pt x="37799" y="30131"/>
                    <a:pt x="38124" y="30062"/>
                    <a:pt x="38193" y="29923"/>
                  </a:cubicBezTo>
                  <a:cubicBezTo>
                    <a:pt x="38263" y="29760"/>
                    <a:pt x="38541" y="29760"/>
                    <a:pt x="38610" y="29668"/>
                  </a:cubicBezTo>
                  <a:cubicBezTo>
                    <a:pt x="38703" y="29575"/>
                    <a:pt x="38912" y="29529"/>
                    <a:pt x="38981" y="29436"/>
                  </a:cubicBezTo>
                  <a:cubicBezTo>
                    <a:pt x="39027" y="29343"/>
                    <a:pt x="39306" y="29343"/>
                    <a:pt x="39352" y="29274"/>
                  </a:cubicBezTo>
                  <a:cubicBezTo>
                    <a:pt x="39367" y="29212"/>
                    <a:pt x="39475" y="29191"/>
                    <a:pt x="39580" y="29191"/>
                  </a:cubicBezTo>
                  <a:cubicBezTo>
                    <a:pt x="39633" y="29191"/>
                    <a:pt x="39684" y="29196"/>
                    <a:pt x="39723" y="29204"/>
                  </a:cubicBezTo>
                  <a:cubicBezTo>
                    <a:pt x="39839" y="29227"/>
                    <a:pt x="40418" y="29343"/>
                    <a:pt x="40487" y="29343"/>
                  </a:cubicBezTo>
                  <a:cubicBezTo>
                    <a:pt x="40491" y="29342"/>
                    <a:pt x="40494" y="29342"/>
                    <a:pt x="40497" y="29342"/>
                  </a:cubicBezTo>
                  <a:cubicBezTo>
                    <a:pt x="40580" y="29342"/>
                    <a:pt x="40584" y="29622"/>
                    <a:pt x="40673" y="29645"/>
                  </a:cubicBezTo>
                  <a:cubicBezTo>
                    <a:pt x="40735" y="29665"/>
                    <a:pt x="40986" y="29837"/>
                    <a:pt x="41086" y="29837"/>
                  </a:cubicBezTo>
                  <a:cubicBezTo>
                    <a:pt x="41097" y="29837"/>
                    <a:pt x="41106" y="29835"/>
                    <a:pt x="41113" y="29830"/>
                  </a:cubicBezTo>
                  <a:cubicBezTo>
                    <a:pt x="41174" y="29784"/>
                    <a:pt x="41274" y="29739"/>
                    <a:pt x="41382" y="29739"/>
                  </a:cubicBezTo>
                  <a:cubicBezTo>
                    <a:pt x="41439" y="29739"/>
                    <a:pt x="41497" y="29752"/>
                    <a:pt x="41554" y="29784"/>
                  </a:cubicBezTo>
                  <a:cubicBezTo>
                    <a:pt x="41672" y="29851"/>
                    <a:pt x="41790" y="29943"/>
                    <a:pt x="41873" y="29943"/>
                  </a:cubicBezTo>
                  <a:cubicBezTo>
                    <a:pt x="41903" y="29943"/>
                    <a:pt x="41929" y="29931"/>
                    <a:pt x="41947" y="29899"/>
                  </a:cubicBezTo>
                  <a:cubicBezTo>
                    <a:pt x="42017" y="29784"/>
                    <a:pt x="42341" y="29737"/>
                    <a:pt x="42388" y="29668"/>
                  </a:cubicBezTo>
                  <a:cubicBezTo>
                    <a:pt x="42434" y="29621"/>
                    <a:pt x="42481" y="29413"/>
                    <a:pt x="42411" y="29343"/>
                  </a:cubicBezTo>
                  <a:cubicBezTo>
                    <a:pt x="42318" y="29297"/>
                    <a:pt x="42249" y="29019"/>
                    <a:pt x="42226" y="28903"/>
                  </a:cubicBezTo>
                  <a:cubicBezTo>
                    <a:pt x="42179" y="28764"/>
                    <a:pt x="42411" y="28741"/>
                    <a:pt x="42434" y="28625"/>
                  </a:cubicBezTo>
                  <a:cubicBezTo>
                    <a:pt x="42481" y="28509"/>
                    <a:pt x="42666" y="28486"/>
                    <a:pt x="42735" y="28439"/>
                  </a:cubicBezTo>
                  <a:cubicBezTo>
                    <a:pt x="42800" y="28375"/>
                    <a:pt x="42805" y="28251"/>
                    <a:pt x="42896" y="28251"/>
                  </a:cubicBezTo>
                  <a:cubicBezTo>
                    <a:pt x="42904" y="28251"/>
                    <a:pt x="42912" y="28252"/>
                    <a:pt x="42921" y="28254"/>
                  </a:cubicBezTo>
                  <a:cubicBezTo>
                    <a:pt x="43037" y="28277"/>
                    <a:pt x="43292" y="28370"/>
                    <a:pt x="43338" y="28416"/>
                  </a:cubicBezTo>
                  <a:cubicBezTo>
                    <a:pt x="43384" y="28463"/>
                    <a:pt x="43547" y="28486"/>
                    <a:pt x="43662" y="28486"/>
                  </a:cubicBezTo>
                  <a:cubicBezTo>
                    <a:pt x="43778" y="28486"/>
                    <a:pt x="43964" y="28602"/>
                    <a:pt x="44080" y="28648"/>
                  </a:cubicBezTo>
                  <a:cubicBezTo>
                    <a:pt x="44172" y="28717"/>
                    <a:pt x="44543" y="28717"/>
                    <a:pt x="44613" y="28810"/>
                  </a:cubicBezTo>
                  <a:cubicBezTo>
                    <a:pt x="44659" y="28926"/>
                    <a:pt x="44589" y="29181"/>
                    <a:pt x="44659" y="29297"/>
                  </a:cubicBezTo>
                  <a:cubicBezTo>
                    <a:pt x="44743" y="29381"/>
                    <a:pt x="44902" y="29558"/>
                    <a:pt x="44983" y="29558"/>
                  </a:cubicBezTo>
                  <a:cubicBezTo>
                    <a:pt x="44992" y="29558"/>
                    <a:pt x="45000" y="29556"/>
                    <a:pt x="45007" y="29552"/>
                  </a:cubicBezTo>
                  <a:cubicBezTo>
                    <a:pt x="45014" y="29547"/>
                    <a:pt x="45023" y="29545"/>
                    <a:pt x="45034" y="29545"/>
                  </a:cubicBezTo>
                  <a:cubicBezTo>
                    <a:pt x="45129" y="29545"/>
                    <a:pt x="45360" y="29693"/>
                    <a:pt x="45473" y="29693"/>
                  </a:cubicBezTo>
                  <a:cubicBezTo>
                    <a:pt x="45480" y="29693"/>
                    <a:pt x="45487" y="29692"/>
                    <a:pt x="45493" y="29691"/>
                  </a:cubicBezTo>
                  <a:cubicBezTo>
                    <a:pt x="45609" y="29668"/>
                    <a:pt x="45771" y="29505"/>
                    <a:pt x="45887" y="29505"/>
                  </a:cubicBezTo>
                  <a:cubicBezTo>
                    <a:pt x="45970" y="29505"/>
                    <a:pt x="46217" y="29432"/>
                    <a:pt x="46336" y="29432"/>
                  </a:cubicBezTo>
                  <a:cubicBezTo>
                    <a:pt x="46351" y="29432"/>
                    <a:pt x="46364" y="29433"/>
                    <a:pt x="46374" y="29436"/>
                  </a:cubicBezTo>
                  <a:cubicBezTo>
                    <a:pt x="46458" y="29457"/>
                    <a:pt x="46773" y="29555"/>
                    <a:pt x="46864" y="29555"/>
                  </a:cubicBezTo>
                  <a:cubicBezTo>
                    <a:pt x="46873" y="29555"/>
                    <a:pt x="46880" y="29554"/>
                    <a:pt x="46884" y="29552"/>
                  </a:cubicBezTo>
                  <a:cubicBezTo>
                    <a:pt x="46894" y="29542"/>
                    <a:pt x="46917" y="29537"/>
                    <a:pt x="46949" y="29537"/>
                  </a:cubicBezTo>
                  <a:cubicBezTo>
                    <a:pt x="47059" y="29537"/>
                    <a:pt x="47265" y="29595"/>
                    <a:pt x="47301" y="29668"/>
                  </a:cubicBezTo>
                  <a:cubicBezTo>
                    <a:pt x="47347" y="29760"/>
                    <a:pt x="47741" y="29760"/>
                    <a:pt x="47741" y="29876"/>
                  </a:cubicBezTo>
                  <a:cubicBezTo>
                    <a:pt x="47741" y="29992"/>
                    <a:pt x="47973" y="30038"/>
                    <a:pt x="48043" y="30178"/>
                  </a:cubicBezTo>
                  <a:cubicBezTo>
                    <a:pt x="48112" y="30317"/>
                    <a:pt x="48645" y="30224"/>
                    <a:pt x="48738" y="30317"/>
                  </a:cubicBezTo>
                  <a:cubicBezTo>
                    <a:pt x="48780" y="30348"/>
                    <a:pt x="48930" y="30360"/>
                    <a:pt x="49083" y="30360"/>
                  </a:cubicBezTo>
                  <a:cubicBezTo>
                    <a:pt x="49268" y="30360"/>
                    <a:pt x="49456" y="30342"/>
                    <a:pt x="49456" y="30317"/>
                  </a:cubicBezTo>
                  <a:cubicBezTo>
                    <a:pt x="49479" y="30247"/>
                    <a:pt x="50059" y="30201"/>
                    <a:pt x="50175" y="30131"/>
                  </a:cubicBezTo>
                  <a:cubicBezTo>
                    <a:pt x="50291" y="30038"/>
                    <a:pt x="50592" y="30085"/>
                    <a:pt x="50615" y="29969"/>
                  </a:cubicBezTo>
                  <a:cubicBezTo>
                    <a:pt x="50638" y="29853"/>
                    <a:pt x="50916" y="29784"/>
                    <a:pt x="51055" y="29668"/>
                  </a:cubicBezTo>
                  <a:cubicBezTo>
                    <a:pt x="51104" y="29629"/>
                    <a:pt x="51221" y="29610"/>
                    <a:pt x="51344" y="29610"/>
                  </a:cubicBezTo>
                  <a:cubicBezTo>
                    <a:pt x="51516" y="29610"/>
                    <a:pt x="51700" y="29647"/>
                    <a:pt x="51727" y="29714"/>
                  </a:cubicBezTo>
                  <a:cubicBezTo>
                    <a:pt x="51743" y="29793"/>
                    <a:pt x="51889" y="29829"/>
                    <a:pt x="52024" y="29829"/>
                  </a:cubicBezTo>
                  <a:cubicBezTo>
                    <a:pt x="52087" y="29829"/>
                    <a:pt x="52147" y="29821"/>
                    <a:pt x="52191" y="29807"/>
                  </a:cubicBezTo>
                  <a:cubicBezTo>
                    <a:pt x="52221" y="29797"/>
                    <a:pt x="52259" y="29792"/>
                    <a:pt x="52301" y="29792"/>
                  </a:cubicBezTo>
                  <a:cubicBezTo>
                    <a:pt x="52456" y="29792"/>
                    <a:pt x="52664" y="29855"/>
                    <a:pt x="52701" y="29946"/>
                  </a:cubicBezTo>
                  <a:cubicBezTo>
                    <a:pt x="52741" y="30026"/>
                    <a:pt x="53044" y="30089"/>
                    <a:pt x="53183" y="30089"/>
                  </a:cubicBezTo>
                  <a:cubicBezTo>
                    <a:pt x="53204" y="30089"/>
                    <a:pt x="53222" y="30088"/>
                    <a:pt x="53234" y="30085"/>
                  </a:cubicBezTo>
                  <a:cubicBezTo>
                    <a:pt x="53326" y="30038"/>
                    <a:pt x="53651" y="29830"/>
                    <a:pt x="53767" y="29807"/>
                  </a:cubicBezTo>
                  <a:cubicBezTo>
                    <a:pt x="53860" y="29784"/>
                    <a:pt x="54022" y="29668"/>
                    <a:pt x="53999" y="29575"/>
                  </a:cubicBezTo>
                  <a:cubicBezTo>
                    <a:pt x="53975" y="29459"/>
                    <a:pt x="54230" y="29135"/>
                    <a:pt x="54254" y="28996"/>
                  </a:cubicBezTo>
                  <a:cubicBezTo>
                    <a:pt x="54300" y="28880"/>
                    <a:pt x="54508" y="28509"/>
                    <a:pt x="54601" y="28486"/>
                  </a:cubicBezTo>
                  <a:cubicBezTo>
                    <a:pt x="54671" y="28439"/>
                    <a:pt x="54856" y="28300"/>
                    <a:pt x="54833" y="28208"/>
                  </a:cubicBezTo>
                  <a:cubicBezTo>
                    <a:pt x="54833" y="28115"/>
                    <a:pt x="54787" y="27814"/>
                    <a:pt x="54671" y="27814"/>
                  </a:cubicBezTo>
                  <a:cubicBezTo>
                    <a:pt x="54658" y="27814"/>
                    <a:pt x="54644" y="27814"/>
                    <a:pt x="54630" y="27814"/>
                  </a:cubicBezTo>
                  <a:cubicBezTo>
                    <a:pt x="54536" y="27814"/>
                    <a:pt x="54423" y="27797"/>
                    <a:pt x="54624" y="27536"/>
                  </a:cubicBezTo>
                  <a:cubicBezTo>
                    <a:pt x="54772" y="27329"/>
                    <a:pt x="54985" y="27292"/>
                    <a:pt x="55138" y="27292"/>
                  </a:cubicBezTo>
                  <a:cubicBezTo>
                    <a:pt x="55226" y="27292"/>
                    <a:pt x="55294" y="27304"/>
                    <a:pt x="55320" y="27304"/>
                  </a:cubicBezTo>
                  <a:cubicBezTo>
                    <a:pt x="55375" y="27304"/>
                    <a:pt x="55713" y="27215"/>
                    <a:pt x="55964" y="27215"/>
                  </a:cubicBezTo>
                  <a:cubicBezTo>
                    <a:pt x="56027" y="27215"/>
                    <a:pt x="56084" y="27220"/>
                    <a:pt x="56131" y="27234"/>
                  </a:cubicBezTo>
                  <a:cubicBezTo>
                    <a:pt x="56218" y="27260"/>
                    <a:pt x="56291" y="27264"/>
                    <a:pt x="56363" y="27264"/>
                  </a:cubicBezTo>
                  <a:cubicBezTo>
                    <a:pt x="56387" y="27264"/>
                    <a:pt x="56411" y="27263"/>
                    <a:pt x="56435" y="27263"/>
                  </a:cubicBezTo>
                  <a:cubicBezTo>
                    <a:pt x="56530" y="27263"/>
                    <a:pt x="56629" y="27269"/>
                    <a:pt x="56756" y="27327"/>
                  </a:cubicBezTo>
                  <a:cubicBezTo>
                    <a:pt x="56988" y="27466"/>
                    <a:pt x="57336" y="27420"/>
                    <a:pt x="57405" y="27536"/>
                  </a:cubicBezTo>
                  <a:cubicBezTo>
                    <a:pt x="57498" y="27651"/>
                    <a:pt x="57822" y="27744"/>
                    <a:pt x="57776" y="27930"/>
                  </a:cubicBezTo>
                  <a:cubicBezTo>
                    <a:pt x="57707" y="28138"/>
                    <a:pt x="57938" y="28022"/>
                    <a:pt x="58031" y="28439"/>
                  </a:cubicBezTo>
                  <a:cubicBezTo>
                    <a:pt x="58101" y="28857"/>
                    <a:pt x="58309" y="28880"/>
                    <a:pt x="58356" y="29088"/>
                  </a:cubicBezTo>
                  <a:cubicBezTo>
                    <a:pt x="58402" y="29274"/>
                    <a:pt x="58657" y="29621"/>
                    <a:pt x="58610" y="29737"/>
                  </a:cubicBezTo>
                  <a:cubicBezTo>
                    <a:pt x="58587" y="29853"/>
                    <a:pt x="58564" y="30038"/>
                    <a:pt x="58819" y="30062"/>
                  </a:cubicBezTo>
                  <a:cubicBezTo>
                    <a:pt x="59082" y="30062"/>
                    <a:pt x="59284" y="30249"/>
                    <a:pt x="59343" y="30249"/>
                  </a:cubicBezTo>
                  <a:cubicBezTo>
                    <a:pt x="59347" y="30249"/>
                    <a:pt x="59350" y="30248"/>
                    <a:pt x="59352" y="30247"/>
                  </a:cubicBezTo>
                  <a:cubicBezTo>
                    <a:pt x="59359" y="30245"/>
                    <a:pt x="59369" y="30244"/>
                    <a:pt x="59381" y="30244"/>
                  </a:cubicBezTo>
                  <a:cubicBezTo>
                    <a:pt x="59486" y="30244"/>
                    <a:pt x="59763" y="30333"/>
                    <a:pt x="59908" y="30479"/>
                  </a:cubicBezTo>
                  <a:cubicBezTo>
                    <a:pt x="60070" y="30641"/>
                    <a:pt x="60325" y="30572"/>
                    <a:pt x="60302" y="30757"/>
                  </a:cubicBezTo>
                  <a:cubicBezTo>
                    <a:pt x="60279" y="30919"/>
                    <a:pt x="60441" y="31058"/>
                    <a:pt x="60418" y="31220"/>
                  </a:cubicBezTo>
                  <a:cubicBezTo>
                    <a:pt x="60397" y="31345"/>
                    <a:pt x="60656" y="31433"/>
                    <a:pt x="60877" y="31433"/>
                  </a:cubicBezTo>
                  <a:cubicBezTo>
                    <a:pt x="60902" y="31433"/>
                    <a:pt x="60927" y="31431"/>
                    <a:pt x="60951" y="31429"/>
                  </a:cubicBezTo>
                  <a:cubicBezTo>
                    <a:pt x="60981" y="31426"/>
                    <a:pt x="61009" y="31425"/>
                    <a:pt x="61037" y="31425"/>
                  </a:cubicBezTo>
                  <a:cubicBezTo>
                    <a:pt x="61108" y="31425"/>
                    <a:pt x="61171" y="31432"/>
                    <a:pt x="61227" y="31432"/>
                  </a:cubicBezTo>
                  <a:cubicBezTo>
                    <a:pt x="61318" y="31432"/>
                    <a:pt x="61388" y="31413"/>
                    <a:pt x="61438" y="31313"/>
                  </a:cubicBezTo>
                  <a:cubicBezTo>
                    <a:pt x="61531" y="31128"/>
                    <a:pt x="61855" y="31197"/>
                    <a:pt x="61971" y="31128"/>
                  </a:cubicBezTo>
                  <a:cubicBezTo>
                    <a:pt x="62027" y="31083"/>
                    <a:pt x="62132" y="31038"/>
                    <a:pt x="62226" y="31038"/>
                  </a:cubicBezTo>
                  <a:cubicBezTo>
                    <a:pt x="62325" y="31038"/>
                    <a:pt x="62411" y="31088"/>
                    <a:pt x="62411" y="31244"/>
                  </a:cubicBezTo>
                  <a:cubicBezTo>
                    <a:pt x="62388" y="31522"/>
                    <a:pt x="62573" y="31591"/>
                    <a:pt x="62411" y="31684"/>
                  </a:cubicBezTo>
                  <a:cubicBezTo>
                    <a:pt x="62249" y="31777"/>
                    <a:pt x="62179" y="32194"/>
                    <a:pt x="62133" y="32379"/>
                  </a:cubicBezTo>
                  <a:cubicBezTo>
                    <a:pt x="62087" y="32565"/>
                    <a:pt x="61832" y="32611"/>
                    <a:pt x="61809" y="32796"/>
                  </a:cubicBezTo>
                  <a:cubicBezTo>
                    <a:pt x="61762" y="33005"/>
                    <a:pt x="61554" y="33005"/>
                    <a:pt x="61554" y="33167"/>
                  </a:cubicBezTo>
                  <a:cubicBezTo>
                    <a:pt x="61554" y="33230"/>
                    <a:pt x="61488" y="33255"/>
                    <a:pt x="61400" y="33255"/>
                  </a:cubicBezTo>
                  <a:cubicBezTo>
                    <a:pt x="61294" y="33255"/>
                    <a:pt x="61156" y="33218"/>
                    <a:pt x="61067" y="33167"/>
                  </a:cubicBezTo>
                  <a:cubicBezTo>
                    <a:pt x="61042" y="33150"/>
                    <a:pt x="61018" y="33142"/>
                    <a:pt x="60993" y="33142"/>
                  </a:cubicBezTo>
                  <a:cubicBezTo>
                    <a:pt x="60856" y="33142"/>
                    <a:pt x="60721" y="33376"/>
                    <a:pt x="60604" y="33376"/>
                  </a:cubicBezTo>
                  <a:cubicBezTo>
                    <a:pt x="60488" y="33376"/>
                    <a:pt x="60488" y="33654"/>
                    <a:pt x="60534" y="33747"/>
                  </a:cubicBezTo>
                  <a:cubicBezTo>
                    <a:pt x="60557" y="33862"/>
                    <a:pt x="60488" y="34025"/>
                    <a:pt x="60557" y="34210"/>
                  </a:cubicBezTo>
                  <a:cubicBezTo>
                    <a:pt x="60604" y="34303"/>
                    <a:pt x="60580" y="34511"/>
                    <a:pt x="60604" y="34720"/>
                  </a:cubicBezTo>
                  <a:cubicBezTo>
                    <a:pt x="60789" y="34581"/>
                    <a:pt x="60974" y="34488"/>
                    <a:pt x="61044" y="34488"/>
                  </a:cubicBezTo>
                  <a:cubicBezTo>
                    <a:pt x="61252" y="34488"/>
                    <a:pt x="61461" y="34836"/>
                    <a:pt x="61693" y="34836"/>
                  </a:cubicBezTo>
                  <a:cubicBezTo>
                    <a:pt x="61696" y="34836"/>
                    <a:pt x="61700" y="34836"/>
                    <a:pt x="61704" y="34836"/>
                  </a:cubicBezTo>
                  <a:cubicBezTo>
                    <a:pt x="61935" y="34836"/>
                    <a:pt x="62944" y="34162"/>
                    <a:pt x="62944" y="34048"/>
                  </a:cubicBezTo>
                  <a:cubicBezTo>
                    <a:pt x="62944" y="33932"/>
                    <a:pt x="63547" y="33353"/>
                    <a:pt x="63825" y="33074"/>
                  </a:cubicBezTo>
                  <a:cubicBezTo>
                    <a:pt x="64103" y="32773"/>
                    <a:pt x="64497" y="32333"/>
                    <a:pt x="64636" y="31985"/>
                  </a:cubicBezTo>
                  <a:cubicBezTo>
                    <a:pt x="64729" y="31777"/>
                    <a:pt x="65123" y="31383"/>
                    <a:pt x="65215" y="31220"/>
                  </a:cubicBezTo>
                  <a:cubicBezTo>
                    <a:pt x="65308" y="31058"/>
                    <a:pt x="65378" y="31035"/>
                    <a:pt x="65563" y="30664"/>
                  </a:cubicBezTo>
                  <a:cubicBezTo>
                    <a:pt x="65725" y="30270"/>
                    <a:pt x="65725" y="29274"/>
                    <a:pt x="65795" y="29227"/>
                  </a:cubicBezTo>
                  <a:cubicBezTo>
                    <a:pt x="65841" y="29158"/>
                    <a:pt x="65818" y="28996"/>
                    <a:pt x="65887" y="28880"/>
                  </a:cubicBezTo>
                  <a:cubicBezTo>
                    <a:pt x="65980" y="28787"/>
                    <a:pt x="65934" y="28625"/>
                    <a:pt x="66096" y="28486"/>
                  </a:cubicBezTo>
                  <a:cubicBezTo>
                    <a:pt x="66258" y="28347"/>
                    <a:pt x="66235" y="28231"/>
                    <a:pt x="66189" y="28138"/>
                  </a:cubicBezTo>
                  <a:cubicBezTo>
                    <a:pt x="66142" y="28022"/>
                    <a:pt x="66189" y="27790"/>
                    <a:pt x="66142" y="27721"/>
                  </a:cubicBezTo>
                  <a:cubicBezTo>
                    <a:pt x="66119" y="27651"/>
                    <a:pt x="66119" y="27605"/>
                    <a:pt x="66212" y="27559"/>
                  </a:cubicBezTo>
                  <a:cubicBezTo>
                    <a:pt x="66305" y="27512"/>
                    <a:pt x="66142" y="27350"/>
                    <a:pt x="66003" y="27281"/>
                  </a:cubicBezTo>
                  <a:cubicBezTo>
                    <a:pt x="65887" y="27234"/>
                    <a:pt x="65702" y="27165"/>
                    <a:pt x="65679" y="27026"/>
                  </a:cubicBezTo>
                  <a:cubicBezTo>
                    <a:pt x="65657" y="26873"/>
                    <a:pt x="65450" y="26699"/>
                    <a:pt x="65290" y="26699"/>
                  </a:cubicBezTo>
                  <a:cubicBezTo>
                    <a:pt x="65281" y="26699"/>
                    <a:pt x="65271" y="26700"/>
                    <a:pt x="65262" y="26701"/>
                  </a:cubicBezTo>
                  <a:cubicBezTo>
                    <a:pt x="65138" y="26701"/>
                    <a:pt x="64953" y="26650"/>
                    <a:pt x="64850" y="26650"/>
                  </a:cubicBezTo>
                  <a:cubicBezTo>
                    <a:pt x="64798" y="26650"/>
                    <a:pt x="64767" y="26663"/>
                    <a:pt x="64775" y="26701"/>
                  </a:cubicBezTo>
                  <a:cubicBezTo>
                    <a:pt x="64817" y="26805"/>
                    <a:pt x="64784" y="26890"/>
                    <a:pt x="64710" y="26890"/>
                  </a:cubicBezTo>
                  <a:cubicBezTo>
                    <a:pt x="64701" y="26890"/>
                    <a:pt x="64692" y="26889"/>
                    <a:pt x="64682" y="26887"/>
                  </a:cubicBezTo>
                  <a:cubicBezTo>
                    <a:pt x="64671" y="26884"/>
                    <a:pt x="64660" y="26882"/>
                    <a:pt x="64650" y="26882"/>
                  </a:cubicBezTo>
                  <a:cubicBezTo>
                    <a:pt x="64577" y="26882"/>
                    <a:pt x="64532" y="26953"/>
                    <a:pt x="64451" y="27095"/>
                  </a:cubicBezTo>
                  <a:cubicBezTo>
                    <a:pt x="64389" y="27182"/>
                    <a:pt x="64253" y="27229"/>
                    <a:pt x="64170" y="27229"/>
                  </a:cubicBezTo>
                  <a:cubicBezTo>
                    <a:pt x="64097" y="27229"/>
                    <a:pt x="64063" y="27194"/>
                    <a:pt x="64149" y="27118"/>
                  </a:cubicBezTo>
                  <a:cubicBezTo>
                    <a:pt x="64312" y="26979"/>
                    <a:pt x="64080" y="26956"/>
                    <a:pt x="64126" y="26817"/>
                  </a:cubicBezTo>
                  <a:cubicBezTo>
                    <a:pt x="64145" y="26688"/>
                    <a:pt x="64237" y="26558"/>
                    <a:pt x="64179" y="26558"/>
                  </a:cubicBezTo>
                  <a:cubicBezTo>
                    <a:pt x="64165" y="26558"/>
                    <a:pt x="64140" y="26567"/>
                    <a:pt x="64103" y="26585"/>
                  </a:cubicBezTo>
                  <a:cubicBezTo>
                    <a:pt x="63918" y="26701"/>
                    <a:pt x="63918" y="26956"/>
                    <a:pt x="63755" y="26979"/>
                  </a:cubicBezTo>
                  <a:cubicBezTo>
                    <a:pt x="63752" y="26980"/>
                    <a:pt x="63749" y="26980"/>
                    <a:pt x="63746" y="26980"/>
                  </a:cubicBezTo>
                  <a:cubicBezTo>
                    <a:pt x="63619" y="26980"/>
                    <a:pt x="63664" y="26536"/>
                    <a:pt x="63709" y="26423"/>
                  </a:cubicBezTo>
                  <a:cubicBezTo>
                    <a:pt x="63717" y="26383"/>
                    <a:pt x="63683" y="26371"/>
                    <a:pt x="63623" y="26371"/>
                  </a:cubicBezTo>
                  <a:cubicBezTo>
                    <a:pt x="63525" y="26371"/>
                    <a:pt x="63355" y="26403"/>
                    <a:pt x="63176" y="26403"/>
                  </a:cubicBezTo>
                  <a:cubicBezTo>
                    <a:pt x="63145" y="26403"/>
                    <a:pt x="63114" y="26402"/>
                    <a:pt x="63083" y="26400"/>
                  </a:cubicBezTo>
                  <a:cubicBezTo>
                    <a:pt x="62736" y="26377"/>
                    <a:pt x="62828" y="26145"/>
                    <a:pt x="63106" y="26006"/>
                  </a:cubicBezTo>
                  <a:cubicBezTo>
                    <a:pt x="63385" y="25844"/>
                    <a:pt x="63315" y="25705"/>
                    <a:pt x="63454" y="25658"/>
                  </a:cubicBezTo>
                  <a:cubicBezTo>
                    <a:pt x="63593" y="25612"/>
                    <a:pt x="63964" y="25380"/>
                    <a:pt x="64172" y="25241"/>
                  </a:cubicBezTo>
                  <a:cubicBezTo>
                    <a:pt x="64381" y="25125"/>
                    <a:pt x="64404" y="24986"/>
                    <a:pt x="64474" y="24847"/>
                  </a:cubicBezTo>
                  <a:cubicBezTo>
                    <a:pt x="64520" y="24708"/>
                    <a:pt x="64891" y="24546"/>
                    <a:pt x="65239" y="24268"/>
                  </a:cubicBezTo>
                  <a:cubicBezTo>
                    <a:pt x="65586" y="23990"/>
                    <a:pt x="65772" y="23828"/>
                    <a:pt x="65841" y="23642"/>
                  </a:cubicBezTo>
                  <a:cubicBezTo>
                    <a:pt x="65934" y="23480"/>
                    <a:pt x="66444" y="23271"/>
                    <a:pt x="66444" y="23132"/>
                  </a:cubicBezTo>
                  <a:cubicBezTo>
                    <a:pt x="66467" y="23016"/>
                    <a:pt x="67069" y="22692"/>
                    <a:pt x="67463" y="22599"/>
                  </a:cubicBezTo>
                  <a:cubicBezTo>
                    <a:pt x="67561" y="22583"/>
                    <a:pt x="67671" y="22576"/>
                    <a:pt x="67784" y="22576"/>
                  </a:cubicBezTo>
                  <a:cubicBezTo>
                    <a:pt x="68156" y="22576"/>
                    <a:pt x="68562" y="22655"/>
                    <a:pt x="68668" y="22761"/>
                  </a:cubicBezTo>
                  <a:cubicBezTo>
                    <a:pt x="68717" y="22810"/>
                    <a:pt x="68762" y="22830"/>
                    <a:pt x="68802" y="22830"/>
                  </a:cubicBezTo>
                  <a:cubicBezTo>
                    <a:pt x="68858" y="22830"/>
                    <a:pt x="68906" y="22792"/>
                    <a:pt x="68947" y="22738"/>
                  </a:cubicBezTo>
                  <a:cubicBezTo>
                    <a:pt x="68978" y="22707"/>
                    <a:pt x="69028" y="22694"/>
                    <a:pt x="69100" y="22694"/>
                  </a:cubicBezTo>
                  <a:cubicBezTo>
                    <a:pt x="69186" y="22694"/>
                    <a:pt x="69304" y="22713"/>
                    <a:pt x="69456" y="22738"/>
                  </a:cubicBezTo>
                  <a:cubicBezTo>
                    <a:pt x="69475" y="22740"/>
                    <a:pt x="69493" y="22741"/>
                    <a:pt x="69510" y="22741"/>
                  </a:cubicBezTo>
                  <a:cubicBezTo>
                    <a:pt x="69700" y="22741"/>
                    <a:pt x="69783" y="22651"/>
                    <a:pt x="69899" y="22651"/>
                  </a:cubicBezTo>
                  <a:cubicBezTo>
                    <a:pt x="69927" y="22651"/>
                    <a:pt x="69956" y="22656"/>
                    <a:pt x="69989" y="22669"/>
                  </a:cubicBezTo>
                  <a:cubicBezTo>
                    <a:pt x="70065" y="22688"/>
                    <a:pt x="70133" y="22707"/>
                    <a:pt x="70195" y="22707"/>
                  </a:cubicBezTo>
                  <a:cubicBezTo>
                    <a:pt x="70285" y="22707"/>
                    <a:pt x="70361" y="22667"/>
                    <a:pt x="70430" y="22530"/>
                  </a:cubicBezTo>
                  <a:cubicBezTo>
                    <a:pt x="70493" y="22416"/>
                    <a:pt x="70679" y="22378"/>
                    <a:pt x="70854" y="22378"/>
                  </a:cubicBezTo>
                  <a:cubicBezTo>
                    <a:pt x="71002" y="22378"/>
                    <a:pt x="71142" y="22405"/>
                    <a:pt x="71195" y="22437"/>
                  </a:cubicBezTo>
                  <a:cubicBezTo>
                    <a:pt x="71276" y="22502"/>
                    <a:pt x="71357" y="22578"/>
                    <a:pt x="71462" y="22578"/>
                  </a:cubicBezTo>
                  <a:cubicBezTo>
                    <a:pt x="71507" y="22578"/>
                    <a:pt x="71556" y="22564"/>
                    <a:pt x="71612" y="22530"/>
                  </a:cubicBezTo>
                  <a:cubicBezTo>
                    <a:pt x="71646" y="22504"/>
                    <a:pt x="71674" y="22493"/>
                    <a:pt x="71698" y="22493"/>
                  </a:cubicBezTo>
                  <a:cubicBezTo>
                    <a:pt x="71804" y="22493"/>
                    <a:pt x="71832" y="22696"/>
                    <a:pt x="71983" y="22715"/>
                  </a:cubicBezTo>
                  <a:cubicBezTo>
                    <a:pt x="72168" y="22738"/>
                    <a:pt x="72052" y="22901"/>
                    <a:pt x="71890" y="22901"/>
                  </a:cubicBezTo>
                  <a:cubicBezTo>
                    <a:pt x="71873" y="22898"/>
                    <a:pt x="71856" y="22897"/>
                    <a:pt x="71839" y="22897"/>
                  </a:cubicBezTo>
                  <a:cubicBezTo>
                    <a:pt x="71693" y="22897"/>
                    <a:pt x="71562" y="22982"/>
                    <a:pt x="71728" y="23086"/>
                  </a:cubicBezTo>
                  <a:cubicBezTo>
                    <a:pt x="71762" y="23103"/>
                    <a:pt x="71796" y="23110"/>
                    <a:pt x="71832" y="23110"/>
                  </a:cubicBezTo>
                  <a:cubicBezTo>
                    <a:pt x="71977" y="23110"/>
                    <a:pt x="72126" y="22991"/>
                    <a:pt x="72238" y="22991"/>
                  </a:cubicBezTo>
                  <a:cubicBezTo>
                    <a:pt x="72246" y="22991"/>
                    <a:pt x="72253" y="22992"/>
                    <a:pt x="72261" y="22993"/>
                  </a:cubicBezTo>
                  <a:cubicBezTo>
                    <a:pt x="72311" y="23000"/>
                    <a:pt x="72365" y="23005"/>
                    <a:pt x="72423" y="23005"/>
                  </a:cubicBezTo>
                  <a:cubicBezTo>
                    <a:pt x="72552" y="23005"/>
                    <a:pt x="72696" y="22981"/>
                    <a:pt x="72840" y="22901"/>
                  </a:cubicBezTo>
                  <a:cubicBezTo>
                    <a:pt x="72891" y="22867"/>
                    <a:pt x="72932" y="22855"/>
                    <a:pt x="72967" y="22855"/>
                  </a:cubicBezTo>
                  <a:cubicBezTo>
                    <a:pt x="73051" y="22855"/>
                    <a:pt x="73101" y="22923"/>
                    <a:pt x="73168" y="22923"/>
                  </a:cubicBezTo>
                  <a:cubicBezTo>
                    <a:pt x="73188" y="22923"/>
                    <a:pt x="73209" y="22917"/>
                    <a:pt x="73234" y="22901"/>
                  </a:cubicBezTo>
                  <a:cubicBezTo>
                    <a:pt x="73331" y="22804"/>
                    <a:pt x="73556" y="22756"/>
                    <a:pt x="73709" y="22756"/>
                  </a:cubicBezTo>
                  <a:cubicBezTo>
                    <a:pt x="73739" y="22756"/>
                    <a:pt x="73767" y="22758"/>
                    <a:pt x="73790" y="22761"/>
                  </a:cubicBezTo>
                  <a:cubicBezTo>
                    <a:pt x="73929" y="22761"/>
                    <a:pt x="73813" y="22576"/>
                    <a:pt x="73582" y="22576"/>
                  </a:cubicBezTo>
                  <a:cubicBezTo>
                    <a:pt x="73327" y="22576"/>
                    <a:pt x="73350" y="22460"/>
                    <a:pt x="73535" y="22113"/>
                  </a:cubicBezTo>
                  <a:cubicBezTo>
                    <a:pt x="73721" y="21788"/>
                    <a:pt x="74091" y="21626"/>
                    <a:pt x="74346" y="21417"/>
                  </a:cubicBezTo>
                  <a:cubicBezTo>
                    <a:pt x="74578" y="21209"/>
                    <a:pt x="74740" y="21301"/>
                    <a:pt x="74740" y="21186"/>
                  </a:cubicBezTo>
                  <a:cubicBezTo>
                    <a:pt x="74740" y="21047"/>
                    <a:pt x="74856" y="20676"/>
                    <a:pt x="75018" y="20676"/>
                  </a:cubicBezTo>
                  <a:cubicBezTo>
                    <a:pt x="75111" y="20676"/>
                    <a:pt x="75268" y="20693"/>
                    <a:pt x="75436" y="20693"/>
                  </a:cubicBezTo>
                  <a:cubicBezTo>
                    <a:pt x="75604" y="20693"/>
                    <a:pt x="75783" y="20676"/>
                    <a:pt x="75922" y="20606"/>
                  </a:cubicBezTo>
                  <a:cubicBezTo>
                    <a:pt x="75988" y="20568"/>
                    <a:pt x="76037" y="20553"/>
                    <a:pt x="76075" y="20553"/>
                  </a:cubicBezTo>
                  <a:cubicBezTo>
                    <a:pt x="76197" y="20553"/>
                    <a:pt x="76205" y="20710"/>
                    <a:pt x="76293" y="20745"/>
                  </a:cubicBezTo>
                  <a:cubicBezTo>
                    <a:pt x="76302" y="20749"/>
                    <a:pt x="76311" y="20750"/>
                    <a:pt x="76321" y="20750"/>
                  </a:cubicBezTo>
                  <a:cubicBezTo>
                    <a:pt x="76413" y="20750"/>
                    <a:pt x="76519" y="20587"/>
                    <a:pt x="76627" y="20587"/>
                  </a:cubicBezTo>
                  <a:cubicBezTo>
                    <a:pt x="76647" y="20587"/>
                    <a:pt x="76667" y="20593"/>
                    <a:pt x="76687" y="20606"/>
                  </a:cubicBezTo>
                  <a:cubicBezTo>
                    <a:pt x="76803" y="20676"/>
                    <a:pt x="76479" y="20861"/>
                    <a:pt x="76409" y="21116"/>
                  </a:cubicBezTo>
                  <a:cubicBezTo>
                    <a:pt x="76339" y="21348"/>
                    <a:pt x="76571" y="21255"/>
                    <a:pt x="76710" y="21325"/>
                  </a:cubicBezTo>
                  <a:cubicBezTo>
                    <a:pt x="76849" y="21371"/>
                    <a:pt x="76548" y="21487"/>
                    <a:pt x="76571" y="21533"/>
                  </a:cubicBezTo>
                  <a:cubicBezTo>
                    <a:pt x="76586" y="21555"/>
                    <a:pt x="76620" y="21570"/>
                    <a:pt x="76671" y="21570"/>
                  </a:cubicBezTo>
                  <a:cubicBezTo>
                    <a:pt x="76786" y="21570"/>
                    <a:pt x="76987" y="21495"/>
                    <a:pt x="77243" y="21255"/>
                  </a:cubicBezTo>
                  <a:cubicBezTo>
                    <a:pt x="77563" y="20936"/>
                    <a:pt x="77863" y="20812"/>
                    <a:pt x="78089" y="20812"/>
                  </a:cubicBezTo>
                  <a:cubicBezTo>
                    <a:pt x="78109" y="20812"/>
                    <a:pt x="78128" y="20813"/>
                    <a:pt x="78147" y="20815"/>
                  </a:cubicBezTo>
                  <a:cubicBezTo>
                    <a:pt x="78159" y="20816"/>
                    <a:pt x="78170" y="20817"/>
                    <a:pt x="78179" y="20817"/>
                  </a:cubicBezTo>
                  <a:cubicBezTo>
                    <a:pt x="78365" y="20817"/>
                    <a:pt x="78241" y="20612"/>
                    <a:pt x="78263" y="20282"/>
                  </a:cubicBezTo>
                  <a:cubicBezTo>
                    <a:pt x="78263" y="20036"/>
                    <a:pt x="78662" y="19923"/>
                    <a:pt x="78956" y="19923"/>
                  </a:cubicBezTo>
                  <a:cubicBezTo>
                    <a:pt x="79050" y="19923"/>
                    <a:pt x="79134" y="19935"/>
                    <a:pt x="79190" y="19957"/>
                  </a:cubicBezTo>
                  <a:cubicBezTo>
                    <a:pt x="79379" y="20033"/>
                    <a:pt x="79398" y="20109"/>
                    <a:pt x="79286" y="20109"/>
                  </a:cubicBezTo>
                  <a:cubicBezTo>
                    <a:pt x="79260" y="20109"/>
                    <a:pt x="79228" y="20105"/>
                    <a:pt x="79190" y="20096"/>
                  </a:cubicBezTo>
                  <a:cubicBezTo>
                    <a:pt x="79160" y="20087"/>
                    <a:pt x="79130" y="20083"/>
                    <a:pt x="79101" y="20083"/>
                  </a:cubicBezTo>
                  <a:cubicBezTo>
                    <a:pt x="78913" y="20083"/>
                    <a:pt x="78773" y="20272"/>
                    <a:pt x="78773" y="20513"/>
                  </a:cubicBezTo>
                  <a:cubicBezTo>
                    <a:pt x="78773" y="20768"/>
                    <a:pt x="78587" y="20861"/>
                    <a:pt x="78680" y="20977"/>
                  </a:cubicBezTo>
                  <a:cubicBezTo>
                    <a:pt x="78796" y="21070"/>
                    <a:pt x="78541" y="21093"/>
                    <a:pt x="78518" y="21209"/>
                  </a:cubicBezTo>
                  <a:cubicBezTo>
                    <a:pt x="78518" y="21325"/>
                    <a:pt x="78518" y="21417"/>
                    <a:pt x="78356" y="21464"/>
                  </a:cubicBezTo>
                  <a:cubicBezTo>
                    <a:pt x="78193" y="21510"/>
                    <a:pt x="77660" y="21580"/>
                    <a:pt x="77637" y="21788"/>
                  </a:cubicBezTo>
                  <a:cubicBezTo>
                    <a:pt x="77614" y="21997"/>
                    <a:pt x="77336" y="22020"/>
                    <a:pt x="77197" y="22275"/>
                  </a:cubicBezTo>
                  <a:cubicBezTo>
                    <a:pt x="77058" y="22530"/>
                    <a:pt x="76525" y="22692"/>
                    <a:pt x="76200" y="23202"/>
                  </a:cubicBezTo>
                  <a:cubicBezTo>
                    <a:pt x="75853" y="23712"/>
                    <a:pt x="75297" y="23712"/>
                    <a:pt x="75297" y="23828"/>
                  </a:cubicBezTo>
                  <a:cubicBezTo>
                    <a:pt x="75297" y="23920"/>
                    <a:pt x="74926" y="23897"/>
                    <a:pt x="74787" y="23920"/>
                  </a:cubicBezTo>
                  <a:cubicBezTo>
                    <a:pt x="74648" y="23943"/>
                    <a:pt x="74903" y="24245"/>
                    <a:pt x="74601" y="24592"/>
                  </a:cubicBezTo>
                  <a:cubicBezTo>
                    <a:pt x="74300" y="24917"/>
                    <a:pt x="74091" y="25380"/>
                    <a:pt x="74091" y="25844"/>
                  </a:cubicBezTo>
                  <a:cubicBezTo>
                    <a:pt x="74115" y="26307"/>
                    <a:pt x="74254" y="27628"/>
                    <a:pt x="74393" y="27860"/>
                  </a:cubicBezTo>
                  <a:cubicBezTo>
                    <a:pt x="74532" y="28092"/>
                    <a:pt x="74462" y="28671"/>
                    <a:pt x="74555" y="28787"/>
                  </a:cubicBezTo>
                  <a:cubicBezTo>
                    <a:pt x="74671" y="28903"/>
                    <a:pt x="74648" y="29111"/>
                    <a:pt x="74717" y="29181"/>
                  </a:cubicBezTo>
                  <a:cubicBezTo>
                    <a:pt x="74723" y="29187"/>
                    <a:pt x="74730" y="29189"/>
                    <a:pt x="74738" y="29189"/>
                  </a:cubicBezTo>
                  <a:cubicBezTo>
                    <a:pt x="74834" y="29189"/>
                    <a:pt x="75103" y="28844"/>
                    <a:pt x="75273" y="28694"/>
                  </a:cubicBezTo>
                  <a:cubicBezTo>
                    <a:pt x="75482" y="28532"/>
                    <a:pt x="75412" y="28463"/>
                    <a:pt x="75551" y="28370"/>
                  </a:cubicBezTo>
                  <a:cubicBezTo>
                    <a:pt x="75691" y="28277"/>
                    <a:pt x="75644" y="27906"/>
                    <a:pt x="75691" y="27814"/>
                  </a:cubicBezTo>
                  <a:cubicBezTo>
                    <a:pt x="75714" y="27721"/>
                    <a:pt x="75969" y="27675"/>
                    <a:pt x="76061" y="27559"/>
                  </a:cubicBezTo>
                  <a:cubicBezTo>
                    <a:pt x="76096" y="27512"/>
                    <a:pt x="76166" y="27507"/>
                    <a:pt x="76241" y="27507"/>
                  </a:cubicBezTo>
                  <a:cubicBezTo>
                    <a:pt x="76266" y="27507"/>
                    <a:pt x="76292" y="27507"/>
                    <a:pt x="76317" y="27507"/>
                  </a:cubicBezTo>
                  <a:cubicBezTo>
                    <a:pt x="76368" y="27507"/>
                    <a:pt x="76417" y="27505"/>
                    <a:pt x="76455" y="27489"/>
                  </a:cubicBezTo>
                  <a:cubicBezTo>
                    <a:pt x="76571" y="27443"/>
                    <a:pt x="76455" y="27188"/>
                    <a:pt x="76409" y="27026"/>
                  </a:cubicBezTo>
                  <a:cubicBezTo>
                    <a:pt x="76363" y="26863"/>
                    <a:pt x="76733" y="26655"/>
                    <a:pt x="76919" y="26516"/>
                  </a:cubicBezTo>
                  <a:cubicBezTo>
                    <a:pt x="76970" y="26487"/>
                    <a:pt x="77022" y="26479"/>
                    <a:pt x="77076" y="26479"/>
                  </a:cubicBezTo>
                  <a:cubicBezTo>
                    <a:pt x="77166" y="26479"/>
                    <a:pt x="77260" y="26504"/>
                    <a:pt x="77354" y="26504"/>
                  </a:cubicBezTo>
                  <a:cubicBezTo>
                    <a:pt x="77432" y="26504"/>
                    <a:pt x="77512" y="26487"/>
                    <a:pt x="77591" y="26423"/>
                  </a:cubicBezTo>
                  <a:cubicBezTo>
                    <a:pt x="77799" y="26215"/>
                    <a:pt x="77568" y="25983"/>
                    <a:pt x="77498" y="25867"/>
                  </a:cubicBezTo>
                  <a:cubicBezTo>
                    <a:pt x="77406" y="25774"/>
                    <a:pt x="77707" y="25264"/>
                    <a:pt x="77869" y="25218"/>
                  </a:cubicBezTo>
                  <a:cubicBezTo>
                    <a:pt x="77900" y="25206"/>
                    <a:pt x="77928" y="25202"/>
                    <a:pt x="77954" y="25202"/>
                  </a:cubicBezTo>
                  <a:cubicBezTo>
                    <a:pt x="78037" y="25202"/>
                    <a:pt x="78095" y="25248"/>
                    <a:pt x="78164" y="25248"/>
                  </a:cubicBezTo>
                  <a:cubicBezTo>
                    <a:pt x="78200" y="25248"/>
                    <a:pt x="78239" y="25235"/>
                    <a:pt x="78286" y="25195"/>
                  </a:cubicBezTo>
                  <a:cubicBezTo>
                    <a:pt x="78441" y="25040"/>
                    <a:pt x="78174" y="24822"/>
                    <a:pt x="78049" y="24822"/>
                  </a:cubicBezTo>
                  <a:cubicBezTo>
                    <a:pt x="78043" y="24822"/>
                    <a:pt x="78037" y="24823"/>
                    <a:pt x="78031" y="24824"/>
                  </a:cubicBezTo>
                  <a:cubicBezTo>
                    <a:pt x="78028" y="24825"/>
                    <a:pt x="78025" y="24825"/>
                    <a:pt x="78023" y="24825"/>
                  </a:cubicBezTo>
                  <a:cubicBezTo>
                    <a:pt x="77914" y="24825"/>
                    <a:pt x="77899" y="24402"/>
                    <a:pt x="78147" y="24198"/>
                  </a:cubicBezTo>
                  <a:cubicBezTo>
                    <a:pt x="78425" y="24013"/>
                    <a:pt x="78309" y="23967"/>
                    <a:pt x="78124" y="23920"/>
                  </a:cubicBezTo>
                  <a:cubicBezTo>
                    <a:pt x="78083" y="23909"/>
                    <a:pt x="78050" y="23904"/>
                    <a:pt x="78021" y="23904"/>
                  </a:cubicBezTo>
                  <a:cubicBezTo>
                    <a:pt x="77933" y="23904"/>
                    <a:pt x="77881" y="23943"/>
                    <a:pt x="77776" y="23943"/>
                  </a:cubicBezTo>
                  <a:cubicBezTo>
                    <a:pt x="77660" y="23943"/>
                    <a:pt x="77521" y="23665"/>
                    <a:pt x="77730" y="23387"/>
                  </a:cubicBezTo>
                  <a:cubicBezTo>
                    <a:pt x="77939" y="23086"/>
                    <a:pt x="78124" y="23132"/>
                    <a:pt x="78193" y="22901"/>
                  </a:cubicBezTo>
                  <a:cubicBezTo>
                    <a:pt x="78240" y="22669"/>
                    <a:pt x="78518" y="22321"/>
                    <a:pt x="78587" y="22205"/>
                  </a:cubicBezTo>
                  <a:cubicBezTo>
                    <a:pt x="78611" y="22165"/>
                    <a:pt x="78663" y="22153"/>
                    <a:pt x="78725" y="22153"/>
                  </a:cubicBezTo>
                  <a:cubicBezTo>
                    <a:pt x="78826" y="22153"/>
                    <a:pt x="78954" y="22185"/>
                    <a:pt x="79036" y="22185"/>
                  </a:cubicBezTo>
                  <a:cubicBezTo>
                    <a:pt x="79050" y="22185"/>
                    <a:pt x="79063" y="22184"/>
                    <a:pt x="79074" y="22182"/>
                  </a:cubicBezTo>
                  <a:cubicBezTo>
                    <a:pt x="79080" y="22181"/>
                    <a:pt x="79085" y="22180"/>
                    <a:pt x="79090" y="22180"/>
                  </a:cubicBezTo>
                  <a:cubicBezTo>
                    <a:pt x="79166" y="22180"/>
                    <a:pt x="79160" y="22307"/>
                    <a:pt x="79218" y="22307"/>
                  </a:cubicBezTo>
                  <a:cubicBezTo>
                    <a:pt x="79234" y="22307"/>
                    <a:pt x="79255" y="22298"/>
                    <a:pt x="79283" y="22275"/>
                  </a:cubicBezTo>
                  <a:cubicBezTo>
                    <a:pt x="79422" y="22159"/>
                    <a:pt x="79654" y="21765"/>
                    <a:pt x="79839" y="21765"/>
                  </a:cubicBezTo>
                  <a:cubicBezTo>
                    <a:pt x="80024" y="21765"/>
                    <a:pt x="79908" y="22043"/>
                    <a:pt x="79955" y="22228"/>
                  </a:cubicBezTo>
                  <a:cubicBezTo>
                    <a:pt x="79967" y="22276"/>
                    <a:pt x="79981" y="22296"/>
                    <a:pt x="80003" y="22296"/>
                  </a:cubicBezTo>
                  <a:cubicBezTo>
                    <a:pt x="80066" y="22296"/>
                    <a:pt x="80188" y="22123"/>
                    <a:pt x="80465" y="21950"/>
                  </a:cubicBezTo>
                  <a:cubicBezTo>
                    <a:pt x="80661" y="21806"/>
                    <a:pt x="80990" y="21751"/>
                    <a:pt x="81286" y="21751"/>
                  </a:cubicBezTo>
                  <a:cubicBezTo>
                    <a:pt x="81513" y="21751"/>
                    <a:pt x="81721" y="21784"/>
                    <a:pt x="81832" y="21834"/>
                  </a:cubicBezTo>
                  <a:cubicBezTo>
                    <a:pt x="82054" y="21945"/>
                    <a:pt x="82085" y="22184"/>
                    <a:pt x="82209" y="22184"/>
                  </a:cubicBezTo>
                  <a:cubicBezTo>
                    <a:pt x="82214" y="22184"/>
                    <a:pt x="82220" y="22183"/>
                    <a:pt x="82226" y="22182"/>
                  </a:cubicBezTo>
                  <a:cubicBezTo>
                    <a:pt x="82435" y="22136"/>
                    <a:pt x="82249" y="21927"/>
                    <a:pt x="82458" y="21858"/>
                  </a:cubicBezTo>
                  <a:cubicBezTo>
                    <a:pt x="82643" y="21811"/>
                    <a:pt x="82991" y="21603"/>
                    <a:pt x="83246" y="21417"/>
                  </a:cubicBezTo>
                  <a:cubicBezTo>
                    <a:pt x="83501" y="21232"/>
                    <a:pt x="83431" y="21371"/>
                    <a:pt x="83570" y="21209"/>
                  </a:cubicBezTo>
                  <a:cubicBezTo>
                    <a:pt x="83709" y="21023"/>
                    <a:pt x="83848" y="21093"/>
                    <a:pt x="83871" y="20977"/>
                  </a:cubicBezTo>
                  <a:cubicBezTo>
                    <a:pt x="83918" y="20884"/>
                    <a:pt x="84289" y="20699"/>
                    <a:pt x="84798" y="20583"/>
                  </a:cubicBezTo>
                  <a:cubicBezTo>
                    <a:pt x="85308" y="20467"/>
                    <a:pt x="85980" y="20120"/>
                    <a:pt x="85934" y="20027"/>
                  </a:cubicBezTo>
                  <a:cubicBezTo>
                    <a:pt x="85920" y="19958"/>
                    <a:pt x="85997" y="19913"/>
                    <a:pt x="86066" y="19913"/>
                  </a:cubicBezTo>
                  <a:cubicBezTo>
                    <a:pt x="86113" y="19913"/>
                    <a:pt x="86156" y="19934"/>
                    <a:pt x="86166" y="19980"/>
                  </a:cubicBezTo>
                  <a:cubicBezTo>
                    <a:pt x="86189" y="20073"/>
                    <a:pt x="86374" y="20027"/>
                    <a:pt x="86652" y="20096"/>
                  </a:cubicBezTo>
                  <a:cubicBezTo>
                    <a:pt x="86796" y="20122"/>
                    <a:pt x="86895" y="20170"/>
                    <a:pt x="86992" y="20170"/>
                  </a:cubicBezTo>
                  <a:cubicBezTo>
                    <a:pt x="87067" y="20170"/>
                    <a:pt x="87140" y="20141"/>
                    <a:pt x="87232" y="20050"/>
                  </a:cubicBezTo>
                  <a:cubicBezTo>
                    <a:pt x="87440" y="19841"/>
                    <a:pt x="87209" y="19749"/>
                    <a:pt x="87232" y="19610"/>
                  </a:cubicBezTo>
                  <a:cubicBezTo>
                    <a:pt x="87232" y="19447"/>
                    <a:pt x="86861" y="19262"/>
                    <a:pt x="86907" y="19100"/>
                  </a:cubicBezTo>
                  <a:cubicBezTo>
                    <a:pt x="86950" y="18952"/>
                    <a:pt x="86684" y="18555"/>
                    <a:pt x="86567" y="18555"/>
                  </a:cubicBezTo>
                  <a:cubicBezTo>
                    <a:pt x="86555" y="18555"/>
                    <a:pt x="86545" y="18558"/>
                    <a:pt x="86537" y="18567"/>
                  </a:cubicBezTo>
                  <a:cubicBezTo>
                    <a:pt x="86518" y="18586"/>
                    <a:pt x="86493" y="18594"/>
                    <a:pt x="86465" y="18594"/>
                  </a:cubicBezTo>
                  <a:cubicBezTo>
                    <a:pt x="86359" y="18594"/>
                    <a:pt x="86212" y="18469"/>
                    <a:pt x="86212" y="18358"/>
                  </a:cubicBezTo>
                  <a:cubicBezTo>
                    <a:pt x="86212" y="18266"/>
                    <a:pt x="86198" y="18145"/>
                    <a:pt x="86122" y="18145"/>
                  </a:cubicBezTo>
                  <a:cubicBezTo>
                    <a:pt x="86102" y="18145"/>
                    <a:pt x="86079" y="18154"/>
                    <a:pt x="86050" y="18173"/>
                  </a:cubicBezTo>
                  <a:cubicBezTo>
                    <a:pt x="85992" y="18206"/>
                    <a:pt x="85923" y="18221"/>
                    <a:pt x="85856" y="18221"/>
                  </a:cubicBezTo>
                  <a:cubicBezTo>
                    <a:pt x="85733" y="18221"/>
                    <a:pt x="85616" y="18170"/>
                    <a:pt x="85586" y="18080"/>
                  </a:cubicBezTo>
                  <a:cubicBezTo>
                    <a:pt x="85552" y="17976"/>
                    <a:pt x="85738" y="17885"/>
                    <a:pt x="85932" y="17885"/>
                  </a:cubicBezTo>
                  <a:cubicBezTo>
                    <a:pt x="85996" y="17885"/>
                    <a:pt x="86061" y="17895"/>
                    <a:pt x="86119" y="17918"/>
                  </a:cubicBezTo>
                  <a:cubicBezTo>
                    <a:pt x="86374" y="18034"/>
                    <a:pt x="86305" y="18126"/>
                    <a:pt x="86421" y="18196"/>
                  </a:cubicBezTo>
                  <a:cubicBezTo>
                    <a:pt x="86466" y="18223"/>
                    <a:pt x="86545" y="18236"/>
                    <a:pt x="86634" y="18236"/>
                  </a:cubicBezTo>
                  <a:cubicBezTo>
                    <a:pt x="86771" y="18236"/>
                    <a:pt x="86934" y="18206"/>
                    <a:pt x="87046" y="18150"/>
                  </a:cubicBezTo>
                  <a:cubicBezTo>
                    <a:pt x="87209" y="18080"/>
                    <a:pt x="87672" y="17918"/>
                    <a:pt x="87765" y="17779"/>
                  </a:cubicBezTo>
                  <a:cubicBezTo>
                    <a:pt x="87834" y="17640"/>
                    <a:pt x="87765" y="17570"/>
                    <a:pt x="87927" y="17501"/>
                  </a:cubicBezTo>
                  <a:cubicBezTo>
                    <a:pt x="88089" y="17408"/>
                    <a:pt x="87950" y="17246"/>
                    <a:pt x="87811" y="17176"/>
                  </a:cubicBezTo>
                  <a:cubicBezTo>
                    <a:pt x="87672" y="17107"/>
                    <a:pt x="87718" y="16921"/>
                    <a:pt x="87858" y="16921"/>
                  </a:cubicBezTo>
                  <a:cubicBezTo>
                    <a:pt x="87997" y="16921"/>
                    <a:pt x="87973" y="16736"/>
                    <a:pt x="88066" y="16736"/>
                  </a:cubicBezTo>
                  <a:cubicBezTo>
                    <a:pt x="88077" y="16733"/>
                    <a:pt x="88087" y="16732"/>
                    <a:pt x="88096" y="16732"/>
                  </a:cubicBezTo>
                  <a:cubicBezTo>
                    <a:pt x="88139" y="16732"/>
                    <a:pt x="88168" y="16755"/>
                    <a:pt x="88216" y="16755"/>
                  </a:cubicBezTo>
                  <a:cubicBezTo>
                    <a:pt x="88248" y="16755"/>
                    <a:pt x="88288" y="16745"/>
                    <a:pt x="88344" y="16713"/>
                  </a:cubicBezTo>
                  <a:cubicBezTo>
                    <a:pt x="88373" y="16698"/>
                    <a:pt x="88394" y="16692"/>
                    <a:pt x="88408" y="16692"/>
                  </a:cubicBezTo>
                  <a:cubicBezTo>
                    <a:pt x="88480" y="16692"/>
                    <a:pt x="88353" y="16877"/>
                    <a:pt x="88275" y="17014"/>
                  </a:cubicBezTo>
                  <a:cubicBezTo>
                    <a:pt x="88205" y="17153"/>
                    <a:pt x="88437" y="17292"/>
                    <a:pt x="88483" y="17385"/>
                  </a:cubicBezTo>
                  <a:cubicBezTo>
                    <a:pt x="88496" y="17424"/>
                    <a:pt x="88611" y="17455"/>
                    <a:pt x="88742" y="17455"/>
                  </a:cubicBezTo>
                  <a:cubicBezTo>
                    <a:pt x="88845" y="17455"/>
                    <a:pt x="88958" y="17436"/>
                    <a:pt x="89039" y="17385"/>
                  </a:cubicBezTo>
                  <a:cubicBezTo>
                    <a:pt x="89069" y="17370"/>
                    <a:pt x="89109" y="17364"/>
                    <a:pt x="89156" y="17364"/>
                  </a:cubicBezTo>
                  <a:cubicBezTo>
                    <a:pt x="89408" y="17364"/>
                    <a:pt x="89858" y="17550"/>
                    <a:pt x="89897" y="17686"/>
                  </a:cubicBezTo>
                  <a:cubicBezTo>
                    <a:pt x="89943" y="17825"/>
                    <a:pt x="90013" y="18011"/>
                    <a:pt x="90291" y="18150"/>
                  </a:cubicBezTo>
                  <a:cubicBezTo>
                    <a:pt x="90546" y="18266"/>
                    <a:pt x="90778" y="18219"/>
                    <a:pt x="90824" y="18335"/>
                  </a:cubicBezTo>
                  <a:cubicBezTo>
                    <a:pt x="90864" y="18436"/>
                    <a:pt x="90940" y="18502"/>
                    <a:pt x="91050" y="18502"/>
                  </a:cubicBezTo>
                  <a:cubicBezTo>
                    <a:pt x="91067" y="18502"/>
                    <a:pt x="91084" y="18500"/>
                    <a:pt x="91102" y="18497"/>
                  </a:cubicBezTo>
                  <a:cubicBezTo>
                    <a:pt x="91123" y="18491"/>
                    <a:pt x="91143" y="18489"/>
                    <a:pt x="91161" y="18489"/>
                  </a:cubicBezTo>
                  <a:cubicBezTo>
                    <a:pt x="91251" y="18489"/>
                    <a:pt x="91310" y="18550"/>
                    <a:pt x="91375" y="18550"/>
                  </a:cubicBezTo>
                  <a:cubicBezTo>
                    <a:pt x="91399" y="18550"/>
                    <a:pt x="91423" y="18542"/>
                    <a:pt x="91450" y="18520"/>
                  </a:cubicBezTo>
                  <a:cubicBezTo>
                    <a:pt x="91473" y="18497"/>
                    <a:pt x="91495" y="18490"/>
                    <a:pt x="91516" y="18490"/>
                  </a:cubicBezTo>
                  <a:cubicBezTo>
                    <a:pt x="91553" y="18490"/>
                    <a:pt x="91589" y="18510"/>
                    <a:pt x="91632" y="18510"/>
                  </a:cubicBezTo>
                  <a:cubicBezTo>
                    <a:pt x="91666" y="18510"/>
                    <a:pt x="91705" y="18497"/>
                    <a:pt x="91751" y="18451"/>
                  </a:cubicBezTo>
                  <a:cubicBezTo>
                    <a:pt x="91867" y="18335"/>
                    <a:pt x="91450" y="18266"/>
                    <a:pt x="91496" y="18173"/>
                  </a:cubicBezTo>
                  <a:cubicBezTo>
                    <a:pt x="91513" y="18145"/>
                    <a:pt x="91530" y="18134"/>
                    <a:pt x="91547" y="18134"/>
                  </a:cubicBezTo>
                  <a:cubicBezTo>
                    <a:pt x="91599" y="18134"/>
                    <a:pt x="91658" y="18221"/>
                    <a:pt x="91750" y="18221"/>
                  </a:cubicBezTo>
                  <a:cubicBezTo>
                    <a:pt x="91758" y="18221"/>
                    <a:pt x="91766" y="18221"/>
                    <a:pt x="91774" y="18219"/>
                  </a:cubicBezTo>
                  <a:cubicBezTo>
                    <a:pt x="91890" y="18219"/>
                    <a:pt x="91728" y="17987"/>
                    <a:pt x="91820" y="17964"/>
                  </a:cubicBezTo>
                  <a:cubicBezTo>
                    <a:pt x="91913" y="17941"/>
                    <a:pt x="91844" y="17454"/>
                    <a:pt x="91751" y="17408"/>
                  </a:cubicBezTo>
                  <a:cubicBezTo>
                    <a:pt x="91669" y="17392"/>
                    <a:pt x="91691" y="17306"/>
                    <a:pt x="91777" y="17306"/>
                  </a:cubicBezTo>
                  <a:cubicBezTo>
                    <a:pt x="91812" y="17306"/>
                    <a:pt x="91859" y="17321"/>
                    <a:pt x="91913" y="17362"/>
                  </a:cubicBezTo>
                  <a:cubicBezTo>
                    <a:pt x="92052" y="17466"/>
                    <a:pt x="92243" y="17479"/>
                    <a:pt x="92389" y="17479"/>
                  </a:cubicBezTo>
                  <a:cubicBezTo>
                    <a:pt x="92438" y="17479"/>
                    <a:pt x="92481" y="17478"/>
                    <a:pt x="92516" y="17478"/>
                  </a:cubicBezTo>
                  <a:cubicBezTo>
                    <a:pt x="92655" y="17478"/>
                    <a:pt x="92539" y="17362"/>
                    <a:pt x="92400" y="17338"/>
                  </a:cubicBezTo>
                  <a:cubicBezTo>
                    <a:pt x="92299" y="17322"/>
                    <a:pt x="92356" y="17257"/>
                    <a:pt x="92430" y="17257"/>
                  </a:cubicBezTo>
                  <a:cubicBezTo>
                    <a:pt x="92459" y="17257"/>
                    <a:pt x="92490" y="17266"/>
                    <a:pt x="92516" y="17292"/>
                  </a:cubicBezTo>
                  <a:cubicBezTo>
                    <a:pt x="92571" y="17334"/>
                    <a:pt x="92660" y="17367"/>
                    <a:pt x="92728" y="17367"/>
                  </a:cubicBezTo>
                  <a:cubicBezTo>
                    <a:pt x="92773" y="17367"/>
                    <a:pt x="92808" y="17352"/>
                    <a:pt x="92817" y="17315"/>
                  </a:cubicBezTo>
                  <a:cubicBezTo>
                    <a:pt x="92840" y="17223"/>
                    <a:pt x="92933" y="17014"/>
                    <a:pt x="93095" y="17014"/>
                  </a:cubicBezTo>
                  <a:cubicBezTo>
                    <a:pt x="93281" y="16945"/>
                    <a:pt x="93327" y="16852"/>
                    <a:pt x="93165" y="16805"/>
                  </a:cubicBezTo>
                  <a:cubicBezTo>
                    <a:pt x="93002" y="16736"/>
                    <a:pt x="92493" y="16411"/>
                    <a:pt x="92354" y="16226"/>
                  </a:cubicBezTo>
                  <a:cubicBezTo>
                    <a:pt x="92269" y="16090"/>
                    <a:pt x="91911" y="16004"/>
                    <a:pt x="91725" y="16004"/>
                  </a:cubicBezTo>
                  <a:cubicBezTo>
                    <a:pt x="91657" y="16004"/>
                    <a:pt x="91612" y="16016"/>
                    <a:pt x="91612" y="16041"/>
                  </a:cubicBezTo>
                  <a:cubicBezTo>
                    <a:pt x="91612" y="16072"/>
                    <a:pt x="91597" y="16085"/>
                    <a:pt x="91573" y="16085"/>
                  </a:cubicBezTo>
                  <a:cubicBezTo>
                    <a:pt x="91511" y="16085"/>
                    <a:pt x="91391" y="15992"/>
                    <a:pt x="91357" y="15925"/>
                  </a:cubicBezTo>
                  <a:cubicBezTo>
                    <a:pt x="91334" y="15867"/>
                    <a:pt x="91160" y="15838"/>
                    <a:pt x="90989" y="15838"/>
                  </a:cubicBezTo>
                  <a:cubicBezTo>
                    <a:pt x="90818" y="15838"/>
                    <a:pt x="90650" y="15867"/>
                    <a:pt x="90639" y="15925"/>
                  </a:cubicBezTo>
                  <a:cubicBezTo>
                    <a:pt x="90639" y="16018"/>
                    <a:pt x="90801" y="16041"/>
                    <a:pt x="90893" y="16157"/>
                  </a:cubicBezTo>
                  <a:cubicBezTo>
                    <a:pt x="90986" y="16296"/>
                    <a:pt x="90778" y="16365"/>
                    <a:pt x="90824" y="16504"/>
                  </a:cubicBezTo>
                  <a:cubicBezTo>
                    <a:pt x="90836" y="16545"/>
                    <a:pt x="90825" y="16561"/>
                    <a:pt x="90802" y="16561"/>
                  </a:cubicBezTo>
                  <a:cubicBezTo>
                    <a:pt x="90733" y="16561"/>
                    <a:pt x="90546" y="16417"/>
                    <a:pt x="90476" y="16365"/>
                  </a:cubicBezTo>
                  <a:cubicBezTo>
                    <a:pt x="90360" y="16272"/>
                    <a:pt x="90407" y="15971"/>
                    <a:pt x="90453" y="15809"/>
                  </a:cubicBezTo>
                  <a:cubicBezTo>
                    <a:pt x="90476" y="15647"/>
                    <a:pt x="90268" y="15670"/>
                    <a:pt x="90245" y="15508"/>
                  </a:cubicBezTo>
                  <a:cubicBezTo>
                    <a:pt x="90221" y="15345"/>
                    <a:pt x="89480" y="15021"/>
                    <a:pt x="89179" y="14882"/>
                  </a:cubicBezTo>
                  <a:cubicBezTo>
                    <a:pt x="88877" y="14766"/>
                    <a:pt x="88483" y="14650"/>
                    <a:pt x="88367" y="14488"/>
                  </a:cubicBezTo>
                  <a:cubicBezTo>
                    <a:pt x="88275" y="14326"/>
                    <a:pt x="87718" y="14303"/>
                    <a:pt x="87510" y="14094"/>
                  </a:cubicBezTo>
                  <a:cubicBezTo>
                    <a:pt x="87301" y="13862"/>
                    <a:pt x="86374" y="13491"/>
                    <a:pt x="85980" y="13468"/>
                  </a:cubicBezTo>
                  <a:cubicBezTo>
                    <a:pt x="85605" y="13446"/>
                    <a:pt x="85671" y="13235"/>
                    <a:pt x="85498" y="13235"/>
                  </a:cubicBezTo>
                  <a:cubicBezTo>
                    <a:pt x="85490" y="13235"/>
                    <a:pt x="85480" y="13235"/>
                    <a:pt x="85470" y="13236"/>
                  </a:cubicBezTo>
                  <a:cubicBezTo>
                    <a:pt x="85416" y="13250"/>
                    <a:pt x="85306" y="13256"/>
                    <a:pt x="85171" y="13256"/>
                  </a:cubicBezTo>
                  <a:cubicBezTo>
                    <a:pt x="84846" y="13256"/>
                    <a:pt x="84376" y="13223"/>
                    <a:pt x="84196" y="13190"/>
                  </a:cubicBezTo>
                  <a:cubicBezTo>
                    <a:pt x="84181" y="13189"/>
                    <a:pt x="84166" y="13188"/>
                    <a:pt x="84152" y="13188"/>
                  </a:cubicBezTo>
                  <a:cubicBezTo>
                    <a:pt x="83970" y="13188"/>
                    <a:pt x="83889" y="13299"/>
                    <a:pt x="83767" y="13299"/>
                  </a:cubicBezTo>
                  <a:cubicBezTo>
                    <a:pt x="83742" y="13299"/>
                    <a:pt x="83716" y="13294"/>
                    <a:pt x="83686" y="13283"/>
                  </a:cubicBezTo>
                  <a:cubicBezTo>
                    <a:pt x="83527" y="13223"/>
                    <a:pt x="82803" y="12958"/>
                    <a:pt x="82529" y="12958"/>
                  </a:cubicBezTo>
                  <a:cubicBezTo>
                    <a:pt x="82484" y="12958"/>
                    <a:pt x="82451" y="12965"/>
                    <a:pt x="82435" y="12982"/>
                  </a:cubicBezTo>
                  <a:cubicBezTo>
                    <a:pt x="82319" y="13121"/>
                    <a:pt x="82365" y="13306"/>
                    <a:pt x="82249" y="13329"/>
                  </a:cubicBezTo>
                  <a:cubicBezTo>
                    <a:pt x="82156" y="13376"/>
                    <a:pt x="82249" y="13538"/>
                    <a:pt x="82527" y="13770"/>
                  </a:cubicBezTo>
                  <a:cubicBezTo>
                    <a:pt x="82782" y="14024"/>
                    <a:pt x="82620" y="14210"/>
                    <a:pt x="82388" y="14303"/>
                  </a:cubicBezTo>
                  <a:cubicBezTo>
                    <a:pt x="82337" y="14326"/>
                    <a:pt x="82282" y="14336"/>
                    <a:pt x="82224" y="14336"/>
                  </a:cubicBezTo>
                  <a:cubicBezTo>
                    <a:pt x="81995" y="14336"/>
                    <a:pt x="81739" y="14173"/>
                    <a:pt x="81647" y="14024"/>
                  </a:cubicBezTo>
                  <a:cubicBezTo>
                    <a:pt x="81508" y="13839"/>
                    <a:pt x="81183" y="13909"/>
                    <a:pt x="81114" y="13677"/>
                  </a:cubicBezTo>
                  <a:cubicBezTo>
                    <a:pt x="81057" y="13523"/>
                    <a:pt x="81103" y="13453"/>
                    <a:pt x="81184" y="13453"/>
                  </a:cubicBezTo>
                  <a:cubicBezTo>
                    <a:pt x="81237" y="13453"/>
                    <a:pt x="81304" y="13483"/>
                    <a:pt x="81368" y="13538"/>
                  </a:cubicBezTo>
                  <a:cubicBezTo>
                    <a:pt x="81418" y="13580"/>
                    <a:pt x="81472" y="13599"/>
                    <a:pt x="81524" y="13599"/>
                  </a:cubicBezTo>
                  <a:cubicBezTo>
                    <a:pt x="81641" y="13599"/>
                    <a:pt x="81746" y="13504"/>
                    <a:pt x="81762" y="13376"/>
                  </a:cubicBezTo>
                  <a:cubicBezTo>
                    <a:pt x="81784" y="13206"/>
                    <a:pt x="81398" y="13095"/>
                    <a:pt x="81136" y="13095"/>
                  </a:cubicBezTo>
                  <a:cubicBezTo>
                    <a:pt x="81112" y="13095"/>
                    <a:pt x="81089" y="13095"/>
                    <a:pt x="81067" y="13097"/>
                  </a:cubicBezTo>
                  <a:cubicBezTo>
                    <a:pt x="80835" y="13097"/>
                    <a:pt x="80696" y="13445"/>
                    <a:pt x="80441" y="13607"/>
                  </a:cubicBezTo>
                  <a:cubicBezTo>
                    <a:pt x="80375" y="13640"/>
                    <a:pt x="80269" y="13654"/>
                    <a:pt x="80143" y="13654"/>
                  </a:cubicBezTo>
                  <a:cubicBezTo>
                    <a:pt x="79741" y="13654"/>
                    <a:pt x="79145" y="13516"/>
                    <a:pt x="79074" y="13445"/>
                  </a:cubicBezTo>
                  <a:cubicBezTo>
                    <a:pt x="79040" y="13418"/>
                    <a:pt x="78897" y="13407"/>
                    <a:pt x="78708" y="13407"/>
                  </a:cubicBezTo>
                  <a:cubicBezTo>
                    <a:pt x="78251" y="13407"/>
                    <a:pt x="77527" y="13472"/>
                    <a:pt x="77429" y="13538"/>
                  </a:cubicBezTo>
                  <a:cubicBezTo>
                    <a:pt x="77266" y="13654"/>
                    <a:pt x="77382" y="14024"/>
                    <a:pt x="77313" y="14048"/>
                  </a:cubicBezTo>
                  <a:cubicBezTo>
                    <a:pt x="77310" y="14050"/>
                    <a:pt x="77306" y="14051"/>
                    <a:pt x="77303" y="14051"/>
                  </a:cubicBezTo>
                  <a:cubicBezTo>
                    <a:pt x="77235" y="14051"/>
                    <a:pt x="77151" y="13604"/>
                    <a:pt x="77151" y="13538"/>
                  </a:cubicBezTo>
                  <a:cubicBezTo>
                    <a:pt x="77151" y="13445"/>
                    <a:pt x="76988" y="13376"/>
                    <a:pt x="76733" y="13376"/>
                  </a:cubicBezTo>
                  <a:cubicBezTo>
                    <a:pt x="76502" y="13376"/>
                    <a:pt x="76339" y="13376"/>
                    <a:pt x="76455" y="13260"/>
                  </a:cubicBezTo>
                  <a:cubicBezTo>
                    <a:pt x="76548" y="13167"/>
                    <a:pt x="76363" y="13051"/>
                    <a:pt x="76548" y="12912"/>
                  </a:cubicBezTo>
                  <a:cubicBezTo>
                    <a:pt x="76733" y="12773"/>
                    <a:pt x="76200" y="12356"/>
                    <a:pt x="75667" y="12147"/>
                  </a:cubicBezTo>
                  <a:cubicBezTo>
                    <a:pt x="75447" y="12061"/>
                    <a:pt x="75109" y="12030"/>
                    <a:pt x="74765" y="12030"/>
                  </a:cubicBezTo>
                  <a:cubicBezTo>
                    <a:pt x="74275" y="12030"/>
                    <a:pt x="73772" y="12093"/>
                    <a:pt x="73582" y="12147"/>
                  </a:cubicBezTo>
                  <a:cubicBezTo>
                    <a:pt x="73365" y="12209"/>
                    <a:pt x="73015" y="12219"/>
                    <a:pt x="72710" y="12219"/>
                  </a:cubicBezTo>
                  <a:cubicBezTo>
                    <a:pt x="72557" y="12219"/>
                    <a:pt x="72415" y="12217"/>
                    <a:pt x="72307" y="12217"/>
                  </a:cubicBezTo>
                  <a:cubicBezTo>
                    <a:pt x="72285" y="12219"/>
                    <a:pt x="72265" y="12219"/>
                    <a:pt x="72249" y="12219"/>
                  </a:cubicBezTo>
                  <a:cubicBezTo>
                    <a:pt x="72042" y="12219"/>
                    <a:pt x="72254" y="12091"/>
                    <a:pt x="72168" y="11962"/>
                  </a:cubicBezTo>
                  <a:cubicBezTo>
                    <a:pt x="72097" y="11838"/>
                    <a:pt x="71783" y="11714"/>
                    <a:pt x="71597" y="11714"/>
                  </a:cubicBezTo>
                  <a:cubicBezTo>
                    <a:pt x="71540" y="11714"/>
                    <a:pt x="71495" y="11726"/>
                    <a:pt x="71473" y="11753"/>
                  </a:cubicBezTo>
                  <a:cubicBezTo>
                    <a:pt x="71452" y="11788"/>
                    <a:pt x="71425" y="11802"/>
                    <a:pt x="71397" y="11802"/>
                  </a:cubicBezTo>
                  <a:cubicBezTo>
                    <a:pt x="71332" y="11802"/>
                    <a:pt x="71264" y="11726"/>
                    <a:pt x="71264" y="11661"/>
                  </a:cubicBezTo>
                  <a:cubicBezTo>
                    <a:pt x="71264" y="11574"/>
                    <a:pt x="70839" y="11427"/>
                    <a:pt x="70632" y="11427"/>
                  </a:cubicBezTo>
                  <a:cubicBezTo>
                    <a:pt x="70618" y="11427"/>
                    <a:pt x="70604" y="11427"/>
                    <a:pt x="70592" y="11429"/>
                  </a:cubicBezTo>
                  <a:cubicBezTo>
                    <a:pt x="70571" y="11433"/>
                    <a:pt x="70552" y="11436"/>
                    <a:pt x="70534" y="11436"/>
                  </a:cubicBezTo>
                  <a:cubicBezTo>
                    <a:pt x="70372" y="11436"/>
                    <a:pt x="70335" y="11267"/>
                    <a:pt x="70522" y="11267"/>
                  </a:cubicBezTo>
                  <a:cubicBezTo>
                    <a:pt x="70584" y="11267"/>
                    <a:pt x="70658" y="11270"/>
                    <a:pt x="70728" y="11270"/>
                  </a:cubicBezTo>
                  <a:cubicBezTo>
                    <a:pt x="70923" y="11270"/>
                    <a:pt x="71099" y="11245"/>
                    <a:pt x="70963" y="11058"/>
                  </a:cubicBezTo>
                  <a:cubicBezTo>
                    <a:pt x="70827" y="10845"/>
                    <a:pt x="69786" y="10745"/>
                    <a:pt x="69366" y="10745"/>
                  </a:cubicBezTo>
                  <a:cubicBezTo>
                    <a:pt x="69283" y="10745"/>
                    <a:pt x="69224" y="10749"/>
                    <a:pt x="69201" y="10757"/>
                  </a:cubicBezTo>
                  <a:cubicBezTo>
                    <a:pt x="69062" y="10803"/>
                    <a:pt x="69201" y="10989"/>
                    <a:pt x="68877" y="11290"/>
                  </a:cubicBezTo>
                  <a:cubicBezTo>
                    <a:pt x="68764" y="11403"/>
                    <a:pt x="68647" y="11444"/>
                    <a:pt x="68549" y="11444"/>
                  </a:cubicBezTo>
                  <a:cubicBezTo>
                    <a:pt x="68384" y="11444"/>
                    <a:pt x="68269" y="11330"/>
                    <a:pt x="68298" y="11243"/>
                  </a:cubicBezTo>
                  <a:cubicBezTo>
                    <a:pt x="68344" y="11104"/>
                    <a:pt x="68738" y="11128"/>
                    <a:pt x="68738" y="10989"/>
                  </a:cubicBezTo>
                  <a:cubicBezTo>
                    <a:pt x="68738" y="10826"/>
                    <a:pt x="68205" y="10919"/>
                    <a:pt x="68112" y="10803"/>
                  </a:cubicBezTo>
                  <a:cubicBezTo>
                    <a:pt x="68057" y="10693"/>
                    <a:pt x="68162" y="10627"/>
                    <a:pt x="68300" y="10627"/>
                  </a:cubicBezTo>
                  <a:cubicBezTo>
                    <a:pt x="68336" y="10627"/>
                    <a:pt x="68375" y="10631"/>
                    <a:pt x="68414" y="10641"/>
                  </a:cubicBezTo>
                  <a:cubicBezTo>
                    <a:pt x="68525" y="10678"/>
                    <a:pt x="68670" y="10702"/>
                    <a:pt x="68784" y="10702"/>
                  </a:cubicBezTo>
                  <a:cubicBezTo>
                    <a:pt x="68883" y="10702"/>
                    <a:pt x="68959" y="10684"/>
                    <a:pt x="68970" y="10641"/>
                  </a:cubicBezTo>
                  <a:cubicBezTo>
                    <a:pt x="68993" y="10571"/>
                    <a:pt x="68784" y="10548"/>
                    <a:pt x="68460" y="10479"/>
                  </a:cubicBezTo>
                  <a:cubicBezTo>
                    <a:pt x="68171" y="10437"/>
                    <a:pt x="67515" y="10286"/>
                    <a:pt x="67080" y="10286"/>
                  </a:cubicBezTo>
                  <a:cubicBezTo>
                    <a:pt x="67026" y="10286"/>
                    <a:pt x="66976" y="10288"/>
                    <a:pt x="66930" y="10293"/>
                  </a:cubicBezTo>
                  <a:cubicBezTo>
                    <a:pt x="66906" y="10295"/>
                    <a:pt x="66882" y="10295"/>
                    <a:pt x="66859" y="10295"/>
                  </a:cubicBezTo>
                  <a:cubicBezTo>
                    <a:pt x="66491" y="10295"/>
                    <a:pt x="66316" y="10130"/>
                    <a:pt x="66119" y="10108"/>
                  </a:cubicBezTo>
                  <a:cubicBezTo>
                    <a:pt x="66102" y="10106"/>
                    <a:pt x="66086" y="10105"/>
                    <a:pt x="66071" y="10105"/>
                  </a:cubicBezTo>
                  <a:cubicBezTo>
                    <a:pt x="65888" y="10105"/>
                    <a:pt x="65894" y="10234"/>
                    <a:pt x="65980" y="10363"/>
                  </a:cubicBezTo>
                  <a:cubicBezTo>
                    <a:pt x="66072" y="10473"/>
                    <a:pt x="65888" y="10539"/>
                    <a:pt x="65669" y="10539"/>
                  </a:cubicBezTo>
                  <a:cubicBezTo>
                    <a:pt x="65612" y="10539"/>
                    <a:pt x="65552" y="10535"/>
                    <a:pt x="65493" y="10525"/>
                  </a:cubicBezTo>
                  <a:cubicBezTo>
                    <a:pt x="65479" y="10524"/>
                    <a:pt x="65464" y="10523"/>
                    <a:pt x="65448" y="10523"/>
                  </a:cubicBezTo>
                  <a:cubicBezTo>
                    <a:pt x="65195" y="10523"/>
                    <a:pt x="64854" y="10698"/>
                    <a:pt x="65007" y="10873"/>
                  </a:cubicBezTo>
                  <a:cubicBezTo>
                    <a:pt x="65048" y="10927"/>
                    <a:pt x="65091" y="10946"/>
                    <a:pt x="65134" y="10946"/>
                  </a:cubicBezTo>
                  <a:cubicBezTo>
                    <a:pt x="65225" y="10946"/>
                    <a:pt x="65320" y="10866"/>
                    <a:pt x="65407" y="10866"/>
                  </a:cubicBezTo>
                  <a:cubicBezTo>
                    <a:pt x="65421" y="10866"/>
                    <a:pt x="65434" y="10868"/>
                    <a:pt x="65447" y="10873"/>
                  </a:cubicBezTo>
                  <a:cubicBezTo>
                    <a:pt x="65563" y="10942"/>
                    <a:pt x="65099" y="11081"/>
                    <a:pt x="65285" y="11174"/>
                  </a:cubicBezTo>
                  <a:cubicBezTo>
                    <a:pt x="65493" y="11267"/>
                    <a:pt x="65447" y="11452"/>
                    <a:pt x="65470" y="11545"/>
                  </a:cubicBezTo>
                  <a:cubicBezTo>
                    <a:pt x="65470" y="11596"/>
                    <a:pt x="65373" y="11632"/>
                    <a:pt x="65262" y="11632"/>
                  </a:cubicBezTo>
                  <a:cubicBezTo>
                    <a:pt x="65170" y="11632"/>
                    <a:pt x="65070" y="11607"/>
                    <a:pt x="65007" y="11545"/>
                  </a:cubicBezTo>
                  <a:cubicBezTo>
                    <a:pt x="64962" y="11490"/>
                    <a:pt x="64909" y="11475"/>
                    <a:pt x="64848" y="11475"/>
                  </a:cubicBezTo>
                  <a:cubicBezTo>
                    <a:pt x="64769" y="11475"/>
                    <a:pt x="64674" y="11502"/>
                    <a:pt x="64562" y="11502"/>
                  </a:cubicBezTo>
                  <a:cubicBezTo>
                    <a:pt x="64541" y="11502"/>
                    <a:pt x="64519" y="11501"/>
                    <a:pt x="64497" y="11498"/>
                  </a:cubicBezTo>
                  <a:cubicBezTo>
                    <a:pt x="64265" y="11498"/>
                    <a:pt x="64103" y="11591"/>
                    <a:pt x="64335" y="11637"/>
                  </a:cubicBezTo>
                  <a:cubicBezTo>
                    <a:pt x="64590" y="11661"/>
                    <a:pt x="64659" y="11823"/>
                    <a:pt x="64335" y="11846"/>
                  </a:cubicBezTo>
                  <a:cubicBezTo>
                    <a:pt x="64324" y="11847"/>
                    <a:pt x="64314" y="11847"/>
                    <a:pt x="64305" y="11847"/>
                  </a:cubicBezTo>
                  <a:cubicBezTo>
                    <a:pt x="64056" y="11847"/>
                    <a:pt x="64090" y="11587"/>
                    <a:pt x="63951" y="11587"/>
                  </a:cubicBezTo>
                  <a:cubicBezTo>
                    <a:pt x="63941" y="11587"/>
                    <a:pt x="63930" y="11588"/>
                    <a:pt x="63918" y="11591"/>
                  </a:cubicBezTo>
                  <a:cubicBezTo>
                    <a:pt x="63897" y="11596"/>
                    <a:pt x="63873" y="11598"/>
                    <a:pt x="63849" y="11598"/>
                  </a:cubicBezTo>
                  <a:cubicBezTo>
                    <a:pt x="63640" y="11598"/>
                    <a:pt x="63310" y="11450"/>
                    <a:pt x="63098" y="11450"/>
                  </a:cubicBezTo>
                  <a:cubicBezTo>
                    <a:pt x="63085" y="11450"/>
                    <a:pt x="63072" y="11451"/>
                    <a:pt x="63060" y="11452"/>
                  </a:cubicBezTo>
                  <a:cubicBezTo>
                    <a:pt x="62851" y="11452"/>
                    <a:pt x="62736" y="11637"/>
                    <a:pt x="62434" y="11661"/>
                  </a:cubicBezTo>
                  <a:cubicBezTo>
                    <a:pt x="62417" y="11662"/>
                    <a:pt x="62399" y="11663"/>
                    <a:pt x="62382" y="11663"/>
                  </a:cubicBezTo>
                  <a:cubicBezTo>
                    <a:pt x="62089" y="11663"/>
                    <a:pt x="61732" y="11489"/>
                    <a:pt x="61623" y="11336"/>
                  </a:cubicBezTo>
                  <a:cubicBezTo>
                    <a:pt x="61547" y="11247"/>
                    <a:pt x="61505" y="11193"/>
                    <a:pt x="61457" y="11193"/>
                  </a:cubicBezTo>
                  <a:cubicBezTo>
                    <a:pt x="61417" y="11193"/>
                    <a:pt x="61372" y="11229"/>
                    <a:pt x="61299" y="11313"/>
                  </a:cubicBezTo>
                  <a:cubicBezTo>
                    <a:pt x="61160" y="11498"/>
                    <a:pt x="61160" y="11869"/>
                    <a:pt x="61021" y="11892"/>
                  </a:cubicBezTo>
                  <a:cubicBezTo>
                    <a:pt x="60858" y="11916"/>
                    <a:pt x="60812" y="12217"/>
                    <a:pt x="60673" y="12309"/>
                  </a:cubicBezTo>
                  <a:cubicBezTo>
                    <a:pt x="60650" y="12320"/>
                    <a:pt x="60630" y="12324"/>
                    <a:pt x="60612" y="12324"/>
                  </a:cubicBezTo>
                  <a:cubicBezTo>
                    <a:pt x="60513" y="12324"/>
                    <a:pt x="60487" y="12192"/>
                    <a:pt x="60353" y="12192"/>
                  </a:cubicBezTo>
                  <a:cubicBezTo>
                    <a:pt x="60345" y="12192"/>
                    <a:pt x="60335" y="12192"/>
                    <a:pt x="60325" y="12194"/>
                  </a:cubicBezTo>
                  <a:cubicBezTo>
                    <a:pt x="60322" y="12194"/>
                    <a:pt x="60318" y="12194"/>
                    <a:pt x="60314" y="12194"/>
                  </a:cubicBezTo>
                  <a:cubicBezTo>
                    <a:pt x="60117" y="12194"/>
                    <a:pt x="59537" y="11634"/>
                    <a:pt x="59514" y="11452"/>
                  </a:cubicBezTo>
                  <a:cubicBezTo>
                    <a:pt x="59468" y="11290"/>
                    <a:pt x="59097" y="10965"/>
                    <a:pt x="59004" y="10896"/>
                  </a:cubicBezTo>
                  <a:cubicBezTo>
                    <a:pt x="58955" y="10871"/>
                    <a:pt x="58985" y="10846"/>
                    <a:pt x="59041" y="10846"/>
                  </a:cubicBezTo>
                  <a:cubicBezTo>
                    <a:pt x="59090" y="10846"/>
                    <a:pt x="59159" y="10865"/>
                    <a:pt x="59213" y="10919"/>
                  </a:cubicBezTo>
                  <a:cubicBezTo>
                    <a:pt x="59294" y="10973"/>
                    <a:pt x="59376" y="10996"/>
                    <a:pt x="59457" y="10996"/>
                  </a:cubicBezTo>
                  <a:cubicBezTo>
                    <a:pt x="59515" y="10996"/>
                    <a:pt x="59573" y="10985"/>
                    <a:pt x="59630" y="10965"/>
                  </a:cubicBezTo>
                  <a:cubicBezTo>
                    <a:pt x="59746" y="10896"/>
                    <a:pt x="59723" y="10595"/>
                    <a:pt x="59514" y="10595"/>
                  </a:cubicBezTo>
                  <a:cubicBezTo>
                    <a:pt x="59306" y="10571"/>
                    <a:pt x="59375" y="10409"/>
                    <a:pt x="59491" y="10363"/>
                  </a:cubicBezTo>
                  <a:cubicBezTo>
                    <a:pt x="59607" y="10340"/>
                    <a:pt x="59259" y="10015"/>
                    <a:pt x="59375" y="9992"/>
                  </a:cubicBezTo>
                  <a:cubicBezTo>
                    <a:pt x="59514" y="9946"/>
                    <a:pt x="59445" y="9807"/>
                    <a:pt x="59283" y="9783"/>
                  </a:cubicBezTo>
                  <a:cubicBezTo>
                    <a:pt x="59097" y="9760"/>
                    <a:pt x="58912" y="9621"/>
                    <a:pt x="58912" y="9528"/>
                  </a:cubicBezTo>
                  <a:cubicBezTo>
                    <a:pt x="58900" y="9482"/>
                    <a:pt x="58709" y="9453"/>
                    <a:pt x="58524" y="9453"/>
                  </a:cubicBezTo>
                  <a:cubicBezTo>
                    <a:pt x="58338" y="9453"/>
                    <a:pt x="58159" y="9482"/>
                    <a:pt x="58170" y="9552"/>
                  </a:cubicBezTo>
                  <a:cubicBezTo>
                    <a:pt x="58191" y="9604"/>
                    <a:pt x="58146" y="9628"/>
                    <a:pt x="58095" y="9628"/>
                  </a:cubicBezTo>
                  <a:cubicBezTo>
                    <a:pt x="58032" y="9628"/>
                    <a:pt x="57959" y="9592"/>
                    <a:pt x="57985" y="9528"/>
                  </a:cubicBezTo>
                  <a:cubicBezTo>
                    <a:pt x="58008" y="9436"/>
                    <a:pt x="57707" y="9459"/>
                    <a:pt x="57359" y="9366"/>
                  </a:cubicBezTo>
                  <a:cubicBezTo>
                    <a:pt x="56988" y="9274"/>
                    <a:pt x="56988" y="9019"/>
                    <a:pt x="56872" y="8995"/>
                  </a:cubicBezTo>
                  <a:cubicBezTo>
                    <a:pt x="56869" y="8995"/>
                    <a:pt x="56865" y="8994"/>
                    <a:pt x="56862" y="8994"/>
                  </a:cubicBezTo>
                  <a:cubicBezTo>
                    <a:pt x="56767" y="8994"/>
                    <a:pt x="56773" y="9282"/>
                    <a:pt x="56655" y="9282"/>
                  </a:cubicBezTo>
                  <a:cubicBezTo>
                    <a:pt x="56644" y="9282"/>
                    <a:pt x="56631" y="9280"/>
                    <a:pt x="56617" y="9274"/>
                  </a:cubicBezTo>
                  <a:cubicBezTo>
                    <a:pt x="56581" y="9255"/>
                    <a:pt x="56544" y="9247"/>
                    <a:pt x="56509" y="9247"/>
                  </a:cubicBezTo>
                  <a:cubicBezTo>
                    <a:pt x="56369" y="9247"/>
                    <a:pt x="56265" y="9384"/>
                    <a:pt x="56339" y="9552"/>
                  </a:cubicBezTo>
                  <a:cubicBezTo>
                    <a:pt x="56432" y="9760"/>
                    <a:pt x="56339" y="9783"/>
                    <a:pt x="56316" y="9969"/>
                  </a:cubicBezTo>
                  <a:cubicBezTo>
                    <a:pt x="56316" y="10042"/>
                    <a:pt x="56297" y="10068"/>
                    <a:pt x="56255" y="10068"/>
                  </a:cubicBezTo>
                  <a:cubicBezTo>
                    <a:pt x="56204" y="10068"/>
                    <a:pt x="56119" y="10030"/>
                    <a:pt x="55992" y="9992"/>
                  </a:cubicBezTo>
                  <a:cubicBezTo>
                    <a:pt x="55958" y="9977"/>
                    <a:pt x="55930" y="9971"/>
                    <a:pt x="55905" y="9971"/>
                  </a:cubicBezTo>
                  <a:cubicBezTo>
                    <a:pt x="55802" y="9971"/>
                    <a:pt x="55744" y="10069"/>
                    <a:pt x="55552" y="10069"/>
                  </a:cubicBezTo>
                  <a:cubicBezTo>
                    <a:pt x="55496" y="10069"/>
                    <a:pt x="55427" y="10061"/>
                    <a:pt x="55343" y="10038"/>
                  </a:cubicBezTo>
                  <a:cubicBezTo>
                    <a:pt x="55150" y="9990"/>
                    <a:pt x="55005" y="9986"/>
                    <a:pt x="54895" y="9986"/>
                  </a:cubicBezTo>
                  <a:cubicBezTo>
                    <a:pt x="54873" y="9986"/>
                    <a:pt x="54852" y="9986"/>
                    <a:pt x="54833" y="9986"/>
                  </a:cubicBezTo>
                  <a:cubicBezTo>
                    <a:pt x="54717" y="9986"/>
                    <a:pt x="54647" y="9980"/>
                    <a:pt x="54601" y="9899"/>
                  </a:cubicBezTo>
                  <a:cubicBezTo>
                    <a:pt x="54563" y="9824"/>
                    <a:pt x="54505" y="9783"/>
                    <a:pt x="54456" y="9783"/>
                  </a:cubicBezTo>
                  <a:cubicBezTo>
                    <a:pt x="54415" y="9783"/>
                    <a:pt x="54380" y="9812"/>
                    <a:pt x="54369" y="9876"/>
                  </a:cubicBezTo>
                  <a:cubicBezTo>
                    <a:pt x="54361" y="9919"/>
                    <a:pt x="54262" y="9939"/>
                    <a:pt x="54138" y="9939"/>
                  </a:cubicBezTo>
                  <a:cubicBezTo>
                    <a:pt x="53924" y="9939"/>
                    <a:pt x="53634" y="9878"/>
                    <a:pt x="53605" y="9760"/>
                  </a:cubicBezTo>
                  <a:cubicBezTo>
                    <a:pt x="53535" y="9598"/>
                    <a:pt x="53720" y="9552"/>
                    <a:pt x="53836" y="9505"/>
                  </a:cubicBezTo>
                  <a:cubicBezTo>
                    <a:pt x="53916" y="9465"/>
                    <a:pt x="53772" y="9408"/>
                    <a:pt x="53477" y="9408"/>
                  </a:cubicBezTo>
                  <a:cubicBezTo>
                    <a:pt x="53431" y="9408"/>
                    <a:pt x="53380" y="9409"/>
                    <a:pt x="53326" y="9413"/>
                  </a:cubicBezTo>
                  <a:cubicBezTo>
                    <a:pt x="53307" y="9414"/>
                    <a:pt x="53288" y="9414"/>
                    <a:pt x="53269" y="9414"/>
                  </a:cubicBezTo>
                  <a:cubicBezTo>
                    <a:pt x="52947" y="9414"/>
                    <a:pt x="52709" y="9249"/>
                    <a:pt x="52388" y="9249"/>
                  </a:cubicBezTo>
                  <a:cubicBezTo>
                    <a:pt x="52369" y="9249"/>
                    <a:pt x="52350" y="9249"/>
                    <a:pt x="52330" y="9250"/>
                  </a:cubicBezTo>
                  <a:cubicBezTo>
                    <a:pt x="51936" y="9297"/>
                    <a:pt x="51079" y="9389"/>
                    <a:pt x="50963" y="9436"/>
                  </a:cubicBezTo>
                  <a:cubicBezTo>
                    <a:pt x="50824" y="9482"/>
                    <a:pt x="51055" y="9714"/>
                    <a:pt x="50870" y="9714"/>
                  </a:cubicBezTo>
                  <a:cubicBezTo>
                    <a:pt x="50864" y="9715"/>
                    <a:pt x="50859" y="9715"/>
                    <a:pt x="50854" y="9715"/>
                  </a:cubicBezTo>
                  <a:cubicBezTo>
                    <a:pt x="50693" y="9715"/>
                    <a:pt x="50823" y="9361"/>
                    <a:pt x="50800" y="9181"/>
                  </a:cubicBezTo>
                  <a:cubicBezTo>
                    <a:pt x="50775" y="9090"/>
                    <a:pt x="50677" y="9043"/>
                    <a:pt x="50603" y="9043"/>
                  </a:cubicBezTo>
                  <a:cubicBezTo>
                    <a:pt x="50545" y="9043"/>
                    <a:pt x="50502" y="9073"/>
                    <a:pt x="50522" y="9134"/>
                  </a:cubicBezTo>
                  <a:cubicBezTo>
                    <a:pt x="50536" y="9219"/>
                    <a:pt x="50369" y="9270"/>
                    <a:pt x="50205" y="9270"/>
                  </a:cubicBezTo>
                  <a:cubicBezTo>
                    <a:pt x="50101" y="9270"/>
                    <a:pt x="49997" y="9249"/>
                    <a:pt x="49943" y="9204"/>
                  </a:cubicBezTo>
                  <a:cubicBezTo>
                    <a:pt x="49827" y="9111"/>
                    <a:pt x="49642" y="8972"/>
                    <a:pt x="49317" y="8880"/>
                  </a:cubicBezTo>
                  <a:cubicBezTo>
                    <a:pt x="49289" y="8873"/>
                    <a:pt x="49259" y="8870"/>
                    <a:pt x="49229" y="8870"/>
                  </a:cubicBezTo>
                  <a:cubicBezTo>
                    <a:pt x="48945" y="8870"/>
                    <a:pt x="48631" y="9146"/>
                    <a:pt x="48715" y="9250"/>
                  </a:cubicBezTo>
                  <a:cubicBezTo>
                    <a:pt x="48807" y="9343"/>
                    <a:pt x="49039" y="9274"/>
                    <a:pt x="49039" y="9343"/>
                  </a:cubicBezTo>
                  <a:cubicBezTo>
                    <a:pt x="49062" y="9459"/>
                    <a:pt x="48367" y="9413"/>
                    <a:pt x="48367" y="9528"/>
                  </a:cubicBezTo>
                  <a:cubicBezTo>
                    <a:pt x="48367" y="9644"/>
                    <a:pt x="47741" y="9783"/>
                    <a:pt x="47533" y="9807"/>
                  </a:cubicBezTo>
                  <a:cubicBezTo>
                    <a:pt x="47000" y="9876"/>
                    <a:pt x="46884" y="9876"/>
                    <a:pt x="46652" y="10085"/>
                  </a:cubicBezTo>
                  <a:cubicBezTo>
                    <a:pt x="46601" y="10126"/>
                    <a:pt x="46568" y="10144"/>
                    <a:pt x="46548" y="10144"/>
                  </a:cubicBezTo>
                  <a:cubicBezTo>
                    <a:pt x="46471" y="10144"/>
                    <a:pt x="46620" y="9862"/>
                    <a:pt x="46768" y="9714"/>
                  </a:cubicBezTo>
                  <a:cubicBezTo>
                    <a:pt x="46976" y="9528"/>
                    <a:pt x="47185" y="9598"/>
                    <a:pt x="47278" y="9436"/>
                  </a:cubicBezTo>
                  <a:cubicBezTo>
                    <a:pt x="47394" y="9297"/>
                    <a:pt x="47579" y="9320"/>
                    <a:pt x="47880" y="9250"/>
                  </a:cubicBezTo>
                  <a:cubicBezTo>
                    <a:pt x="48182" y="9204"/>
                    <a:pt x="48182" y="9042"/>
                    <a:pt x="48321" y="8972"/>
                  </a:cubicBezTo>
                  <a:cubicBezTo>
                    <a:pt x="48460" y="8903"/>
                    <a:pt x="48831" y="8764"/>
                    <a:pt x="48877" y="8625"/>
                  </a:cubicBezTo>
                  <a:cubicBezTo>
                    <a:pt x="48943" y="8492"/>
                    <a:pt x="49625" y="8252"/>
                    <a:pt x="49806" y="8252"/>
                  </a:cubicBezTo>
                  <a:cubicBezTo>
                    <a:pt x="49814" y="8252"/>
                    <a:pt x="49821" y="8253"/>
                    <a:pt x="49827" y="8254"/>
                  </a:cubicBezTo>
                  <a:cubicBezTo>
                    <a:pt x="49966" y="8254"/>
                    <a:pt x="50012" y="7953"/>
                    <a:pt x="50082" y="7953"/>
                  </a:cubicBezTo>
                  <a:cubicBezTo>
                    <a:pt x="50175" y="7953"/>
                    <a:pt x="50592" y="7767"/>
                    <a:pt x="50754" y="7698"/>
                  </a:cubicBezTo>
                  <a:cubicBezTo>
                    <a:pt x="50916" y="7628"/>
                    <a:pt x="50986" y="7466"/>
                    <a:pt x="51009" y="7373"/>
                  </a:cubicBezTo>
                  <a:cubicBezTo>
                    <a:pt x="51009" y="7257"/>
                    <a:pt x="50777" y="7280"/>
                    <a:pt x="50754" y="7188"/>
                  </a:cubicBezTo>
                  <a:cubicBezTo>
                    <a:pt x="50731" y="7095"/>
                    <a:pt x="50870" y="7141"/>
                    <a:pt x="51032" y="7095"/>
                  </a:cubicBezTo>
                  <a:cubicBezTo>
                    <a:pt x="51180" y="7032"/>
                    <a:pt x="51059" y="6834"/>
                    <a:pt x="50931" y="6834"/>
                  </a:cubicBezTo>
                  <a:cubicBezTo>
                    <a:pt x="50918" y="6834"/>
                    <a:pt x="50906" y="6836"/>
                    <a:pt x="50893" y="6840"/>
                  </a:cubicBezTo>
                  <a:cubicBezTo>
                    <a:pt x="50877" y="6846"/>
                    <a:pt x="50865" y="6848"/>
                    <a:pt x="50857" y="6848"/>
                  </a:cubicBezTo>
                  <a:cubicBezTo>
                    <a:pt x="50799" y="6848"/>
                    <a:pt x="50949" y="6705"/>
                    <a:pt x="50847" y="6562"/>
                  </a:cubicBezTo>
                  <a:cubicBezTo>
                    <a:pt x="50818" y="6527"/>
                    <a:pt x="50780" y="6516"/>
                    <a:pt x="50740" y="6516"/>
                  </a:cubicBezTo>
                  <a:cubicBezTo>
                    <a:pt x="50661" y="6516"/>
                    <a:pt x="50572" y="6562"/>
                    <a:pt x="50527" y="6562"/>
                  </a:cubicBezTo>
                  <a:cubicBezTo>
                    <a:pt x="50505" y="6562"/>
                    <a:pt x="50493" y="6550"/>
                    <a:pt x="50499" y="6516"/>
                  </a:cubicBezTo>
                  <a:cubicBezTo>
                    <a:pt x="50499" y="6353"/>
                    <a:pt x="50476" y="6168"/>
                    <a:pt x="50383" y="6052"/>
                  </a:cubicBezTo>
                  <a:cubicBezTo>
                    <a:pt x="50369" y="6038"/>
                    <a:pt x="50353" y="6033"/>
                    <a:pt x="50336" y="6033"/>
                  </a:cubicBezTo>
                  <a:cubicBezTo>
                    <a:pt x="50263" y="6033"/>
                    <a:pt x="50158" y="6127"/>
                    <a:pt x="50039" y="6127"/>
                  </a:cubicBezTo>
                  <a:cubicBezTo>
                    <a:pt x="49993" y="6127"/>
                    <a:pt x="49946" y="6114"/>
                    <a:pt x="49897" y="6075"/>
                  </a:cubicBezTo>
                  <a:cubicBezTo>
                    <a:pt x="49731" y="5965"/>
                    <a:pt x="49332" y="5869"/>
                    <a:pt x="49174" y="5869"/>
                  </a:cubicBezTo>
                  <a:cubicBezTo>
                    <a:pt x="49133" y="5869"/>
                    <a:pt x="49109" y="5876"/>
                    <a:pt x="49109" y="5890"/>
                  </a:cubicBezTo>
                  <a:cubicBezTo>
                    <a:pt x="49109" y="5903"/>
                    <a:pt x="49099" y="5908"/>
                    <a:pt x="49083" y="5908"/>
                  </a:cubicBezTo>
                  <a:cubicBezTo>
                    <a:pt x="49029" y="5908"/>
                    <a:pt x="48899" y="5849"/>
                    <a:pt x="48817" y="5849"/>
                  </a:cubicBezTo>
                  <a:cubicBezTo>
                    <a:pt x="48794" y="5849"/>
                    <a:pt x="48774" y="5854"/>
                    <a:pt x="48761" y="5867"/>
                  </a:cubicBezTo>
                  <a:cubicBezTo>
                    <a:pt x="48740" y="5898"/>
                    <a:pt x="48634" y="5911"/>
                    <a:pt x="48509" y="5911"/>
                  </a:cubicBezTo>
                  <a:cubicBezTo>
                    <a:pt x="48358" y="5911"/>
                    <a:pt x="48178" y="5892"/>
                    <a:pt x="48089" y="5867"/>
                  </a:cubicBezTo>
                  <a:cubicBezTo>
                    <a:pt x="48075" y="5864"/>
                    <a:pt x="48059" y="5863"/>
                    <a:pt x="48044" y="5863"/>
                  </a:cubicBezTo>
                  <a:cubicBezTo>
                    <a:pt x="47909" y="5863"/>
                    <a:pt x="47741" y="5951"/>
                    <a:pt x="47741" y="6075"/>
                  </a:cubicBezTo>
                  <a:cubicBezTo>
                    <a:pt x="47741" y="6150"/>
                    <a:pt x="47574" y="6171"/>
                    <a:pt x="47401" y="6171"/>
                  </a:cubicBezTo>
                  <a:cubicBezTo>
                    <a:pt x="47252" y="6171"/>
                    <a:pt x="47100" y="6156"/>
                    <a:pt x="47046" y="6145"/>
                  </a:cubicBezTo>
                  <a:cubicBezTo>
                    <a:pt x="46953" y="6122"/>
                    <a:pt x="47463" y="5705"/>
                    <a:pt x="47463" y="5635"/>
                  </a:cubicBezTo>
                  <a:cubicBezTo>
                    <a:pt x="47463" y="5612"/>
                    <a:pt x="47368" y="5607"/>
                    <a:pt x="47239" y="5607"/>
                  </a:cubicBezTo>
                  <a:cubicBezTo>
                    <a:pt x="47136" y="5607"/>
                    <a:pt x="47012" y="5610"/>
                    <a:pt x="46898" y="5610"/>
                  </a:cubicBezTo>
                  <a:cubicBezTo>
                    <a:pt x="46726" y="5610"/>
                    <a:pt x="46578" y="5603"/>
                    <a:pt x="46559" y="5566"/>
                  </a:cubicBezTo>
                  <a:cubicBezTo>
                    <a:pt x="46513" y="5496"/>
                    <a:pt x="46096" y="5473"/>
                    <a:pt x="45910" y="5473"/>
                  </a:cubicBezTo>
                  <a:cubicBezTo>
                    <a:pt x="45725" y="5473"/>
                    <a:pt x="45910" y="5426"/>
                    <a:pt x="46073" y="5403"/>
                  </a:cubicBezTo>
                  <a:cubicBezTo>
                    <a:pt x="46235" y="5380"/>
                    <a:pt x="46397" y="5241"/>
                    <a:pt x="46583" y="5218"/>
                  </a:cubicBezTo>
                  <a:cubicBezTo>
                    <a:pt x="46768" y="5172"/>
                    <a:pt x="46722" y="5125"/>
                    <a:pt x="46652" y="5009"/>
                  </a:cubicBezTo>
                  <a:cubicBezTo>
                    <a:pt x="46559" y="4893"/>
                    <a:pt x="46374" y="4940"/>
                    <a:pt x="46189" y="4893"/>
                  </a:cubicBezTo>
                  <a:cubicBezTo>
                    <a:pt x="46003" y="4824"/>
                    <a:pt x="45771" y="4754"/>
                    <a:pt x="45609" y="4754"/>
                  </a:cubicBezTo>
                  <a:cubicBezTo>
                    <a:pt x="45592" y="4752"/>
                    <a:pt x="45574" y="4751"/>
                    <a:pt x="45557" y="4751"/>
                  </a:cubicBezTo>
                  <a:close/>
                </a:path>
              </a:pathLst>
            </a:custGeom>
            <a:solidFill>
              <a:srgbClr val="FFD5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59"/>
            <p:cNvSpPr/>
            <p:nvPr/>
          </p:nvSpPr>
          <p:spPr>
            <a:xfrm>
              <a:off x="4273058" y="1610044"/>
              <a:ext cx="2846707" cy="1088756"/>
            </a:xfrm>
            <a:custGeom>
              <a:avLst/>
              <a:gdLst/>
              <a:ahLst/>
              <a:cxnLst/>
              <a:rect l="l" t="t" r="r" b="b"/>
              <a:pathLst>
                <a:path w="93327" h="35694" extrusionOk="0">
                  <a:moveTo>
                    <a:pt x="21302" y="1"/>
                  </a:moveTo>
                  <a:cubicBezTo>
                    <a:pt x="21023" y="1"/>
                    <a:pt x="20735" y="52"/>
                    <a:pt x="20789" y="119"/>
                  </a:cubicBezTo>
                  <a:cubicBezTo>
                    <a:pt x="20881" y="258"/>
                    <a:pt x="20024" y="212"/>
                    <a:pt x="20047" y="258"/>
                  </a:cubicBezTo>
                  <a:cubicBezTo>
                    <a:pt x="20070" y="351"/>
                    <a:pt x="20371" y="444"/>
                    <a:pt x="20765" y="444"/>
                  </a:cubicBezTo>
                  <a:cubicBezTo>
                    <a:pt x="21119" y="444"/>
                    <a:pt x="21051" y="234"/>
                    <a:pt x="21264" y="234"/>
                  </a:cubicBezTo>
                  <a:cubicBezTo>
                    <a:pt x="21275" y="234"/>
                    <a:pt x="21286" y="234"/>
                    <a:pt x="21298" y="235"/>
                  </a:cubicBezTo>
                  <a:cubicBezTo>
                    <a:pt x="21368" y="242"/>
                    <a:pt x="21443" y="246"/>
                    <a:pt x="21513" y="246"/>
                  </a:cubicBezTo>
                  <a:cubicBezTo>
                    <a:pt x="21698" y="246"/>
                    <a:pt x="21846" y="214"/>
                    <a:pt x="21762" y="96"/>
                  </a:cubicBezTo>
                  <a:cubicBezTo>
                    <a:pt x="21703" y="28"/>
                    <a:pt x="21505" y="1"/>
                    <a:pt x="21302" y="1"/>
                  </a:cubicBezTo>
                  <a:close/>
                  <a:moveTo>
                    <a:pt x="39113" y="369"/>
                  </a:moveTo>
                  <a:cubicBezTo>
                    <a:pt x="38840" y="369"/>
                    <a:pt x="38512" y="467"/>
                    <a:pt x="38680" y="606"/>
                  </a:cubicBezTo>
                  <a:cubicBezTo>
                    <a:pt x="38733" y="649"/>
                    <a:pt x="38882" y="682"/>
                    <a:pt x="39032" y="682"/>
                  </a:cubicBezTo>
                  <a:cubicBezTo>
                    <a:pt x="39207" y="682"/>
                    <a:pt x="39384" y="638"/>
                    <a:pt x="39421" y="513"/>
                  </a:cubicBezTo>
                  <a:cubicBezTo>
                    <a:pt x="39449" y="412"/>
                    <a:pt x="39293" y="369"/>
                    <a:pt x="39113" y="369"/>
                  </a:cubicBezTo>
                  <a:close/>
                  <a:moveTo>
                    <a:pt x="24947" y="455"/>
                  </a:moveTo>
                  <a:cubicBezTo>
                    <a:pt x="24727" y="455"/>
                    <a:pt x="24668" y="631"/>
                    <a:pt x="24540" y="631"/>
                  </a:cubicBezTo>
                  <a:cubicBezTo>
                    <a:pt x="24534" y="631"/>
                    <a:pt x="24527" y="630"/>
                    <a:pt x="24520" y="629"/>
                  </a:cubicBezTo>
                  <a:cubicBezTo>
                    <a:pt x="24358" y="629"/>
                    <a:pt x="23755" y="745"/>
                    <a:pt x="23871" y="884"/>
                  </a:cubicBezTo>
                  <a:cubicBezTo>
                    <a:pt x="23932" y="956"/>
                    <a:pt x="24058" y="978"/>
                    <a:pt x="24205" y="978"/>
                  </a:cubicBezTo>
                  <a:cubicBezTo>
                    <a:pt x="24389" y="978"/>
                    <a:pt x="24607" y="943"/>
                    <a:pt x="24775" y="930"/>
                  </a:cubicBezTo>
                  <a:cubicBezTo>
                    <a:pt x="25400" y="861"/>
                    <a:pt x="25377" y="537"/>
                    <a:pt x="25053" y="467"/>
                  </a:cubicBezTo>
                  <a:cubicBezTo>
                    <a:pt x="25014" y="459"/>
                    <a:pt x="24979" y="455"/>
                    <a:pt x="24947" y="455"/>
                  </a:cubicBezTo>
                  <a:close/>
                  <a:moveTo>
                    <a:pt x="19666" y="390"/>
                  </a:moveTo>
                  <a:cubicBezTo>
                    <a:pt x="19555" y="390"/>
                    <a:pt x="19545" y="454"/>
                    <a:pt x="19699" y="583"/>
                  </a:cubicBezTo>
                  <a:cubicBezTo>
                    <a:pt x="19838" y="699"/>
                    <a:pt x="18981" y="791"/>
                    <a:pt x="19120" y="930"/>
                  </a:cubicBezTo>
                  <a:cubicBezTo>
                    <a:pt x="19243" y="1045"/>
                    <a:pt x="19541" y="1096"/>
                    <a:pt x="19866" y="1096"/>
                  </a:cubicBezTo>
                  <a:cubicBezTo>
                    <a:pt x="20396" y="1096"/>
                    <a:pt x="21000" y="961"/>
                    <a:pt x="21043" y="745"/>
                  </a:cubicBezTo>
                  <a:cubicBezTo>
                    <a:pt x="21064" y="602"/>
                    <a:pt x="20962" y="576"/>
                    <a:pt x="20806" y="576"/>
                  </a:cubicBezTo>
                  <a:cubicBezTo>
                    <a:pt x="20719" y="576"/>
                    <a:pt x="20616" y="584"/>
                    <a:pt x="20507" y="584"/>
                  </a:cubicBezTo>
                  <a:cubicBezTo>
                    <a:pt x="20369" y="584"/>
                    <a:pt x="20223" y="571"/>
                    <a:pt x="20093" y="513"/>
                  </a:cubicBezTo>
                  <a:cubicBezTo>
                    <a:pt x="19908" y="431"/>
                    <a:pt x="19755" y="390"/>
                    <a:pt x="19666" y="390"/>
                  </a:cubicBezTo>
                  <a:close/>
                  <a:moveTo>
                    <a:pt x="15426" y="806"/>
                  </a:moveTo>
                  <a:cubicBezTo>
                    <a:pt x="15231" y="806"/>
                    <a:pt x="15022" y="838"/>
                    <a:pt x="14902" y="907"/>
                  </a:cubicBezTo>
                  <a:cubicBezTo>
                    <a:pt x="14647" y="1046"/>
                    <a:pt x="13998" y="930"/>
                    <a:pt x="14068" y="1116"/>
                  </a:cubicBezTo>
                  <a:cubicBezTo>
                    <a:pt x="14097" y="1188"/>
                    <a:pt x="14289" y="1315"/>
                    <a:pt x="14519" y="1315"/>
                  </a:cubicBezTo>
                  <a:cubicBezTo>
                    <a:pt x="14657" y="1315"/>
                    <a:pt x="14809" y="1269"/>
                    <a:pt x="14948" y="1139"/>
                  </a:cubicBezTo>
                  <a:cubicBezTo>
                    <a:pt x="15093" y="1004"/>
                    <a:pt x="15255" y="970"/>
                    <a:pt x="15403" y="970"/>
                  </a:cubicBezTo>
                  <a:cubicBezTo>
                    <a:pt x="15548" y="970"/>
                    <a:pt x="15679" y="1002"/>
                    <a:pt x="15768" y="1002"/>
                  </a:cubicBezTo>
                  <a:cubicBezTo>
                    <a:pt x="15822" y="1002"/>
                    <a:pt x="15859" y="991"/>
                    <a:pt x="15875" y="954"/>
                  </a:cubicBezTo>
                  <a:cubicBezTo>
                    <a:pt x="15915" y="861"/>
                    <a:pt x="15684" y="806"/>
                    <a:pt x="15426" y="806"/>
                  </a:cubicBezTo>
                  <a:close/>
                  <a:moveTo>
                    <a:pt x="22799" y="596"/>
                  </a:moveTo>
                  <a:cubicBezTo>
                    <a:pt x="22603" y="596"/>
                    <a:pt x="22437" y="627"/>
                    <a:pt x="22457" y="699"/>
                  </a:cubicBezTo>
                  <a:cubicBezTo>
                    <a:pt x="22527" y="861"/>
                    <a:pt x="21831" y="1046"/>
                    <a:pt x="22040" y="1209"/>
                  </a:cubicBezTo>
                  <a:cubicBezTo>
                    <a:pt x="22153" y="1295"/>
                    <a:pt x="22319" y="1328"/>
                    <a:pt x="22501" y="1328"/>
                  </a:cubicBezTo>
                  <a:cubicBezTo>
                    <a:pt x="22955" y="1328"/>
                    <a:pt x="23510" y="1122"/>
                    <a:pt x="23593" y="1023"/>
                  </a:cubicBezTo>
                  <a:cubicBezTo>
                    <a:pt x="23709" y="861"/>
                    <a:pt x="23384" y="861"/>
                    <a:pt x="23361" y="722"/>
                  </a:cubicBezTo>
                  <a:cubicBezTo>
                    <a:pt x="23335" y="645"/>
                    <a:pt x="23044" y="596"/>
                    <a:pt x="22799" y="596"/>
                  </a:cubicBezTo>
                  <a:close/>
                  <a:moveTo>
                    <a:pt x="18567" y="1427"/>
                  </a:moveTo>
                  <a:cubicBezTo>
                    <a:pt x="18331" y="1427"/>
                    <a:pt x="17965" y="1570"/>
                    <a:pt x="18077" y="1603"/>
                  </a:cubicBezTo>
                  <a:cubicBezTo>
                    <a:pt x="18154" y="1628"/>
                    <a:pt x="18351" y="1682"/>
                    <a:pt x="18513" y="1682"/>
                  </a:cubicBezTo>
                  <a:cubicBezTo>
                    <a:pt x="18643" y="1682"/>
                    <a:pt x="18749" y="1647"/>
                    <a:pt x="18749" y="1533"/>
                  </a:cubicBezTo>
                  <a:cubicBezTo>
                    <a:pt x="18749" y="1455"/>
                    <a:pt x="18671" y="1427"/>
                    <a:pt x="18567" y="1427"/>
                  </a:cubicBezTo>
                  <a:close/>
                  <a:moveTo>
                    <a:pt x="16951" y="664"/>
                  </a:moveTo>
                  <a:cubicBezTo>
                    <a:pt x="16608" y="664"/>
                    <a:pt x="16298" y="874"/>
                    <a:pt x="16478" y="1000"/>
                  </a:cubicBezTo>
                  <a:cubicBezTo>
                    <a:pt x="16710" y="1162"/>
                    <a:pt x="15852" y="1116"/>
                    <a:pt x="15736" y="1278"/>
                  </a:cubicBezTo>
                  <a:cubicBezTo>
                    <a:pt x="15620" y="1440"/>
                    <a:pt x="15134" y="1371"/>
                    <a:pt x="15203" y="1556"/>
                  </a:cubicBezTo>
                  <a:cubicBezTo>
                    <a:pt x="15267" y="1658"/>
                    <a:pt x="15534" y="1711"/>
                    <a:pt x="15761" y="1711"/>
                  </a:cubicBezTo>
                  <a:cubicBezTo>
                    <a:pt x="15947" y="1711"/>
                    <a:pt x="16107" y="1676"/>
                    <a:pt x="16107" y="1603"/>
                  </a:cubicBezTo>
                  <a:cubicBezTo>
                    <a:pt x="16107" y="1440"/>
                    <a:pt x="16547" y="1579"/>
                    <a:pt x="16547" y="1440"/>
                  </a:cubicBezTo>
                  <a:cubicBezTo>
                    <a:pt x="16571" y="1301"/>
                    <a:pt x="16756" y="1139"/>
                    <a:pt x="17196" y="1116"/>
                  </a:cubicBezTo>
                  <a:cubicBezTo>
                    <a:pt x="17660" y="1070"/>
                    <a:pt x="17660" y="907"/>
                    <a:pt x="17243" y="722"/>
                  </a:cubicBezTo>
                  <a:cubicBezTo>
                    <a:pt x="17150" y="681"/>
                    <a:pt x="17049" y="664"/>
                    <a:pt x="16951" y="664"/>
                  </a:cubicBezTo>
                  <a:close/>
                  <a:moveTo>
                    <a:pt x="21101" y="1258"/>
                  </a:moveTo>
                  <a:cubicBezTo>
                    <a:pt x="20938" y="1258"/>
                    <a:pt x="20819" y="1278"/>
                    <a:pt x="20835" y="1324"/>
                  </a:cubicBezTo>
                  <a:cubicBezTo>
                    <a:pt x="20881" y="1440"/>
                    <a:pt x="20765" y="1464"/>
                    <a:pt x="20441" y="1464"/>
                  </a:cubicBezTo>
                  <a:cubicBezTo>
                    <a:pt x="20116" y="1464"/>
                    <a:pt x="19954" y="1649"/>
                    <a:pt x="20116" y="1788"/>
                  </a:cubicBezTo>
                  <a:cubicBezTo>
                    <a:pt x="20188" y="1851"/>
                    <a:pt x="20361" y="1879"/>
                    <a:pt x="20554" y="1879"/>
                  </a:cubicBezTo>
                  <a:cubicBezTo>
                    <a:pt x="20859" y="1879"/>
                    <a:pt x="21213" y="1809"/>
                    <a:pt x="21298" y="1695"/>
                  </a:cubicBezTo>
                  <a:cubicBezTo>
                    <a:pt x="21461" y="1487"/>
                    <a:pt x="21831" y="1649"/>
                    <a:pt x="21901" y="1464"/>
                  </a:cubicBezTo>
                  <a:cubicBezTo>
                    <a:pt x="21932" y="1340"/>
                    <a:pt x="21427" y="1258"/>
                    <a:pt x="21101" y="1258"/>
                  </a:cubicBezTo>
                  <a:close/>
                  <a:moveTo>
                    <a:pt x="41386" y="246"/>
                  </a:moveTo>
                  <a:cubicBezTo>
                    <a:pt x="41273" y="246"/>
                    <a:pt x="41128" y="461"/>
                    <a:pt x="40673" y="537"/>
                  </a:cubicBezTo>
                  <a:cubicBezTo>
                    <a:pt x="40117" y="652"/>
                    <a:pt x="39839" y="791"/>
                    <a:pt x="40070" y="907"/>
                  </a:cubicBezTo>
                  <a:cubicBezTo>
                    <a:pt x="40271" y="1019"/>
                    <a:pt x="40086" y="1279"/>
                    <a:pt x="39845" y="1279"/>
                  </a:cubicBezTo>
                  <a:cubicBezTo>
                    <a:pt x="39836" y="1279"/>
                    <a:pt x="39825" y="1279"/>
                    <a:pt x="39815" y="1278"/>
                  </a:cubicBezTo>
                  <a:cubicBezTo>
                    <a:pt x="39584" y="1278"/>
                    <a:pt x="39537" y="1533"/>
                    <a:pt x="39839" y="1649"/>
                  </a:cubicBezTo>
                  <a:cubicBezTo>
                    <a:pt x="40140" y="1788"/>
                    <a:pt x="40024" y="1857"/>
                    <a:pt x="39699" y="1857"/>
                  </a:cubicBezTo>
                  <a:cubicBezTo>
                    <a:pt x="39375" y="1857"/>
                    <a:pt x="39097" y="1973"/>
                    <a:pt x="39306" y="2066"/>
                  </a:cubicBezTo>
                  <a:cubicBezTo>
                    <a:pt x="39468" y="2136"/>
                    <a:pt x="39468" y="2298"/>
                    <a:pt x="39792" y="2391"/>
                  </a:cubicBezTo>
                  <a:cubicBezTo>
                    <a:pt x="39829" y="2398"/>
                    <a:pt x="39867" y="2401"/>
                    <a:pt x="39903" y="2401"/>
                  </a:cubicBezTo>
                  <a:cubicBezTo>
                    <a:pt x="40205" y="2401"/>
                    <a:pt x="40462" y="2162"/>
                    <a:pt x="40441" y="1997"/>
                  </a:cubicBezTo>
                  <a:cubicBezTo>
                    <a:pt x="40418" y="1811"/>
                    <a:pt x="41623" y="1626"/>
                    <a:pt x="41947" y="1533"/>
                  </a:cubicBezTo>
                  <a:cubicBezTo>
                    <a:pt x="42272" y="1464"/>
                    <a:pt x="41739" y="1116"/>
                    <a:pt x="42087" y="1093"/>
                  </a:cubicBezTo>
                  <a:cubicBezTo>
                    <a:pt x="42457" y="1070"/>
                    <a:pt x="42295" y="907"/>
                    <a:pt x="41878" y="838"/>
                  </a:cubicBezTo>
                  <a:cubicBezTo>
                    <a:pt x="41438" y="768"/>
                    <a:pt x="41600" y="397"/>
                    <a:pt x="41461" y="282"/>
                  </a:cubicBezTo>
                  <a:cubicBezTo>
                    <a:pt x="41435" y="256"/>
                    <a:pt x="41412" y="246"/>
                    <a:pt x="41386" y="246"/>
                  </a:cubicBezTo>
                  <a:close/>
                  <a:moveTo>
                    <a:pt x="41995" y="1733"/>
                  </a:moveTo>
                  <a:cubicBezTo>
                    <a:pt x="41579" y="1733"/>
                    <a:pt x="40696" y="1966"/>
                    <a:pt x="40696" y="2112"/>
                  </a:cubicBezTo>
                  <a:cubicBezTo>
                    <a:pt x="40696" y="2298"/>
                    <a:pt x="40163" y="2460"/>
                    <a:pt x="40325" y="2599"/>
                  </a:cubicBezTo>
                  <a:cubicBezTo>
                    <a:pt x="40441" y="2715"/>
                    <a:pt x="40557" y="2669"/>
                    <a:pt x="40719" y="2715"/>
                  </a:cubicBezTo>
                  <a:cubicBezTo>
                    <a:pt x="40872" y="2737"/>
                    <a:pt x="40964" y="3090"/>
                    <a:pt x="41208" y="3090"/>
                  </a:cubicBezTo>
                  <a:cubicBezTo>
                    <a:pt x="41222" y="3090"/>
                    <a:pt x="41237" y="3088"/>
                    <a:pt x="41252" y="3086"/>
                  </a:cubicBezTo>
                  <a:cubicBezTo>
                    <a:pt x="41278" y="3080"/>
                    <a:pt x="41307" y="3077"/>
                    <a:pt x="41340" y="3077"/>
                  </a:cubicBezTo>
                  <a:cubicBezTo>
                    <a:pt x="41686" y="3077"/>
                    <a:pt x="42381" y="3387"/>
                    <a:pt x="42805" y="3387"/>
                  </a:cubicBezTo>
                  <a:cubicBezTo>
                    <a:pt x="43268" y="3387"/>
                    <a:pt x="43315" y="3016"/>
                    <a:pt x="43176" y="2993"/>
                  </a:cubicBezTo>
                  <a:cubicBezTo>
                    <a:pt x="43037" y="2970"/>
                    <a:pt x="43153" y="2761"/>
                    <a:pt x="43431" y="2391"/>
                  </a:cubicBezTo>
                  <a:cubicBezTo>
                    <a:pt x="43613" y="2125"/>
                    <a:pt x="43118" y="1907"/>
                    <a:pt x="42822" y="1907"/>
                  </a:cubicBezTo>
                  <a:cubicBezTo>
                    <a:pt x="42705" y="1907"/>
                    <a:pt x="42620" y="1941"/>
                    <a:pt x="42620" y="2020"/>
                  </a:cubicBezTo>
                  <a:cubicBezTo>
                    <a:pt x="42620" y="2105"/>
                    <a:pt x="42594" y="2138"/>
                    <a:pt x="42555" y="2138"/>
                  </a:cubicBezTo>
                  <a:cubicBezTo>
                    <a:pt x="42455" y="2138"/>
                    <a:pt x="42269" y="1921"/>
                    <a:pt x="42202" y="1788"/>
                  </a:cubicBezTo>
                  <a:cubicBezTo>
                    <a:pt x="42183" y="1749"/>
                    <a:pt x="42105" y="1733"/>
                    <a:pt x="41995" y="1733"/>
                  </a:cubicBezTo>
                  <a:close/>
                  <a:moveTo>
                    <a:pt x="44861" y="2593"/>
                  </a:moveTo>
                  <a:cubicBezTo>
                    <a:pt x="44802" y="2593"/>
                    <a:pt x="44758" y="2616"/>
                    <a:pt x="44752" y="2669"/>
                  </a:cubicBezTo>
                  <a:cubicBezTo>
                    <a:pt x="44752" y="2854"/>
                    <a:pt x="44172" y="2692"/>
                    <a:pt x="44172" y="2877"/>
                  </a:cubicBezTo>
                  <a:cubicBezTo>
                    <a:pt x="44172" y="3039"/>
                    <a:pt x="43964" y="3132"/>
                    <a:pt x="43987" y="3318"/>
                  </a:cubicBezTo>
                  <a:cubicBezTo>
                    <a:pt x="43995" y="3376"/>
                    <a:pt x="43946" y="3380"/>
                    <a:pt x="43880" y="3380"/>
                  </a:cubicBezTo>
                  <a:cubicBezTo>
                    <a:pt x="43869" y="3380"/>
                    <a:pt x="43857" y="3380"/>
                    <a:pt x="43845" y="3380"/>
                  </a:cubicBezTo>
                  <a:cubicBezTo>
                    <a:pt x="43732" y="3380"/>
                    <a:pt x="43593" y="3391"/>
                    <a:pt x="43593" y="3619"/>
                  </a:cubicBezTo>
                  <a:cubicBezTo>
                    <a:pt x="43570" y="4013"/>
                    <a:pt x="42967" y="4245"/>
                    <a:pt x="43199" y="4384"/>
                  </a:cubicBezTo>
                  <a:cubicBezTo>
                    <a:pt x="43243" y="4410"/>
                    <a:pt x="43304" y="4420"/>
                    <a:pt x="43378" y="4420"/>
                  </a:cubicBezTo>
                  <a:cubicBezTo>
                    <a:pt x="43679" y="4420"/>
                    <a:pt x="44191" y="4243"/>
                    <a:pt x="44580" y="4243"/>
                  </a:cubicBezTo>
                  <a:cubicBezTo>
                    <a:pt x="44599" y="4243"/>
                    <a:pt x="44618" y="4244"/>
                    <a:pt x="44636" y="4245"/>
                  </a:cubicBezTo>
                  <a:cubicBezTo>
                    <a:pt x="44650" y="4245"/>
                    <a:pt x="44664" y="4246"/>
                    <a:pt x="44679" y="4246"/>
                  </a:cubicBezTo>
                  <a:cubicBezTo>
                    <a:pt x="45198" y="4246"/>
                    <a:pt x="46468" y="3867"/>
                    <a:pt x="46513" y="3619"/>
                  </a:cubicBezTo>
                  <a:cubicBezTo>
                    <a:pt x="46559" y="3364"/>
                    <a:pt x="46026" y="3364"/>
                    <a:pt x="45818" y="3155"/>
                  </a:cubicBezTo>
                  <a:cubicBezTo>
                    <a:pt x="45749" y="3079"/>
                    <a:pt x="45650" y="3048"/>
                    <a:pt x="45546" y="3048"/>
                  </a:cubicBezTo>
                  <a:cubicBezTo>
                    <a:pt x="45332" y="3048"/>
                    <a:pt x="45092" y="3178"/>
                    <a:pt x="45030" y="3318"/>
                  </a:cubicBezTo>
                  <a:cubicBezTo>
                    <a:pt x="44998" y="3369"/>
                    <a:pt x="44964" y="3392"/>
                    <a:pt x="44938" y="3392"/>
                  </a:cubicBezTo>
                  <a:cubicBezTo>
                    <a:pt x="44871" y="3392"/>
                    <a:pt x="44858" y="3234"/>
                    <a:pt x="45076" y="3016"/>
                  </a:cubicBezTo>
                  <a:cubicBezTo>
                    <a:pt x="45318" y="2792"/>
                    <a:pt x="45031" y="2593"/>
                    <a:pt x="44861" y="2593"/>
                  </a:cubicBezTo>
                  <a:close/>
                  <a:moveTo>
                    <a:pt x="64901" y="6438"/>
                  </a:moveTo>
                  <a:cubicBezTo>
                    <a:pt x="64486" y="6438"/>
                    <a:pt x="63527" y="7456"/>
                    <a:pt x="64033" y="7721"/>
                  </a:cubicBezTo>
                  <a:cubicBezTo>
                    <a:pt x="64265" y="7837"/>
                    <a:pt x="64335" y="7953"/>
                    <a:pt x="64474" y="8068"/>
                  </a:cubicBezTo>
                  <a:cubicBezTo>
                    <a:pt x="64502" y="8102"/>
                    <a:pt x="64552" y="8116"/>
                    <a:pt x="64615" y="8116"/>
                  </a:cubicBezTo>
                  <a:cubicBezTo>
                    <a:pt x="64810" y="8116"/>
                    <a:pt x="65127" y="7988"/>
                    <a:pt x="65285" y="7953"/>
                  </a:cubicBezTo>
                  <a:cubicBezTo>
                    <a:pt x="65302" y="7946"/>
                    <a:pt x="65318" y="7943"/>
                    <a:pt x="65333" y="7943"/>
                  </a:cubicBezTo>
                  <a:cubicBezTo>
                    <a:pt x="65443" y="7943"/>
                    <a:pt x="65495" y="8100"/>
                    <a:pt x="65634" y="8100"/>
                  </a:cubicBezTo>
                  <a:cubicBezTo>
                    <a:pt x="65678" y="8100"/>
                    <a:pt x="65730" y="8085"/>
                    <a:pt x="65795" y="8045"/>
                  </a:cubicBezTo>
                  <a:cubicBezTo>
                    <a:pt x="65937" y="7946"/>
                    <a:pt x="66080" y="7920"/>
                    <a:pt x="66230" y="7920"/>
                  </a:cubicBezTo>
                  <a:cubicBezTo>
                    <a:pt x="66397" y="7920"/>
                    <a:pt x="66573" y="7953"/>
                    <a:pt x="66768" y="7953"/>
                  </a:cubicBezTo>
                  <a:cubicBezTo>
                    <a:pt x="67116" y="7953"/>
                    <a:pt x="66699" y="7512"/>
                    <a:pt x="66722" y="7304"/>
                  </a:cubicBezTo>
                  <a:cubicBezTo>
                    <a:pt x="66722" y="7241"/>
                    <a:pt x="66770" y="7215"/>
                    <a:pt x="66828" y="7215"/>
                  </a:cubicBezTo>
                  <a:cubicBezTo>
                    <a:pt x="66941" y="7215"/>
                    <a:pt x="67092" y="7312"/>
                    <a:pt x="67000" y="7420"/>
                  </a:cubicBezTo>
                  <a:cubicBezTo>
                    <a:pt x="66869" y="7572"/>
                    <a:pt x="67149" y="7910"/>
                    <a:pt x="67628" y="7910"/>
                  </a:cubicBezTo>
                  <a:cubicBezTo>
                    <a:pt x="67657" y="7910"/>
                    <a:pt x="67687" y="7909"/>
                    <a:pt x="67718" y="7906"/>
                  </a:cubicBezTo>
                  <a:cubicBezTo>
                    <a:pt x="68228" y="7883"/>
                    <a:pt x="67834" y="7559"/>
                    <a:pt x="68089" y="7443"/>
                  </a:cubicBezTo>
                  <a:cubicBezTo>
                    <a:pt x="68367" y="7327"/>
                    <a:pt x="68321" y="7188"/>
                    <a:pt x="67950" y="6979"/>
                  </a:cubicBezTo>
                  <a:cubicBezTo>
                    <a:pt x="67579" y="6747"/>
                    <a:pt x="67093" y="6887"/>
                    <a:pt x="66768" y="6747"/>
                  </a:cubicBezTo>
                  <a:cubicBezTo>
                    <a:pt x="66627" y="6682"/>
                    <a:pt x="66478" y="6642"/>
                    <a:pt x="66350" y="6642"/>
                  </a:cubicBezTo>
                  <a:cubicBezTo>
                    <a:pt x="66162" y="6642"/>
                    <a:pt x="66017" y="6726"/>
                    <a:pt x="66003" y="6933"/>
                  </a:cubicBezTo>
                  <a:cubicBezTo>
                    <a:pt x="65999" y="7006"/>
                    <a:pt x="65969" y="7036"/>
                    <a:pt x="65922" y="7036"/>
                  </a:cubicBezTo>
                  <a:cubicBezTo>
                    <a:pt x="65728" y="7036"/>
                    <a:pt x="65240" y="6539"/>
                    <a:pt x="64960" y="6446"/>
                  </a:cubicBezTo>
                  <a:cubicBezTo>
                    <a:pt x="64942" y="6440"/>
                    <a:pt x="64922" y="6438"/>
                    <a:pt x="64901" y="6438"/>
                  </a:cubicBezTo>
                  <a:close/>
                  <a:moveTo>
                    <a:pt x="69214" y="7272"/>
                  </a:moveTo>
                  <a:cubicBezTo>
                    <a:pt x="69049" y="7272"/>
                    <a:pt x="68769" y="7678"/>
                    <a:pt x="68923" y="7698"/>
                  </a:cubicBezTo>
                  <a:cubicBezTo>
                    <a:pt x="69317" y="7721"/>
                    <a:pt x="69503" y="8115"/>
                    <a:pt x="70244" y="8161"/>
                  </a:cubicBezTo>
                  <a:cubicBezTo>
                    <a:pt x="70332" y="8167"/>
                    <a:pt x="70417" y="8169"/>
                    <a:pt x="70499" y="8169"/>
                  </a:cubicBezTo>
                  <a:cubicBezTo>
                    <a:pt x="71110" y="8169"/>
                    <a:pt x="71545" y="8026"/>
                    <a:pt x="71565" y="7883"/>
                  </a:cubicBezTo>
                  <a:cubicBezTo>
                    <a:pt x="71584" y="7756"/>
                    <a:pt x="71159" y="7585"/>
                    <a:pt x="70863" y="7585"/>
                  </a:cubicBezTo>
                  <a:cubicBezTo>
                    <a:pt x="70783" y="7585"/>
                    <a:pt x="70711" y="7598"/>
                    <a:pt x="70662" y="7628"/>
                  </a:cubicBezTo>
                  <a:cubicBezTo>
                    <a:pt x="70631" y="7645"/>
                    <a:pt x="70602" y="7652"/>
                    <a:pt x="70573" y="7652"/>
                  </a:cubicBezTo>
                  <a:cubicBezTo>
                    <a:pt x="70427" y="7652"/>
                    <a:pt x="70296" y="7473"/>
                    <a:pt x="70124" y="7473"/>
                  </a:cubicBezTo>
                  <a:cubicBezTo>
                    <a:pt x="70096" y="7473"/>
                    <a:pt x="70066" y="7478"/>
                    <a:pt x="70036" y="7489"/>
                  </a:cubicBezTo>
                  <a:cubicBezTo>
                    <a:pt x="69946" y="7514"/>
                    <a:pt x="69844" y="7530"/>
                    <a:pt x="69744" y="7530"/>
                  </a:cubicBezTo>
                  <a:cubicBezTo>
                    <a:pt x="69561" y="7530"/>
                    <a:pt x="69384" y="7477"/>
                    <a:pt x="69294" y="7327"/>
                  </a:cubicBezTo>
                  <a:cubicBezTo>
                    <a:pt x="69275" y="7288"/>
                    <a:pt x="69247" y="7272"/>
                    <a:pt x="69214" y="7272"/>
                  </a:cubicBezTo>
                  <a:close/>
                  <a:moveTo>
                    <a:pt x="50491" y="8325"/>
                  </a:moveTo>
                  <a:cubicBezTo>
                    <a:pt x="50348" y="8325"/>
                    <a:pt x="50206" y="8363"/>
                    <a:pt x="50175" y="8416"/>
                  </a:cubicBezTo>
                  <a:cubicBezTo>
                    <a:pt x="50105" y="8555"/>
                    <a:pt x="49758" y="8555"/>
                    <a:pt x="49850" y="8694"/>
                  </a:cubicBezTo>
                  <a:cubicBezTo>
                    <a:pt x="49908" y="8769"/>
                    <a:pt x="50050" y="8802"/>
                    <a:pt x="50207" y="8802"/>
                  </a:cubicBezTo>
                  <a:cubicBezTo>
                    <a:pt x="50489" y="8802"/>
                    <a:pt x="50824" y="8696"/>
                    <a:pt x="50824" y="8532"/>
                  </a:cubicBezTo>
                  <a:cubicBezTo>
                    <a:pt x="50836" y="8380"/>
                    <a:pt x="50663" y="8325"/>
                    <a:pt x="50491" y="8325"/>
                  </a:cubicBezTo>
                  <a:close/>
                  <a:moveTo>
                    <a:pt x="65981" y="8626"/>
                  </a:moveTo>
                  <a:cubicBezTo>
                    <a:pt x="65749" y="8626"/>
                    <a:pt x="65334" y="8840"/>
                    <a:pt x="65609" y="8926"/>
                  </a:cubicBezTo>
                  <a:cubicBezTo>
                    <a:pt x="65661" y="8945"/>
                    <a:pt x="65723" y="8956"/>
                    <a:pt x="65786" y="8956"/>
                  </a:cubicBezTo>
                  <a:cubicBezTo>
                    <a:pt x="65950" y="8956"/>
                    <a:pt x="66119" y="8885"/>
                    <a:pt x="66119" y="8717"/>
                  </a:cubicBezTo>
                  <a:cubicBezTo>
                    <a:pt x="66119" y="8652"/>
                    <a:pt x="66061" y="8626"/>
                    <a:pt x="65981" y="8626"/>
                  </a:cubicBezTo>
                  <a:close/>
                  <a:moveTo>
                    <a:pt x="66549" y="9098"/>
                  </a:moveTo>
                  <a:cubicBezTo>
                    <a:pt x="66102" y="9098"/>
                    <a:pt x="65732" y="9445"/>
                    <a:pt x="65795" y="9528"/>
                  </a:cubicBezTo>
                  <a:cubicBezTo>
                    <a:pt x="65906" y="9696"/>
                    <a:pt x="66690" y="9804"/>
                    <a:pt x="67151" y="9804"/>
                  </a:cubicBezTo>
                  <a:cubicBezTo>
                    <a:pt x="67264" y="9804"/>
                    <a:pt x="67358" y="9797"/>
                    <a:pt x="67417" y="9783"/>
                  </a:cubicBezTo>
                  <a:cubicBezTo>
                    <a:pt x="67695" y="9714"/>
                    <a:pt x="67208" y="9181"/>
                    <a:pt x="66699" y="9111"/>
                  </a:cubicBezTo>
                  <a:cubicBezTo>
                    <a:pt x="66648" y="9102"/>
                    <a:pt x="66598" y="9098"/>
                    <a:pt x="66549" y="9098"/>
                  </a:cubicBezTo>
                  <a:close/>
                  <a:moveTo>
                    <a:pt x="28135" y="9482"/>
                  </a:moveTo>
                  <a:cubicBezTo>
                    <a:pt x="27764" y="9482"/>
                    <a:pt x="27718" y="9876"/>
                    <a:pt x="27903" y="9922"/>
                  </a:cubicBezTo>
                  <a:cubicBezTo>
                    <a:pt x="27921" y="9924"/>
                    <a:pt x="27942" y="9925"/>
                    <a:pt x="27965" y="9925"/>
                  </a:cubicBezTo>
                  <a:cubicBezTo>
                    <a:pt x="28205" y="9925"/>
                    <a:pt x="28674" y="9820"/>
                    <a:pt x="28738" y="9714"/>
                  </a:cubicBezTo>
                  <a:cubicBezTo>
                    <a:pt x="28807" y="9598"/>
                    <a:pt x="28506" y="9482"/>
                    <a:pt x="28135" y="9482"/>
                  </a:cubicBezTo>
                  <a:close/>
                  <a:moveTo>
                    <a:pt x="32914" y="9877"/>
                  </a:moveTo>
                  <a:cubicBezTo>
                    <a:pt x="32744" y="9877"/>
                    <a:pt x="32453" y="10086"/>
                    <a:pt x="32608" y="10154"/>
                  </a:cubicBezTo>
                  <a:cubicBezTo>
                    <a:pt x="32699" y="10204"/>
                    <a:pt x="32785" y="10230"/>
                    <a:pt x="32855" y="10230"/>
                  </a:cubicBezTo>
                  <a:cubicBezTo>
                    <a:pt x="32980" y="10230"/>
                    <a:pt x="33055" y="10147"/>
                    <a:pt x="33025" y="9969"/>
                  </a:cubicBezTo>
                  <a:cubicBezTo>
                    <a:pt x="33019" y="9903"/>
                    <a:pt x="32974" y="9877"/>
                    <a:pt x="32914" y="9877"/>
                  </a:cubicBezTo>
                  <a:close/>
                  <a:moveTo>
                    <a:pt x="88101" y="11603"/>
                  </a:moveTo>
                  <a:cubicBezTo>
                    <a:pt x="87414" y="11603"/>
                    <a:pt x="86634" y="12067"/>
                    <a:pt x="86954" y="12217"/>
                  </a:cubicBezTo>
                  <a:cubicBezTo>
                    <a:pt x="87018" y="12249"/>
                    <a:pt x="87077" y="12261"/>
                    <a:pt x="87132" y="12261"/>
                  </a:cubicBezTo>
                  <a:cubicBezTo>
                    <a:pt x="87300" y="12261"/>
                    <a:pt x="87434" y="12149"/>
                    <a:pt x="87585" y="12149"/>
                  </a:cubicBezTo>
                  <a:cubicBezTo>
                    <a:pt x="87635" y="12149"/>
                    <a:pt x="87686" y="12161"/>
                    <a:pt x="87742" y="12194"/>
                  </a:cubicBezTo>
                  <a:cubicBezTo>
                    <a:pt x="87808" y="12242"/>
                    <a:pt x="87900" y="12260"/>
                    <a:pt x="88003" y="12260"/>
                  </a:cubicBezTo>
                  <a:cubicBezTo>
                    <a:pt x="88297" y="12260"/>
                    <a:pt x="88689" y="12112"/>
                    <a:pt x="88877" y="12078"/>
                  </a:cubicBezTo>
                  <a:cubicBezTo>
                    <a:pt x="89132" y="12031"/>
                    <a:pt x="89016" y="11707"/>
                    <a:pt x="88275" y="11614"/>
                  </a:cubicBezTo>
                  <a:cubicBezTo>
                    <a:pt x="88218" y="11607"/>
                    <a:pt x="88160" y="11603"/>
                    <a:pt x="88101" y="11603"/>
                  </a:cubicBezTo>
                  <a:close/>
                  <a:moveTo>
                    <a:pt x="26720" y="5619"/>
                  </a:moveTo>
                  <a:cubicBezTo>
                    <a:pt x="26260" y="5619"/>
                    <a:pt x="25636" y="5880"/>
                    <a:pt x="25447" y="6052"/>
                  </a:cubicBezTo>
                  <a:cubicBezTo>
                    <a:pt x="25192" y="6261"/>
                    <a:pt x="24821" y="6099"/>
                    <a:pt x="24543" y="6261"/>
                  </a:cubicBezTo>
                  <a:cubicBezTo>
                    <a:pt x="24376" y="6352"/>
                    <a:pt x="24081" y="6433"/>
                    <a:pt x="23826" y="6433"/>
                  </a:cubicBezTo>
                  <a:cubicBezTo>
                    <a:pt x="23690" y="6433"/>
                    <a:pt x="23565" y="6410"/>
                    <a:pt x="23477" y="6353"/>
                  </a:cubicBezTo>
                  <a:cubicBezTo>
                    <a:pt x="23424" y="6318"/>
                    <a:pt x="23369" y="6304"/>
                    <a:pt x="23313" y="6304"/>
                  </a:cubicBezTo>
                  <a:cubicBezTo>
                    <a:pt x="23087" y="6304"/>
                    <a:pt x="22852" y="6540"/>
                    <a:pt x="22684" y="6540"/>
                  </a:cubicBezTo>
                  <a:cubicBezTo>
                    <a:pt x="22678" y="6540"/>
                    <a:pt x="22672" y="6540"/>
                    <a:pt x="22666" y="6539"/>
                  </a:cubicBezTo>
                  <a:cubicBezTo>
                    <a:pt x="22656" y="6538"/>
                    <a:pt x="22646" y="6537"/>
                    <a:pt x="22636" y="6537"/>
                  </a:cubicBezTo>
                  <a:cubicBezTo>
                    <a:pt x="22443" y="6537"/>
                    <a:pt x="22215" y="6726"/>
                    <a:pt x="22004" y="6726"/>
                  </a:cubicBezTo>
                  <a:cubicBezTo>
                    <a:pt x="21993" y="6726"/>
                    <a:pt x="21982" y="6725"/>
                    <a:pt x="21970" y="6724"/>
                  </a:cubicBezTo>
                  <a:cubicBezTo>
                    <a:pt x="21762" y="6724"/>
                    <a:pt x="21298" y="6910"/>
                    <a:pt x="21275" y="7049"/>
                  </a:cubicBezTo>
                  <a:cubicBezTo>
                    <a:pt x="21229" y="7165"/>
                    <a:pt x="20858" y="7141"/>
                    <a:pt x="20858" y="7304"/>
                  </a:cubicBezTo>
                  <a:cubicBezTo>
                    <a:pt x="20858" y="7419"/>
                    <a:pt x="20694" y="7523"/>
                    <a:pt x="20540" y="7523"/>
                  </a:cubicBezTo>
                  <a:cubicBezTo>
                    <a:pt x="20478" y="7523"/>
                    <a:pt x="20418" y="7506"/>
                    <a:pt x="20371" y="7466"/>
                  </a:cubicBezTo>
                  <a:cubicBezTo>
                    <a:pt x="20343" y="7441"/>
                    <a:pt x="20313" y="7430"/>
                    <a:pt x="20286" y="7430"/>
                  </a:cubicBezTo>
                  <a:cubicBezTo>
                    <a:pt x="20157" y="7430"/>
                    <a:pt x="20065" y="7665"/>
                    <a:pt x="20256" y="7837"/>
                  </a:cubicBezTo>
                  <a:cubicBezTo>
                    <a:pt x="20487" y="8045"/>
                    <a:pt x="19838" y="8068"/>
                    <a:pt x="19954" y="8184"/>
                  </a:cubicBezTo>
                  <a:cubicBezTo>
                    <a:pt x="20070" y="8323"/>
                    <a:pt x="19699" y="8393"/>
                    <a:pt x="19792" y="8532"/>
                  </a:cubicBezTo>
                  <a:cubicBezTo>
                    <a:pt x="19862" y="8694"/>
                    <a:pt x="19560" y="8741"/>
                    <a:pt x="19305" y="8787"/>
                  </a:cubicBezTo>
                  <a:cubicBezTo>
                    <a:pt x="19074" y="8833"/>
                    <a:pt x="18935" y="9158"/>
                    <a:pt x="19259" y="9181"/>
                  </a:cubicBezTo>
                  <a:cubicBezTo>
                    <a:pt x="19560" y="9181"/>
                    <a:pt x="19074" y="9227"/>
                    <a:pt x="19097" y="9482"/>
                  </a:cubicBezTo>
                  <a:cubicBezTo>
                    <a:pt x="19143" y="9714"/>
                    <a:pt x="18610" y="9552"/>
                    <a:pt x="18633" y="9714"/>
                  </a:cubicBezTo>
                  <a:cubicBezTo>
                    <a:pt x="18633" y="9876"/>
                    <a:pt x="18541" y="9992"/>
                    <a:pt x="18239" y="9992"/>
                  </a:cubicBezTo>
                  <a:cubicBezTo>
                    <a:pt x="17938" y="9992"/>
                    <a:pt x="18378" y="10177"/>
                    <a:pt x="18425" y="10363"/>
                  </a:cubicBezTo>
                  <a:cubicBezTo>
                    <a:pt x="18448" y="10548"/>
                    <a:pt x="18100" y="10409"/>
                    <a:pt x="18100" y="10687"/>
                  </a:cubicBezTo>
                  <a:cubicBezTo>
                    <a:pt x="18077" y="10965"/>
                    <a:pt x="17498" y="10687"/>
                    <a:pt x="17405" y="11035"/>
                  </a:cubicBezTo>
                  <a:cubicBezTo>
                    <a:pt x="17349" y="11331"/>
                    <a:pt x="17576" y="11361"/>
                    <a:pt x="17799" y="11361"/>
                  </a:cubicBezTo>
                  <a:cubicBezTo>
                    <a:pt x="17855" y="11361"/>
                    <a:pt x="17910" y="11359"/>
                    <a:pt x="17961" y="11359"/>
                  </a:cubicBezTo>
                  <a:cubicBezTo>
                    <a:pt x="18216" y="11382"/>
                    <a:pt x="17868" y="11637"/>
                    <a:pt x="18054" y="11776"/>
                  </a:cubicBezTo>
                  <a:cubicBezTo>
                    <a:pt x="18129" y="11826"/>
                    <a:pt x="18195" y="11852"/>
                    <a:pt x="18242" y="11852"/>
                  </a:cubicBezTo>
                  <a:cubicBezTo>
                    <a:pt x="18326" y="11852"/>
                    <a:pt x="18352" y="11769"/>
                    <a:pt x="18262" y="11591"/>
                  </a:cubicBezTo>
                  <a:cubicBezTo>
                    <a:pt x="18233" y="11520"/>
                    <a:pt x="18264" y="11491"/>
                    <a:pt x="18322" y="11491"/>
                  </a:cubicBezTo>
                  <a:cubicBezTo>
                    <a:pt x="18491" y="11491"/>
                    <a:pt x="18893" y="11737"/>
                    <a:pt x="18703" y="11892"/>
                  </a:cubicBezTo>
                  <a:cubicBezTo>
                    <a:pt x="18471" y="12101"/>
                    <a:pt x="19097" y="12263"/>
                    <a:pt x="19398" y="12286"/>
                  </a:cubicBezTo>
                  <a:cubicBezTo>
                    <a:pt x="19594" y="12301"/>
                    <a:pt x="20125" y="12405"/>
                    <a:pt x="20477" y="12405"/>
                  </a:cubicBezTo>
                  <a:cubicBezTo>
                    <a:pt x="20666" y="12405"/>
                    <a:pt x="20804" y="12375"/>
                    <a:pt x="20812" y="12286"/>
                  </a:cubicBezTo>
                  <a:cubicBezTo>
                    <a:pt x="20835" y="12124"/>
                    <a:pt x="20418" y="11985"/>
                    <a:pt x="20070" y="11637"/>
                  </a:cubicBezTo>
                  <a:cubicBezTo>
                    <a:pt x="19746" y="11267"/>
                    <a:pt x="19491" y="10687"/>
                    <a:pt x="19885" y="10455"/>
                  </a:cubicBezTo>
                  <a:cubicBezTo>
                    <a:pt x="20279" y="10201"/>
                    <a:pt x="19931" y="10085"/>
                    <a:pt x="20325" y="9830"/>
                  </a:cubicBezTo>
                  <a:cubicBezTo>
                    <a:pt x="20719" y="9552"/>
                    <a:pt x="20487" y="9297"/>
                    <a:pt x="20812" y="9250"/>
                  </a:cubicBezTo>
                  <a:cubicBezTo>
                    <a:pt x="21136" y="9227"/>
                    <a:pt x="20765" y="8926"/>
                    <a:pt x="21090" y="8880"/>
                  </a:cubicBezTo>
                  <a:cubicBezTo>
                    <a:pt x="21414" y="8833"/>
                    <a:pt x="21484" y="8486"/>
                    <a:pt x="21437" y="8347"/>
                  </a:cubicBezTo>
                  <a:cubicBezTo>
                    <a:pt x="21391" y="8231"/>
                    <a:pt x="21762" y="8370"/>
                    <a:pt x="21947" y="8184"/>
                  </a:cubicBezTo>
                  <a:cubicBezTo>
                    <a:pt x="22133" y="7976"/>
                    <a:pt x="22550" y="8115"/>
                    <a:pt x="22666" y="7837"/>
                  </a:cubicBezTo>
                  <a:cubicBezTo>
                    <a:pt x="22805" y="7559"/>
                    <a:pt x="24659" y="6933"/>
                    <a:pt x="25725" y="6678"/>
                  </a:cubicBezTo>
                  <a:cubicBezTo>
                    <a:pt x="26768" y="6446"/>
                    <a:pt x="27486" y="6006"/>
                    <a:pt x="27115" y="5728"/>
                  </a:cubicBezTo>
                  <a:cubicBezTo>
                    <a:pt x="27020" y="5650"/>
                    <a:pt x="26880" y="5619"/>
                    <a:pt x="26720" y="5619"/>
                  </a:cubicBezTo>
                  <a:close/>
                  <a:moveTo>
                    <a:pt x="16176" y="13470"/>
                  </a:moveTo>
                  <a:cubicBezTo>
                    <a:pt x="15851" y="13470"/>
                    <a:pt x="15500" y="13785"/>
                    <a:pt x="15783" y="14048"/>
                  </a:cubicBezTo>
                  <a:cubicBezTo>
                    <a:pt x="15894" y="14147"/>
                    <a:pt x="16001" y="14185"/>
                    <a:pt x="16101" y="14185"/>
                  </a:cubicBezTo>
                  <a:cubicBezTo>
                    <a:pt x="16400" y="14185"/>
                    <a:pt x="16646" y="13856"/>
                    <a:pt x="16802" y="13839"/>
                  </a:cubicBezTo>
                  <a:cubicBezTo>
                    <a:pt x="17011" y="13816"/>
                    <a:pt x="16663" y="13584"/>
                    <a:pt x="16316" y="13491"/>
                  </a:cubicBezTo>
                  <a:cubicBezTo>
                    <a:pt x="16271" y="13477"/>
                    <a:pt x="16224" y="13470"/>
                    <a:pt x="16176" y="13470"/>
                  </a:cubicBezTo>
                  <a:close/>
                  <a:moveTo>
                    <a:pt x="942" y="25635"/>
                  </a:moveTo>
                  <a:cubicBezTo>
                    <a:pt x="881" y="25635"/>
                    <a:pt x="812" y="25647"/>
                    <a:pt x="742" y="25658"/>
                  </a:cubicBezTo>
                  <a:cubicBezTo>
                    <a:pt x="788" y="25682"/>
                    <a:pt x="812" y="25705"/>
                    <a:pt x="835" y="25728"/>
                  </a:cubicBezTo>
                  <a:cubicBezTo>
                    <a:pt x="904" y="25867"/>
                    <a:pt x="533" y="25890"/>
                    <a:pt x="649" y="26029"/>
                  </a:cubicBezTo>
                  <a:cubicBezTo>
                    <a:pt x="707" y="26110"/>
                    <a:pt x="644" y="26151"/>
                    <a:pt x="565" y="26151"/>
                  </a:cubicBezTo>
                  <a:cubicBezTo>
                    <a:pt x="487" y="26151"/>
                    <a:pt x="394" y="26110"/>
                    <a:pt x="394" y="26029"/>
                  </a:cubicBezTo>
                  <a:cubicBezTo>
                    <a:pt x="394" y="25965"/>
                    <a:pt x="332" y="25941"/>
                    <a:pt x="259" y="25941"/>
                  </a:cubicBezTo>
                  <a:cubicBezTo>
                    <a:pt x="147" y="25941"/>
                    <a:pt x="10" y="25996"/>
                    <a:pt x="24" y="26052"/>
                  </a:cubicBezTo>
                  <a:cubicBezTo>
                    <a:pt x="24" y="26099"/>
                    <a:pt x="24" y="26145"/>
                    <a:pt x="0" y="26191"/>
                  </a:cubicBezTo>
                  <a:cubicBezTo>
                    <a:pt x="93" y="26238"/>
                    <a:pt x="232" y="26261"/>
                    <a:pt x="279" y="26284"/>
                  </a:cubicBezTo>
                  <a:cubicBezTo>
                    <a:pt x="330" y="26319"/>
                    <a:pt x="881" y="26379"/>
                    <a:pt x="1313" y="26379"/>
                  </a:cubicBezTo>
                  <a:cubicBezTo>
                    <a:pt x="1462" y="26379"/>
                    <a:pt x="1597" y="26371"/>
                    <a:pt x="1692" y="26354"/>
                  </a:cubicBezTo>
                  <a:cubicBezTo>
                    <a:pt x="1669" y="26284"/>
                    <a:pt x="1715" y="26076"/>
                    <a:pt x="1715" y="25983"/>
                  </a:cubicBezTo>
                  <a:cubicBezTo>
                    <a:pt x="1715" y="25905"/>
                    <a:pt x="1551" y="25810"/>
                    <a:pt x="1457" y="25810"/>
                  </a:cubicBezTo>
                  <a:cubicBezTo>
                    <a:pt x="1440" y="25810"/>
                    <a:pt x="1425" y="25813"/>
                    <a:pt x="1414" y="25821"/>
                  </a:cubicBezTo>
                  <a:cubicBezTo>
                    <a:pt x="1405" y="25824"/>
                    <a:pt x="1393" y="25825"/>
                    <a:pt x="1380" y="25825"/>
                  </a:cubicBezTo>
                  <a:cubicBezTo>
                    <a:pt x="1293" y="25825"/>
                    <a:pt x="1130" y="25762"/>
                    <a:pt x="1090" y="25682"/>
                  </a:cubicBezTo>
                  <a:cubicBezTo>
                    <a:pt x="1055" y="25647"/>
                    <a:pt x="1003" y="25635"/>
                    <a:pt x="942" y="25635"/>
                  </a:cubicBezTo>
                  <a:close/>
                  <a:moveTo>
                    <a:pt x="48720" y="25448"/>
                  </a:moveTo>
                  <a:cubicBezTo>
                    <a:pt x="48726" y="25448"/>
                    <a:pt x="48732" y="25448"/>
                    <a:pt x="48738" y="25450"/>
                  </a:cubicBezTo>
                  <a:cubicBezTo>
                    <a:pt x="48900" y="25496"/>
                    <a:pt x="48576" y="26979"/>
                    <a:pt x="48112" y="27397"/>
                  </a:cubicBezTo>
                  <a:cubicBezTo>
                    <a:pt x="47672" y="27814"/>
                    <a:pt x="46745" y="27906"/>
                    <a:pt x="46745" y="28254"/>
                  </a:cubicBezTo>
                  <a:cubicBezTo>
                    <a:pt x="46745" y="28497"/>
                    <a:pt x="46123" y="28661"/>
                    <a:pt x="45771" y="28661"/>
                  </a:cubicBezTo>
                  <a:cubicBezTo>
                    <a:pt x="45651" y="28661"/>
                    <a:pt x="45563" y="28643"/>
                    <a:pt x="45540" y="28602"/>
                  </a:cubicBezTo>
                  <a:cubicBezTo>
                    <a:pt x="45447" y="28486"/>
                    <a:pt x="46351" y="28439"/>
                    <a:pt x="46583" y="27953"/>
                  </a:cubicBezTo>
                  <a:cubicBezTo>
                    <a:pt x="46791" y="27466"/>
                    <a:pt x="47625" y="27211"/>
                    <a:pt x="48019" y="26562"/>
                  </a:cubicBezTo>
                  <a:cubicBezTo>
                    <a:pt x="48311" y="26136"/>
                    <a:pt x="48538" y="25448"/>
                    <a:pt x="48720" y="25448"/>
                  </a:cubicBezTo>
                  <a:close/>
                  <a:moveTo>
                    <a:pt x="66896" y="26620"/>
                  </a:moveTo>
                  <a:cubicBezTo>
                    <a:pt x="66886" y="26620"/>
                    <a:pt x="66875" y="26624"/>
                    <a:pt x="66861" y="26632"/>
                  </a:cubicBezTo>
                  <a:cubicBezTo>
                    <a:pt x="66699" y="26724"/>
                    <a:pt x="66861" y="27165"/>
                    <a:pt x="66606" y="27188"/>
                  </a:cubicBezTo>
                  <a:cubicBezTo>
                    <a:pt x="66351" y="27234"/>
                    <a:pt x="66583" y="27466"/>
                    <a:pt x="66490" y="27790"/>
                  </a:cubicBezTo>
                  <a:cubicBezTo>
                    <a:pt x="66397" y="28115"/>
                    <a:pt x="66536" y="28578"/>
                    <a:pt x="66675" y="28880"/>
                  </a:cubicBezTo>
                  <a:cubicBezTo>
                    <a:pt x="66791" y="29158"/>
                    <a:pt x="66490" y="30711"/>
                    <a:pt x="66606" y="30965"/>
                  </a:cubicBezTo>
                  <a:cubicBezTo>
                    <a:pt x="66745" y="31244"/>
                    <a:pt x="66397" y="32379"/>
                    <a:pt x="66513" y="32518"/>
                  </a:cubicBezTo>
                  <a:cubicBezTo>
                    <a:pt x="66547" y="32552"/>
                    <a:pt x="66572" y="32566"/>
                    <a:pt x="66591" y="32566"/>
                  </a:cubicBezTo>
                  <a:cubicBezTo>
                    <a:pt x="66688" y="32566"/>
                    <a:pt x="66628" y="32186"/>
                    <a:pt x="66861" y="32147"/>
                  </a:cubicBezTo>
                  <a:cubicBezTo>
                    <a:pt x="66878" y="32145"/>
                    <a:pt x="66895" y="32143"/>
                    <a:pt x="66911" y="32143"/>
                  </a:cubicBezTo>
                  <a:cubicBezTo>
                    <a:pt x="67163" y="32143"/>
                    <a:pt x="67173" y="32477"/>
                    <a:pt x="67347" y="32565"/>
                  </a:cubicBezTo>
                  <a:cubicBezTo>
                    <a:pt x="67356" y="32568"/>
                    <a:pt x="67364" y="32570"/>
                    <a:pt x="67372" y="32570"/>
                  </a:cubicBezTo>
                  <a:cubicBezTo>
                    <a:pt x="67492" y="32570"/>
                    <a:pt x="67395" y="32075"/>
                    <a:pt x="67270" y="32075"/>
                  </a:cubicBezTo>
                  <a:cubicBezTo>
                    <a:pt x="67265" y="32075"/>
                    <a:pt x="67260" y="32076"/>
                    <a:pt x="67255" y="32078"/>
                  </a:cubicBezTo>
                  <a:cubicBezTo>
                    <a:pt x="67250" y="32079"/>
                    <a:pt x="67246" y="32079"/>
                    <a:pt x="67242" y="32079"/>
                  </a:cubicBezTo>
                  <a:cubicBezTo>
                    <a:pt x="67085" y="32079"/>
                    <a:pt x="66952" y="31677"/>
                    <a:pt x="66884" y="31429"/>
                  </a:cubicBezTo>
                  <a:cubicBezTo>
                    <a:pt x="66791" y="31174"/>
                    <a:pt x="67046" y="30873"/>
                    <a:pt x="67046" y="30548"/>
                  </a:cubicBezTo>
                  <a:cubicBezTo>
                    <a:pt x="67046" y="30376"/>
                    <a:pt x="67157" y="30296"/>
                    <a:pt x="67295" y="30296"/>
                  </a:cubicBezTo>
                  <a:cubicBezTo>
                    <a:pt x="67418" y="30296"/>
                    <a:pt x="67563" y="30359"/>
                    <a:pt x="67672" y="30479"/>
                  </a:cubicBezTo>
                  <a:cubicBezTo>
                    <a:pt x="67763" y="30562"/>
                    <a:pt x="67825" y="30594"/>
                    <a:pt x="67862" y="30594"/>
                  </a:cubicBezTo>
                  <a:cubicBezTo>
                    <a:pt x="67929" y="30594"/>
                    <a:pt x="67917" y="30490"/>
                    <a:pt x="67857" y="30386"/>
                  </a:cubicBezTo>
                  <a:cubicBezTo>
                    <a:pt x="67765" y="30201"/>
                    <a:pt x="67463" y="28903"/>
                    <a:pt x="67278" y="28439"/>
                  </a:cubicBezTo>
                  <a:cubicBezTo>
                    <a:pt x="67093" y="27976"/>
                    <a:pt x="67533" y="27512"/>
                    <a:pt x="67208" y="27281"/>
                  </a:cubicBezTo>
                  <a:cubicBezTo>
                    <a:pt x="66912" y="27047"/>
                    <a:pt x="67003" y="26620"/>
                    <a:pt x="66896" y="26620"/>
                  </a:cubicBezTo>
                  <a:close/>
                  <a:moveTo>
                    <a:pt x="45557" y="4751"/>
                  </a:moveTo>
                  <a:cubicBezTo>
                    <a:pt x="45410" y="4751"/>
                    <a:pt x="45243" y="4831"/>
                    <a:pt x="44891" y="4893"/>
                  </a:cubicBezTo>
                  <a:cubicBezTo>
                    <a:pt x="44520" y="4963"/>
                    <a:pt x="44474" y="5264"/>
                    <a:pt x="44288" y="5357"/>
                  </a:cubicBezTo>
                  <a:cubicBezTo>
                    <a:pt x="44103" y="5450"/>
                    <a:pt x="43755" y="5797"/>
                    <a:pt x="43917" y="5820"/>
                  </a:cubicBezTo>
                  <a:cubicBezTo>
                    <a:pt x="44080" y="5867"/>
                    <a:pt x="44010" y="5959"/>
                    <a:pt x="44033" y="6052"/>
                  </a:cubicBezTo>
                  <a:cubicBezTo>
                    <a:pt x="44049" y="6131"/>
                    <a:pt x="43978" y="6167"/>
                    <a:pt x="43873" y="6167"/>
                  </a:cubicBezTo>
                  <a:cubicBezTo>
                    <a:pt x="43824" y="6167"/>
                    <a:pt x="43767" y="6160"/>
                    <a:pt x="43709" y="6145"/>
                  </a:cubicBezTo>
                  <a:cubicBezTo>
                    <a:pt x="43655" y="6138"/>
                    <a:pt x="43562" y="6133"/>
                    <a:pt x="43458" y="6133"/>
                  </a:cubicBezTo>
                  <a:cubicBezTo>
                    <a:pt x="43202" y="6133"/>
                    <a:pt x="42874" y="6162"/>
                    <a:pt x="42874" y="6261"/>
                  </a:cubicBezTo>
                  <a:cubicBezTo>
                    <a:pt x="42898" y="6400"/>
                    <a:pt x="43268" y="6469"/>
                    <a:pt x="43245" y="6539"/>
                  </a:cubicBezTo>
                  <a:cubicBezTo>
                    <a:pt x="43239" y="6559"/>
                    <a:pt x="43212" y="6568"/>
                    <a:pt x="43174" y="6568"/>
                  </a:cubicBezTo>
                  <a:cubicBezTo>
                    <a:pt x="43083" y="6568"/>
                    <a:pt x="42926" y="6519"/>
                    <a:pt x="42828" y="6469"/>
                  </a:cubicBezTo>
                  <a:cubicBezTo>
                    <a:pt x="42778" y="6444"/>
                    <a:pt x="42710" y="6431"/>
                    <a:pt x="42641" y="6431"/>
                  </a:cubicBezTo>
                  <a:cubicBezTo>
                    <a:pt x="42516" y="6431"/>
                    <a:pt x="42386" y="6473"/>
                    <a:pt x="42341" y="6562"/>
                  </a:cubicBezTo>
                  <a:cubicBezTo>
                    <a:pt x="42315" y="6641"/>
                    <a:pt x="42230" y="6667"/>
                    <a:pt x="42148" y="6667"/>
                  </a:cubicBezTo>
                  <a:cubicBezTo>
                    <a:pt x="42085" y="6667"/>
                    <a:pt x="42024" y="6652"/>
                    <a:pt x="41994" y="6632"/>
                  </a:cubicBezTo>
                  <a:cubicBezTo>
                    <a:pt x="41986" y="6629"/>
                    <a:pt x="41977" y="6628"/>
                    <a:pt x="41967" y="6628"/>
                  </a:cubicBezTo>
                  <a:cubicBezTo>
                    <a:pt x="41906" y="6628"/>
                    <a:pt x="41810" y="6668"/>
                    <a:pt x="41722" y="6668"/>
                  </a:cubicBezTo>
                  <a:cubicBezTo>
                    <a:pt x="41696" y="6668"/>
                    <a:pt x="41670" y="6664"/>
                    <a:pt x="41646" y="6655"/>
                  </a:cubicBezTo>
                  <a:cubicBezTo>
                    <a:pt x="41507" y="6632"/>
                    <a:pt x="41878" y="6446"/>
                    <a:pt x="41785" y="6353"/>
                  </a:cubicBezTo>
                  <a:cubicBezTo>
                    <a:pt x="41759" y="6328"/>
                    <a:pt x="41712" y="6316"/>
                    <a:pt x="41656" y="6316"/>
                  </a:cubicBezTo>
                  <a:cubicBezTo>
                    <a:pt x="41511" y="6316"/>
                    <a:pt x="41309" y="6392"/>
                    <a:pt x="41275" y="6493"/>
                  </a:cubicBezTo>
                  <a:cubicBezTo>
                    <a:pt x="41264" y="6525"/>
                    <a:pt x="41243" y="6538"/>
                    <a:pt x="41216" y="6538"/>
                  </a:cubicBezTo>
                  <a:cubicBezTo>
                    <a:pt x="41138" y="6538"/>
                    <a:pt x="41012" y="6440"/>
                    <a:pt x="40934" y="6440"/>
                  </a:cubicBezTo>
                  <a:cubicBezTo>
                    <a:pt x="40923" y="6440"/>
                    <a:pt x="40913" y="6442"/>
                    <a:pt x="40905" y="6446"/>
                  </a:cubicBezTo>
                  <a:cubicBezTo>
                    <a:pt x="40835" y="6493"/>
                    <a:pt x="40719" y="6539"/>
                    <a:pt x="40557" y="6608"/>
                  </a:cubicBezTo>
                  <a:cubicBezTo>
                    <a:pt x="40521" y="6624"/>
                    <a:pt x="40479" y="6629"/>
                    <a:pt x="40433" y="6629"/>
                  </a:cubicBezTo>
                  <a:cubicBezTo>
                    <a:pt x="40339" y="6629"/>
                    <a:pt x="40233" y="6607"/>
                    <a:pt x="40150" y="6607"/>
                  </a:cubicBezTo>
                  <a:cubicBezTo>
                    <a:pt x="40092" y="6607"/>
                    <a:pt x="40046" y="6618"/>
                    <a:pt x="40024" y="6655"/>
                  </a:cubicBezTo>
                  <a:cubicBezTo>
                    <a:pt x="39978" y="6794"/>
                    <a:pt x="40348" y="6840"/>
                    <a:pt x="40372" y="6887"/>
                  </a:cubicBezTo>
                  <a:cubicBezTo>
                    <a:pt x="40372" y="6956"/>
                    <a:pt x="39491" y="6933"/>
                    <a:pt x="39468" y="7026"/>
                  </a:cubicBezTo>
                  <a:cubicBezTo>
                    <a:pt x="39445" y="7118"/>
                    <a:pt x="39143" y="7118"/>
                    <a:pt x="38772" y="7118"/>
                  </a:cubicBezTo>
                  <a:cubicBezTo>
                    <a:pt x="38402" y="7118"/>
                    <a:pt x="38564" y="7304"/>
                    <a:pt x="38263" y="7373"/>
                  </a:cubicBezTo>
                  <a:cubicBezTo>
                    <a:pt x="37985" y="7420"/>
                    <a:pt x="37845" y="7420"/>
                    <a:pt x="37753" y="7582"/>
                  </a:cubicBezTo>
                  <a:cubicBezTo>
                    <a:pt x="37700" y="7661"/>
                    <a:pt x="37603" y="7702"/>
                    <a:pt x="37511" y="7702"/>
                  </a:cubicBezTo>
                  <a:cubicBezTo>
                    <a:pt x="37442" y="7702"/>
                    <a:pt x="37376" y="7678"/>
                    <a:pt x="37336" y="7628"/>
                  </a:cubicBezTo>
                  <a:cubicBezTo>
                    <a:pt x="37314" y="7601"/>
                    <a:pt x="37281" y="7590"/>
                    <a:pt x="37246" y="7590"/>
                  </a:cubicBezTo>
                  <a:cubicBezTo>
                    <a:pt x="37134" y="7590"/>
                    <a:pt x="36998" y="7698"/>
                    <a:pt x="37104" y="7698"/>
                  </a:cubicBezTo>
                  <a:cubicBezTo>
                    <a:pt x="37254" y="7719"/>
                    <a:pt x="37147" y="7839"/>
                    <a:pt x="37056" y="7839"/>
                  </a:cubicBezTo>
                  <a:cubicBezTo>
                    <a:pt x="37049" y="7839"/>
                    <a:pt x="37041" y="7838"/>
                    <a:pt x="37034" y="7837"/>
                  </a:cubicBezTo>
                  <a:cubicBezTo>
                    <a:pt x="37029" y="7835"/>
                    <a:pt x="37023" y="7835"/>
                    <a:pt x="37016" y="7835"/>
                  </a:cubicBezTo>
                  <a:cubicBezTo>
                    <a:pt x="36919" y="7835"/>
                    <a:pt x="36722" y="7978"/>
                    <a:pt x="36805" y="7978"/>
                  </a:cubicBezTo>
                  <a:cubicBezTo>
                    <a:pt x="36811" y="7978"/>
                    <a:pt x="36818" y="7977"/>
                    <a:pt x="36826" y="7976"/>
                  </a:cubicBezTo>
                  <a:cubicBezTo>
                    <a:pt x="36838" y="7974"/>
                    <a:pt x="36850" y="7973"/>
                    <a:pt x="36861" y="7973"/>
                  </a:cubicBezTo>
                  <a:cubicBezTo>
                    <a:pt x="36976" y="7973"/>
                    <a:pt x="37028" y="8077"/>
                    <a:pt x="36965" y="8161"/>
                  </a:cubicBezTo>
                  <a:cubicBezTo>
                    <a:pt x="36950" y="8180"/>
                    <a:pt x="36926" y="8188"/>
                    <a:pt x="36895" y="8188"/>
                  </a:cubicBezTo>
                  <a:cubicBezTo>
                    <a:pt x="36803" y="8188"/>
                    <a:pt x="36656" y="8122"/>
                    <a:pt x="36562" y="8122"/>
                  </a:cubicBezTo>
                  <a:cubicBezTo>
                    <a:pt x="36538" y="8122"/>
                    <a:pt x="36517" y="8127"/>
                    <a:pt x="36501" y="8138"/>
                  </a:cubicBezTo>
                  <a:cubicBezTo>
                    <a:pt x="36432" y="8231"/>
                    <a:pt x="36664" y="8323"/>
                    <a:pt x="36803" y="8323"/>
                  </a:cubicBezTo>
                  <a:cubicBezTo>
                    <a:pt x="36817" y="8321"/>
                    <a:pt x="36831" y="8320"/>
                    <a:pt x="36845" y="8320"/>
                  </a:cubicBezTo>
                  <a:cubicBezTo>
                    <a:pt x="36960" y="8320"/>
                    <a:pt x="37034" y="8405"/>
                    <a:pt x="37034" y="8509"/>
                  </a:cubicBezTo>
                  <a:cubicBezTo>
                    <a:pt x="37040" y="8531"/>
                    <a:pt x="37024" y="8539"/>
                    <a:pt x="36996" y="8539"/>
                  </a:cubicBezTo>
                  <a:cubicBezTo>
                    <a:pt x="36935" y="8539"/>
                    <a:pt x="36815" y="8502"/>
                    <a:pt x="36729" y="8502"/>
                  </a:cubicBezTo>
                  <a:cubicBezTo>
                    <a:pt x="36689" y="8502"/>
                    <a:pt x="36657" y="8510"/>
                    <a:pt x="36640" y="8532"/>
                  </a:cubicBezTo>
                  <a:cubicBezTo>
                    <a:pt x="36571" y="8601"/>
                    <a:pt x="36687" y="8648"/>
                    <a:pt x="36849" y="8671"/>
                  </a:cubicBezTo>
                  <a:cubicBezTo>
                    <a:pt x="36988" y="8671"/>
                    <a:pt x="36872" y="8741"/>
                    <a:pt x="37011" y="8856"/>
                  </a:cubicBezTo>
                  <a:cubicBezTo>
                    <a:pt x="37034" y="8880"/>
                    <a:pt x="37034" y="8880"/>
                    <a:pt x="37034" y="8880"/>
                  </a:cubicBezTo>
                  <a:cubicBezTo>
                    <a:pt x="37127" y="8995"/>
                    <a:pt x="36965" y="9019"/>
                    <a:pt x="36988" y="9111"/>
                  </a:cubicBezTo>
                  <a:cubicBezTo>
                    <a:pt x="37002" y="9180"/>
                    <a:pt x="36941" y="9225"/>
                    <a:pt x="36890" y="9225"/>
                  </a:cubicBezTo>
                  <a:cubicBezTo>
                    <a:pt x="36856" y="9225"/>
                    <a:pt x="36826" y="9204"/>
                    <a:pt x="36826" y="9158"/>
                  </a:cubicBezTo>
                  <a:cubicBezTo>
                    <a:pt x="36826" y="9106"/>
                    <a:pt x="36694" y="9075"/>
                    <a:pt x="36562" y="9075"/>
                  </a:cubicBezTo>
                  <a:cubicBezTo>
                    <a:pt x="36460" y="9075"/>
                    <a:pt x="36357" y="9094"/>
                    <a:pt x="36316" y="9134"/>
                  </a:cubicBezTo>
                  <a:cubicBezTo>
                    <a:pt x="36253" y="9213"/>
                    <a:pt x="36201" y="9270"/>
                    <a:pt x="36145" y="9270"/>
                  </a:cubicBezTo>
                  <a:cubicBezTo>
                    <a:pt x="36118" y="9270"/>
                    <a:pt x="36091" y="9257"/>
                    <a:pt x="36061" y="9227"/>
                  </a:cubicBezTo>
                  <a:cubicBezTo>
                    <a:pt x="36029" y="9201"/>
                    <a:pt x="35982" y="9192"/>
                    <a:pt x="35923" y="9192"/>
                  </a:cubicBezTo>
                  <a:cubicBezTo>
                    <a:pt x="35770" y="9192"/>
                    <a:pt x="35534" y="9257"/>
                    <a:pt x="35250" y="9274"/>
                  </a:cubicBezTo>
                  <a:cubicBezTo>
                    <a:pt x="34856" y="9297"/>
                    <a:pt x="34045" y="9320"/>
                    <a:pt x="33836" y="9389"/>
                  </a:cubicBezTo>
                  <a:cubicBezTo>
                    <a:pt x="33628" y="9459"/>
                    <a:pt x="33465" y="9760"/>
                    <a:pt x="33651" y="9946"/>
                  </a:cubicBezTo>
                  <a:cubicBezTo>
                    <a:pt x="33836" y="10131"/>
                    <a:pt x="33651" y="10201"/>
                    <a:pt x="33651" y="10316"/>
                  </a:cubicBezTo>
                  <a:cubicBezTo>
                    <a:pt x="33651" y="10455"/>
                    <a:pt x="34137" y="10687"/>
                    <a:pt x="34416" y="10734"/>
                  </a:cubicBezTo>
                  <a:cubicBezTo>
                    <a:pt x="34670" y="10757"/>
                    <a:pt x="34879" y="11058"/>
                    <a:pt x="34717" y="11267"/>
                  </a:cubicBezTo>
                  <a:cubicBezTo>
                    <a:pt x="34683" y="11311"/>
                    <a:pt x="34630" y="11330"/>
                    <a:pt x="34563" y="11330"/>
                  </a:cubicBezTo>
                  <a:cubicBezTo>
                    <a:pt x="34354" y="11330"/>
                    <a:pt x="34018" y="11141"/>
                    <a:pt x="33790" y="10965"/>
                  </a:cubicBezTo>
                  <a:cubicBezTo>
                    <a:pt x="33518" y="10735"/>
                    <a:pt x="32907" y="10637"/>
                    <a:pt x="32620" y="10637"/>
                  </a:cubicBezTo>
                  <a:cubicBezTo>
                    <a:pt x="32588" y="10637"/>
                    <a:pt x="32561" y="10639"/>
                    <a:pt x="32538" y="10641"/>
                  </a:cubicBezTo>
                  <a:cubicBezTo>
                    <a:pt x="32527" y="10642"/>
                    <a:pt x="32517" y="10643"/>
                    <a:pt x="32508" y="10643"/>
                  </a:cubicBezTo>
                  <a:cubicBezTo>
                    <a:pt x="32319" y="10643"/>
                    <a:pt x="32431" y="10432"/>
                    <a:pt x="32144" y="10432"/>
                  </a:cubicBezTo>
                  <a:cubicBezTo>
                    <a:pt x="31843" y="10432"/>
                    <a:pt x="31588" y="10710"/>
                    <a:pt x="31797" y="10710"/>
                  </a:cubicBezTo>
                  <a:cubicBezTo>
                    <a:pt x="31866" y="10710"/>
                    <a:pt x="31926" y="10708"/>
                    <a:pt x="31970" y="10708"/>
                  </a:cubicBezTo>
                  <a:cubicBezTo>
                    <a:pt x="32059" y="10708"/>
                    <a:pt x="32090" y="10718"/>
                    <a:pt x="32029" y="10780"/>
                  </a:cubicBezTo>
                  <a:cubicBezTo>
                    <a:pt x="31913" y="10896"/>
                    <a:pt x="32075" y="10873"/>
                    <a:pt x="32330" y="10965"/>
                  </a:cubicBezTo>
                  <a:cubicBezTo>
                    <a:pt x="32486" y="11043"/>
                    <a:pt x="32337" y="11132"/>
                    <a:pt x="32146" y="11132"/>
                  </a:cubicBezTo>
                  <a:cubicBezTo>
                    <a:pt x="32053" y="11132"/>
                    <a:pt x="31950" y="11111"/>
                    <a:pt x="31866" y="11058"/>
                  </a:cubicBezTo>
                  <a:cubicBezTo>
                    <a:pt x="31784" y="10998"/>
                    <a:pt x="31702" y="10975"/>
                    <a:pt x="31626" y="10975"/>
                  </a:cubicBezTo>
                  <a:cubicBezTo>
                    <a:pt x="31466" y="10975"/>
                    <a:pt x="31334" y="11080"/>
                    <a:pt x="31287" y="11174"/>
                  </a:cubicBezTo>
                  <a:cubicBezTo>
                    <a:pt x="31194" y="11290"/>
                    <a:pt x="31565" y="11661"/>
                    <a:pt x="32005" y="11730"/>
                  </a:cubicBezTo>
                  <a:cubicBezTo>
                    <a:pt x="32446" y="11800"/>
                    <a:pt x="32283" y="11939"/>
                    <a:pt x="32492" y="12008"/>
                  </a:cubicBezTo>
                  <a:cubicBezTo>
                    <a:pt x="32701" y="12078"/>
                    <a:pt x="32562" y="12170"/>
                    <a:pt x="32422" y="12170"/>
                  </a:cubicBezTo>
                  <a:cubicBezTo>
                    <a:pt x="32283" y="12170"/>
                    <a:pt x="32005" y="11962"/>
                    <a:pt x="31774" y="11846"/>
                  </a:cubicBezTo>
                  <a:cubicBezTo>
                    <a:pt x="31712" y="11812"/>
                    <a:pt x="31618" y="11802"/>
                    <a:pt x="31512" y="11802"/>
                  </a:cubicBezTo>
                  <a:cubicBezTo>
                    <a:pt x="31366" y="11802"/>
                    <a:pt x="31199" y="11821"/>
                    <a:pt x="31065" y="11821"/>
                  </a:cubicBezTo>
                  <a:cubicBezTo>
                    <a:pt x="30967" y="11821"/>
                    <a:pt x="30888" y="11811"/>
                    <a:pt x="30847" y="11776"/>
                  </a:cubicBezTo>
                  <a:cubicBezTo>
                    <a:pt x="30731" y="11637"/>
                    <a:pt x="30939" y="11522"/>
                    <a:pt x="30823" y="11406"/>
                  </a:cubicBezTo>
                  <a:cubicBezTo>
                    <a:pt x="30708" y="11313"/>
                    <a:pt x="30800" y="11104"/>
                    <a:pt x="30962" y="10873"/>
                  </a:cubicBezTo>
                  <a:cubicBezTo>
                    <a:pt x="31101" y="10641"/>
                    <a:pt x="30939" y="10247"/>
                    <a:pt x="30731" y="10201"/>
                  </a:cubicBezTo>
                  <a:cubicBezTo>
                    <a:pt x="30702" y="10191"/>
                    <a:pt x="30677" y="10187"/>
                    <a:pt x="30655" y="10187"/>
                  </a:cubicBezTo>
                  <a:cubicBezTo>
                    <a:pt x="30523" y="10187"/>
                    <a:pt x="30529" y="10349"/>
                    <a:pt x="30568" y="10409"/>
                  </a:cubicBezTo>
                  <a:cubicBezTo>
                    <a:pt x="30615" y="10479"/>
                    <a:pt x="30592" y="10780"/>
                    <a:pt x="30429" y="10989"/>
                  </a:cubicBezTo>
                  <a:cubicBezTo>
                    <a:pt x="30267" y="11174"/>
                    <a:pt x="29781" y="11174"/>
                    <a:pt x="29781" y="11313"/>
                  </a:cubicBezTo>
                  <a:cubicBezTo>
                    <a:pt x="29781" y="11452"/>
                    <a:pt x="29456" y="11568"/>
                    <a:pt x="29572" y="11661"/>
                  </a:cubicBezTo>
                  <a:cubicBezTo>
                    <a:pt x="29688" y="11753"/>
                    <a:pt x="30128" y="12263"/>
                    <a:pt x="30198" y="12402"/>
                  </a:cubicBezTo>
                  <a:cubicBezTo>
                    <a:pt x="30244" y="12564"/>
                    <a:pt x="29781" y="13051"/>
                    <a:pt x="29873" y="13329"/>
                  </a:cubicBezTo>
                  <a:cubicBezTo>
                    <a:pt x="29943" y="13607"/>
                    <a:pt x="29804" y="13746"/>
                    <a:pt x="29896" y="13885"/>
                  </a:cubicBezTo>
                  <a:cubicBezTo>
                    <a:pt x="29925" y="13943"/>
                    <a:pt x="29977" y="13957"/>
                    <a:pt x="30038" y="13957"/>
                  </a:cubicBezTo>
                  <a:cubicBezTo>
                    <a:pt x="30098" y="13957"/>
                    <a:pt x="30166" y="13943"/>
                    <a:pt x="30229" y="13943"/>
                  </a:cubicBezTo>
                  <a:cubicBezTo>
                    <a:pt x="30259" y="13943"/>
                    <a:pt x="30287" y="13946"/>
                    <a:pt x="30314" y="13955"/>
                  </a:cubicBezTo>
                  <a:cubicBezTo>
                    <a:pt x="30330" y="13961"/>
                    <a:pt x="30348" y="13964"/>
                    <a:pt x="30367" y="13964"/>
                  </a:cubicBezTo>
                  <a:cubicBezTo>
                    <a:pt x="30489" y="13964"/>
                    <a:pt x="30680" y="13856"/>
                    <a:pt x="30939" y="13816"/>
                  </a:cubicBezTo>
                  <a:cubicBezTo>
                    <a:pt x="30961" y="13813"/>
                    <a:pt x="30983" y="13811"/>
                    <a:pt x="31007" y="13811"/>
                  </a:cubicBezTo>
                  <a:cubicBezTo>
                    <a:pt x="31317" y="13811"/>
                    <a:pt x="31811" y="14077"/>
                    <a:pt x="32005" y="14164"/>
                  </a:cubicBezTo>
                  <a:cubicBezTo>
                    <a:pt x="32191" y="14279"/>
                    <a:pt x="32098" y="14442"/>
                    <a:pt x="32191" y="14604"/>
                  </a:cubicBezTo>
                  <a:cubicBezTo>
                    <a:pt x="32307" y="14766"/>
                    <a:pt x="31959" y="14766"/>
                    <a:pt x="31959" y="14998"/>
                  </a:cubicBezTo>
                  <a:cubicBezTo>
                    <a:pt x="31936" y="15230"/>
                    <a:pt x="32562" y="15345"/>
                    <a:pt x="32585" y="15415"/>
                  </a:cubicBezTo>
                  <a:cubicBezTo>
                    <a:pt x="32593" y="15439"/>
                    <a:pt x="32542" y="15449"/>
                    <a:pt x="32464" y="15449"/>
                  </a:cubicBezTo>
                  <a:cubicBezTo>
                    <a:pt x="32319" y="15449"/>
                    <a:pt x="32080" y="15414"/>
                    <a:pt x="31959" y="15369"/>
                  </a:cubicBezTo>
                  <a:cubicBezTo>
                    <a:pt x="31797" y="15299"/>
                    <a:pt x="31774" y="15067"/>
                    <a:pt x="31704" y="15021"/>
                  </a:cubicBezTo>
                  <a:cubicBezTo>
                    <a:pt x="31658" y="14975"/>
                    <a:pt x="31843" y="14766"/>
                    <a:pt x="31843" y="14627"/>
                  </a:cubicBezTo>
                  <a:cubicBezTo>
                    <a:pt x="31866" y="14465"/>
                    <a:pt x="31658" y="14372"/>
                    <a:pt x="31565" y="14279"/>
                  </a:cubicBezTo>
                  <a:cubicBezTo>
                    <a:pt x="31501" y="14172"/>
                    <a:pt x="31397" y="14045"/>
                    <a:pt x="31253" y="14045"/>
                  </a:cubicBezTo>
                  <a:cubicBezTo>
                    <a:pt x="31241" y="14045"/>
                    <a:pt x="31229" y="14046"/>
                    <a:pt x="31217" y="14048"/>
                  </a:cubicBezTo>
                  <a:cubicBezTo>
                    <a:pt x="31078" y="14071"/>
                    <a:pt x="30545" y="14140"/>
                    <a:pt x="30383" y="14279"/>
                  </a:cubicBezTo>
                  <a:cubicBezTo>
                    <a:pt x="30221" y="14418"/>
                    <a:pt x="30406" y="14836"/>
                    <a:pt x="30499" y="15044"/>
                  </a:cubicBezTo>
                  <a:cubicBezTo>
                    <a:pt x="30592" y="15230"/>
                    <a:pt x="30035" y="15508"/>
                    <a:pt x="30059" y="15670"/>
                  </a:cubicBezTo>
                  <a:cubicBezTo>
                    <a:pt x="30059" y="15832"/>
                    <a:pt x="29873" y="15925"/>
                    <a:pt x="29641" y="16041"/>
                  </a:cubicBezTo>
                  <a:cubicBezTo>
                    <a:pt x="29387" y="16180"/>
                    <a:pt x="29132" y="16272"/>
                    <a:pt x="29132" y="16481"/>
                  </a:cubicBezTo>
                  <a:cubicBezTo>
                    <a:pt x="29141" y="16567"/>
                    <a:pt x="29088" y="16598"/>
                    <a:pt x="29010" y="16598"/>
                  </a:cubicBezTo>
                  <a:cubicBezTo>
                    <a:pt x="28899" y="16598"/>
                    <a:pt x="28740" y="16535"/>
                    <a:pt x="28645" y="16481"/>
                  </a:cubicBezTo>
                  <a:cubicBezTo>
                    <a:pt x="28604" y="16458"/>
                    <a:pt x="28559" y="16449"/>
                    <a:pt x="28511" y="16449"/>
                  </a:cubicBezTo>
                  <a:cubicBezTo>
                    <a:pt x="28367" y="16449"/>
                    <a:pt x="28193" y="16527"/>
                    <a:pt x="28019" y="16527"/>
                  </a:cubicBezTo>
                  <a:cubicBezTo>
                    <a:pt x="27801" y="16527"/>
                    <a:pt x="27769" y="16374"/>
                    <a:pt x="27648" y="16374"/>
                  </a:cubicBezTo>
                  <a:cubicBezTo>
                    <a:pt x="27628" y="16374"/>
                    <a:pt x="27605" y="16378"/>
                    <a:pt x="27579" y="16388"/>
                  </a:cubicBezTo>
                  <a:cubicBezTo>
                    <a:pt x="27548" y="16400"/>
                    <a:pt x="27519" y="16405"/>
                    <a:pt x="27492" y="16405"/>
                  </a:cubicBezTo>
                  <a:cubicBezTo>
                    <a:pt x="27353" y="16405"/>
                    <a:pt x="27262" y="16273"/>
                    <a:pt x="27301" y="16157"/>
                  </a:cubicBezTo>
                  <a:cubicBezTo>
                    <a:pt x="27324" y="16110"/>
                    <a:pt x="27363" y="16092"/>
                    <a:pt x="27405" y="16092"/>
                  </a:cubicBezTo>
                  <a:cubicBezTo>
                    <a:pt x="27489" y="16092"/>
                    <a:pt x="27587" y="16164"/>
                    <a:pt x="27602" y="16226"/>
                  </a:cubicBezTo>
                  <a:cubicBezTo>
                    <a:pt x="27612" y="16275"/>
                    <a:pt x="27642" y="16295"/>
                    <a:pt x="27686" y="16295"/>
                  </a:cubicBezTo>
                  <a:cubicBezTo>
                    <a:pt x="27746" y="16295"/>
                    <a:pt x="27832" y="16257"/>
                    <a:pt x="27926" y="16203"/>
                  </a:cubicBezTo>
                  <a:cubicBezTo>
                    <a:pt x="27956" y="16186"/>
                    <a:pt x="27977" y="16179"/>
                    <a:pt x="27993" y="16179"/>
                  </a:cubicBezTo>
                  <a:cubicBezTo>
                    <a:pt x="28066" y="16179"/>
                    <a:pt x="28038" y="16319"/>
                    <a:pt x="28228" y="16319"/>
                  </a:cubicBezTo>
                  <a:cubicBezTo>
                    <a:pt x="28246" y="16321"/>
                    <a:pt x="28262" y="16321"/>
                    <a:pt x="28276" y="16321"/>
                  </a:cubicBezTo>
                  <a:cubicBezTo>
                    <a:pt x="28429" y="16321"/>
                    <a:pt x="28369" y="16223"/>
                    <a:pt x="28473" y="16223"/>
                  </a:cubicBezTo>
                  <a:cubicBezTo>
                    <a:pt x="28482" y="16223"/>
                    <a:pt x="28493" y="16224"/>
                    <a:pt x="28506" y="16226"/>
                  </a:cubicBezTo>
                  <a:cubicBezTo>
                    <a:pt x="28530" y="16229"/>
                    <a:pt x="28551" y="16231"/>
                    <a:pt x="28570" y="16231"/>
                  </a:cubicBezTo>
                  <a:cubicBezTo>
                    <a:pt x="28690" y="16231"/>
                    <a:pt x="28685" y="16168"/>
                    <a:pt x="28645" y="16087"/>
                  </a:cubicBezTo>
                  <a:cubicBezTo>
                    <a:pt x="28599" y="15994"/>
                    <a:pt x="28784" y="15948"/>
                    <a:pt x="28900" y="15902"/>
                  </a:cubicBezTo>
                  <a:cubicBezTo>
                    <a:pt x="29016" y="15832"/>
                    <a:pt x="28946" y="15647"/>
                    <a:pt x="29062" y="15600"/>
                  </a:cubicBezTo>
                  <a:cubicBezTo>
                    <a:pt x="29155" y="15554"/>
                    <a:pt x="29085" y="15438"/>
                    <a:pt x="29201" y="15415"/>
                  </a:cubicBezTo>
                  <a:cubicBezTo>
                    <a:pt x="29317" y="15415"/>
                    <a:pt x="29363" y="15253"/>
                    <a:pt x="29479" y="15253"/>
                  </a:cubicBezTo>
                  <a:cubicBezTo>
                    <a:pt x="29572" y="15253"/>
                    <a:pt x="29641" y="15067"/>
                    <a:pt x="29572" y="14998"/>
                  </a:cubicBezTo>
                  <a:cubicBezTo>
                    <a:pt x="29502" y="14905"/>
                    <a:pt x="29618" y="14650"/>
                    <a:pt x="29711" y="14627"/>
                  </a:cubicBezTo>
                  <a:cubicBezTo>
                    <a:pt x="29827" y="14604"/>
                    <a:pt x="29827" y="14488"/>
                    <a:pt x="29734" y="14418"/>
                  </a:cubicBezTo>
                  <a:cubicBezTo>
                    <a:pt x="29641" y="14349"/>
                    <a:pt x="29271" y="14117"/>
                    <a:pt x="29294" y="13955"/>
                  </a:cubicBezTo>
                  <a:cubicBezTo>
                    <a:pt x="29317" y="13793"/>
                    <a:pt x="29247" y="13515"/>
                    <a:pt x="29294" y="13399"/>
                  </a:cubicBezTo>
                  <a:cubicBezTo>
                    <a:pt x="29340" y="13283"/>
                    <a:pt x="29294" y="13028"/>
                    <a:pt x="29271" y="12889"/>
                  </a:cubicBezTo>
                  <a:cubicBezTo>
                    <a:pt x="29247" y="12727"/>
                    <a:pt x="29363" y="12564"/>
                    <a:pt x="29410" y="12309"/>
                  </a:cubicBezTo>
                  <a:cubicBezTo>
                    <a:pt x="29456" y="12031"/>
                    <a:pt x="29132" y="11753"/>
                    <a:pt x="28969" y="11684"/>
                  </a:cubicBezTo>
                  <a:cubicBezTo>
                    <a:pt x="28807" y="11614"/>
                    <a:pt x="28923" y="11475"/>
                    <a:pt x="29155" y="11267"/>
                  </a:cubicBezTo>
                  <a:cubicBezTo>
                    <a:pt x="29387" y="11081"/>
                    <a:pt x="29387" y="10479"/>
                    <a:pt x="29387" y="10340"/>
                  </a:cubicBezTo>
                  <a:cubicBezTo>
                    <a:pt x="29363" y="10201"/>
                    <a:pt x="28900" y="10108"/>
                    <a:pt x="28714" y="10108"/>
                  </a:cubicBezTo>
                  <a:cubicBezTo>
                    <a:pt x="28665" y="10114"/>
                    <a:pt x="28578" y="10117"/>
                    <a:pt x="28476" y="10117"/>
                  </a:cubicBezTo>
                  <a:cubicBezTo>
                    <a:pt x="28195" y="10117"/>
                    <a:pt x="27790" y="10095"/>
                    <a:pt x="27672" y="10061"/>
                  </a:cubicBezTo>
                  <a:cubicBezTo>
                    <a:pt x="27660" y="10060"/>
                    <a:pt x="27648" y="10059"/>
                    <a:pt x="27637" y="10059"/>
                  </a:cubicBezTo>
                  <a:cubicBezTo>
                    <a:pt x="27480" y="10059"/>
                    <a:pt x="27434" y="10211"/>
                    <a:pt x="27347" y="10363"/>
                  </a:cubicBezTo>
                  <a:cubicBezTo>
                    <a:pt x="27278" y="10525"/>
                    <a:pt x="27092" y="10780"/>
                    <a:pt x="26999" y="11151"/>
                  </a:cubicBezTo>
                  <a:cubicBezTo>
                    <a:pt x="26884" y="11522"/>
                    <a:pt x="26466" y="11637"/>
                    <a:pt x="26258" y="11707"/>
                  </a:cubicBezTo>
                  <a:cubicBezTo>
                    <a:pt x="26072" y="11776"/>
                    <a:pt x="25957" y="12055"/>
                    <a:pt x="26049" y="12194"/>
                  </a:cubicBezTo>
                  <a:cubicBezTo>
                    <a:pt x="26080" y="12244"/>
                    <a:pt x="26123" y="12255"/>
                    <a:pt x="26171" y="12255"/>
                  </a:cubicBezTo>
                  <a:cubicBezTo>
                    <a:pt x="26206" y="12255"/>
                    <a:pt x="26243" y="12249"/>
                    <a:pt x="26279" y="12249"/>
                  </a:cubicBezTo>
                  <a:cubicBezTo>
                    <a:pt x="26304" y="12249"/>
                    <a:pt x="26329" y="12252"/>
                    <a:pt x="26351" y="12263"/>
                  </a:cubicBezTo>
                  <a:cubicBezTo>
                    <a:pt x="26443" y="12309"/>
                    <a:pt x="26327" y="12634"/>
                    <a:pt x="26281" y="12703"/>
                  </a:cubicBezTo>
                  <a:cubicBezTo>
                    <a:pt x="26235" y="12750"/>
                    <a:pt x="26397" y="12866"/>
                    <a:pt x="26258" y="12958"/>
                  </a:cubicBezTo>
                  <a:cubicBezTo>
                    <a:pt x="26119" y="13051"/>
                    <a:pt x="25980" y="13236"/>
                    <a:pt x="26072" y="13329"/>
                  </a:cubicBezTo>
                  <a:cubicBezTo>
                    <a:pt x="26142" y="13422"/>
                    <a:pt x="26536" y="13468"/>
                    <a:pt x="26721" y="13561"/>
                  </a:cubicBezTo>
                  <a:cubicBezTo>
                    <a:pt x="26884" y="13654"/>
                    <a:pt x="26814" y="13839"/>
                    <a:pt x="26953" y="14001"/>
                  </a:cubicBezTo>
                  <a:cubicBezTo>
                    <a:pt x="27069" y="14187"/>
                    <a:pt x="27208" y="14071"/>
                    <a:pt x="27278" y="14187"/>
                  </a:cubicBezTo>
                  <a:cubicBezTo>
                    <a:pt x="27347" y="14279"/>
                    <a:pt x="27046" y="14697"/>
                    <a:pt x="26930" y="14720"/>
                  </a:cubicBezTo>
                  <a:cubicBezTo>
                    <a:pt x="26928" y="14720"/>
                    <a:pt x="26925" y="14721"/>
                    <a:pt x="26923" y="14721"/>
                  </a:cubicBezTo>
                  <a:cubicBezTo>
                    <a:pt x="26816" y="14721"/>
                    <a:pt x="26394" y="14277"/>
                    <a:pt x="26281" y="14187"/>
                  </a:cubicBezTo>
                  <a:cubicBezTo>
                    <a:pt x="26142" y="14094"/>
                    <a:pt x="25655" y="13955"/>
                    <a:pt x="25400" y="13816"/>
                  </a:cubicBezTo>
                  <a:cubicBezTo>
                    <a:pt x="25145" y="13677"/>
                    <a:pt x="24937" y="13700"/>
                    <a:pt x="24659" y="13515"/>
                  </a:cubicBezTo>
                  <a:cubicBezTo>
                    <a:pt x="24409" y="13348"/>
                    <a:pt x="24196" y="13256"/>
                    <a:pt x="23802" y="13256"/>
                  </a:cubicBezTo>
                  <a:cubicBezTo>
                    <a:pt x="23758" y="13256"/>
                    <a:pt x="23711" y="13257"/>
                    <a:pt x="23662" y="13260"/>
                  </a:cubicBezTo>
                  <a:cubicBezTo>
                    <a:pt x="23199" y="13260"/>
                    <a:pt x="22888" y="13164"/>
                    <a:pt x="22714" y="13164"/>
                  </a:cubicBezTo>
                  <a:cubicBezTo>
                    <a:pt x="22697" y="13164"/>
                    <a:pt x="22680" y="13165"/>
                    <a:pt x="22666" y="13167"/>
                  </a:cubicBezTo>
                  <a:cubicBezTo>
                    <a:pt x="22656" y="13168"/>
                    <a:pt x="22647" y="13169"/>
                    <a:pt x="22639" y="13169"/>
                  </a:cubicBezTo>
                  <a:cubicBezTo>
                    <a:pt x="22487" y="13169"/>
                    <a:pt x="22534" y="12976"/>
                    <a:pt x="22249" y="12866"/>
                  </a:cubicBezTo>
                  <a:cubicBezTo>
                    <a:pt x="22016" y="12750"/>
                    <a:pt x="21833" y="12617"/>
                    <a:pt x="21684" y="12617"/>
                  </a:cubicBezTo>
                  <a:cubicBezTo>
                    <a:pt x="21654" y="12617"/>
                    <a:pt x="21626" y="12622"/>
                    <a:pt x="21600" y="12634"/>
                  </a:cubicBezTo>
                  <a:cubicBezTo>
                    <a:pt x="21414" y="12727"/>
                    <a:pt x="21484" y="13051"/>
                    <a:pt x="21739" y="13097"/>
                  </a:cubicBezTo>
                  <a:cubicBezTo>
                    <a:pt x="21996" y="13140"/>
                    <a:pt x="21896" y="13262"/>
                    <a:pt x="22099" y="13262"/>
                  </a:cubicBezTo>
                  <a:cubicBezTo>
                    <a:pt x="22116" y="13262"/>
                    <a:pt x="22135" y="13261"/>
                    <a:pt x="22156" y="13260"/>
                  </a:cubicBezTo>
                  <a:cubicBezTo>
                    <a:pt x="22184" y="13257"/>
                    <a:pt x="22210" y="13256"/>
                    <a:pt x="22234" y="13256"/>
                  </a:cubicBezTo>
                  <a:cubicBezTo>
                    <a:pt x="22447" y="13256"/>
                    <a:pt x="22504" y="13348"/>
                    <a:pt x="22504" y="13515"/>
                  </a:cubicBezTo>
                  <a:cubicBezTo>
                    <a:pt x="22480" y="13677"/>
                    <a:pt x="22619" y="13839"/>
                    <a:pt x="22758" y="13955"/>
                  </a:cubicBezTo>
                  <a:cubicBezTo>
                    <a:pt x="22874" y="14071"/>
                    <a:pt x="22805" y="14256"/>
                    <a:pt x="22573" y="14256"/>
                  </a:cubicBezTo>
                  <a:cubicBezTo>
                    <a:pt x="22364" y="14256"/>
                    <a:pt x="22110" y="14303"/>
                    <a:pt x="22202" y="14442"/>
                  </a:cubicBezTo>
                  <a:cubicBezTo>
                    <a:pt x="22263" y="14548"/>
                    <a:pt x="22224" y="14594"/>
                    <a:pt x="22125" y="14594"/>
                  </a:cubicBezTo>
                  <a:cubicBezTo>
                    <a:pt x="22073" y="14594"/>
                    <a:pt x="22004" y="14581"/>
                    <a:pt x="21924" y="14557"/>
                  </a:cubicBezTo>
                  <a:cubicBezTo>
                    <a:pt x="21716" y="14465"/>
                    <a:pt x="21831" y="14326"/>
                    <a:pt x="21924" y="14233"/>
                  </a:cubicBezTo>
                  <a:cubicBezTo>
                    <a:pt x="22017" y="14140"/>
                    <a:pt x="21739" y="14024"/>
                    <a:pt x="21600" y="13978"/>
                  </a:cubicBezTo>
                  <a:cubicBezTo>
                    <a:pt x="21592" y="13976"/>
                    <a:pt x="21584" y="13975"/>
                    <a:pt x="21574" y="13975"/>
                  </a:cubicBezTo>
                  <a:cubicBezTo>
                    <a:pt x="21403" y="13975"/>
                    <a:pt x="20897" y="14351"/>
                    <a:pt x="20765" y="14395"/>
                  </a:cubicBezTo>
                  <a:cubicBezTo>
                    <a:pt x="20735" y="14408"/>
                    <a:pt x="20698" y="14413"/>
                    <a:pt x="20654" y="14413"/>
                  </a:cubicBezTo>
                  <a:cubicBezTo>
                    <a:pt x="20519" y="14413"/>
                    <a:pt x="20325" y="14366"/>
                    <a:pt x="20109" y="14366"/>
                  </a:cubicBezTo>
                  <a:cubicBezTo>
                    <a:pt x="20022" y="14366"/>
                    <a:pt x="19931" y="14374"/>
                    <a:pt x="19838" y="14395"/>
                  </a:cubicBezTo>
                  <a:cubicBezTo>
                    <a:pt x="19472" y="14503"/>
                    <a:pt x="19466" y="14771"/>
                    <a:pt x="19356" y="14771"/>
                  </a:cubicBezTo>
                  <a:cubicBezTo>
                    <a:pt x="19347" y="14771"/>
                    <a:pt x="19338" y="14769"/>
                    <a:pt x="19329" y="14766"/>
                  </a:cubicBezTo>
                  <a:cubicBezTo>
                    <a:pt x="19306" y="14762"/>
                    <a:pt x="19276" y="14761"/>
                    <a:pt x="19241" y="14761"/>
                  </a:cubicBezTo>
                  <a:cubicBezTo>
                    <a:pt x="19151" y="14761"/>
                    <a:pt x="19027" y="14770"/>
                    <a:pt x="18907" y="14770"/>
                  </a:cubicBezTo>
                  <a:cubicBezTo>
                    <a:pt x="18780" y="14770"/>
                    <a:pt x="18657" y="14760"/>
                    <a:pt x="18587" y="14720"/>
                  </a:cubicBezTo>
                  <a:cubicBezTo>
                    <a:pt x="18446" y="14639"/>
                    <a:pt x="18532" y="14576"/>
                    <a:pt x="18664" y="14576"/>
                  </a:cubicBezTo>
                  <a:cubicBezTo>
                    <a:pt x="18684" y="14576"/>
                    <a:pt x="18705" y="14578"/>
                    <a:pt x="18726" y="14581"/>
                  </a:cubicBezTo>
                  <a:cubicBezTo>
                    <a:pt x="18888" y="14581"/>
                    <a:pt x="18958" y="14511"/>
                    <a:pt x="18865" y="14418"/>
                  </a:cubicBezTo>
                  <a:cubicBezTo>
                    <a:pt x="18749" y="14303"/>
                    <a:pt x="18981" y="14117"/>
                    <a:pt x="18981" y="14048"/>
                  </a:cubicBezTo>
                  <a:cubicBezTo>
                    <a:pt x="18977" y="14031"/>
                    <a:pt x="18954" y="14024"/>
                    <a:pt x="18919" y="14024"/>
                  </a:cubicBezTo>
                  <a:cubicBezTo>
                    <a:pt x="18755" y="14024"/>
                    <a:pt x="18316" y="14180"/>
                    <a:pt x="18239" y="14256"/>
                  </a:cubicBezTo>
                  <a:cubicBezTo>
                    <a:pt x="18123" y="14349"/>
                    <a:pt x="18239" y="14511"/>
                    <a:pt x="18123" y="14557"/>
                  </a:cubicBezTo>
                  <a:cubicBezTo>
                    <a:pt x="18103" y="14569"/>
                    <a:pt x="18087" y="14575"/>
                    <a:pt x="18073" y="14575"/>
                  </a:cubicBezTo>
                  <a:cubicBezTo>
                    <a:pt x="18004" y="14575"/>
                    <a:pt x="17988" y="14457"/>
                    <a:pt x="17892" y="14418"/>
                  </a:cubicBezTo>
                  <a:cubicBezTo>
                    <a:pt x="17878" y="14414"/>
                    <a:pt x="17858" y="14412"/>
                    <a:pt x="17831" y="14412"/>
                  </a:cubicBezTo>
                  <a:cubicBezTo>
                    <a:pt x="17578" y="14412"/>
                    <a:pt x="16787" y="14601"/>
                    <a:pt x="16640" y="14789"/>
                  </a:cubicBezTo>
                  <a:cubicBezTo>
                    <a:pt x="16455" y="14998"/>
                    <a:pt x="16107" y="14998"/>
                    <a:pt x="16107" y="15114"/>
                  </a:cubicBezTo>
                  <a:cubicBezTo>
                    <a:pt x="16107" y="15230"/>
                    <a:pt x="15690" y="15206"/>
                    <a:pt x="15505" y="15299"/>
                  </a:cubicBezTo>
                  <a:cubicBezTo>
                    <a:pt x="15342" y="15369"/>
                    <a:pt x="15458" y="15716"/>
                    <a:pt x="15389" y="15878"/>
                  </a:cubicBezTo>
                  <a:cubicBezTo>
                    <a:pt x="15344" y="15982"/>
                    <a:pt x="15066" y="16000"/>
                    <a:pt x="14815" y="16000"/>
                  </a:cubicBezTo>
                  <a:cubicBezTo>
                    <a:pt x="14672" y="16000"/>
                    <a:pt x="14538" y="15994"/>
                    <a:pt x="14462" y="15994"/>
                  </a:cubicBezTo>
                  <a:cubicBezTo>
                    <a:pt x="14253" y="15994"/>
                    <a:pt x="14184" y="15600"/>
                    <a:pt x="14021" y="15577"/>
                  </a:cubicBezTo>
                  <a:cubicBezTo>
                    <a:pt x="13859" y="15554"/>
                    <a:pt x="13975" y="15322"/>
                    <a:pt x="14021" y="15230"/>
                  </a:cubicBezTo>
                  <a:cubicBezTo>
                    <a:pt x="14068" y="15137"/>
                    <a:pt x="14184" y="15206"/>
                    <a:pt x="14392" y="15091"/>
                  </a:cubicBezTo>
                  <a:cubicBezTo>
                    <a:pt x="14448" y="15054"/>
                    <a:pt x="14502" y="15041"/>
                    <a:pt x="14552" y="15041"/>
                  </a:cubicBezTo>
                  <a:cubicBezTo>
                    <a:pt x="14656" y="15041"/>
                    <a:pt x="14747" y="15092"/>
                    <a:pt x="14815" y="15092"/>
                  </a:cubicBezTo>
                  <a:cubicBezTo>
                    <a:pt x="14839" y="15092"/>
                    <a:pt x="14861" y="15085"/>
                    <a:pt x="14879" y="15067"/>
                  </a:cubicBezTo>
                  <a:cubicBezTo>
                    <a:pt x="14948" y="14975"/>
                    <a:pt x="14578" y="14743"/>
                    <a:pt x="14554" y="14534"/>
                  </a:cubicBezTo>
                  <a:cubicBezTo>
                    <a:pt x="14537" y="14396"/>
                    <a:pt x="14289" y="14322"/>
                    <a:pt x="14067" y="14322"/>
                  </a:cubicBezTo>
                  <a:cubicBezTo>
                    <a:pt x="13991" y="14322"/>
                    <a:pt x="13918" y="14331"/>
                    <a:pt x="13859" y="14349"/>
                  </a:cubicBezTo>
                  <a:cubicBezTo>
                    <a:pt x="13784" y="14369"/>
                    <a:pt x="13710" y="14378"/>
                    <a:pt x="13637" y="14378"/>
                  </a:cubicBezTo>
                  <a:cubicBezTo>
                    <a:pt x="13461" y="14378"/>
                    <a:pt x="13295" y="14329"/>
                    <a:pt x="13164" y="14279"/>
                  </a:cubicBezTo>
                  <a:cubicBezTo>
                    <a:pt x="13138" y="14264"/>
                    <a:pt x="13116" y="14258"/>
                    <a:pt x="13100" y="14258"/>
                  </a:cubicBezTo>
                  <a:cubicBezTo>
                    <a:pt x="13015" y="14258"/>
                    <a:pt x="13063" y="14430"/>
                    <a:pt x="13257" y="14488"/>
                  </a:cubicBezTo>
                  <a:cubicBezTo>
                    <a:pt x="13512" y="14557"/>
                    <a:pt x="13396" y="14743"/>
                    <a:pt x="13419" y="14859"/>
                  </a:cubicBezTo>
                  <a:cubicBezTo>
                    <a:pt x="13465" y="14998"/>
                    <a:pt x="13372" y="15253"/>
                    <a:pt x="13210" y="15461"/>
                  </a:cubicBezTo>
                  <a:cubicBezTo>
                    <a:pt x="13071" y="15670"/>
                    <a:pt x="13187" y="15670"/>
                    <a:pt x="13396" y="15670"/>
                  </a:cubicBezTo>
                  <a:cubicBezTo>
                    <a:pt x="13403" y="15669"/>
                    <a:pt x="13411" y="15669"/>
                    <a:pt x="13418" y="15669"/>
                  </a:cubicBezTo>
                  <a:cubicBezTo>
                    <a:pt x="13604" y="15669"/>
                    <a:pt x="13604" y="15956"/>
                    <a:pt x="13604" y="16157"/>
                  </a:cubicBezTo>
                  <a:cubicBezTo>
                    <a:pt x="13604" y="16365"/>
                    <a:pt x="13419" y="16411"/>
                    <a:pt x="13419" y="16574"/>
                  </a:cubicBezTo>
                  <a:cubicBezTo>
                    <a:pt x="13419" y="16610"/>
                    <a:pt x="13408" y="16622"/>
                    <a:pt x="13391" y="16622"/>
                  </a:cubicBezTo>
                  <a:cubicBezTo>
                    <a:pt x="13348" y="16622"/>
                    <a:pt x="13266" y="16544"/>
                    <a:pt x="13211" y="16544"/>
                  </a:cubicBezTo>
                  <a:cubicBezTo>
                    <a:pt x="13202" y="16544"/>
                    <a:pt x="13194" y="16546"/>
                    <a:pt x="13187" y="16551"/>
                  </a:cubicBezTo>
                  <a:cubicBezTo>
                    <a:pt x="13176" y="16567"/>
                    <a:pt x="13164" y="16574"/>
                    <a:pt x="13151" y="16574"/>
                  </a:cubicBezTo>
                  <a:cubicBezTo>
                    <a:pt x="13109" y="16574"/>
                    <a:pt x="13060" y="16495"/>
                    <a:pt x="13025" y="16388"/>
                  </a:cubicBezTo>
                  <a:cubicBezTo>
                    <a:pt x="13002" y="16272"/>
                    <a:pt x="12677" y="16342"/>
                    <a:pt x="12492" y="16296"/>
                  </a:cubicBezTo>
                  <a:cubicBezTo>
                    <a:pt x="12453" y="16286"/>
                    <a:pt x="12418" y="16281"/>
                    <a:pt x="12387" y="16281"/>
                  </a:cubicBezTo>
                  <a:cubicBezTo>
                    <a:pt x="12269" y="16281"/>
                    <a:pt x="12199" y="16348"/>
                    <a:pt x="12144" y="16458"/>
                  </a:cubicBezTo>
                  <a:cubicBezTo>
                    <a:pt x="12051" y="16597"/>
                    <a:pt x="11797" y="16666"/>
                    <a:pt x="11658" y="16666"/>
                  </a:cubicBezTo>
                  <a:cubicBezTo>
                    <a:pt x="11495" y="16690"/>
                    <a:pt x="11264" y="16968"/>
                    <a:pt x="11124" y="17060"/>
                  </a:cubicBezTo>
                  <a:cubicBezTo>
                    <a:pt x="10985" y="17153"/>
                    <a:pt x="10962" y="17338"/>
                    <a:pt x="11148" y="17524"/>
                  </a:cubicBezTo>
                  <a:cubicBezTo>
                    <a:pt x="11356" y="17732"/>
                    <a:pt x="11403" y="17848"/>
                    <a:pt x="11379" y="17964"/>
                  </a:cubicBezTo>
                  <a:cubicBezTo>
                    <a:pt x="11379" y="18003"/>
                    <a:pt x="11283" y="18021"/>
                    <a:pt x="11163" y="18021"/>
                  </a:cubicBezTo>
                  <a:cubicBezTo>
                    <a:pt x="10996" y="18021"/>
                    <a:pt x="10785" y="17985"/>
                    <a:pt x="10731" y="17918"/>
                  </a:cubicBezTo>
                  <a:cubicBezTo>
                    <a:pt x="10653" y="17821"/>
                    <a:pt x="10399" y="17773"/>
                    <a:pt x="10249" y="17773"/>
                  </a:cubicBezTo>
                  <a:cubicBezTo>
                    <a:pt x="10219" y="17773"/>
                    <a:pt x="10194" y="17775"/>
                    <a:pt x="10174" y="17779"/>
                  </a:cubicBezTo>
                  <a:cubicBezTo>
                    <a:pt x="10170" y="17780"/>
                    <a:pt x="10166" y="17780"/>
                    <a:pt x="10161" y="17780"/>
                  </a:cubicBezTo>
                  <a:cubicBezTo>
                    <a:pt x="10016" y="17780"/>
                    <a:pt x="9706" y="17430"/>
                    <a:pt x="9549" y="17408"/>
                  </a:cubicBezTo>
                  <a:cubicBezTo>
                    <a:pt x="9363" y="17408"/>
                    <a:pt x="9270" y="17617"/>
                    <a:pt x="9201" y="17732"/>
                  </a:cubicBezTo>
                  <a:cubicBezTo>
                    <a:pt x="9155" y="17825"/>
                    <a:pt x="9294" y="17872"/>
                    <a:pt x="9363" y="18034"/>
                  </a:cubicBezTo>
                  <a:cubicBezTo>
                    <a:pt x="9456" y="18219"/>
                    <a:pt x="9757" y="18219"/>
                    <a:pt x="9896" y="18219"/>
                  </a:cubicBezTo>
                  <a:cubicBezTo>
                    <a:pt x="10058" y="18219"/>
                    <a:pt x="10012" y="18451"/>
                    <a:pt x="9966" y="18544"/>
                  </a:cubicBezTo>
                  <a:cubicBezTo>
                    <a:pt x="9921" y="18618"/>
                    <a:pt x="9792" y="18673"/>
                    <a:pt x="9686" y="18673"/>
                  </a:cubicBezTo>
                  <a:cubicBezTo>
                    <a:pt x="9626" y="18673"/>
                    <a:pt x="9574" y="18655"/>
                    <a:pt x="9549" y="18613"/>
                  </a:cubicBezTo>
                  <a:cubicBezTo>
                    <a:pt x="9456" y="18520"/>
                    <a:pt x="9131" y="18613"/>
                    <a:pt x="9108" y="18497"/>
                  </a:cubicBezTo>
                  <a:cubicBezTo>
                    <a:pt x="9108" y="18366"/>
                    <a:pt x="8902" y="18194"/>
                    <a:pt x="8665" y="18194"/>
                  </a:cubicBezTo>
                  <a:cubicBezTo>
                    <a:pt x="8651" y="18194"/>
                    <a:pt x="8636" y="18195"/>
                    <a:pt x="8622" y="18196"/>
                  </a:cubicBezTo>
                  <a:cubicBezTo>
                    <a:pt x="8592" y="18201"/>
                    <a:pt x="8565" y="18204"/>
                    <a:pt x="8540" y="18204"/>
                  </a:cubicBezTo>
                  <a:cubicBezTo>
                    <a:pt x="8356" y="18204"/>
                    <a:pt x="8320" y="18058"/>
                    <a:pt x="8320" y="17895"/>
                  </a:cubicBezTo>
                  <a:cubicBezTo>
                    <a:pt x="8343" y="17686"/>
                    <a:pt x="8204" y="17593"/>
                    <a:pt x="8204" y="17501"/>
                  </a:cubicBezTo>
                  <a:cubicBezTo>
                    <a:pt x="8204" y="17408"/>
                    <a:pt x="8089" y="17223"/>
                    <a:pt x="8228" y="17130"/>
                  </a:cubicBezTo>
                  <a:cubicBezTo>
                    <a:pt x="8343" y="17060"/>
                    <a:pt x="8251" y="16921"/>
                    <a:pt x="8251" y="16782"/>
                  </a:cubicBezTo>
                  <a:cubicBezTo>
                    <a:pt x="8274" y="16666"/>
                    <a:pt x="8042" y="16481"/>
                    <a:pt x="7834" y="16481"/>
                  </a:cubicBezTo>
                  <a:cubicBezTo>
                    <a:pt x="7625" y="16481"/>
                    <a:pt x="7671" y="16272"/>
                    <a:pt x="7509" y="16249"/>
                  </a:cubicBezTo>
                  <a:cubicBezTo>
                    <a:pt x="7347" y="16203"/>
                    <a:pt x="6999" y="15925"/>
                    <a:pt x="6976" y="15809"/>
                  </a:cubicBezTo>
                  <a:cubicBezTo>
                    <a:pt x="6953" y="15670"/>
                    <a:pt x="6698" y="15670"/>
                    <a:pt x="6791" y="15624"/>
                  </a:cubicBezTo>
                  <a:cubicBezTo>
                    <a:pt x="6805" y="15614"/>
                    <a:pt x="6826" y="15609"/>
                    <a:pt x="6851" y="15609"/>
                  </a:cubicBezTo>
                  <a:cubicBezTo>
                    <a:pt x="6944" y="15609"/>
                    <a:pt x="7098" y="15676"/>
                    <a:pt x="7208" y="15786"/>
                  </a:cubicBezTo>
                  <a:cubicBezTo>
                    <a:pt x="7370" y="15925"/>
                    <a:pt x="7602" y="16064"/>
                    <a:pt x="7973" y="16110"/>
                  </a:cubicBezTo>
                  <a:cubicBezTo>
                    <a:pt x="8367" y="16157"/>
                    <a:pt x="8506" y="16342"/>
                    <a:pt x="8923" y="16411"/>
                  </a:cubicBezTo>
                  <a:cubicBezTo>
                    <a:pt x="9340" y="16481"/>
                    <a:pt x="9595" y="16527"/>
                    <a:pt x="10197" y="16620"/>
                  </a:cubicBezTo>
                  <a:cubicBezTo>
                    <a:pt x="10240" y="16626"/>
                    <a:pt x="10284" y="16629"/>
                    <a:pt x="10328" y="16629"/>
                  </a:cubicBezTo>
                  <a:cubicBezTo>
                    <a:pt x="10928" y="16629"/>
                    <a:pt x="11624" y="16076"/>
                    <a:pt x="11797" y="15925"/>
                  </a:cubicBezTo>
                  <a:cubicBezTo>
                    <a:pt x="11959" y="15763"/>
                    <a:pt x="11750" y="15415"/>
                    <a:pt x="11750" y="15276"/>
                  </a:cubicBezTo>
                  <a:cubicBezTo>
                    <a:pt x="11750" y="15160"/>
                    <a:pt x="11472" y="15137"/>
                    <a:pt x="11426" y="15044"/>
                  </a:cubicBezTo>
                  <a:cubicBezTo>
                    <a:pt x="11379" y="14928"/>
                    <a:pt x="11217" y="14766"/>
                    <a:pt x="10962" y="14766"/>
                  </a:cubicBezTo>
                  <a:cubicBezTo>
                    <a:pt x="10740" y="14766"/>
                    <a:pt x="10710" y="14510"/>
                    <a:pt x="10543" y="14510"/>
                  </a:cubicBezTo>
                  <a:cubicBezTo>
                    <a:pt x="10537" y="14510"/>
                    <a:pt x="10529" y="14510"/>
                    <a:pt x="10522" y="14511"/>
                  </a:cubicBezTo>
                  <a:cubicBezTo>
                    <a:pt x="10504" y="14513"/>
                    <a:pt x="10487" y="14514"/>
                    <a:pt x="10470" y="14514"/>
                  </a:cubicBezTo>
                  <a:cubicBezTo>
                    <a:pt x="10307" y="14514"/>
                    <a:pt x="10151" y="14411"/>
                    <a:pt x="9711" y="14117"/>
                  </a:cubicBezTo>
                  <a:cubicBezTo>
                    <a:pt x="9287" y="13821"/>
                    <a:pt x="8689" y="13601"/>
                    <a:pt x="8483" y="13601"/>
                  </a:cubicBezTo>
                  <a:cubicBezTo>
                    <a:pt x="8464" y="13601"/>
                    <a:pt x="8448" y="13603"/>
                    <a:pt x="8436" y="13607"/>
                  </a:cubicBezTo>
                  <a:cubicBezTo>
                    <a:pt x="8374" y="13632"/>
                    <a:pt x="8326" y="13657"/>
                    <a:pt x="8279" y="13657"/>
                  </a:cubicBezTo>
                  <a:cubicBezTo>
                    <a:pt x="8239" y="13657"/>
                    <a:pt x="8201" y="13638"/>
                    <a:pt x="8158" y="13584"/>
                  </a:cubicBezTo>
                  <a:cubicBezTo>
                    <a:pt x="8123" y="13515"/>
                    <a:pt x="8060" y="13486"/>
                    <a:pt x="7987" y="13486"/>
                  </a:cubicBezTo>
                  <a:cubicBezTo>
                    <a:pt x="7915" y="13486"/>
                    <a:pt x="7834" y="13515"/>
                    <a:pt x="7764" y="13561"/>
                  </a:cubicBezTo>
                  <a:cubicBezTo>
                    <a:pt x="7735" y="13580"/>
                    <a:pt x="7707" y="13587"/>
                    <a:pt x="7679" y="13587"/>
                  </a:cubicBezTo>
                  <a:cubicBezTo>
                    <a:pt x="7593" y="13587"/>
                    <a:pt x="7504" y="13522"/>
                    <a:pt x="7370" y="13522"/>
                  </a:cubicBezTo>
                  <a:cubicBezTo>
                    <a:pt x="7334" y="13522"/>
                    <a:pt x="7296" y="13526"/>
                    <a:pt x="7254" y="13538"/>
                  </a:cubicBezTo>
                  <a:cubicBezTo>
                    <a:pt x="7226" y="13543"/>
                    <a:pt x="7199" y="13546"/>
                    <a:pt x="7174" y="13546"/>
                  </a:cubicBezTo>
                  <a:cubicBezTo>
                    <a:pt x="6992" y="13546"/>
                    <a:pt x="6892" y="13413"/>
                    <a:pt x="6953" y="13352"/>
                  </a:cubicBezTo>
                  <a:cubicBezTo>
                    <a:pt x="7022" y="13283"/>
                    <a:pt x="7370" y="13352"/>
                    <a:pt x="7370" y="13236"/>
                  </a:cubicBezTo>
                  <a:cubicBezTo>
                    <a:pt x="7347" y="13097"/>
                    <a:pt x="7208" y="13236"/>
                    <a:pt x="6999" y="13074"/>
                  </a:cubicBezTo>
                  <a:cubicBezTo>
                    <a:pt x="6925" y="13025"/>
                    <a:pt x="6859" y="13004"/>
                    <a:pt x="6803" y="13004"/>
                  </a:cubicBezTo>
                  <a:cubicBezTo>
                    <a:pt x="6703" y="13004"/>
                    <a:pt x="6635" y="13069"/>
                    <a:pt x="6605" y="13144"/>
                  </a:cubicBezTo>
                  <a:cubicBezTo>
                    <a:pt x="6584" y="13207"/>
                    <a:pt x="6540" y="13232"/>
                    <a:pt x="6487" y="13232"/>
                  </a:cubicBezTo>
                  <a:cubicBezTo>
                    <a:pt x="6422" y="13232"/>
                    <a:pt x="6344" y="13195"/>
                    <a:pt x="6281" y="13144"/>
                  </a:cubicBezTo>
                  <a:cubicBezTo>
                    <a:pt x="6258" y="13121"/>
                    <a:pt x="6258" y="13121"/>
                    <a:pt x="6235" y="13121"/>
                  </a:cubicBezTo>
                  <a:cubicBezTo>
                    <a:pt x="6216" y="13269"/>
                    <a:pt x="6138" y="13313"/>
                    <a:pt x="6037" y="13313"/>
                  </a:cubicBezTo>
                  <a:cubicBezTo>
                    <a:pt x="6011" y="13313"/>
                    <a:pt x="5984" y="13311"/>
                    <a:pt x="5956" y="13306"/>
                  </a:cubicBezTo>
                  <a:cubicBezTo>
                    <a:pt x="5950" y="13305"/>
                    <a:pt x="5943" y="13304"/>
                    <a:pt x="5937" y="13304"/>
                  </a:cubicBezTo>
                  <a:cubicBezTo>
                    <a:pt x="5804" y="13304"/>
                    <a:pt x="5671" y="13515"/>
                    <a:pt x="5516" y="13515"/>
                  </a:cubicBezTo>
                  <a:cubicBezTo>
                    <a:pt x="5354" y="13515"/>
                    <a:pt x="5168" y="13700"/>
                    <a:pt x="5145" y="13839"/>
                  </a:cubicBezTo>
                  <a:cubicBezTo>
                    <a:pt x="5099" y="13978"/>
                    <a:pt x="4937" y="13909"/>
                    <a:pt x="4937" y="14001"/>
                  </a:cubicBezTo>
                  <a:cubicBezTo>
                    <a:pt x="4937" y="14094"/>
                    <a:pt x="4937" y="14187"/>
                    <a:pt x="4844" y="14303"/>
                  </a:cubicBezTo>
                  <a:cubicBezTo>
                    <a:pt x="4774" y="14395"/>
                    <a:pt x="4844" y="14442"/>
                    <a:pt x="4937" y="14604"/>
                  </a:cubicBezTo>
                  <a:cubicBezTo>
                    <a:pt x="5006" y="14766"/>
                    <a:pt x="5192" y="14743"/>
                    <a:pt x="5261" y="14789"/>
                  </a:cubicBezTo>
                  <a:cubicBezTo>
                    <a:pt x="5354" y="14836"/>
                    <a:pt x="5655" y="15091"/>
                    <a:pt x="5655" y="15206"/>
                  </a:cubicBezTo>
                  <a:cubicBezTo>
                    <a:pt x="5655" y="15299"/>
                    <a:pt x="5423" y="15531"/>
                    <a:pt x="5331" y="15600"/>
                  </a:cubicBezTo>
                  <a:cubicBezTo>
                    <a:pt x="5215" y="15670"/>
                    <a:pt x="5099" y="15832"/>
                    <a:pt x="5168" y="15925"/>
                  </a:cubicBezTo>
                  <a:cubicBezTo>
                    <a:pt x="5215" y="16018"/>
                    <a:pt x="5493" y="16435"/>
                    <a:pt x="5678" y="16736"/>
                  </a:cubicBezTo>
                  <a:cubicBezTo>
                    <a:pt x="5864" y="17060"/>
                    <a:pt x="5609" y="16921"/>
                    <a:pt x="5493" y="17060"/>
                  </a:cubicBezTo>
                  <a:cubicBezTo>
                    <a:pt x="5377" y="17223"/>
                    <a:pt x="5539" y="17385"/>
                    <a:pt x="5586" y="17501"/>
                  </a:cubicBezTo>
                  <a:cubicBezTo>
                    <a:pt x="5609" y="17593"/>
                    <a:pt x="5423" y="17570"/>
                    <a:pt x="5447" y="17663"/>
                  </a:cubicBezTo>
                  <a:cubicBezTo>
                    <a:pt x="5470" y="17732"/>
                    <a:pt x="5701" y="17756"/>
                    <a:pt x="5725" y="17825"/>
                  </a:cubicBezTo>
                  <a:cubicBezTo>
                    <a:pt x="5748" y="17895"/>
                    <a:pt x="5562" y="17987"/>
                    <a:pt x="5632" y="18103"/>
                  </a:cubicBezTo>
                  <a:cubicBezTo>
                    <a:pt x="5725" y="18242"/>
                    <a:pt x="5910" y="18242"/>
                    <a:pt x="5933" y="18405"/>
                  </a:cubicBezTo>
                  <a:cubicBezTo>
                    <a:pt x="5956" y="18567"/>
                    <a:pt x="5586" y="18567"/>
                    <a:pt x="5586" y="18706"/>
                  </a:cubicBezTo>
                  <a:cubicBezTo>
                    <a:pt x="5609" y="18845"/>
                    <a:pt x="6072" y="18984"/>
                    <a:pt x="6281" y="19239"/>
                  </a:cubicBezTo>
                  <a:cubicBezTo>
                    <a:pt x="6489" y="19471"/>
                    <a:pt x="6489" y="19540"/>
                    <a:pt x="6443" y="19679"/>
                  </a:cubicBezTo>
                  <a:cubicBezTo>
                    <a:pt x="6327" y="19934"/>
                    <a:pt x="5748" y="20166"/>
                    <a:pt x="5632" y="20444"/>
                  </a:cubicBezTo>
                  <a:cubicBezTo>
                    <a:pt x="5493" y="20745"/>
                    <a:pt x="5006" y="20907"/>
                    <a:pt x="4774" y="21139"/>
                  </a:cubicBezTo>
                  <a:cubicBezTo>
                    <a:pt x="4682" y="21232"/>
                    <a:pt x="4612" y="21348"/>
                    <a:pt x="4520" y="21464"/>
                  </a:cubicBezTo>
                  <a:cubicBezTo>
                    <a:pt x="4612" y="21440"/>
                    <a:pt x="4705" y="21417"/>
                    <a:pt x="4751" y="21371"/>
                  </a:cubicBezTo>
                  <a:cubicBezTo>
                    <a:pt x="4761" y="21368"/>
                    <a:pt x="4771" y="21366"/>
                    <a:pt x="4780" y="21366"/>
                  </a:cubicBezTo>
                  <a:cubicBezTo>
                    <a:pt x="4901" y="21366"/>
                    <a:pt x="4970" y="21634"/>
                    <a:pt x="5099" y="21742"/>
                  </a:cubicBezTo>
                  <a:cubicBezTo>
                    <a:pt x="5168" y="21788"/>
                    <a:pt x="5267" y="21788"/>
                    <a:pt x="5360" y="21788"/>
                  </a:cubicBezTo>
                  <a:cubicBezTo>
                    <a:pt x="5452" y="21788"/>
                    <a:pt x="5539" y="21788"/>
                    <a:pt x="5586" y="21834"/>
                  </a:cubicBezTo>
                  <a:cubicBezTo>
                    <a:pt x="5628" y="21905"/>
                    <a:pt x="5584" y="21933"/>
                    <a:pt x="5500" y="21933"/>
                  </a:cubicBezTo>
                  <a:cubicBezTo>
                    <a:pt x="5448" y="21933"/>
                    <a:pt x="5379" y="21922"/>
                    <a:pt x="5308" y="21904"/>
                  </a:cubicBezTo>
                  <a:cubicBezTo>
                    <a:pt x="5291" y="21902"/>
                    <a:pt x="5276" y="21901"/>
                    <a:pt x="5262" y="21901"/>
                  </a:cubicBezTo>
                  <a:cubicBezTo>
                    <a:pt x="5112" y="21901"/>
                    <a:pt x="5051" y="22005"/>
                    <a:pt x="4798" y="22089"/>
                  </a:cubicBezTo>
                  <a:cubicBezTo>
                    <a:pt x="4566" y="22159"/>
                    <a:pt x="4589" y="22252"/>
                    <a:pt x="4520" y="22298"/>
                  </a:cubicBezTo>
                  <a:cubicBezTo>
                    <a:pt x="4659" y="22483"/>
                    <a:pt x="4473" y="22507"/>
                    <a:pt x="4404" y="22669"/>
                  </a:cubicBezTo>
                  <a:cubicBezTo>
                    <a:pt x="4334" y="22808"/>
                    <a:pt x="4241" y="22854"/>
                    <a:pt x="4241" y="22947"/>
                  </a:cubicBezTo>
                  <a:cubicBezTo>
                    <a:pt x="4218" y="23040"/>
                    <a:pt x="4265" y="23109"/>
                    <a:pt x="4265" y="23248"/>
                  </a:cubicBezTo>
                  <a:cubicBezTo>
                    <a:pt x="4288" y="23410"/>
                    <a:pt x="4311" y="23434"/>
                    <a:pt x="4381" y="23549"/>
                  </a:cubicBezTo>
                  <a:cubicBezTo>
                    <a:pt x="4473" y="23665"/>
                    <a:pt x="4311" y="23665"/>
                    <a:pt x="4241" y="23735"/>
                  </a:cubicBezTo>
                  <a:cubicBezTo>
                    <a:pt x="4172" y="23781"/>
                    <a:pt x="4218" y="23920"/>
                    <a:pt x="4311" y="24013"/>
                  </a:cubicBezTo>
                  <a:cubicBezTo>
                    <a:pt x="4404" y="24106"/>
                    <a:pt x="4404" y="24245"/>
                    <a:pt x="4381" y="24314"/>
                  </a:cubicBezTo>
                  <a:cubicBezTo>
                    <a:pt x="4334" y="24407"/>
                    <a:pt x="4473" y="24546"/>
                    <a:pt x="4543" y="24639"/>
                  </a:cubicBezTo>
                  <a:cubicBezTo>
                    <a:pt x="4635" y="24731"/>
                    <a:pt x="4612" y="24963"/>
                    <a:pt x="4682" y="25009"/>
                  </a:cubicBezTo>
                  <a:cubicBezTo>
                    <a:pt x="4758" y="25067"/>
                    <a:pt x="4819" y="25108"/>
                    <a:pt x="4915" y="25108"/>
                  </a:cubicBezTo>
                  <a:cubicBezTo>
                    <a:pt x="4936" y="25108"/>
                    <a:pt x="4958" y="25106"/>
                    <a:pt x="4983" y="25102"/>
                  </a:cubicBezTo>
                  <a:cubicBezTo>
                    <a:pt x="5013" y="25092"/>
                    <a:pt x="5039" y="25088"/>
                    <a:pt x="5063" y="25088"/>
                  </a:cubicBezTo>
                  <a:cubicBezTo>
                    <a:pt x="5152" y="25088"/>
                    <a:pt x="5207" y="25150"/>
                    <a:pt x="5261" y="25241"/>
                  </a:cubicBezTo>
                  <a:cubicBezTo>
                    <a:pt x="5291" y="25280"/>
                    <a:pt x="5324" y="25295"/>
                    <a:pt x="5362" y="25295"/>
                  </a:cubicBezTo>
                  <a:cubicBezTo>
                    <a:pt x="5413" y="25295"/>
                    <a:pt x="5472" y="25268"/>
                    <a:pt x="5539" y="25241"/>
                  </a:cubicBezTo>
                  <a:cubicBezTo>
                    <a:pt x="5563" y="25229"/>
                    <a:pt x="5592" y="25224"/>
                    <a:pt x="5624" y="25224"/>
                  </a:cubicBezTo>
                  <a:cubicBezTo>
                    <a:pt x="5775" y="25224"/>
                    <a:pt x="5992" y="25342"/>
                    <a:pt x="6049" y="25380"/>
                  </a:cubicBezTo>
                  <a:cubicBezTo>
                    <a:pt x="6142" y="25403"/>
                    <a:pt x="6095" y="25612"/>
                    <a:pt x="6119" y="25751"/>
                  </a:cubicBezTo>
                  <a:cubicBezTo>
                    <a:pt x="6119" y="25890"/>
                    <a:pt x="6026" y="26052"/>
                    <a:pt x="6165" y="26145"/>
                  </a:cubicBezTo>
                  <a:cubicBezTo>
                    <a:pt x="6304" y="26215"/>
                    <a:pt x="6258" y="26423"/>
                    <a:pt x="6420" y="26470"/>
                  </a:cubicBezTo>
                  <a:cubicBezTo>
                    <a:pt x="6582" y="26539"/>
                    <a:pt x="6652" y="26748"/>
                    <a:pt x="6744" y="26794"/>
                  </a:cubicBezTo>
                  <a:cubicBezTo>
                    <a:pt x="6837" y="26817"/>
                    <a:pt x="7022" y="26956"/>
                    <a:pt x="7046" y="27072"/>
                  </a:cubicBezTo>
                  <a:cubicBezTo>
                    <a:pt x="7069" y="27165"/>
                    <a:pt x="6883" y="27257"/>
                    <a:pt x="6768" y="27327"/>
                  </a:cubicBezTo>
                  <a:cubicBezTo>
                    <a:pt x="6756" y="27332"/>
                    <a:pt x="6743" y="27334"/>
                    <a:pt x="6729" y="27334"/>
                  </a:cubicBezTo>
                  <a:cubicBezTo>
                    <a:pt x="6635" y="27334"/>
                    <a:pt x="6506" y="27233"/>
                    <a:pt x="6425" y="27233"/>
                  </a:cubicBezTo>
                  <a:cubicBezTo>
                    <a:pt x="6404" y="27233"/>
                    <a:pt x="6386" y="27240"/>
                    <a:pt x="6374" y="27257"/>
                  </a:cubicBezTo>
                  <a:cubicBezTo>
                    <a:pt x="6304" y="27350"/>
                    <a:pt x="6397" y="27489"/>
                    <a:pt x="6466" y="27767"/>
                  </a:cubicBezTo>
                  <a:cubicBezTo>
                    <a:pt x="6513" y="28022"/>
                    <a:pt x="6582" y="28045"/>
                    <a:pt x="6698" y="28045"/>
                  </a:cubicBezTo>
                  <a:cubicBezTo>
                    <a:pt x="6814" y="28045"/>
                    <a:pt x="6860" y="27976"/>
                    <a:pt x="6953" y="27930"/>
                  </a:cubicBezTo>
                  <a:cubicBezTo>
                    <a:pt x="6972" y="27917"/>
                    <a:pt x="7002" y="27913"/>
                    <a:pt x="7037" y="27913"/>
                  </a:cubicBezTo>
                  <a:cubicBezTo>
                    <a:pt x="7094" y="27913"/>
                    <a:pt x="7164" y="27923"/>
                    <a:pt x="7226" y="27923"/>
                  </a:cubicBezTo>
                  <a:cubicBezTo>
                    <a:pt x="7264" y="27923"/>
                    <a:pt x="7298" y="27919"/>
                    <a:pt x="7324" y="27906"/>
                  </a:cubicBezTo>
                  <a:cubicBezTo>
                    <a:pt x="7355" y="27896"/>
                    <a:pt x="7432" y="27886"/>
                    <a:pt x="7515" y="27886"/>
                  </a:cubicBezTo>
                  <a:cubicBezTo>
                    <a:pt x="7616" y="27886"/>
                    <a:pt x="7726" y="27901"/>
                    <a:pt x="7764" y="27953"/>
                  </a:cubicBezTo>
                  <a:cubicBezTo>
                    <a:pt x="7834" y="28069"/>
                    <a:pt x="7880" y="28277"/>
                    <a:pt x="7834" y="28370"/>
                  </a:cubicBezTo>
                  <a:cubicBezTo>
                    <a:pt x="7787" y="28463"/>
                    <a:pt x="7903" y="28555"/>
                    <a:pt x="7949" y="28671"/>
                  </a:cubicBezTo>
                  <a:cubicBezTo>
                    <a:pt x="8019" y="28787"/>
                    <a:pt x="8274" y="28741"/>
                    <a:pt x="8367" y="28764"/>
                  </a:cubicBezTo>
                  <a:cubicBezTo>
                    <a:pt x="8436" y="28810"/>
                    <a:pt x="8645" y="29065"/>
                    <a:pt x="8598" y="29204"/>
                  </a:cubicBezTo>
                  <a:cubicBezTo>
                    <a:pt x="8567" y="29283"/>
                    <a:pt x="8632" y="29319"/>
                    <a:pt x="8707" y="29319"/>
                  </a:cubicBezTo>
                  <a:cubicBezTo>
                    <a:pt x="8741" y="29319"/>
                    <a:pt x="8778" y="29312"/>
                    <a:pt x="8807" y="29297"/>
                  </a:cubicBezTo>
                  <a:cubicBezTo>
                    <a:pt x="8817" y="29294"/>
                    <a:pt x="8827" y="29293"/>
                    <a:pt x="8836" y="29293"/>
                  </a:cubicBezTo>
                  <a:cubicBezTo>
                    <a:pt x="8915" y="29293"/>
                    <a:pt x="8979" y="29374"/>
                    <a:pt x="9062" y="29436"/>
                  </a:cubicBezTo>
                  <a:cubicBezTo>
                    <a:pt x="9106" y="29454"/>
                    <a:pt x="9144" y="29461"/>
                    <a:pt x="9178" y="29461"/>
                  </a:cubicBezTo>
                  <a:cubicBezTo>
                    <a:pt x="9234" y="29461"/>
                    <a:pt x="9283" y="29441"/>
                    <a:pt x="9340" y="29413"/>
                  </a:cubicBezTo>
                  <a:cubicBezTo>
                    <a:pt x="9410" y="29371"/>
                    <a:pt x="9487" y="29338"/>
                    <a:pt x="9554" y="29338"/>
                  </a:cubicBezTo>
                  <a:cubicBezTo>
                    <a:pt x="9598" y="29338"/>
                    <a:pt x="9637" y="29352"/>
                    <a:pt x="9664" y="29390"/>
                  </a:cubicBezTo>
                  <a:cubicBezTo>
                    <a:pt x="9711" y="29459"/>
                    <a:pt x="9896" y="29621"/>
                    <a:pt x="9896" y="29668"/>
                  </a:cubicBezTo>
                  <a:cubicBezTo>
                    <a:pt x="9896" y="29714"/>
                    <a:pt x="10197" y="29668"/>
                    <a:pt x="10337" y="29737"/>
                  </a:cubicBezTo>
                  <a:cubicBezTo>
                    <a:pt x="10499" y="29807"/>
                    <a:pt x="10661" y="29784"/>
                    <a:pt x="10800" y="29853"/>
                  </a:cubicBezTo>
                  <a:cubicBezTo>
                    <a:pt x="10962" y="29946"/>
                    <a:pt x="11101" y="29969"/>
                    <a:pt x="11124" y="30062"/>
                  </a:cubicBezTo>
                  <a:cubicBezTo>
                    <a:pt x="11124" y="30154"/>
                    <a:pt x="10962" y="30247"/>
                    <a:pt x="10962" y="30293"/>
                  </a:cubicBezTo>
                  <a:cubicBezTo>
                    <a:pt x="10962" y="30340"/>
                    <a:pt x="11101" y="30363"/>
                    <a:pt x="11101" y="30456"/>
                  </a:cubicBezTo>
                  <a:cubicBezTo>
                    <a:pt x="11101" y="30525"/>
                    <a:pt x="10939" y="30525"/>
                    <a:pt x="10916" y="30572"/>
                  </a:cubicBezTo>
                  <a:cubicBezTo>
                    <a:pt x="10893" y="30641"/>
                    <a:pt x="11009" y="30711"/>
                    <a:pt x="11032" y="30780"/>
                  </a:cubicBezTo>
                  <a:cubicBezTo>
                    <a:pt x="11055" y="30850"/>
                    <a:pt x="10939" y="31058"/>
                    <a:pt x="10939" y="31105"/>
                  </a:cubicBezTo>
                  <a:cubicBezTo>
                    <a:pt x="10939" y="31128"/>
                    <a:pt x="10898" y="31135"/>
                    <a:pt x="10840" y="31135"/>
                  </a:cubicBezTo>
                  <a:cubicBezTo>
                    <a:pt x="10723" y="31135"/>
                    <a:pt x="10537" y="31105"/>
                    <a:pt x="10476" y="31105"/>
                  </a:cubicBezTo>
                  <a:cubicBezTo>
                    <a:pt x="10406" y="31105"/>
                    <a:pt x="10151" y="31383"/>
                    <a:pt x="10058" y="31383"/>
                  </a:cubicBezTo>
                  <a:cubicBezTo>
                    <a:pt x="9989" y="31406"/>
                    <a:pt x="10012" y="31522"/>
                    <a:pt x="10058" y="31638"/>
                  </a:cubicBezTo>
                  <a:cubicBezTo>
                    <a:pt x="10198" y="31612"/>
                    <a:pt x="10338" y="31594"/>
                    <a:pt x="10444" y="31594"/>
                  </a:cubicBezTo>
                  <a:cubicBezTo>
                    <a:pt x="10530" y="31594"/>
                    <a:pt x="10594" y="31606"/>
                    <a:pt x="10615" y="31638"/>
                  </a:cubicBezTo>
                  <a:cubicBezTo>
                    <a:pt x="10661" y="31730"/>
                    <a:pt x="10035" y="31985"/>
                    <a:pt x="9919" y="32032"/>
                  </a:cubicBezTo>
                  <a:cubicBezTo>
                    <a:pt x="9804" y="32078"/>
                    <a:pt x="10151" y="32240"/>
                    <a:pt x="10128" y="32333"/>
                  </a:cubicBezTo>
                  <a:cubicBezTo>
                    <a:pt x="10128" y="32426"/>
                    <a:pt x="9780" y="32449"/>
                    <a:pt x="9804" y="32657"/>
                  </a:cubicBezTo>
                  <a:cubicBezTo>
                    <a:pt x="9850" y="32843"/>
                    <a:pt x="9688" y="32889"/>
                    <a:pt x="9502" y="32889"/>
                  </a:cubicBezTo>
                  <a:cubicBezTo>
                    <a:pt x="9317" y="32889"/>
                    <a:pt x="9270" y="33005"/>
                    <a:pt x="9363" y="33005"/>
                  </a:cubicBezTo>
                  <a:cubicBezTo>
                    <a:pt x="9456" y="33028"/>
                    <a:pt x="9456" y="33283"/>
                    <a:pt x="9804" y="33353"/>
                  </a:cubicBezTo>
                  <a:cubicBezTo>
                    <a:pt x="10151" y="33445"/>
                    <a:pt x="10522" y="33770"/>
                    <a:pt x="10823" y="34094"/>
                  </a:cubicBezTo>
                  <a:cubicBezTo>
                    <a:pt x="10846" y="34140"/>
                    <a:pt x="10893" y="34187"/>
                    <a:pt x="10962" y="34210"/>
                  </a:cubicBezTo>
                  <a:cubicBezTo>
                    <a:pt x="11032" y="34164"/>
                    <a:pt x="11124" y="34117"/>
                    <a:pt x="11171" y="34117"/>
                  </a:cubicBezTo>
                  <a:cubicBezTo>
                    <a:pt x="11188" y="34115"/>
                    <a:pt x="11206" y="34114"/>
                    <a:pt x="11226" y="34114"/>
                  </a:cubicBezTo>
                  <a:cubicBezTo>
                    <a:pt x="11395" y="34114"/>
                    <a:pt x="11654" y="34199"/>
                    <a:pt x="11820" y="34303"/>
                  </a:cubicBezTo>
                  <a:cubicBezTo>
                    <a:pt x="11874" y="34341"/>
                    <a:pt x="11977" y="34352"/>
                    <a:pt x="12093" y="34352"/>
                  </a:cubicBezTo>
                  <a:cubicBezTo>
                    <a:pt x="12225" y="34352"/>
                    <a:pt x="12374" y="34338"/>
                    <a:pt x="12487" y="34338"/>
                  </a:cubicBezTo>
                  <a:cubicBezTo>
                    <a:pt x="12571" y="34338"/>
                    <a:pt x="12634" y="34346"/>
                    <a:pt x="12654" y="34372"/>
                  </a:cubicBezTo>
                  <a:cubicBezTo>
                    <a:pt x="12747" y="34465"/>
                    <a:pt x="12886" y="34604"/>
                    <a:pt x="13002" y="34604"/>
                  </a:cubicBezTo>
                  <a:cubicBezTo>
                    <a:pt x="13102" y="34604"/>
                    <a:pt x="13221" y="34779"/>
                    <a:pt x="13311" y="34779"/>
                  </a:cubicBezTo>
                  <a:cubicBezTo>
                    <a:pt x="13324" y="34779"/>
                    <a:pt x="13337" y="34775"/>
                    <a:pt x="13349" y="34766"/>
                  </a:cubicBezTo>
                  <a:cubicBezTo>
                    <a:pt x="13442" y="34697"/>
                    <a:pt x="13813" y="34697"/>
                    <a:pt x="13906" y="34697"/>
                  </a:cubicBezTo>
                  <a:cubicBezTo>
                    <a:pt x="13998" y="34697"/>
                    <a:pt x="13998" y="34766"/>
                    <a:pt x="14091" y="34766"/>
                  </a:cubicBezTo>
                  <a:cubicBezTo>
                    <a:pt x="14181" y="34766"/>
                    <a:pt x="14184" y="35115"/>
                    <a:pt x="14247" y="35115"/>
                  </a:cubicBezTo>
                  <a:cubicBezTo>
                    <a:pt x="14249" y="35115"/>
                    <a:pt x="14251" y="35115"/>
                    <a:pt x="14253" y="35114"/>
                  </a:cubicBezTo>
                  <a:cubicBezTo>
                    <a:pt x="14258" y="35113"/>
                    <a:pt x="14262" y="35112"/>
                    <a:pt x="14267" y="35112"/>
                  </a:cubicBezTo>
                  <a:cubicBezTo>
                    <a:pt x="14370" y="35112"/>
                    <a:pt x="14608" y="35324"/>
                    <a:pt x="14763" y="35346"/>
                  </a:cubicBezTo>
                  <a:cubicBezTo>
                    <a:pt x="14942" y="35368"/>
                    <a:pt x="15099" y="35648"/>
                    <a:pt x="15172" y="35648"/>
                  </a:cubicBezTo>
                  <a:cubicBezTo>
                    <a:pt x="15175" y="35648"/>
                    <a:pt x="15178" y="35648"/>
                    <a:pt x="15180" y="35647"/>
                  </a:cubicBezTo>
                  <a:cubicBezTo>
                    <a:pt x="15186" y="35645"/>
                    <a:pt x="15192" y="35644"/>
                    <a:pt x="15198" y="35644"/>
                  </a:cubicBezTo>
                  <a:cubicBezTo>
                    <a:pt x="15247" y="35644"/>
                    <a:pt x="15318" y="35694"/>
                    <a:pt x="15372" y="35694"/>
                  </a:cubicBezTo>
                  <a:cubicBezTo>
                    <a:pt x="15399" y="35694"/>
                    <a:pt x="15421" y="35682"/>
                    <a:pt x="15435" y="35647"/>
                  </a:cubicBezTo>
                  <a:cubicBezTo>
                    <a:pt x="15481" y="35531"/>
                    <a:pt x="15713" y="35577"/>
                    <a:pt x="15783" y="35392"/>
                  </a:cubicBezTo>
                  <a:cubicBezTo>
                    <a:pt x="15481" y="34998"/>
                    <a:pt x="15134" y="34581"/>
                    <a:pt x="15157" y="34419"/>
                  </a:cubicBezTo>
                  <a:cubicBezTo>
                    <a:pt x="15180" y="34164"/>
                    <a:pt x="15296" y="33978"/>
                    <a:pt x="14948" y="33677"/>
                  </a:cubicBezTo>
                  <a:cubicBezTo>
                    <a:pt x="14601" y="33399"/>
                    <a:pt x="14972" y="33213"/>
                    <a:pt x="15226" y="32889"/>
                  </a:cubicBezTo>
                  <a:cubicBezTo>
                    <a:pt x="15435" y="32611"/>
                    <a:pt x="15899" y="32495"/>
                    <a:pt x="16177" y="32310"/>
                  </a:cubicBezTo>
                  <a:cubicBezTo>
                    <a:pt x="16130" y="32263"/>
                    <a:pt x="16061" y="32217"/>
                    <a:pt x="16014" y="32194"/>
                  </a:cubicBezTo>
                  <a:cubicBezTo>
                    <a:pt x="15783" y="32101"/>
                    <a:pt x="15713" y="32008"/>
                    <a:pt x="15899" y="31962"/>
                  </a:cubicBezTo>
                  <a:cubicBezTo>
                    <a:pt x="16061" y="31916"/>
                    <a:pt x="15991" y="31823"/>
                    <a:pt x="15806" y="31614"/>
                  </a:cubicBezTo>
                  <a:cubicBezTo>
                    <a:pt x="15644" y="31429"/>
                    <a:pt x="15574" y="31244"/>
                    <a:pt x="15481" y="31244"/>
                  </a:cubicBezTo>
                  <a:cubicBezTo>
                    <a:pt x="15435" y="31244"/>
                    <a:pt x="15371" y="31238"/>
                    <a:pt x="15302" y="31238"/>
                  </a:cubicBezTo>
                  <a:cubicBezTo>
                    <a:pt x="15232" y="31238"/>
                    <a:pt x="15157" y="31244"/>
                    <a:pt x="15087" y="31267"/>
                  </a:cubicBezTo>
                  <a:cubicBezTo>
                    <a:pt x="15073" y="31272"/>
                    <a:pt x="15060" y="31274"/>
                    <a:pt x="15048" y="31274"/>
                  </a:cubicBezTo>
                  <a:cubicBezTo>
                    <a:pt x="14953" y="31274"/>
                    <a:pt x="14974" y="31110"/>
                    <a:pt x="14995" y="30965"/>
                  </a:cubicBezTo>
                  <a:cubicBezTo>
                    <a:pt x="15018" y="30803"/>
                    <a:pt x="14717" y="30826"/>
                    <a:pt x="14670" y="30757"/>
                  </a:cubicBezTo>
                  <a:cubicBezTo>
                    <a:pt x="14624" y="30687"/>
                    <a:pt x="14740" y="30432"/>
                    <a:pt x="14809" y="30409"/>
                  </a:cubicBezTo>
                  <a:cubicBezTo>
                    <a:pt x="14856" y="30386"/>
                    <a:pt x="14995" y="30317"/>
                    <a:pt x="14995" y="30247"/>
                  </a:cubicBezTo>
                  <a:cubicBezTo>
                    <a:pt x="14995" y="30178"/>
                    <a:pt x="14717" y="30131"/>
                    <a:pt x="14833" y="29969"/>
                  </a:cubicBezTo>
                  <a:cubicBezTo>
                    <a:pt x="14925" y="29807"/>
                    <a:pt x="15111" y="29807"/>
                    <a:pt x="15111" y="29645"/>
                  </a:cubicBezTo>
                  <a:cubicBezTo>
                    <a:pt x="15111" y="29506"/>
                    <a:pt x="15188" y="29394"/>
                    <a:pt x="15304" y="29394"/>
                  </a:cubicBezTo>
                  <a:cubicBezTo>
                    <a:pt x="15344" y="29394"/>
                    <a:pt x="15388" y="29407"/>
                    <a:pt x="15435" y="29436"/>
                  </a:cubicBezTo>
                  <a:cubicBezTo>
                    <a:pt x="15582" y="29541"/>
                    <a:pt x="15653" y="29816"/>
                    <a:pt x="15802" y="29816"/>
                  </a:cubicBezTo>
                  <a:cubicBezTo>
                    <a:pt x="15818" y="29816"/>
                    <a:pt x="15835" y="29813"/>
                    <a:pt x="15852" y="29807"/>
                  </a:cubicBezTo>
                  <a:cubicBezTo>
                    <a:pt x="16061" y="29737"/>
                    <a:pt x="15945" y="29552"/>
                    <a:pt x="15922" y="29459"/>
                  </a:cubicBezTo>
                  <a:cubicBezTo>
                    <a:pt x="15899" y="29366"/>
                    <a:pt x="15829" y="29227"/>
                    <a:pt x="16061" y="29181"/>
                  </a:cubicBezTo>
                  <a:cubicBezTo>
                    <a:pt x="16269" y="29135"/>
                    <a:pt x="16177" y="28903"/>
                    <a:pt x="16339" y="28903"/>
                  </a:cubicBezTo>
                  <a:cubicBezTo>
                    <a:pt x="16524" y="28903"/>
                    <a:pt x="16826" y="28694"/>
                    <a:pt x="16918" y="28648"/>
                  </a:cubicBezTo>
                  <a:cubicBezTo>
                    <a:pt x="17018" y="28608"/>
                    <a:pt x="17186" y="28500"/>
                    <a:pt x="17290" y="28500"/>
                  </a:cubicBezTo>
                  <a:cubicBezTo>
                    <a:pt x="17307" y="28500"/>
                    <a:pt x="17322" y="28502"/>
                    <a:pt x="17335" y="28509"/>
                  </a:cubicBezTo>
                  <a:cubicBezTo>
                    <a:pt x="17391" y="28551"/>
                    <a:pt x="17463" y="28609"/>
                    <a:pt x="17527" y="28609"/>
                  </a:cubicBezTo>
                  <a:cubicBezTo>
                    <a:pt x="17570" y="28609"/>
                    <a:pt x="17609" y="28583"/>
                    <a:pt x="17637" y="28509"/>
                  </a:cubicBezTo>
                  <a:cubicBezTo>
                    <a:pt x="17667" y="28438"/>
                    <a:pt x="17737" y="28412"/>
                    <a:pt x="17808" y="28412"/>
                  </a:cubicBezTo>
                  <a:cubicBezTo>
                    <a:pt x="17900" y="28412"/>
                    <a:pt x="17994" y="28457"/>
                    <a:pt x="18008" y="28509"/>
                  </a:cubicBezTo>
                  <a:cubicBezTo>
                    <a:pt x="18031" y="28625"/>
                    <a:pt x="18494" y="28625"/>
                    <a:pt x="18656" y="28717"/>
                  </a:cubicBezTo>
                  <a:cubicBezTo>
                    <a:pt x="18795" y="28810"/>
                    <a:pt x="19097" y="28996"/>
                    <a:pt x="19097" y="29111"/>
                  </a:cubicBezTo>
                  <a:cubicBezTo>
                    <a:pt x="19097" y="29173"/>
                    <a:pt x="19169" y="29256"/>
                    <a:pt x="19217" y="29256"/>
                  </a:cubicBezTo>
                  <a:cubicBezTo>
                    <a:pt x="19241" y="29256"/>
                    <a:pt x="19259" y="29235"/>
                    <a:pt x="19259" y="29181"/>
                  </a:cubicBezTo>
                  <a:cubicBezTo>
                    <a:pt x="19259" y="29095"/>
                    <a:pt x="19284" y="29059"/>
                    <a:pt x="19329" y="29059"/>
                  </a:cubicBezTo>
                  <a:cubicBezTo>
                    <a:pt x="19382" y="29059"/>
                    <a:pt x="19461" y="29107"/>
                    <a:pt x="19560" y="29181"/>
                  </a:cubicBezTo>
                  <a:cubicBezTo>
                    <a:pt x="19644" y="29228"/>
                    <a:pt x="19736" y="29248"/>
                    <a:pt x="19819" y="29248"/>
                  </a:cubicBezTo>
                  <a:cubicBezTo>
                    <a:pt x="19941" y="29248"/>
                    <a:pt x="20042" y="29204"/>
                    <a:pt x="20070" y="29135"/>
                  </a:cubicBezTo>
                  <a:cubicBezTo>
                    <a:pt x="20106" y="29027"/>
                    <a:pt x="20337" y="28919"/>
                    <a:pt x="20493" y="28919"/>
                  </a:cubicBezTo>
                  <a:cubicBezTo>
                    <a:pt x="20538" y="28919"/>
                    <a:pt x="20577" y="28928"/>
                    <a:pt x="20603" y="28949"/>
                  </a:cubicBezTo>
                  <a:cubicBezTo>
                    <a:pt x="20687" y="29005"/>
                    <a:pt x="20737" y="29061"/>
                    <a:pt x="20794" y="29061"/>
                  </a:cubicBezTo>
                  <a:cubicBezTo>
                    <a:pt x="20832" y="29061"/>
                    <a:pt x="20872" y="29037"/>
                    <a:pt x="20928" y="28972"/>
                  </a:cubicBezTo>
                  <a:cubicBezTo>
                    <a:pt x="20991" y="28909"/>
                    <a:pt x="21099" y="28879"/>
                    <a:pt x="21201" y="28879"/>
                  </a:cubicBezTo>
                  <a:cubicBezTo>
                    <a:pt x="21322" y="28879"/>
                    <a:pt x="21436" y="28920"/>
                    <a:pt x="21461" y="28996"/>
                  </a:cubicBezTo>
                  <a:cubicBezTo>
                    <a:pt x="21507" y="29135"/>
                    <a:pt x="21669" y="29181"/>
                    <a:pt x="21831" y="29181"/>
                  </a:cubicBezTo>
                  <a:cubicBezTo>
                    <a:pt x="21957" y="29181"/>
                    <a:pt x="21988" y="29350"/>
                    <a:pt x="22060" y="29350"/>
                  </a:cubicBezTo>
                  <a:cubicBezTo>
                    <a:pt x="22069" y="29350"/>
                    <a:pt x="22077" y="29348"/>
                    <a:pt x="22086" y="29343"/>
                  </a:cubicBezTo>
                  <a:cubicBezTo>
                    <a:pt x="22175" y="29299"/>
                    <a:pt x="22158" y="29064"/>
                    <a:pt x="22257" y="29064"/>
                  </a:cubicBezTo>
                  <a:cubicBezTo>
                    <a:pt x="22262" y="29064"/>
                    <a:pt x="22267" y="29064"/>
                    <a:pt x="22272" y="29065"/>
                  </a:cubicBezTo>
                  <a:cubicBezTo>
                    <a:pt x="22411" y="29088"/>
                    <a:pt x="22504" y="29251"/>
                    <a:pt x="22689" y="29251"/>
                  </a:cubicBezTo>
                  <a:cubicBezTo>
                    <a:pt x="22897" y="29251"/>
                    <a:pt x="23037" y="29204"/>
                    <a:pt x="23037" y="29042"/>
                  </a:cubicBezTo>
                  <a:cubicBezTo>
                    <a:pt x="23037" y="28903"/>
                    <a:pt x="23013" y="28671"/>
                    <a:pt x="22897" y="28671"/>
                  </a:cubicBezTo>
                  <a:cubicBezTo>
                    <a:pt x="22758" y="28671"/>
                    <a:pt x="22643" y="28532"/>
                    <a:pt x="22504" y="28532"/>
                  </a:cubicBezTo>
                  <a:cubicBezTo>
                    <a:pt x="22364" y="28532"/>
                    <a:pt x="22202" y="28300"/>
                    <a:pt x="22364" y="28254"/>
                  </a:cubicBezTo>
                  <a:cubicBezTo>
                    <a:pt x="22504" y="28208"/>
                    <a:pt x="22735" y="28092"/>
                    <a:pt x="22689" y="27953"/>
                  </a:cubicBezTo>
                  <a:cubicBezTo>
                    <a:pt x="22643" y="27837"/>
                    <a:pt x="22596" y="27605"/>
                    <a:pt x="22782" y="27582"/>
                  </a:cubicBezTo>
                  <a:cubicBezTo>
                    <a:pt x="22990" y="27559"/>
                    <a:pt x="23407" y="27559"/>
                    <a:pt x="23384" y="27489"/>
                  </a:cubicBezTo>
                  <a:cubicBezTo>
                    <a:pt x="23361" y="27397"/>
                    <a:pt x="22967" y="27350"/>
                    <a:pt x="22897" y="27234"/>
                  </a:cubicBezTo>
                  <a:cubicBezTo>
                    <a:pt x="22828" y="27118"/>
                    <a:pt x="22782" y="26817"/>
                    <a:pt x="22874" y="26771"/>
                  </a:cubicBezTo>
                  <a:cubicBezTo>
                    <a:pt x="22894" y="26758"/>
                    <a:pt x="22925" y="26754"/>
                    <a:pt x="22964" y="26754"/>
                  </a:cubicBezTo>
                  <a:cubicBezTo>
                    <a:pt x="23026" y="26754"/>
                    <a:pt x="23107" y="26764"/>
                    <a:pt x="23183" y="26764"/>
                  </a:cubicBezTo>
                  <a:cubicBezTo>
                    <a:pt x="23231" y="26764"/>
                    <a:pt x="23276" y="26760"/>
                    <a:pt x="23315" y="26748"/>
                  </a:cubicBezTo>
                  <a:cubicBezTo>
                    <a:pt x="23345" y="26739"/>
                    <a:pt x="23381" y="26736"/>
                    <a:pt x="23420" y="26736"/>
                  </a:cubicBezTo>
                  <a:cubicBezTo>
                    <a:pt x="23502" y="26736"/>
                    <a:pt x="23600" y="26749"/>
                    <a:pt x="23699" y="26749"/>
                  </a:cubicBezTo>
                  <a:cubicBezTo>
                    <a:pt x="23800" y="26749"/>
                    <a:pt x="23901" y="26735"/>
                    <a:pt x="23987" y="26678"/>
                  </a:cubicBezTo>
                  <a:cubicBezTo>
                    <a:pt x="24172" y="26539"/>
                    <a:pt x="24589" y="26516"/>
                    <a:pt x="24798" y="26516"/>
                  </a:cubicBezTo>
                  <a:cubicBezTo>
                    <a:pt x="25030" y="26516"/>
                    <a:pt x="25192" y="26377"/>
                    <a:pt x="25354" y="26330"/>
                  </a:cubicBezTo>
                  <a:cubicBezTo>
                    <a:pt x="25539" y="26307"/>
                    <a:pt x="26003" y="26238"/>
                    <a:pt x="26142" y="26191"/>
                  </a:cubicBezTo>
                  <a:cubicBezTo>
                    <a:pt x="26258" y="26145"/>
                    <a:pt x="26907" y="26052"/>
                    <a:pt x="26930" y="25936"/>
                  </a:cubicBezTo>
                  <a:cubicBezTo>
                    <a:pt x="26948" y="25830"/>
                    <a:pt x="27265" y="25751"/>
                    <a:pt x="27464" y="25751"/>
                  </a:cubicBezTo>
                  <a:cubicBezTo>
                    <a:pt x="27525" y="25751"/>
                    <a:pt x="27575" y="25758"/>
                    <a:pt x="27602" y="25774"/>
                  </a:cubicBezTo>
                  <a:cubicBezTo>
                    <a:pt x="27702" y="25824"/>
                    <a:pt x="27827" y="25862"/>
                    <a:pt x="27932" y="25862"/>
                  </a:cubicBezTo>
                  <a:cubicBezTo>
                    <a:pt x="27972" y="25862"/>
                    <a:pt x="28010" y="25857"/>
                    <a:pt x="28042" y="25844"/>
                  </a:cubicBezTo>
                  <a:cubicBezTo>
                    <a:pt x="28064" y="25831"/>
                    <a:pt x="28090" y="25825"/>
                    <a:pt x="28118" y="25825"/>
                  </a:cubicBezTo>
                  <a:cubicBezTo>
                    <a:pt x="28242" y="25825"/>
                    <a:pt x="28409" y="25939"/>
                    <a:pt x="28390" y="26052"/>
                  </a:cubicBezTo>
                  <a:cubicBezTo>
                    <a:pt x="28367" y="26191"/>
                    <a:pt x="28506" y="26330"/>
                    <a:pt x="28483" y="26446"/>
                  </a:cubicBezTo>
                  <a:cubicBezTo>
                    <a:pt x="28483" y="26539"/>
                    <a:pt x="28344" y="26585"/>
                    <a:pt x="28413" y="26678"/>
                  </a:cubicBezTo>
                  <a:cubicBezTo>
                    <a:pt x="28443" y="26700"/>
                    <a:pt x="28496" y="26711"/>
                    <a:pt x="28558" y="26711"/>
                  </a:cubicBezTo>
                  <a:cubicBezTo>
                    <a:pt x="28690" y="26711"/>
                    <a:pt x="28860" y="26664"/>
                    <a:pt x="28923" y="26585"/>
                  </a:cubicBezTo>
                  <a:cubicBezTo>
                    <a:pt x="28946" y="26557"/>
                    <a:pt x="28970" y="26545"/>
                    <a:pt x="28994" y="26545"/>
                  </a:cubicBezTo>
                  <a:cubicBezTo>
                    <a:pt x="29066" y="26545"/>
                    <a:pt x="29132" y="26655"/>
                    <a:pt x="29132" y="26724"/>
                  </a:cubicBezTo>
                  <a:cubicBezTo>
                    <a:pt x="29132" y="26767"/>
                    <a:pt x="29184" y="26810"/>
                    <a:pt x="29224" y="26810"/>
                  </a:cubicBezTo>
                  <a:cubicBezTo>
                    <a:pt x="29250" y="26810"/>
                    <a:pt x="29271" y="26793"/>
                    <a:pt x="29271" y="26748"/>
                  </a:cubicBezTo>
                  <a:cubicBezTo>
                    <a:pt x="29271" y="26716"/>
                    <a:pt x="29296" y="26703"/>
                    <a:pt x="29330" y="26703"/>
                  </a:cubicBezTo>
                  <a:cubicBezTo>
                    <a:pt x="29395" y="26703"/>
                    <a:pt x="29495" y="26748"/>
                    <a:pt x="29526" y="26794"/>
                  </a:cubicBezTo>
                  <a:cubicBezTo>
                    <a:pt x="29539" y="26807"/>
                    <a:pt x="29558" y="26812"/>
                    <a:pt x="29580" y="26812"/>
                  </a:cubicBezTo>
                  <a:cubicBezTo>
                    <a:pt x="29642" y="26812"/>
                    <a:pt x="29728" y="26774"/>
                    <a:pt x="29781" y="26774"/>
                  </a:cubicBezTo>
                  <a:cubicBezTo>
                    <a:pt x="29809" y="26774"/>
                    <a:pt x="29827" y="26785"/>
                    <a:pt x="29827" y="26817"/>
                  </a:cubicBezTo>
                  <a:cubicBezTo>
                    <a:pt x="29827" y="26956"/>
                    <a:pt x="29479" y="27049"/>
                    <a:pt x="29641" y="27188"/>
                  </a:cubicBezTo>
                  <a:cubicBezTo>
                    <a:pt x="29666" y="27208"/>
                    <a:pt x="29688" y="27216"/>
                    <a:pt x="29709" y="27216"/>
                  </a:cubicBezTo>
                  <a:cubicBezTo>
                    <a:pt x="29799" y="27216"/>
                    <a:pt x="29868" y="27067"/>
                    <a:pt x="29994" y="27067"/>
                  </a:cubicBezTo>
                  <a:cubicBezTo>
                    <a:pt x="30007" y="27067"/>
                    <a:pt x="30021" y="27068"/>
                    <a:pt x="30035" y="27072"/>
                  </a:cubicBezTo>
                  <a:cubicBezTo>
                    <a:pt x="30057" y="27080"/>
                    <a:pt x="30080" y="27084"/>
                    <a:pt x="30104" y="27084"/>
                  </a:cubicBezTo>
                  <a:cubicBezTo>
                    <a:pt x="30280" y="27084"/>
                    <a:pt x="30495" y="26881"/>
                    <a:pt x="30638" y="26840"/>
                  </a:cubicBezTo>
                  <a:cubicBezTo>
                    <a:pt x="30800" y="26794"/>
                    <a:pt x="30986" y="26655"/>
                    <a:pt x="31125" y="26562"/>
                  </a:cubicBezTo>
                  <a:cubicBezTo>
                    <a:pt x="31192" y="26524"/>
                    <a:pt x="31284" y="26505"/>
                    <a:pt x="31362" y="26505"/>
                  </a:cubicBezTo>
                  <a:cubicBezTo>
                    <a:pt x="31470" y="26505"/>
                    <a:pt x="31549" y="26541"/>
                    <a:pt x="31495" y="26609"/>
                  </a:cubicBezTo>
                  <a:cubicBezTo>
                    <a:pt x="31403" y="26701"/>
                    <a:pt x="31287" y="26887"/>
                    <a:pt x="31658" y="27003"/>
                  </a:cubicBezTo>
                  <a:cubicBezTo>
                    <a:pt x="32005" y="27142"/>
                    <a:pt x="32422" y="27837"/>
                    <a:pt x="32654" y="28208"/>
                  </a:cubicBezTo>
                  <a:cubicBezTo>
                    <a:pt x="32886" y="28555"/>
                    <a:pt x="33095" y="29181"/>
                    <a:pt x="33234" y="29181"/>
                  </a:cubicBezTo>
                  <a:cubicBezTo>
                    <a:pt x="33349" y="29181"/>
                    <a:pt x="33373" y="28857"/>
                    <a:pt x="33535" y="28833"/>
                  </a:cubicBezTo>
                  <a:cubicBezTo>
                    <a:pt x="33546" y="28830"/>
                    <a:pt x="33558" y="28829"/>
                    <a:pt x="33568" y="28829"/>
                  </a:cubicBezTo>
                  <a:cubicBezTo>
                    <a:pt x="33711" y="28829"/>
                    <a:pt x="33803" y="29092"/>
                    <a:pt x="33975" y="29135"/>
                  </a:cubicBezTo>
                  <a:cubicBezTo>
                    <a:pt x="34111" y="29154"/>
                    <a:pt x="34295" y="29238"/>
                    <a:pt x="34433" y="29238"/>
                  </a:cubicBezTo>
                  <a:cubicBezTo>
                    <a:pt x="34460" y="29238"/>
                    <a:pt x="34485" y="29235"/>
                    <a:pt x="34508" y="29227"/>
                  </a:cubicBezTo>
                  <a:cubicBezTo>
                    <a:pt x="34604" y="29170"/>
                    <a:pt x="34828" y="29048"/>
                    <a:pt x="34968" y="29048"/>
                  </a:cubicBezTo>
                  <a:cubicBezTo>
                    <a:pt x="34996" y="29048"/>
                    <a:pt x="35022" y="29053"/>
                    <a:pt x="35041" y="29065"/>
                  </a:cubicBezTo>
                  <a:cubicBezTo>
                    <a:pt x="35157" y="29111"/>
                    <a:pt x="35296" y="29111"/>
                    <a:pt x="35389" y="29343"/>
                  </a:cubicBezTo>
                  <a:cubicBezTo>
                    <a:pt x="35482" y="29575"/>
                    <a:pt x="35644" y="29621"/>
                    <a:pt x="35737" y="29621"/>
                  </a:cubicBezTo>
                  <a:cubicBezTo>
                    <a:pt x="35829" y="29621"/>
                    <a:pt x="35852" y="29737"/>
                    <a:pt x="35852" y="29830"/>
                  </a:cubicBezTo>
                  <a:cubicBezTo>
                    <a:pt x="35852" y="29923"/>
                    <a:pt x="36038" y="30062"/>
                    <a:pt x="36131" y="30062"/>
                  </a:cubicBezTo>
                  <a:cubicBezTo>
                    <a:pt x="36223" y="30062"/>
                    <a:pt x="36478" y="30038"/>
                    <a:pt x="36571" y="29969"/>
                  </a:cubicBezTo>
                  <a:cubicBezTo>
                    <a:pt x="36608" y="29944"/>
                    <a:pt x="36652" y="29919"/>
                    <a:pt x="36688" y="29919"/>
                  </a:cubicBezTo>
                  <a:cubicBezTo>
                    <a:pt x="36720" y="29919"/>
                    <a:pt x="36745" y="29938"/>
                    <a:pt x="36756" y="29992"/>
                  </a:cubicBezTo>
                  <a:cubicBezTo>
                    <a:pt x="36779" y="30108"/>
                    <a:pt x="36918" y="30293"/>
                    <a:pt x="37011" y="30293"/>
                  </a:cubicBezTo>
                  <a:cubicBezTo>
                    <a:pt x="37073" y="30293"/>
                    <a:pt x="37186" y="30324"/>
                    <a:pt x="37255" y="30324"/>
                  </a:cubicBezTo>
                  <a:cubicBezTo>
                    <a:pt x="37289" y="30324"/>
                    <a:pt x="37312" y="30317"/>
                    <a:pt x="37312" y="30293"/>
                  </a:cubicBezTo>
                  <a:cubicBezTo>
                    <a:pt x="37336" y="30201"/>
                    <a:pt x="37591" y="30154"/>
                    <a:pt x="37683" y="30131"/>
                  </a:cubicBezTo>
                  <a:cubicBezTo>
                    <a:pt x="37799" y="30131"/>
                    <a:pt x="38124" y="30062"/>
                    <a:pt x="38193" y="29923"/>
                  </a:cubicBezTo>
                  <a:cubicBezTo>
                    <a:pt x="38263" y="29760"/>
                    <a:pt x="38541" y="29760"/>
                    <a:pt x="38610" y="29668"/>
                  </a:cubicBezTo>
                  <a:cubicBezTo>
                    <a:pt x="38703" y="29575"/>
                    <a:pt x="38912" y="29529"/>
                    <a:pt x="38981" y="29436"/>
                  </a:cubicBezTo>
                  <a:cubicBezTo>
                    <a:pt x="39027" y="29343"/>
                    <a:pt x="39306" y="29343"/>
                    <a:pt x="39352" y="29274"/>
                  </a:cubicBezTo>
                  <a:cubicBezTo>
                    <a:pt x="39367" y="29212"/>
                    <a:pt x="39475" y="29191"/>
                    <a:pt x="39580" y="29191"/>
                  </a:cubicBezTo>
                  <a:cubicBezTo>
                    <a:pt x="39633" y="29191"/>
                    <a:pt x="39684" y="29196"/>
                    <a:pt x="39723" y="29204"/>
                  </a:cubicBezTo>
                  <a:cubicBezTo>
                    <a:pt x="39839" y="29227"/>
                    <a:pt x="40418" y="29343"/>
                    <a:pt x="40487" y="29343"/>
                  </a:cubicBezTo>
                  <a:cubicBezTo>
                    <a:pt x="40491" y="29342"/>
                    <a:pt x="40494" y="29342"/>
                    <a:pt x="40497" y="29342"/>
                  </a:cubicBezTo>
                  <a:cubicBezTo>
                    <a:pt x="40580" y="29342"/>
                    <a:pt x="40584" y="29622"/>
                    <a:pt x="40673" y="29645"/>
                  </a:cubicBezTo>
                  <a:cubicBezTo>
                    <a:pt x="40735" y="29665"/>
                    <a:pt x="40986" y="29837"/>
                    <a:pt x="41086" y="29837"/>
                  </a:cubicBezTo>
                  <a:cubicBezTo>
                    <a:pt x="41097" y="29837"/>
                    <a:pt x="41106" y="29835"/>
                    <a:pt x="41113" y="29830"/>
                  </a:cubicBezTo>
                  <a:cubicBezTo>
                    <a:pt x="41174" y="29784"/>
                    <a:pt x="41274" y="29739"/>
                    <a:pt x="41382" y="29739"/>
                  </a:cubicBezTo>
                  <a:cubicBezTo>
                    <a:pt x="41439" y="29739"/>
                    <a:pt x="41497" y="29752"/>
                    <a:pt x="41554" y="29784"/>
                  </a:cubicBezTo>
                  <a:cubicBezTo>
                    <a:pt x="41672" y="29851"/>
                    <a:pt x="41790" y="29943"/>
                    <a:pt x="41873" y="29943"/>
                  </a:cubicBezTo>
                  <a:cubicBezTo>
                    <a:pt x="41903" y="29943"/>
                    <a:pt x="41929" y="29931"/>
                    <a:pt x="41947" y="29899"/>
                  </a:cubicBezTo>
                  <a:cubicBezTo>
                    <a:pt x="42017" y="29784"/>
                    <a:pt x="42341" y="29737"/>
                    <a:pt x="42388" y="29668"/>
                  </a:cubicBezTo>
                  <a:cubicBezTo>
                    <a:pt x="42434" y="29621"/>
                    <a:pt x="42481" y="29413"/>
                    <a:pt x="42411" y="29343"/>
                  </a:cubicBezTo>
                  <a:cubicBezTo>
                    <a:pt x="42318" y="29297"/>
                    <a:pt x="42249" y="29019"/>
                    <a:pt x="42226" y="28903"/>
                  </a:cubicBezTo>
                  <a:cubicBezTo>
                    <a:pt x="42179" y="28764"/>
                    <a:pt x="42411" y="28741"/>
                    <a:pt x="42434" y="28625"/>
                  </a:cubicBezTo>
                  <a:cubicBezTo>
                    <a:pt x="42481" y="28509"/>
                    <a:pt x="42666" y="28486"/>
                    <a:pt x="42735" y="28439"/>
                  </a:cubicBezTo>
                  <a:cubicBezTo>
                    <a:pt x="42800" y="28375"/>
                    <a:pt x="42805" y="28251"/>
                    <a:pt x="42896" y="28251"/>
                  </a:cubicBezTo>
                  <a:cubicBezTo>
                    <a:pt x="42904" y="28251"/>
                    <a:pt x="42912" y="28252"/>
                    <a:pt x="42921" y="28254"/>
                  </a:cubicBezTo>
                  <a:cubicBezTo>
                    <a:pt x="43037" y="28277"/>
                    <a:pt x="43292" y="28370"/>
                    <a:pt x="43338" y="28416"/>
                  </a:cubicBezTo>
                  <a:cubicBezTo>
                    <a:pt x="43384" y="28463"/>
                    <a:pt x="43547" y="28486"/>
                    <a:pt x="43662" y="28486"/>
                  </a:cubicBezTo>
                  <a:cubicBezTo>
                    <a:pt x="43778" y="28486"/>
                    <a:pt x="43964" y="28602"/>
                    <a:pt x="44080" y="28648"/>
                  </a:cubicBezTo>
                  <a:cubicBezTo>
                    <a:pt x="44172" y="28717"/>
                    <a:pt x="44543" y="28717"/>
                    <a:pt x="44613" y="28810"/>
                  </a:cubicBezTo>
                  <a:cubicBezTo>
                    <a:pt x="44659" y="28926"/>
                    <a:pt x="44589" y="29181"/>
                    <a:pt x="44659" y="29297"/>
                  </a:cubicBezTo>
                  <a:cubicBezTo>
                    <a:pt x="44743" y="29381"/>
                    <a:pt x="44902" y="29558"/>
                    <a:pt x="44983" y="29558"/>
                  </a:cubicBezTo>
                  <a:cubicBezTo>
                    <a:pt x="44992" y="29558"/>
                    <a:pt x="45000" y="29556"/>
                    <a:pt x="45007" y="29552"/>
                  </a:cubicBezTo>
                  <a:cubicBezTo>
                    <a:pt x="45014" y="29547"/>
                    <a:pt x="45023" y="29545"/>
                    <a:pt x="45034" y="29545"/>
                  </a:cubicBezTo>
                  <a:cubicBezTo>
                    <a:pt x="45129" y="29545"/>
                    <a:pt x="45360" y="29693"/>
                    <a:pt x="45473" y="29693"/>
                  </a:cubicBezTo>
                  <a:cubicBezTo>
                    <a:pt x="45480" y="29693"/>
                    <a:pt x="45487" y="29692"/>
                    <a:pt x="45493" y="29691"/>
                  </a:cubicBezTo>
                  <a:cubicBezTo>
                    <a:pt x="45609" y="29668"/>
                    <a:pt x="45771" y="29505"/>
                    <a:pt x="45887" y="29505"/>
                  </a:cubicBezTo>
                  <a:cubicBezTo>
                    <a:pt x="45970" y="29505"/>
                    <a:pt x="46217" y="29432"/>
                    <a:pt x="46336" y="29432"/>
                  </a:cubicBezTo>
                  <a:cubicBezTo>
                    <a:pt x="46351" y="29432"/>
                    <a:pt x="46364" y="29433"/>
                    <a:pt x="46374" y="29436"/>
                  </a:cubicBezTo>
                  <a:cubicBezTo>
                    <a:pt x="46458" y="29457"/>
                    <a:pt x="46773" y="29555"/>
                    <a:pt x="46864" y="29555"/>
                  </a:cubicBezTo>
                  <a:cubicBezTo>
                    <a:pt x="46873" y="29555"/>
                    <a:pt x="46880" y="29554"/>
                    <a:pt x="46884" y="29552"/>
                  </a:cubicBezTo>
                  <a:cubicBezTo>
                    <a:pt x="46894" y="29542"/>
                    <a:pt x="46917" y="29537"/>
                    <a:pt x="46949" y="29537"/>
                  </a:cubicBezTo>
                  <a:cubicBezTo>
                    <a:pt x="47059" y="29537"/>
                    <a:pt x="47265" y="29595"/>
                    <a:pt x="47301" y="29668"/>
                  </a:cubicBezTo>
                  <a:cubicBezTo>
                    <a:pt x="47347" y="29760"/>
                    <a:pt x="47741" y="29760"/>
                    <a:pt x="47741" y="29876"/>
                  </a:cubicBezTo>
                  <a:cubicBezTo>
                    <a:pt x="47741" y="29992"/>
                    <a:pt x="47973" y="30038"/>
                    <a:pt x="48043" y="30178"/>
                  </a:cubicBezTo>
                  <a:cubicBezTo>
                    <a:pt x="48112" y="30317"/>
                    <a:pt x="48645" y="30224"/>
                    <a:pt x="48738" y="30317"/>
                  </a:cubicBezTo>
                  <a:cubicBezTo>
                    <a:pt x="48780" y="30348"/>
                    <a:pt x="48930" y="30360"/>
                    <a:pt x="49083" y="30360"/>
                  </a:cubicBezTo>
                  <a:cubicBezTo>
                    <a:pt x="49268" y="30360"/>
                    <a:pt x="49456" y="30342"/>
                    <a:pt x="49456" y="30317"/>
                  </a:cubicBezTo>
                  <a:cubicBezTo>
                    <a:pt x="49479" y="30247"/>
                    <a:pt x="50059" y="30201"/>
                    <a:pt x="50175" y="30131"/>
                  </a:cubicBezTo>
                  <a:cubicBezTo>
                    <a:pt x="50291" y="30038"/>
                    <a:pt x="50592" y="30085"/>
                    <a:pt x="50615" y="29969"/>
                  </a:cubicBezTo>
                  <a:cubicBezTo>
                    <a:pt x="50638" y="29853"/>
                    <a:pt x="50916" y="29784"/>
                    <a:pt x="51055" y="29668"/>
                  </a:cubicBezTo>
                  <a:cubicBezTo>
                    <a:pt x="51104" y="29629"/>
                    <a:pt x="51221" y="29610"/>
                    <a:pt x="51344" y="29610"/>
                  </a:cubicBezTo>
                  <a:cubicBezTo>
                    <a:pt x="51516" y="29610"/>
                    <a:pt x="51700" y="29647"/>
                    <a:pt x="51727" y="29714"/>
                  </a:cubicBezTo>
                  <a:cubicBezTo>
                    <a:pt x="51743" y="29793"/>
                    <a:pt x="51889" y="29829"/>
                    <a:pt x="52024" y="29829"/>
                  </a:cubicBezTo>
                  <a:cubicBezTo>
                    <a:pt x="52087" y="29829"/>
                    <a:pt x="52147" y="29821"/>
                    <a:pt x="52191" y="29807"/>
                  </a:cubicBezTo>
                  <a:cubicBezTo>
                    <a:pt x="52221" y="29797"/>
                    <a:pt x="52259" y="29792"/>
                    <a:pt x="52301" y="29792"/>
                  </a:cubicBezTo>
                  <a:cubicBezTo>
                    <a:pt x="52456" y="29792"/>
                    <a:pt x="52664" y="29855"/>
                    <a:pt x="52701" y="29946"/>
                  </a:cubicBezTo>
                  <a:cubicBezTo>
                    <a:pt x="52741" y="30026"/>
                    <a:pt x="53044" y="30089"/>
                    <a:pt x="53183" y="30089"/>
                  </a:cubicBezTo>
                  <a:cubicBezTo>
                    <a:pt x="53204" y="30089"/>
                    <a:pt x="53222" y="30088"/>
                    <a:pt x="53234" y="30085"/>
                  </a:cubicBezTo>
                  <a:cubicBezTo>
                    <a:pt x="53326" y="30038"/>
                    <a:pt x="53651" y="29830"/>
                    <a:pt x="53767" y="29807"/>
                  </a:cubicBezTo>
                  <a:cubicBezTo>
                    <a:pt x="53860" y="29784"/>
                    <a:pt x="54022" y="29668"/>
                    <a:pt x="53999" y="29575"/>
                  </a:cubicBezTo>
                  <a:cubicBezTo>
                    <a:pt x="53975" y="29459"/>
                    <a:pt x="54230" y="29135"/>
                    <a:pt x="54254" y="28996"/>
                  </a:cubicBezTo>
                  <a:cubicBezTo>
                    <a:pt x="54300" y="28880"/>
                    <a:pt x="54508" y="28509"/>
                    <a:pt x="54601" y="28486"/>
                  </a:cubicBezTo>
                  <a:cubicBezTo>
                    <a:pt x="54671" y="28439"/>
                    <a:pt x="54856" y="28300"/>
                    <a:pt x="54833" y="28208"/>
                  </a:cubicBezTo>
                  <a:cubicBezTo>
                    <a:pt x="54833" y="28115"/>
                    <a:pt x="54787" y="27814"/>
                    <a:pt x="54671" y="27814"/>
                  </a:cubicBezTo>
                  <a:cubicBezTo>
                    <a:pt x="54658" y="27814"/>
                    <a:pt x="54644" y="27814"/>
                    <a:pt x="54630" y="27814"/>
                  </a:cubicBezTo>
                  <a:cubicBezTo>
                    <a:pt x="54536" y="27814"/>
                    <a:pt x="54423" y="27797"/>
                    <a:pt x="54624" y="27536"/>
                  </a:cubicBezTo>
                  <a:cubicBezTo>
                    <a:pt x="54772" y="27329"/>
                    <a:pt x="54985" y="27292"/>
                    <a:pt x="55138" y="27292"/>
                  </a:cubicBezTo>
                  <a:cubicBezTo>
                    <a:pt x="55226" y="27292"/>
                    <a:pt x="55294" y="27304"/>
                    <a:pt x="55320" y="27304"/>
                  </a:cubicBezTo>
                  <a:cubicBezTo>
                    <a:pt x="55375" y="27304"/>
                    <a:pt x="55713" y="27215"/>
                    <a:pt x="55964" y="27215"/>
                  </a:cubicBezTo>
                  <a:cubicBezTo>
                    <a:pt x="56027" y="27215"/>
                    <a:pt x="56084" y="27220"/>
                    <a:pt x="56131" y="27234"/>
                  </a:cubicBezTo>
                  <a:cubicBezTo>
                    <a:pt x="56218" y="27260"/>
                    <a:pt x="56291" y="27264"/>
                    <a:pt x="56363" y="27264"/>
                  </a:cubicBezTo>
                  <a:cubicBezTo>
                    <a:pt x="56387" y="27264"/>
                    <a:pt x="56411" y="27263"/>
                    <a:pt x="56435" y="27263"/>
                  </a:cubicBezTo>
                  <a:cubicBezTo>
                    <a:pt x="56530" y="27263"/>
                    <a:pt x="56629" y="27269"/>
                    <a:pt x="56756" y="27327"/>
                  </a:cubicBezTo>
                  <a:cubicBezTo>
                    <a:pt x="56988" y="27466"/>
                    <a:pt x="57336" y="27420"/>
                    <a:pt x="57405" y="27536"/>
                  </a:cubicBezTo>
                  <a:cubicBezTo>
                    <a:pt x="57498" y="27651"/>
                    <a:pt x="57822" y="27744"/>
                    <a:pt x="57776" y="27930"/>
                  </a:cubicBezTo>
                  <a:cubicBezTo>
                    <a:pt x="57707" y="28138"/>
                    <a:pt x="57938" y="28022"/>
                    <a:pt x="58031" y="28439"/>
                  </a:cubicBezTo>
                  <a:cubicBezTo>
                    <a:pt x="58101" y="28857"/>
                    <a:pt x="58309" y="28880"/>
                    <a:pt x="58356" y="29088"/>
                  </a:cubicBezTo>
                  <a:cubicBezTo>
                    <a:pt x="58402" y="29274"/>
                    <a:pt x="58657" y="29621"/>
                    <a:pt x="58610" y="29737"/>
                  </a:cubicBezTo>
                  <a:cubicBezTo>
                    <a:pt x="58587" y="29853"/>
                    <a:pt x="58564" y="30038"/>
                    <a:pt x="58819" y="30062"/>
                  </a:cubicBezTo>
                  <a:cubicBezTo>
                    <a:pt x="59082" y="30062"/>
                    <a:pt x="59284" y="30249"/>
                    <a:pt x="59343" y="30249"/>
                  </a:cubicBezTo>
                  <a:cubicBezTo>
                    <a:pt x="59347" y="30249"/>
                    <a:pt x="59350" y="30248"/>
                    <a:pt x="59352" y="30247"/>
                  </a:cubicBezTo>
                  <a:cubicBezTo>
                    <a:pt x="59359" y="30245"/>
                    <a:pt x="59369" y="30244"/>
                    <a:pt x="59381" y="30244"/>
                  </a:cubicBezTo>
                  <a:cubicBezTo>
                    <a:pt x="59486" y="30244"/>
                    <a:pt x="59763" y="30333"/>
                    <a:pt x="59908" y="30479"/>
                  </a:cubicBezTo>
                  <a:cubicBezTo>
                    <a:pt x="60070" y="30641"/>
                    <a:pt x="60325" y="30572"/>
                    <a:pt x="60302" y="30757"/>
                  </a:cubicBezTo>
                  <a:cubicBezTo>
                    <a:pt x="60279" y="30919"/>
                    <a:pt x="60441" y="31058"/>
                    <a:pt x="60418" y="31220"/>
                  </a:cubicBezTo>
                  <a:cubicBezTo>
                    <a:pt x="60397" y="31345"/>
                    <a:pt x="60656" y="31433"/>
                    <a:pt x="60877" y="31433"/>
                  </a:cubicBezTo>
                  <a:cubicBezTo>
                    <a:pt x="60902" y="31433"/>
                    <a:pt x="60927" y="31431"/>
                    <a:pt x="60951" y="31429"/>
                  </a:cubicBezTo>
                  <a:cubicBezTo>
                    <a:pt x="60981" y="31426"/>
                    <a:pt x="61009" y="31425"/>
                    <a:pt x="61037" y="31425"/>
                  </a:cubicBezTo>
                  <a:cubicBezTo>
                    <a:pt x="61108" y="31425"/>
                    <a:pt x="61171" y="31432"/>
                    <a:pt x="61227" y="31432"/>
                  </a:cubicBezTo>
                  <a:cubicBezTo>
                    <a:pt x="61318" y="31432"/>
                    <a:pt x="61388" y="31413"/>
                    <a:pt x="61438" y="31313"/>
                  </a:cubicBezTo>
                  <a:cubicBezTo>
                    <a:pt x="61531" y="31128"/>
                    <a:pt x="61855" y="31197"/>
                    <a:pt x="61971" y="31128"/>
                  </a:cubicBezTo>
                  <a:cubicBezTo>
                    <a:pt x="62027" y="31083"/>
                    <a:pt x="62132" y="31038"/>
                    <a:pt x="62226" y="31038"/>
                  </a:cubicBezTo>
                  <a:cubicBezTo>
                    <a:pt x="62325" y="31038"/>
                    <a:pt x="62411" y="31088"/>
                    <a:pt x="62411" y="31244"/>
                  </a:cubicBezTo>
                  <a:cubicBezTo>
                    <a:pt x="62388" y="31522"/>
                    <a:pt x="62573" y="31591"/>
                    <a:pt x="62411" y="31684"/>
                  </a:cubicBezTo>
                  <a:cubicBezTo>
                    <a:pt x="62249" y="31777"/>
                    <a:pt x="62179" y="32194"/>
                    <a:pt x="62133" y="32379"/>
                  </a:cubicBezTo>
                  <a:cubicBezTo>
                    <a:pt x="62087" y="32565"/>
                    <a:pt x="61832" y="32611"/>
                    <a:pt x="61809" y="32796"/>
                  </a:cubicBezTo>
                  <a:cubicBezTo>
                    <a:pt x="61762" y="33005"/>
                    <a:pt x="61554" y="33005"/>
                    <a:pt x="61554" y="33167"/>
                  </a:cubicBezTo>
                  <a:cubicBezTo>
                    <a:pt x="61554" y="33230"/>
                    <a:pt x="61488" y="33255"/>
                    <a:pt x="61400" y="33255"/>
                  </a:cubicBezTo>
                  <a:cubicBezTo>
                    <a:pt x="61294" y="33255"/>
                    <a:pt x="61156" y="33218"/>
                    <a:pt x="61067" y="33167"/>
                  </a:cubicBezTo>
                  <a:cubicBezTo>
                    <a:pt x="61042" y="33150"/>
                    <a:pt x="61018" y="33142"/>
                    <a:pt x="60993" y="33142"/>
                  </a:cubicBezTo>
                  <a:cubicBezTo>
                    <a:pt x="60856" y="33142"/>
                    <a:pt x="60721" y="33376"/>
                    <a:pt x="60604" y="33376"/>
                  </a:cubicBezTo>
                  <a:cubicBezTo>
                    <a:pt x="60488" y="33376"/>
                    <a:pt x="60488" y="33654"/>
                    <a:pt x="60534" y="33747"/>
                  </a:cubicBezTo>
                  <a:cubicBezTo>
                    <a:pt x="60557" y="33862"/>
                    <a:pt x="60488" y="34025"/>
                    <a:pt x="60557" y="34210"/>
                  </a:cubicBezTo>
                  <a:cubicBezTo>
                    <a:pt x="60604" y="34303"/>
                    <a:pt x="60580" y="34511"/>
                    <a:pt x="60604" y="34720"/>
                  </a:cubicBezTo>
                  <a:cubicBezTo>
                    <a:pt x="60789" y="34581"/>
                    <a:pt x="60974" y="34488"/>
                    <a:pt x="61044" y="34488"/>
                  </a:cubicBezTo>
                  <a:cubicBezTo>
                    <a:pt x="61252" y="34488"/>
                    <a:pt x="61461" y="34836"/>
                    <a:pt x="61693" y="34836"/>
                  </a:cubicBezTo>
                  <a:cubicBezTo>
                    <a:pt x="61696" y="34836"/>
                    <a:pt x="61700" y="34836"/>
                    <a:pt x="61704" y="34836"/>
                  </a:cubicBezTo>
                  <a:cubicBezTo>
                    <a:pt x="61935" y="34836"/>
                    <a:pt x="62944" y="34162"/>
                    <a:pt x="62944" y="34048"/>
                  </a:cubicBezTo>
                  <a:cubicBezTo>
                    <a:pt x="62944" y="33932"/>
                    <a:pt x="63547" y="33353"/>
                    <a:pt x="63825" y="33074"/>
                  </a:cubicBezTo>
                  <a:cubicBezTo>
                    <a:pt x="64103" y="32773"/>
                    <a:pt x="64497" y="32333"/>
                    <a:pt x="64636" y="31985"/>
                  </a:cubicBezTo>
                  <a:cubicBezTo>
                    <a:pt x="64729" y="31777"/>
                    <a:pt x="65123" y="31383"/>
                    <a:pt x="65215" y="31220"/>
                  </a:cubicBezTo>
                  <a:cubicBezTo>
                    <a:pt x="65308" y="31058"/>
                    <a:pt x="65378" y="31035"/>
                    <a:pt x="65563" y="30664"/>
                  </a:cubicBezTo>
                  <a:cubicBezTo>
                    <a:pt x="65725" y="30270"/>
                    <a:pt x="65725" y="29274"/>
                    <a:pt x="65795" y="29227"/>
                  </a:cubicBezTo>
                  <a:cubicBezTo>
                    <a:pt x="65841" y="29158"/>
                    <a:pt x="65818" y="28996"/>
                    <a:pt x="65887" y="28880"/>
                  </a:cubicBezTo>
                  <a:cubicBezTo>
                    <a:pt x="65980" y="28787"/>
                    <a:pt x="65934" y="28625"/>
                    <a:pt x="66096" y="28486"/>
                  </a:cubicBezTo>
                  <a:cubicBezTo>
                    <a:pt x="66258" y="28347"/>
                    <a:pt x="66235" y="28231"/>
                    <a:pt x="66189" y="28138"/>
                  </a:cubicBezTo>
                  <a:cubicBezTo>
                    <a:pt x="66142" y="28022"/>
                    <a:pt x="66189" y="27790"/>
                    <a:pt x="66142" y="27721"/>
                  </a:cubicBezTo>
                  <a:cubicBezTo>
                    <a:pt x="66119" y="27651"/>
                    <a:pt x="66119" y="27605"/>
                    <a:pt x="66212" y="27559"/>
                  </a:cubicBezTo>
                  <a:cubicBezTo>
                    <a:pt x="66305" y="27512"/>
                    <a:pt x="66142" y="27350"/>
                    <a:pt x="66003" y="27281"/>
                  </a:cubicBezTo>
                  <a:cubicBezTo>
                    <a:pt x="65887" y="27234"/>
                    <a:pt x="65702" y="27165"/>
                    <a:pt x="65679" y="27026"/>
                  </a:cubicBezTo>
                  <a:cubicBezTo>
                    <a:pt x="65657" y="26873"/>
                    <a:pt x="65450" y="26699"/>
                    <a:pt x="65290" y="26699"/>
                  </a:cubicBezTo>
                  <a:cubicBezTo>
                    <a:pt x="65281" y="26699"/>
                    <a:pt x="65271" y="26700"/>
                    <a:pt x="65262" y="26701"/>
                  </a:cubicBezTo>
                  <a:cubicBezTo>
                    <a:pt x="65138" y="26701"/>
                    <a:pt x="64953" y="26650"/>
                    <a:pt x="64850" y="26650"/>
                  </a:cubicBezTo>
                  <a:cubicBezTo>
                    <a:pt x="64798" y="26650"/>
                    <a:pt x="64767" y="26663"/>
                    <a:pt x="64775" y="26701"/>
                  </a:cubicBezTo>
                  <a:cubicBezTo>
                    <a:pt x="64817" y="26805"/>
                    <a:pt x="64784" y="26890"/>
                    <a:pt x="64710" y="26890"/>
                  </a:cubicBezTo>
                  <a:cubicBezTo>
                    <a:pt x="64701" y="26890"/>
                    <a:pt x="64692" y="26889"/>
                    <a:pt x="64682" y="26887"/>
                  </a:cubicBezTo>
                  <a:cubicBezTo>
                    <a:pt x="64671" y="26884"/>
                    <a:pt x="64660" y="26882"/>
                    <a:pt x="64650" y="26882"/>
                  </a:cubicBezTo>
                  <a:cubicBezTo>
                    <a:pt x="64577" y="26882"/>
                    <a:pt x="64532" y="26953"/>
                    <a:pt x="64451" y="27095"/>
                  </a:cubicBezTo>
                  <a:cubicBezTo>
                    <a:pt x="64389" y="27182"/>
                    <a:pt x="64253" y="27229"/>
                    <a:pt x="64170" y="27229"/>
                  </a:cubicBezTo>
                  <a:cubicBezTo>
                    <a:pt x="64097" y="27229"/>
                    <a:pt x="64063" y="27194"/>
                    <a:pt x="64149" y="27118"/>
                  </a:cubicBezTo>
                  <a:cubicBezTo>
                    <a:pt x="64312" y="26979"/>
                    <a:pt x="64080" y="26956"/>
                    <a:pt x="64126" y="26817"/>
                  </a:cubicBezTo>
                  <a:cubicBezTo>
                    <a:pt x="64145" y="26688"/>
                    <a:pt x="64237" y="26558"/>
                    <a:pt x="64179" y="26558"/>
                  </a:cubicBezTo>
                  <a:cubicBezTo>
                    <a:pt x="64165" y="26558"/>
                    <a:pt x="64140" y="26567"/>
                    <a:pt x="64103" y="26585"/>
                  </a:cubicBezTo>
                  <a:cubicBezTo>
                    <a:pt x="63918" y="26701"/>
                    <a:pt x="63918" y="26956"/>
                    <a:pt x="63755" y="26979"/>
                  </a:cubicBezTo>
                  <a:cubicBezTo>
                    <a:pt x="63752" y="26980"/>
                    <a:pt x="63749" y="26980"/>
                    <a:pt x="63746" y="26980"/>
                  </a:cubicBezTo>
                  <a:cubicBezTo>
                    <a:pt x="63619" y="26980"/>
                    <a:pt x="63664" y="26536"/>
                    <a:pt x="63709" y="26423"/>
                  </a:cubicBezTo>
                  <a:cubicBezTo>
                    <a:pt x="63717" y="26383"/>
                    <a:pt x="63683" y="26371"/>
                    <a:pt x="63623" y="26371"/>
                  </a:cubicBezTo>
                  <a:cubicBezTo>
                    <a:pt x="63525" y="26371"/>
                    <a:pt x="63355" y="26403"/>
                    <a:pt x="63176" y="26403"/>
                  </a:cubicBezTo>
                  <a:cubicBezTo>
                    <a:pt x="63145" y="26403"/>
                    <a:pt x="63114" y="26402"/>
                    <a:pt x="63083" y="26400"/>
                  </a:cubicBezTo>
                  <a:cubicBezTo>
                    <a:pt x="62736" y="26377"/>
                    <a:pt x="62828" y="26145"/>
                    <a:pt x="63106" y="26006"/>
                  </a:cubicBezTo>
                  <a:cubicBezTo>
                    <a:pt x="63385" y="25844"/>
                    <a:pt x="63315" y="25705"/>
                    <a:pt x="63454" y="25658"/>
                  </a:cubicBezTo>
                  <a:cubicBezTo>
                    <a:pt x="63593" y="25612"/>
                    <a:pt x="63964" y="25380"/>
                    <a:pt x="64172" y="25241"/>
                  </a:cubicBezTo>
                  <a:cubicBezTo>
                    <a:pt x="64381" y="25125"/>
                    <a:pt x="64404" y="24986"/>
                    <a:pt x="64474" y="24847"/>
                  </a:cubicBezTo>
                  <a:cubicBezTo>
                    <a:pt x="64520" y="24708"/>
                    <a:pt x="64891" y="24546"/>
                    <a:pt x="65239" y="24268"/>
                  </a:cubicBezTo>
                  <a:cubicBezTo>
                    <a:pt x="65586" y="23990"/>
                    <a:pt x="65772" y="23828"/>
                    <a:pt x="65841" y="23642"/>
                  </a:cubicBezTo>
                  <a:cubicBezTo>
                    <a:pt x="65934" y="23480"/>
                    <a:pt x="66444" y="23271"/>
                    <a:pt x="66444" y="23132"/>
                  </a:cubicBezTo>
                  <a:cubicBezTo>
                    <a:pt x="66467" y="23016"/>
                    <a:pt x="67069" y="22692"/>
                    <a:pt x="67463" y="22599"/>
                  </a:cubicBezTo>
                  <a:cubicBezTo>
                    <a:pt x="67561" y="22583"/>
                    <a:pt x="67671" y="22576"/>
                    <a:pt x="67784" y="22576"/>
                  </a:cubicBezTo>
                  <a:cubicBezTo>
                    <a:pt x="68156" y="22576"/>
                    <a:pt x="68562" y="22655"/>
                    <a:pt x="68668" y="22761"/>
                  </a:cubicBezTo>
                  <a:cubicBezTo>
                    <a:pt x="68717" y="22810"/>
                    <a:pt x="68762" y="22830"/>
                    <a:pt x="68802" y="22830"/>
                  </a:cubicBezTo>
                  <a:cubicBezTo>
                    <a:pt x="68858" y="22830"/>
                    <a:pt x="68906" y="22792"/>
                    <a:pt x="68947" y="22738"/>
                  </a:cubicBezTo>
                  <a:cubicBezTo>
                    <a:pt x="68978" y="22707"/>
                    <a:pt x="69028" y="22694"/>
                    <a:pt x="69100" y="22694"/>
                  </a:cubicBezTo>
                  <a:cubicBezTo>
                    <a:pt x="69186" y="22694"/>
                    <a:pt x="69304" y="22713"/>
                    <a:pt x="69456" y="22738"/>
                  </a:cubicBezTo>
                  <a:cubicBezTo>
                    <a:pt x="69475" y="22740"/>
                    <a:pt x="69493" y="22741"/>
                    <a:pt x="69510" y="22741"/>
                  </a:cubicBezTo>
                  <a:cubicBezTo>
                    <a:pt x="69700" y="22741"/>
                    <a:pt x="69783" y="22651"/>
                    <a:pt x="69899" y="22651"/>
                  </a:cubicBezTo>
                  <a:cubicBezTo>
                    <a:pt x="69927" y="22651"/>
                    <a:pt x="69956" y="22656"/>
                    <a:pt x="69989" y="22669"/>
                  </a:cubicBezTo>
                  <a:cubicBezTo>
                    <a:pt x="70065" y="22688"/>
                    <a:pt x="70133" y="22707"/>
                    <a:pt x="70195" y="22707"/>
                  </a:cubicBezTo>
                  <a:cubicBezTo>
                    <a:pt x="70285" y="22707"/>
                    <a:pt x="70361" y="22667"/>
                    <a:pt x="70430" y="22530"/>
                  </a:cubicBezTo>
                  <a:cubicBezTo>
                    <a:pt x="70493" y="22416"/>
                    <a:pt x="70679" y="22378"/>
                    <a:pt x="70854" y="22378"/>
                  </a:cubicBezTo>
                  <a:cubicBezTo>
                    <a:pt x="71002" y="22378"/>
                    <a:pt x="71142" y="22405"/>
                    <a:pt x="71195" y="22437"/>
                  </a:cubicBezTo>
                  <a:cubicBezTo>
                    <a:pt x="71276" y="22502"/>
                    <a:pt x="71357" y="22578"/>
                    <a:pt x="71462" y="22578"/>
                  </a:cubicBezTo>
                  <a:cubicBezTo>
                    <a:pt x="71507" y="22578"/>
                    <a:pt x="71556" y="22564"/>
                    <a:pt x="71612" y="22530"/>
                  </a:cubicBezTo>
                  <a:cubicBezTo>
                    <a:pt x="71646" y="22504"/>
                    <a:pt x="71674" y="22493"/>
                    <a:pt x="71698" y="22493"/>
                  </a:cubicBezTo>
                  <a:cubicBezTo>
                    <a:pt x="71804" y="22493"/>
                    <a:pt x="71832" y="22696"/>
                    <a:pt x="71983" y="22715"/>
                  </a:cubicBezTo>
                  <a:cubicBezTo>
                    <a:pt x="72168" y="22738"/>
                    <a:pt x="72052" y="22901"/>
                    <a:pt x="71890" y="22901"/>
                  </a:cubicBezTo>
                  <a:cubicBezTo>
                    <a:pt x="71873" y="22898"/>
                    <a:pt x="71856" y="22897"/>
                    <a:pt x="71839" y="22897"/>
                  </a:cubicBezTo>
                  <a:cubicBezTo>
                    <a:pt x="71693" y="22897"/>
                    <a:pt x="71562" y="22982"/>
                    <a:pt x="71728" y="23086"/>
                  </a:cubicBezTo>
                  <a:cubicBezTo>
                    <a:pt x="71762" y="23103"/>
                    <a:pt x="71796" y="23110"/>
                    <a:pt x="71832" y="23110"/>
                  </a:cubicBezTo>
                  <a:cubicBezTo>
                    <a:pt x="71977" y="23110"/>
                    <a:pt x="72126" y="22991"/>
                    <a:pt x="72238" y="22991"/>
                  </a:cubicBezTo>
                  <a:cubicBezTo>
                    <a:pt x="72246" y="22991"/>
                    <a:pt x="72253" y="22992"/>
                    <a:pt x="72261" y="22993"/>
                  </a:cubicBezTo>
                  <a:cubicBezTo>
                    <a:pt x="72311" y="23000"/>
                    <a:pt x="72365" y="23005"/>
                    <a:pt x="72423" y="23005"/>
                  </a:cubicBezTo>
                  <a:cubicBezTo>
                    <a:pt x="72552" y="23005"/>
                    <a:pt x="72696" y="22981"/>
                    <a:pt x="72840" y="22901"/>
                  </a:cubicBezTo>
                  <a:cubicBezTo>
                    <a:pt x="72891" y="22867"/>
                    <a:pt x="72932" y="22855"/>
                    <a:pt x="72967" y="22855"/>
                  </a:cubicBezTo>
                  <a:cubicBezTo>
                    <a:pt x="73051" y="22855"/>
                    <a:pt x="73101" y="22923"/>
                    <a:pt x="73168" y="22923"/>
                  </a:cubicBezTo>
                  <a:cubicBezTo>
                    <a:pt x="73188" y="22923"/>
                    <a:pt x="73209" y="22917"/>
                    <a:pt x="73234" y="22901"/>
                  </a:cubicBezTo>
                  <a:cubicBezTo>
                    <a:pt x="73331" y="22804"/>
                    <a:pt x="73556" y="22756"/>
                    <a:pt x="73709" y="22756"/>
                  </a:cubicBezTo>
                  <a:cubicBezTo>
                    <a:pt x="73739" y="22756"/>
                    <a:pt x="73767" y="22758"/>
                    <a:pt x="73790" y="22761"/>
                  </a:cubicBezTo>
                  <a:cubicBezTo>
                    <a:pt x="73929" y="22761"/>
                    <a:pt x="73813" y="22576"/>
                    <a:pt x="73582" y="22576"/>
                  </a:cubicBezTo>
                  <a:cubicBezTo>
                    <a:pt x="73327" y="22576"/>
                    <a:pt x="73350" y="22460"/>
                    <a:pt x="73535" y="22113"/>
                  </a:cubicBezTo>
                  <a:cubicBezTo>
                    <a:pt x="73721" y="21788"/>
                    <a:pt x="74091" y="21626"/>
                    <a:pt x="74346" y="21417"/>
                  </a:cubicBezTo>
                  <a:cubicBezTo>
                    <a:pt x="74578" y="21209"/>
                    <a:pt x="74740" y="21301"/>
                    <a:pt x="74740" y="21186"/>
                  </a:cubicBezTo>
                  <a:cubicBezTo>
                    <a:pt x="74740" y="21047"/>
                    <a:pt x="74856" y="20676"/>
                    <a:pt x="75018" y="20676"/>
                  </a:cubicBezTo>
                  <a:cubicBezTo>
                    <a:pt x="75111" y="20676"/>
                    <a:pt x="75268" y="20693"/>
                    <a:pt x="75436" y="20693"/>
                  </a:cubicBezTo>
                  <a:cubicBezTo>
                    <a:pt x="75604" y="20693"/>
                    <a:pt x="75783" y="20676"/>
                    <a:pt x="75922" y="20606"/>
                  </a:cubicBezTo>
                  <a:cubicBezTo>
                    <a:pt x="75988" y="20568"/>
                    <a:pt x="76037" y="20553"/>
                    <a:pt x="76075" y="20553"/>
                  </a:cubicBezTo>
                  <a:cubicBezTo>
                    <a:pt x="76197" y="20553"/>
                    <a:pt x="76205" y="20710"/>
                    <a:pt x="76293" y="20745"/>
                  </a:cubicBezTo>
                  <a:cubicBezTo>
                    <a:pt x="76302" y="20749"/>
                    <a:pt x="76311" y="20750"/>
                    <a:pt x="76321" y="20750"/>
                  </a:cubicBezTo>
                  <a:cubicBezTo>
                    <a:pt x="76413" y="20750"/>
                    <a:pt x="76519" y="20587"/>
                    <a:pt x="76627" y="20587"/>
                  </a:cubicBezTo>
                  <a:cubicBezTo>
                    <a:pt x="76647" y="20587"/>
                    <a:pt x="76667" y="20593"/>
                    <a:pt x="76687" y="20606"/>
                  </a:cubicBezTo>
                  <a:cubicBezTo>
                    <a:pt x="76803" y="20676"/>
                    <a:pt x="76479" y="20861"/>
                    <a:pt x="76409" y="21116"/>
                  </a:cubicBezTo>
                  <a:cubicBezTo>
                    <a:pt x="76339" y="21348"/>
                    <a:pt x="76571" y="21255"/>
                    <a:pt x="76710" y="21325"/>
                  </a:cubicBezTo>
                  <a:cubicBezTo>
                    <a:pt x="76849" y="21371"/>
                    <a:pt x="76548" y="21487"/>
                    <a:pt x="76571" y="21533"/>
                  </a:cubicBezTo>
                  <a:cubicBezTo>
                    <a:pt x="76586" y="21555"/>
                    <a:pt x="76620" y="21570"/>
                    <a:pt x="76671" y="21570"/>
                  </a:cubicBezTo>
                  <a:cubicBezTo>
                    <a:pt x="76786" y="21570"/>
                    <a:pt x="76987" y="21495"/>
                    <a:pt x="77243" y="21255"/>
                  </a:cubicBezTo>
                  <a:cubicBezTo>
                    <a:pt x="77563" y="20936"/>
                    <a:pt x="77863" y="20812"/>
                    <a:pt x="78089" y="20812"/>
                  </a:cubicBezTo>
                  <a:cubicBezTo>
                    <a:pt x="78109" y="20812"/>
                    <a:pt x="78128" y="20813"/>
                    <a:pt x="78147" y="20815"/>
                  </a:cubicBezTo>
                  <a:cubicBezTo>
                    <a:pt x="78159" y="20816"/>
                    <a:pt x="78170" y="20817"/>
                    <a:pt x="78179" y="20817"/>
                  </a:cubicBezTo>
                  <a:cubicBezTo>
                    <a:pt x="78365" y="20817"/>
                    <a:pt x="78241" y="20612"/>
                    <a:pt x="78263" y="20282"/>
                  </a:cubicBezTo>
                  <a:cubicBezTo>
                    <a:pt x="78263" y="20036"/>
                    <a:pt x="78662" y="19923"/>
                    <a:pt x="78956" y="19923"/>
                  </a:cubicBezTo>
                  <a:cubicBezTo>
                    <a:pt x="79050" y="19923"/>
                    <a:pt x="79134" y="19935"/>
                    <a:pt x="79190" y="19957"/>
                  </a:cubicBezTo>
                  <a:cubicBezTo>
                    <a:pt x="79379" y="20033"/>
                    <a:pt x="79398" y="20109"/>
                    <a:pt x="79286" y="20109"/>
                  </a:cubicBezTo>
                  <a:cubicBezTo>
                    <a:pt x="79260" y="20109"/>
                    <a:pt x="79228" y="20105"/>
                    <a:pt x="79190" y="20096"/>
                  </a:cubicBezTo>
                  <a:cubicBezTo>
                    <a:pt x="79160" y="20087"/>
                    <a:pt x="79130" y="20083"/>
                    <a:pt x="79101" y="20083"/>
                  </a:cubicBezTo>
                  <a:cubicBezTo>
                    <a:pt x="78913" y="20083"/>
                    <a:pt x="78773" y="20272"/>
                    <a:pt x="78773" y="20513"/>
                  </a:cubicBezTo>
                  <a:cubicBezTo>
                    <a:pt x="78773" y="20768"/>
                    <a:pt x="78587" y="20861"/>
                    <a:pt x="78680" y="20977"/>
                  </a:cubicBezTo>
                  <a:cubicBezTo>
                    <a:pt x="78796" y="21070"/>
                    <a:pt x="78541" y="21093"/>
                    <a:pt x="78518" y="21209"/>
                  </a:cubicBezTo>
                  <a:cubicBezTo>
                    <a:pt x="78518" y="21325"/>
                    <a:pt x="78518" y="21417"/>
                    <a:pt x="78356" y="21464"/>
                  </a:cubicBezTo>
                  <a:cubicBezTo>
                    <a:pt x="78193" y="21510"/>
                    <a:pt x="77660" y="21580"/>
                    <a:pt x="77637" y="21788"/>
                  </a:cubicBezTo>
                  <a:cubicBezTo>
                    <a:pt x="77614" y="21997"/>
                    <a:pt x="77336" y="22020"/>
                    <a:pt x="77197" y="22275"/>
                  </a:cubicBezTo>
                  <a:cubicBezTo>
                    <a:pt x="77058" y="22530"/>
                    <a:pt x="76525" y="22692"/>
                    <a:pt x="76200" y="23202"/>
                  </a:cubicBezTo>
                  <a:cubicBezTo>
                    <a:pt x="75853" y="23712"/>
                    <a:pt x="75297" y="23712"/>
                    <a:pt x="75297" y="23828"/>
                  </a:cubicBezTo>
                  <a:cubicBezTo>
                    <a:pt x="75297" y="23920"/>
                    <a:pt x="74926" y="23897"/>
                    <a:pt x="74787" y="23920"/>
                  </a:cubicBezTo>
                  <a:cubicBezTo>
                    <a:pt x="74648" y="23943"/>
                    <a:pt x="74903" y="24245"/>
                    <a:pt x="74601" y="24592"/>
                  </a:cubicBezTo>
                  <a:cubicBezTo>
                    <a:pt x="74300" y="24917"/>
                    <a:pt x="74091" y="25380"/>
                    <a:pt x="74091" y="25844"/>
                  </a:cubicBezTo>
                  <a:cubicBezTo>
                    <a:pt x="74115" y="26307"/>
                    <a:pt x="74254" y="27628"/>
                    <a:pt x="74393" y="27860"/>
                  </a:cubicBezTo>
                  <a:cubicBezTo>
                    <a:pt x="74532" y="28092"/>
                    <a:pt x="74462" y="28671"/>
                    <a:pt x="74555" y="28787"/>
                  </a:cubicBezTo>
                  <a:cubicBezTo>
                    <a:pt x="74671" y="28903"/>
                    <a:pt x="74648" y="29111"/>
                    <a:pt x="74717" y="29181"/>
                  </a:cubicBezTo>
                  <a:cubicBezTo>
                    <a:pt x="74723" y="29187"/>
                    <a:pt x="74730" y="29189"/>
                    <a:pt x="74738" y="29189"/>
                  </a:cubicBezTo>
                  <a:cubicBezTo>
                    <a:pt x="74834" y="29189"/>
                    <a:pt x="75103" y="28844"/>
                    <a:pt x="75273" y="28694"/>
                  </a:cubicBezTo>
                  <a:cubicBezTo>
                    <a:pt x="75482" y="28532"/>
                    <a:pt x="75412" y="28463"/>
                    <a:pt x="75551" y="28370"/>
                  </a:cubicBezTo>
                  <a:cubicBezTo>
                    <a:pt x="75691" y="28277"/>
                    <a:pt x="75644" y="27906"/>
                    <a:pt x="75691" y="27814"/>
                  </a:cubicBezTo>
                  <a:cubicBezTo>
                    <a:pt x="75714" y="27721"/>
                    <a:pt x="75969" y="27675"/>
                    <a:pt x="76061" y="27559"/>
                  </a:cubicBezTo>
                  <a:cubicBezTo>
                    <a:pt x="76096" y="27512"/>
                    <a:pt x="76166" y="27507"/>
                    <a:pt x="76241" y="27507"/>
                  </a:cubicBezTo>
                  <a:cubicBezTo>
                    <a:pt x="76266" y="27507"/>
                    <a:pt x="76292" y="27507"/>
                    <a:pt x="76317" y="27507"/>
                  </a:cubicBezTo>
                  <a:cubicBezTo>
                    <a:pt x="76368" y="27507"/>
                    <a:pt x="76417" y="27505"/>
                    <a:pt x="76455" y="27489"/>
                  </a:cubicBezTo>
                  <a:cubicBezTo>
                    <a:pt x="76571" y="27443"/>
                    <a:pt x="76455" y="27188"/>
                    <a:pt x="76409" y="27026"/>
                  </a:cubicBezTo>
                  <a:cubicBezTo>
                    <a:pt x="76363" y="26863"/>
                    <a:pt x="76733" y="26655"/>
                    <a:pt x="76919" y="26516"/>
                  </a:cubicBezTo>
                  <a:cubicBezTo>
                    <a:pt x="76970" y="26487"/>
                    <a:pt x="77022" y="26479"/>
                    <a:pt x="77076" y="26479"/>
                  </a:cubicBezTo>
                  <a:cubicBezTo>
                    <a:pt x="77166" y="26479"/>
                    <a:pt x="77260" y="26504"/>
                    <a:pt x="77354" y="26504"/>
                  </a:cubicBezTo>
                  <a:cubicBezTo>
                    <a:pt x="77432" y="26504"/>
                    <a:pt x="77512" y="26487"/>
                    <a:pt x="77591" y="26423"/>
                  </a:cubicBezTo>
                  <a:cubicBezTo>
                    <a:pt x="77799" y="26215"/>
                    <a:pt x="77568" y="25983"/>
                    <a:pt x="77498" y="25867"/>
                  </a:cubicBezTo>
                  <a:cubicBezTo>
                    <a:pt x="77406" y="25774"/>
                    <a:pt x="77707" y="25264"/>
                    <a:pt x="77869" y="25218"/>
                  </a:cubicBezTo>
                  <a:cubicBezTo>
                    <a:pt x="77900" y="25206"/>
                    <a:pt x="77928" y="25202"/>
                    <a:pt x="77954" y="25202"/>
                  </a:cubicBezTo>
                  <a:cubicBezTo>
                    <a:pt x="78037" y="25202"/>
                    <a:pt x="78095" y="25248"/>
                    <a:pt x="78164" y="25248"/>
                  </a:cubicBezTo>
                  <a:cubicBezTo>
                    <a:pt x="78200" y="25248"/>
                    <a:pt x="78239" y="25235"/>
                    <a:pt x="78286" y="25195"/>
                  </a:cubicBezTo>
                  <a:cubicBezTo>
                    <a:pt x="78441" y="25040"/>
                    <a:pt x="78174" y="24822"/>
                    <a:pt x="78049" y="24822"/>
                  </a:cubicBezTo>
                  <a:cubicBezTo>
                    <a:pt x="78043" y="24822"/>
                    <a:pt x="78037" y="24823"/>
                    <a:pt x="78031" y="24824"/>
                  </a:cubicBezTo>
                  <a:cubicBezTo>
                    <a:pt x="78028" y="24825"/>
                    <a:pt x="78025" y="24825"/>
                    <a:pt x="78023" y="24825"/>
                  </a:cubicBezTo>
                  <a:cubicBezTo>
                    <a:pt x="77914" y="24825"/>
                    <a:pt x="77899" y="24402"/>
                    <a:pt x="78147" y="24198"/>
                  </a:cubicBezTo>
                  <a:cubicBezTo>
                    <a:pt x="78425" y="24013"/>
                    <a:pt x="78309" y="23967"/>
                    <a:pt x="78124" y="23920"/>
                  </a:cubicBezTo>
                  <a:cubicBezTo>
                    <a:pt x="78083" y="23909"/>
                    <a:pt x="78050" y="23904"/>
                    <a:pt x="78021" y="23904"/>
                  </a:cubicBezTo>
                  <a:cubicBezTo>
                    <a:pt x="77933" y="23904"/>
                    <a:pt x="77881" y="23943"/>
                    <a:pt x="77776" y="23943"/>
                  </a:cubicBezTo>
                  <a:cubicBezTo>
                    <a:pt x="77660" y="23943"/>
                    <a:pt x="77521" y="23665"/>
                    <a:pt x="77730" y="23387"/>
                  </a:cubicBezTo>
                  <a:cubicBezTo>
                    <a:pt x="77939" y="23086"/>
                    <a:pt x="78124" y="23132"/>
                    <a:pt x="78193" y="22901"/>
                  </a:cubicBezTo>
                  <a:cubicBezTo>
                    <a:pt x="78240" y="22669"/>
                    <a:pt x="78518" y="22321"/>
                    <a:pt x="78587" y="22205"/>
                  </a:cubicBezTo>
                  <a:cubicBezTo>
                    <a:pt x="78611" y="22165"/>
                    <a:pt x="78663" y="22153"/>
                    <a:pt x="78725" y="22153"/>
                  </a:cubicBezTo>
                  <a:cubicBezTo>
                    <a:pt x="78826" y="22153"/>
                    <a:pt x="78954" y="22185"/>
                    <a:pt x="79036" y="22185"/>
                  </a:cubicBezTo>
                  <a:cubicBezTo>
                    <a:pt x="79050" y="22185"/>
                    <a:pt x="79063" y="22184"/>
                    <a:pt x="79074" y="22182"/>
                  </a:cubicBezTo>
                  <a:cubicBezTo>
                    <a:pt x="79080" y="22181"/>
                    <a:pt x="79085" y="22180"/>
                    <a:pt x="79090" y="22180"/>
                  </a:cubicBezTo>
                  <a:cubicBezTo>
                    <a:pt x="79166" y="22180"/>
                    <a:pt x="79160" y="22307"/>
                    <a:pt x="79218" y="22307"/>
                  </a:cubicBezTo>
                  <a:cubicBezTo>
                    <a:pt x="79234" y="22307"/>
                    <a:pt x="79255" y="22298"/>
                    <a:pt x="79283" y="22275"/>
                  </a:cubicBezTo>
                  <a:cubicBezTo>
                    <a:pt x="79422" y="22159"/>
                    <a:pt x="79654" y="21765"/>
                    <a:pt x="79839" y="21765"/>
                  </a:cubicBezTo>
                  <a:cubicBezTo>
                    <a:pt x="80024" y="21765"/>
                    <a:pt x="79908" y="22043"/>
                    <a:pt x="79955" y="22228"/>
                  </a:cubicBezTo>
                  <a:cubicBezTo>
                    <a:pt x="79967" y="22276"/>
                    <a:pt x="79981" y="22296"/>
                    <a:pt x="80003" y="22296"/>
                  </a:cubicBezTo>
                  <a:cubicBezTo>
                    <a:pt x="80066" y="22296"/>
                    <a:pt x="80188" y="22123"/>
                    <a:pt x="80465" y="21950"/>
                  </a:cubicBezTo>
                  <a:cubicBezTo>
                    <a:pt x="80661" y="21806"/>
                    <a:pt x="80990" y="21751"/>
                    <a:pt x="81286" y="21751"/>
                  </a:cubicBezTo>
                  <a:cubicBezTo>
                    <a:pt x="81513" y="21751"/>
                    <a:pt x="81721" y="21784"/>
                    <a:pt x="81832" y="21834"/>
                  </a:cubicBezTo>
                  <a:cubicBezTo>
                    <a:pt x="82054" y="21945"/>
                    <a:pt x="82085" y="22184"/>
                    <a:pt x="82209" y="22184"/>
                  </a:cubicBezTo>
                  <a:cubicBezTo>
                    <a:pt x="82214" y="22184"/>
                    <a:pt x="82220" y="22183"/>
                    <a:pt x="82226" y="22182"/>
                  </a:cubicBezTo>
                  <a:cubicBezTo>
                    <a:pt x="82435" y="22136"/>
                    <a:pt x="82249" y="21927"/>
                    <a:pt x="82458" y="21858"/>
                  </a:cubicBezTo>
                  <a:cubicBezTo>
                    <a:pt x="82643" y="21811"/>
                    <a:pt x="82991" y="21603"/>
                    <a:pt x="83246" y="21417"/>
                  </a:cubicBezTo>
                  <a:cubicBezTo>
                    <a:pt x="83501" y="21232"/>
                    <a:pt x="83431" y="21371"/>
                    <a:pt x="83570" y="21209"/>
                  </a:cubicBezTo>
                  <a:cubicBezTo>
                    <a:pt x="83709" y="21023"/>
                    <a:pt x="83848" y="21093"/>
                    <a:pt x="83871" y="20977"/>
                  </a:cubicBezTo>
                  <a:cubicBezTo>
                    <a:pt x="83918" y="20884"/>
                    <a:pt x="84289" y="20699"/>
                    <a:pt x="84798" y="20583"/>
                  </a:cubicBezTo>
                  <a:cubicBezTo>
                    <a:pt x="85308" y="20467"/>
                    <a:pt x="85980" y="20120"/>
                    <a:pt x="85934" y="20027"/>
                  </a:cubicBezTo>
                  <a:cubicBezTo>
                    <a:pt x="85920" y="19958"/>
                    <a:pt x="85997" y="19913"/>
                    <a:pt x="86066" y="19913"/>
                  </a:cubicBezTo>
                  <a:cubicBezTo>
                    <a:pt x="86113" y="19913"/>
                    <a:pt x="86156" y="19934"/>
                    <a:pt x="86166" y="19980"/>
                  </a:cubicBezTo>
                  <a:cubicBezTo>
                    <a:pt x="86189" y="20073"/>
                    <a:pt x="86374" y="20027"/>
                    <a:pt x="86652" y="20096"/>
                  </a:cubicBezTo>
                  <a:cubicBezTo>
                    <a:pt x="86796" y="20122"/>
                    <a:pt x="86895" y="20170"/>
                    <a:pt x="86992" y="20170"/>
                  </a:cubicBezTo>
                  <a:cubicBezTo>
                    <a:pt x="87067" y="20170"/>
                    <a:pt x="87140" y="20141"/>
                    <a:pt x="87232" y="20050"/>
                  </a:cubicBezTo>
                  <a:cubicBezTo>
                    <a:pt x="87440" y="19841"/>
                    <a:pt x="87209" y="19749"/>
                    <a:pt x="87232" y="19610"/>
                  </a:cubicBezTo>
                  <a:cubicBezTo>
                    <a:pt x="87232" y="19447"/>
                    <a:pt x="86861" y="19262"/>
                    <a:pt x="86907" y="19100"/>
                  </a:cubicBezTo>
                  <a:cubicBezTo>
                    <a:pt x="86950" y="18952"/>
                    <a:pt x="86684" y="18555"/>
                    <a:pt x="86567" y="18555"/>
                  </a:cubicBezTo>
                  <a:cubicBezTo>
                    <a:pt x="86555" y="18555"/>
                    <a:pt x="86545" y="18558"/>
                    <a:pt x="86537" y="18567"/>
                  </a:cubicBezTo>
                  <a:cubicBezTo>
                    <a:pt x="86518" y="18586"/>
                    <a:pt x="86493" y="18594"/>
                    <a:pt x="86465" y="18594"/>
                  </a:cubicBezTo>
                  <a:cubicBezTo>
                    <a:pt x="86359" y="18594"/>
                    <a:pt x="86212" y="18469"/>
                    <a:pt x="86212" y="18358"/>
                  </a:cubicBezTo>
                  <a:cubicBezTo>
                    <a:pt x="86212" y="18266"/>
                    <a:pt x="86198" y="18145"/>
                    <a:pt x="86122" y="18145"/>
                  </a:cubicBezTo>
                  <a:cubicBezTo>
                    <a:pt x="86102" y="18145"/>
                    <a:pt x="86079" y="18154"/>
                    <a:pt x="86050" y="18173"/>
                  </a:cubicBezTo>
                  <a:cubicBezTo>
                    <a:pt x="85992" y="18206"/>
                    <a:pt x="85923" y="18221"/>
                    <a:pt x="85856" y="18221"/>
                  </a:cubicBezTo>
                  <a:cubicBezTo>
                    <a:pt x="85733" y="18221"/>
                    <a:pt x="85616" y="18170"/>
                    <a:pt x="85586" y="18080"/>
                  </a:cubicBezTo>
                  <a:cubicBezTo>
                    <a:pt x="85552" y="17976"/>
                    <a:pt x="85738" y="17885"/>
                    <a:pt x="85932" y="17885"/>
                  </a:cubicBezTo>
                  <a:cubicBezTo>
                    <a:pt x="85996" y="17885"/>
                    <a:pt x="86061" y="17895"/>
                    <a:pt x="86119" y="17918"/>
                  </a:cubicBezTo>
                  <a:cubicBezTo>
                    <a:pt x="86374" y="18034"/>
                    <a:pt x="86305" y="18126"/>
                    <a:pt x="86421" y="18196"/>
                  </a:cubicBezTo>
                  <a:cubicBezTo>
                    <a:pt x="86466" y="18223"/>
                    <a:pt x="86545" y="18236"/>
                    <a:pt x="86634" y="18236"/>
                  </a:cubicBezTo>
                  <a:cubicBezTo>
                    <a:pt x="86771" y="18236"/>
                    <a:pt x="86934" y="18206"/>
                    <a:pt x="87046" y="18150"/>
                  </a:cubicBezTo>
                  <a:cubicBezTo>
                    <a:pt x="87209" y="18080"/>
                    <a:pt x="87672" y="17918"/>
                    <a:pt x="87765" y="17779"/>
                  </a:cubicBezTo>
                  <a:cubicBezTo>
                    <a:pt x="87834" y="17640"/>
                    <a:pt x="87765" y="17570"/>
                    <a:pt x="87927" y="17501"/>
                  </a:cubicBezTo>
                  <a:cubicBezTo>
                    <a:pt x="88089" y="17408"/>
                    <a:pt x="87950" y="17246"/>
                    <a:pt x="87811" y="17176"/>
                  </a:cubicBezTo>
                  <a:cubicBezTo>
                    <a:pt x="87672" y="17107"/>
                    <a:pt x="87718" y="16921"/>
                    <a:pt x="87858" y="16921"/>
                  </a:cubicBezTo>
                  <a:cubicBezTo>
                    <a:pt x="87997" y="16921"/>
                    <a:pt x="87973" y="16736"/>
                    <a:pt x="88066" y="16736"/>
                  </a:cubicBezTo>
                  <a:cubicBezTo>
                    <a:pt x="88077" y="16733"/>
                    <a:pt x="88087" y="16732"/>
                    <a:pt x="88096" y="16732"/>
                  </a:cubicBezTo>
                  <a:cubicBezTo>
                    <a:pt x="88139" y="16732"/>
                    <a:pt x="88168" y="16755"/>
                    <a:pt x="88216" y="16755"/>
                  </a:cubicBezTo>
                  <a:cubicBezTo>
                    <a:pt x="88248" y="16755"/>
                    <a:pt x="88288" y="16745"/>
                    <a:pt x="88344" y="16713"/>
                  </a:cubicBezTo>
                  <a:cubicBezTo>
                    <a:pt x="88373" y="16698"/>
                    <a:pt x="88394" y="16692"/>
                    <a:pt x="88408" y="16692"/>
                  </a:cubicBezTo>
                  <a:cubicBezTo>
                    <a:pt x="88480" y="16692"/>
                    <a:pt x="88353" y="16877"/>
                    <a:pt x="88275" y="17014"/>
                  </a:cubicBezTo>
                  <a:cubicBezTo>
                    <a:pt x="88205" y="17153"/>
                    <a:pt x="88437" y="17292"/>
                    <a:pt x="88483" y="17385"/>
                  </a:cubicBezTo>
                  <a:cubicBezTo>
                    <a:pt x="88496" y="17424"/>
                    <a:pt x="88611" y="17455"/>
                    <a:pt x="88742" y="17455"/>
                  </a:cubicBezTo>
                  <a:cubicBezTo>
                    <a:pt x="88845" y="17455"/>
                    <a:pt x="88958" y="17436"/>
                    <a:pt x="89039" y="17385"/>
                  </a:cubicBezTo>
                  <a:cubicBezTo>
                    <a:pt x="89069" y="17370"/>
                    <a:pt x="89109" y="17364"/>
                    <a:pt x="89156" y="17364"/>
                  </a:cubicBezTo>
                  <a:cubicBezTo>
                    <a:pt x="89408" y="17364"/>
                    <a:pt x="89858" y="17550"/>
                    <a:pt x="89897" y="17686"/>
                  </a:cubicBezTo>
                  <a:cubicBezTo>
                    <a:pt x="89943" y="17825"/>
                    <a:pt x="90013" y="18011"/>
                    <a:pt x="90291" y="18150"/>
                  </a:cubicBezTo>
                  <a:cubicBezTo>
                    <a:pt x="90546" y="18266"/>
                    <a:pt x="90778" y="18219"/>
                    <a:pt x="90824" y="18335"/>
                  </a:cubicBezTo>
                  <a:cubicBezTo>
                    <a:pt x="90864" y="18436"/>
                    <a:pt x="90940" y="18502"/>
                    <a:pt x="91050" y="18502"/>
                  </a:cubicBezTo>
                  <a:cubicBezTo>
                    <a:pt x="91067" y="18502"/>
                    <a:pt x="91084" y="18500"/>
                    <a:pt x="91102" y="18497"/>
                  </a:cubicBezTo>
                  <a:cubicBezTo>
                    <a:pt x="91123" y="18491"/>
                    <a:pt x="91143" y="18489"/>
                    <a:pt x="91161" y="18489"/>
                  </a:cubicBezTo>
                  <a:cubicBezTo>
                    <a:pt x="91251" y="18489"/>
                    <a:pt x="91310" y="18550"/>
                    <a:pt x="91375" y="18550"/>
                  </a:cubicBezTo>
                  <a:cubicBezTo>
                    <a:pt x="91399" y="18550"/>
                    <a:pt x="91423" y="18542"/>
                    <a:pt x="91450" y="18520"/>
                  </a:cubicBezTo>
                  <a:cubicBezTo>
                    <a:pt x="91473" y="18497"/>
                    <a:pt x="91495" y="18490"/>
                    <a:pt x="91516" y="18490"/>
                  </a:cubicBezTo>
                  <a:cubicBezTo>
                    <a:pt x="91553" y="18490"/>
                    <a:pt x="91589" y="18510"/>
                    <a:pt x="91632" y="18510"/>
                  </a:cubicBezTo>
                  <a:cubicBezTo>
                    <a:pt x="91666" y="18510"/>
                    <a:pt x="91705" y="18497"/>
                    <a:pt x="91751" y="18451"/>
                  </a:cubicBezTo>
                  <a:cubicBezTo>
                    <a:pt x="91867" y="18335"/>
                    <a:pt x="91450" y="18266"/>
                    <a:pt x="91496" y="18173"/>
                  </a:cubicBezTo>
                  <a:cubicBezTo>
                    <a:pt x="91513" y="18145"/>
                    <a:pt x="91530" y="18134"/>
                    <a:pt x="91547" y="18134"/>
                  </a:cubicBezTo>
                  <a:cubicBezTo>
                    <a:pt x="91599" y="18134"/>
                    <a:pt x="91658" y="18221"/>
                    <a:pt x="91750" y="18221"/>
                  </a:cubicBezTo>
                  <a:cubicBezTo>
                    <a:pt x="91758" y="18221"/>
                    <a:pt x="91766" y="18221"/>
                    <a:pt x="91774" y="18219"/>
                  </a:cubicBezTo>
                  <a:cubicBezTo>
                    <a:pt x="91890" y="18219"/>
                    <a:pt x="91728" y="17987"/>
                    <a:pt x="91820" y="17964"/>
                  </a:cubicBezTo>
                  <a:cubicBezTo>
                    <a:pt x="91913" y="17941"/>
                    <a:pt x="91844" y="17454"/>
                    <a:pt x="91751" y="17408"/>
                  </a:cubicBezTo>
                  <a:cubicBezTo>
                    <a:pt x="91669" y="17392"/>
                    <a:pt x="91691" y="17306"/>
                    <a:pt x="91777" y="17306"/>
                  </a:cubicBezTo>
                  <a:cubicBezTo>
                    <a:pt x="91812" y="17306"/>
                    <a:pt x="91859" y="17321"/>
                    <a:pt x="91913" y="17362"/>
                  </a:cubicBezTo>
                  <a:cubicBezTo>
                    <a:pt x="92052" y="17466"/>
                    <a:pt x="92243" y="17479"/>
                    <a:pt x="92389" y="17479"/>
                  </a:cubicBezTo>
                  <a:cubicBezTo>
                    <a:pt x="92438" y="17479"/>
                    <a:pt x="92481" y="17478"/>
                    <a:pt x="92516" y="17478"/>
                  </a:cubicBezTo>
                  <a:cubicBezTo>
                    <a:pt x="92655" y="17478"/>
                    <a:pt x="92539" y="17362"/>
                    <a:pt x="92400" y="17338"/>
                  </a:cubicBezTo>
                  <a:cubicBezTo>
                    <a:pt x="92299" y="17322"/>
                    <a:pt x="92356" y="17257"/>
                    <a:pt x="92430" y="17257"/>
                  </a:cubicBezTo>
                  <a:cubicBezTo>
                    <a:pt x="92459" y="17257"/>
                    <a:pt x="92490" y="17266"/>
                    <a:pt x="92516" y="17292"/>
                  </a:cubicBezTo>
                  <a:cubicBezTo>
                    <a:pt x="92571" y="17334"/>
                    <a:pt x="92660" y="17367"/>
                    <a:pt x="92728" y="17367"/>
                  </a:cubicBezTo>
                  <a:cubicBezTo>
                    <a:pt x="92773" y="17367"/>
                    <a:pt x="92808" y="17352"/>
                    <a:pt x="92817" y="17315"/>
                  </a:cubicBezTo>
                  <a:cubicBezTo>
                    <a:pt x="92840" y="17223"/>
                    <a:pt x="92933" y="17014"/>
                    <a:pt x="93095" y="17014"/>
                  </a:cubicBezTo>
                  <a:cubicBezTo>
                    <a:pt x="93281" y="16945"/>
                    <a:pt x="93327" y="16852"/>
                    <a:pt x="93165" y="16805"/>
                  </a:cubicBezTo>
                  <a:cubicBezTo>
                    <a:pt x="93002" y="16736"/>
                    <a:pt x="92493" y="16411"/>
                    <a:pt x="92354" y="16226"/>
                  </a:cubicBezTo>
                  <a:cubicBezTo>
                    <a:pt x="92269" y="16090"/>
                    <a:pt x="91911" y="16004"/>
                    <a:pt x="91725" y="16004"/>
                  </a:cubicBezTo>
                  <a:cubicBezTo>
                    <a:pt x="91657" y="16004"/>
                    <a:pt x="91612" y="16016"/>
                    <a:pt x="91612" y="16041"/>
                  </a:cubicBezTo>
                  <a:cubicBezTo>
                    <a:pt x="91612" y="16072"/>
                    <a:pt x="91597" y="16085"/>
                    <a:pt x="91573" y="16085"/>
                  </a:cubicBezTo>
                  <a:cubicBezTo>
                    <a:pt x="91511" y="16085"/>
                    <a:pt x="91391" y="15992"/>
                    <a:pt x="91357" y="15925"/>
                  </a:cubicBezTo>
                  <a:cubicBezTo>
                    <a:pt x="91334" y="15867"/>
                    <a:pt x="91160" y="15838"/>
                    <a:pt x="90989" y="15838"/>
                  </a:cubicBezTo>
                  <a:cubicBezTo>
                    <a:pt x="90818" y="15838"/>
                    <a:pt x="90650" y="15867"/>
                    <a:pt x="90639" y="15925"/>
                  </a:cubicBezTo>
                  <a:cubicBezTo>
                    <a:pt x="90639" y="16018"/>
                    <a:pt x="90801" y="16041"/>
                    <a:pt x="90893" y="16157"/>
                  </a:cubicBezTo>
                  <a:cubicBezTo>
                    <a:pt x="90986" y="16296"/>
                    <a:pt x="90778" y="16365"/>
                    <a:pt x="90824" y="16504"/>
                  </a:cubicBezTo>
                  <a:cubicBezTo>
                    <a:pt x="90836" y="16545"/>
                    <a:pt x="90825" y="16561"/>
                    <a:pt x="90802" y="16561"/>
                  </a:cubicBezTo>
                  <a:cubicBezTo>
                    <a:pt x="90733" y="16561"/>
                    <a:pt x="90546" y="16417"/>
                    <a:pt x="90476" y="16365"/>
                  </a:cubicBezTo>
                  <a:cubicBezTo>
                    <a:pt x="90360" y="16272"/>
                    <a:pt x="90407" y="15971"/>
                    <a:pt x="90453" y="15809"/>
                  </a:cubicBezTo>
                  <a:cubicBezTo>
                    <a:pt x="90476" y="15647"/>
                    <a:pt x="90268" y="15670"/>
                    <a:pt x="90245" y="15508"/>
                  </a:cubicBezTo>
                  <a:cubicBezTo>
                    <a:pt x="90221" y="15345"/>
                    <a:pt x="89480" y="15021"/>
                    <a:pt x="89179" y="14882"/>
                  </a:cubicBezTo>
                  <a:cubicBezTo>
                    <a:pt x="88877" y="14766"/>
                    <a:pt x="88483" y="14650"/>
                    <a:pt x="88367" y="14488"/>
                  </a:cubicBezTo>
                  <a:cubicBezTo>
                    <a:pt x="88275" y="14326"/>
                    <a:pt x="87718" y="14303"/>
                    <a:pt x="87510" y="14094"/>
                  </a:cubicBezTo>
                  <a:cubicBezTo>
                    <a:pt x="87301" y="13862"/>
                    <a:pt x="86374" y="13491"/>
                    <a:pt x="85980" y="13468"/>
                  </a:cubicBezTo>
                  <a:cubicBezTo>
                    <a:pt x="85605" y="13446"/>
                    <a:pt x="85671" y="13235"/>
                    <a:pt x="85498" y="13235"/>
                  </a:cubicBezTo>
                  <a:cubicBezTo>
                    <a:pt x="85490" y="13235"/>
                    <a:pt x="85480" y="13235"/>
                    <a:pt x="85470" y="13236"/>
                  </a:cubicBezTo>
                  <a:cubicBezTo>
                    <a:pt x="85416" y="13250"/>
                    <a:pt x="85306" y="13256"/>
                    <a:pt x="85171" y="13256"/>
                  </a:cubicBezTo>
                  <a:cubicBezTo>
                    <a:pt x="84846" y="13256"/>
                    <a:pt x="84376" y="13223"/>
                    <a:pt x="84196" y="13190"/>
                  </a:cubicBezTo>
                  <a:cubicBezTo>
                    <a:pt x="84181" y="13189"/>
                    <a:pt x="84166" y="13188"/>
                    <a:pt x="84152" y="13188"/>
                  </a:cubicBezTo>
                  <a:cubicBezTo>
                    <a:pt x="83970" y="13188"/>
                    <a:pt x="83889" y="13299"/>
                    <a:pt x="83767" y="13299"/>
                  </a:cubicBezTo>
                  <a:cubicBezTo>
                    <a:pt x="83742" y="13299"/>
                    <a:pt x="83716" y="13294"/>
                    <a:pt x="83686" y="13283"/>
                  </a:cubicBezTo>
                  <a:cubicBezTo>
                    <a:pt x="83527" y="13223"/>
                    <a:pt x="82803" y="12958"/>
                    <a:pt x="82529" y="12958"/>
                  </a:cubicBezTo>
                  <a:cubicBezTo>
                    <a:pt x="82484" y="12958"/>
                    <a:pt x="82451" y="12965"/>
                    <a:pt x="82435" y="12982"/>
                  </a:cubicBezTo>
                  <a:cubicBezTo>
                    <a:pt x="82319" y="13121"/>
                    <a:pt x="82365" y="13306"/>
                    <a:pt x="82249" y="13329"/>
                  </a:cubicBezTo>
                  <a:cubicBezTo>
                    <a:pt x="82156" y="13376"/>
                    <a:pt x="82249" y="13538"/>
                    <a:pt x="82527" y="13770"/>
                  </a:cubicBezTo>
                  <a:cubicBezTo>
                    <a:pt x="82782" y="14024"/>
                    <a:pt x="82620" y="14210"/>
                    <a:pt x="82388" y="14303"/>
                  </a:cubicBezTo>
                  <a:cubicBezTo>
                    <a:pt x="82337" y="14326"/>
                    <a:pt x="82282" y="14336"/>
                    <a:pt x="82224" y="14336"/>
                  </a:cubicBezTo>
                  <a:cubicBezTo>
                    <a:pt x="81995" y="14336"/>
                    <a:pt x="81739" y="14173"/>
                    <a:pt x="81647" y="14024"/>
                  </a:cubicBezTo>
                  <a:cubicBezTo>
                    <a:pt x="81508" y="13839"/>
                    <a:pt x="81183" y="13909"/>
                    <a:pt x="81114" y="13677"/>
                  </a:cubicBezTo>
                  <a:cubicBezTo>
                    <a:pt x="81057" y="13523"/>
                    <a:pt x="81103" y="13453"/>
                    <a:pt x="81184" y="13453"/>
                  </a:cubicBezTo>
                  <a:cubicBezTo>
                    <a:pt x="81237" y="13453"/>
                    <a:pt x="81304" y="13483"/>
                    <a:pt x="81368" y="13538"/>
                  </a:cubicBezTo>
                  <a:cubicBezTo>
                    <a:pt x="81418" y="13580"/>
                    <a:pt x="81472" y="13599"/>
                    <a:pt x="81524" y="13599"/>
                  </a:cubicBezTo>
                  <a:cubicBezTo>
                    <a:pt x="81641" y="13599"/>
                    <a:pt x="81746" y="13504"/>
                    <a:pt x="81762" y="13376"/>
                  </a:cubicBezTo>
                  <a:cubicBezTo>
                    <a:pt x="81784" y="13206"/>
                    <a:pt x="81398" y="13095"/>
                    <a:pt x="81136" y="13095"/>
                  </a:cubicBezTo>
                  <a:cubicBezTo>
                    <a:pt x="81112" y="13095"/>
                    <a:pt x="81089" y="13095"/>
                    <a:pt x="81067" y="13097"/>
                  </a:cubicBezTo>
                  <a:cubicBezTo>
                    <a:pt x="80835" y="13097"/>
                    <a:pt x="80696" y="13445"/>
                    <a:pt x="80441" y="13607"/>
                  </a:cubicBezTo>
                  <a:cubicBezTo>
                    <a:pt x="80375" y="13640"/>
                    <a:pt x="80269" y="13654"/>
                    <a:pt x="80143" y="13654"/>
                  </a:cubicBezTo>
                  <a:cubicBezTo>
                    <a:pt x="79741" y="13654"/>
                    <a:pt x="79145" y="13516"/>
                    <a:pt x="79074" y="13445"/>
                  </a:cubicBezTo>
                  <a:cubicBezTo>
                    <a:pt x="79040" y="13418"/>
                    <a:pt x="78897" y="13407"/>
                    <a:pt x="78708" y="13407"/>
                  </a:cubicBezTo>
                  <a:cubicBezTo>
                    <a:pt x="78251" y="13407"/>
                    <a:pt x="77527" y="13472"/>
                    <a:pt x="77429" y="13538"/>
                  </a:cubicBezTo>
                  <a:cubicBezTo>
                    <a:pt x="77266" y="13654"/>
                    <a:pt x="77382" y="14024"/>
                    <a:pt x="77313" y="14048"/>
                  </a:cubicBezTo>
                  <a:cubicBezTo>
                    <a:pt x="77310" y="14050"/>
                    <a:pt x="77306" y="14051"/>
                    <a:pt x="77303" y="14051"/>
                  </a:cubicBezTo>
                  <a:cubicBezTo>
                    <a:pt x="77235" y="14051"/>
                    <a:pt x="77151" y="13604"/>
                    <a:pt x="77151" y="13538"/>
                  </a:cubicBezTo>
                  <a:cubicBezTo>
                    <a:pt x="77151" y="13445"/>
                    <a:pt x="76988" y="13376"/>
                    <a:pt x="76733" y="13376"/>
                  </a:cubicBezTo>
                  <a:cubicBezTo>
                    <a:pt x="76502" y="13376"/>
                    <a:pt x="76339" y="13376"/>
                    <a:pt x="76455" y="13260"/>
                  </a:cubicBezTo>
                  <a:cubicBezTo>
                    <a:pt x="76548" y="13167"/>
                    <a:pt x="76363" y="13051"/>
                    <a:pt x="76548" y="12912"/>
                  </a:cubicBezTo>
                  <a:cubicBezTo>
                    <a:pt x="76733" y="12773"/>
                    <a:pt x="76200" y="12356"/>
                    <a:pt x="75667" y="12147"/>
                  </a:cubicBezTo>
                  <a:cubicBezTo>
                    <a:pt x="75447" y="12061"/>
                    <a:pt x="75109" y="12030"/>
                    <a:pt x="74765" y="12030"/>
                  </a:cubicBezTo>
                  <a:cubicBezTo>
                    <a:pt x="74275" y="12030"/>
                    <a:pt x="73772" y="12093"/>
                    <a:pt x="73582" y="12147"/>
                  </a:cubicBezTo>
                  <a:cubicBezTo>
                    <a:pt x="73365" y="12209"/>
                    <a:pt x="73015" y="12219"/>
                    <a:pt x="72710" y="12219"/>
                  </a:cubicBezTo>
                  <a:cubicBezTo>
                    <a:pt x="72557" y="12219"/>
                    <a:pt x="72415" y="12217"/>
                    <a:pt x="72307" y="12217"/>
                  </a:cubicBezTo>
                  <a:cubicBezTo>
                    <a:pt x="72285" y="12219"/>
                    <a:pt x="72265" y="12219"/>
                    <a:pt x="72249" y="12219"/>
                  </a:cubicBezTo>
                  <a:cubicBezTo>
                    <a:pt x="72042" y="12219"/>
                    <a:pt x="72254" y="12091"/>
                    <a:pt x="72168" y="11962"/>
                  </a:cubicBezTo>
                  <a:cubicBezTo>
                    <a:pt x="72097" y="11838"/>
                    <a:pt x="71783" y="11714"/>
                    <a:pt x="71597" y="11714"/>
                  </a:cubicBezTo>
                  <a:cubicBezTo>
                    <a:pt x="71540" y="11714"/>
                    <a:pt x="71495" y="11726"/>
                    <a:pt x="71473" y="11753"/>
                  </a:cubicBezTo>
                  <a:cubicBezTo>
                    <a:pt x="71452" y="11788"/>
                    <a:pt x="71425" y="11802"/>
                    <a:pt x="71397" y="11802"/>
                  </a:cubicBezTo>
                  <a:cubicBezTo>
                    <a:pt x="71332" y="11802"/>
                    <a:pt x="71264" y="11726"/>
                    <a:pt x="71264" y="11661"/>
                  </a:cubicBezTo>
                  <a:cubicBezTo>
                    <a:pt x="71264" y="11574"/>
                    <a:pt x="70839" y="11427"/>
                    <a:pt x="70632" y="11427"/>
                  </a:cubicBezTo>
                  <a:cubicBezTo>
                    <a:pt x="70618" y="11427"/>
                    <a:pt x="70604" y="11427"/>
                    <a:pt x="70592" y="11429"/>
                  </a:cubicBezTo>
                  <a:cubicBezTo>
                    <a:pt x="70571" y="11433"/>
                    <a:pt x="70552" y="11436"/>
                    <a:pt x="70534" y="11436"/>
                  </a:cubicBezTo>
                  <a:cubicBezTo>
                    <a:pt x="70372" y="11436"/>
                    <a:pt x="70335" y="11267"/>
                    <a:pt x="70522" y="11267"/>
                  </a:cubicBezTo>
                  <a:cubicBezTo>
                    <a:pt x="70584" y="11267"/>
                    <a:pt x="70658" y="11270"/>
                    <a:pt x="70728" y="11270"/>
                  </a:cubicBezTo>
                  <a:cubicBezTo>
                    <a:pt x="70923" y="11270"/>
                    <a:pt x="71099" y="11245"/>
                    <a:pt x="70963" y="11058"/>
                  </a:cubicBezTo>
                  <a:cubicBezTo>
                    <a:pt x="70827" y="10845"/>
                    <a:pt x="69786" y="10745"/>
                    <a:pt x="69366" y="10745"/>
                  </a:cubicBezTo>
                  <a:cubicBezTo>
                    <a:pt x="69283" y="10745"/>
                    <a:pt x="69224" y="10749"/>
                    <a:pt x="69201" y="10757"/>
                  </a:cubicBezTo>
                  <a:cubicBezTo>
                    <a:pt x="69062" y="10803"/>
                    <a:pt x="69201" y="10989"/>
                    <a:pt x="68877" y="11290"/>
                  </a:cubicBezTo>
                  <a:cubicBezTo>
                    <a:pt x="68764" y="11403"/>
                    <a:pt x="68647" y="11444"/>
                    <a:pt x="68549" y="11444"/>
                  </a:cubicBezTo>
                  <a:cubicBezTo>
                    <a:pt x="68384" y="11444"/>
                    <a:pt x="68269" y="11330"/>
                    <a:pt x="68298" y="11243"/>
                  </a:cubicBezTo>
                  <a:cubicBezTo>
                    <a:pt x="68344" y="11104"/>
                    <a:pt x="68738" y="11128"/>
                    <a:pt x="68738" y="10989"/>
                  </a:cubicBezTo>
                  <a:cubicBezTo>
                    <a:pt x="68738" y="10826"/>
                    <a:pt x="68205" y="10919"/>
                    <a:pt x="68112" y="10803"/>
                  </a:cubicBezTo>
                  <a:cubicBezTo>
                    <a:pt x="68057" y="10693"/>
                    <a:pt x="68162" y="10627"/>
                    <a:pt x="68300" y="10627"/>
                  </a:cubicBezTo>
                  <a:cubicBezTo>
                    <a:pt x="68336" y="10627"/>
                    <a:pt x="68375" y="10631"/>
                    <a:pt x="68414" y="10641"/>
                  </a:cubicBezTo>
                  <a:cubicBezTo>
                    <a:pt x="68525" y="10678"/>
                    <a:pt x="68670" y="10702"/>
                    <a:pt x="68784" y="10702"/>
                  </a:cubicBezTo>
                  <a:cubicBezTo>
                    <a:pt x="68883" y="10702"/>
                    <a:pt x="68959" y="10684"/>
                    <a:pt x="68970" y="10641"/>
                  </a:cubicBezTo>
                  <a:cubicBezTo>
                    <a:pt x="68993" y="10571"/>
                    <a:pt x="68784" y="10548"/>
                    <a:pt x="68460" y="10479"/>
                  </a:cubicBezTo>
                  <a:cubicBezTo>
                    <a:pt x="68171" y="10437"/>
                    <a:pt x="67515" y="10286"/>
                    <a:pt x="67080" y="10286"/>
                  </a:cubicBezTo>
                  <a:cubicBezTo>
                    <a:pt x="67026" y="10286"/>
                    <a:pt x="66976" y="10288"/>
                    <a:pt x="66930" y="10293"/>
                  </a:cubicBezTo>
                  <a:cubicBezTo>
                    <a:pt x="66906" y="10295"/>
                    <a:pt x="66882" y="10295"/>
                    <a:pt x="66859" y="10295"/>
                  </a:cubicBezTo>
                  <a:cubicBezTo>
                    <a:pt x="66491" y="10295"/>
                    <a:pt x="66316" y="10130"/>
                    <a:pt x="66119" y="10108"/>
                  </a:cubicBezTo>
                  <a:cubicBezTo>
                    <a:pt x="66102" y="10106"/>
                    <a:pt x="66086" y="10105"/>
                    <a:pt x="66071" y="10105"/>
                  </a:cubicBezTo>
                  <a:cubicBezTo>
                    <a:pt x="65888" y="10105"/>
                    <a:pt x="65894" y="10234"/>
                    <a:pt x="65980" y="10363"/>
                  </a:cubicBezTo>
                  <a:cubicBezTo>
                    <a:pt x="66072" y="10473"/>
                    <a:pt x="65888" y="10539"/>
                    <a:pt x="65669" y="10539"/>
                  </a:cubicBezTo>
                  <a:cubicBezTo>
                    <a:pt x="65612" y="10539"/>
                    <a:pt x="65552" y="10535"/>
                    <a:pt x="65493" y="10525"/>
                  </a:cubicBezTo>
                  <a:cubicBezTo>
                    <a:pt x="65479" y="10524"/>
                    <a:pt x="65464" y="10523"/>
                    <a:pt x="65448" y="10523"/>
                  </a:cubicBezTo>
                  <a:cubicBezTo>
                    <a:pt x="65195" y="10523"/>
                    <a:pt x="64854" y="10698"/>
                    <a:pt x="65007" y="10873"/>
                  </a:cubicBezTo>
                  <a:cubicBezTo>
                    <a:pt x="65048" y="10927"/>
                    <a:pt x="65091" y="10946"/>
                    <a:pt x="65134" y="10946"/>
                  </a:cubicBezTo>
                  <a:cubicBezTo>
                    <a:pt x="65225" y="10946"/>
                    <a:pt x="65320" y="10866"/>
                    <a:pt x="65407" y="10866"/>
                  </a:cubicBezTo>
                  <a:cubicBezTo>
                    <a:pt x="65421" y="10866"/>
                    <a:pt x="65434" y="10868"/>
                    <a:pt x="65447" y="10873"/>
                  </a:cubicBezTo>
                  <a:cubicBezTo>
                    <a:pt x="65563" y="10942"/>
                    <a:pt x="65099" y="11081"/>
                    <a:pt x="65285" y="11174"/>
                  </a:cubicBezTo>
                  <a:cubicBezTo>
                    <a:pt x="65493" y="11267"/>
                    <a:pt x="65447" y="11452"/>
                    <a:pt x="65470" y="11545"/>
                  </a:cubicBezTo>
                  <a:cubicBezTo>
                    <a:pt x="65470" y="11596"/>
                    <a:pt x="65373" y="11632"/>
                    <a:pt x="65262" y="11632"/>
                  </a:cubicBezTo>
                  <a:cubicBezTo>
                    <a:pt x="65170" y="11632"/>
                    <a:pt x="65070" y="11607"/>
                    <a:pt x="65007" y="11545"/>
                  </a:cubicBezTo>
                  <a:cubicBezTo>
                    <a:pt x="64962" y="11490"/>
                    <a:pt x="64909" y="11475"/>
                    <a:pt x="64848" y="11475"/>
                  </a:cubicBezTo>
                  <a:cubicBezTo>
                    <a:pt x="64769" y="11475"/>
                    <a:pt x="64674" y="11502"/>
                    <a:pt x="64562" y="11502"/>
                  </a:cubicBezTo>
                  <a:cubicBezTo>
                    <a:pt x="64541" y="11502"/>
                    <a:pt x="64519" y="11501"/>
                    <a:pt x="64497" y="11498"/>
                  </a:cubicBezTo>
                  <a:cubicBezTo>
                    <a:pt x="64265" y="11498"/>
                    <a:pt x="64103" y="11591"/>
                    <a:pt x="64335" y="11637"/>
                  </a:cubicBezTo>
                  <a:cubicBezTo>
                    <a:pt x="64590" y="11661"/>
                    <a:pt x="64659" y="11823"/>
                    <a:pt x="64335" y="11846"/>
                  </a:cubicBezTo>
                  <a:cubicBezTo>
                    <a:pt x="64324" y="11847"/>
                    <a:pt x="64314" y="11847"/>
                    <a:pt x="64305" y="11847"/>
                  </a:cubicBezTo>
                  <a:cubicBezTo>
                    <a:pt x="64056" y="11847"/>
                    <a:pt x="64090" y="11587"/>
                    <a:pt x="63951" y="11587"/>
                  </a:cubicBezTo>
                  <a:cubicBezTo>
                    <a:pt x="63941" y="11587"/>
                    <a:pt x="63930" y="11588"/>
                    <a:pt x="63918" y="11591"/>
                  </a:cubicBezTo>
                  <a:cubicBezTo>
                    <a:pt x="63897" y="11596"/>
                    <a:pt x="63873" y="11598"/>
                    <a:pt x="63849" y="11598"/>
                  </a:cubicBezTo>
                  <a:cubicBezTo>
                    <a:pt x="63640" y="11598"/>
                    <a:pt x="63310" y="11450"/>
                    <a:pt x="63098" y="11450"/>
                  </a:cubicBezTo>
                  <a:cubicBezTo>
                    <a:pt x="63085" y="11450"/>
                    <a:pt x="63072" y="11451"/>
                    <a:pt x="63060" y="11452"/>
                  </a:cubicBezTo>
                  <a:cubicBezTo>
                    <a:pt x="62851" y="11452"/>
                    <a:pt x="62736" y="11637"/>
                    <a:pt x="62434" y="11661"/>
                  </a:cubicBezTo>
                  <a:cubicBezTo>
                    <a:pt x="62417" y="11662"/>
                    <a:pt x="62399" y="11663"/>
                    <a:pt x="62382" y="11663"/>
                  </a:cubicBezTo>
                  <a:cubicBezTo>
                    <a:pt x="62089" y="11663"/>
                    <a:pt x="61732" y="11489"/>
                    <a:pt x="61623" y="11336"/>
                  </a:cubicBezTo>
                  <a:cubicBezTo>
                    <a:pt x="61547" y="11247"/>
                    <a:pt x="61505" y="11193"/>
                    <a:pt x="61457" y="11193"/>
                  </a:cubicBezTo>
                  <a:cubicBezTo>
                    <a:pt x="61417" y="11193"/>
                    <a:pt x="61372" y="11229"/>
                    <a:pt x="61299" y="11313"/>
                  </a:cubicBezTo>
                  <a:cubicBezTo>
                    <a:pt x="61160" y="11498"/>
                    <a:pt x="61160" y="11869"/>
                    <a:pt x="61021" y="11892"/>
                  </a:cubicBezTo>
                  <a:cubicBezTo>
                    <a:pt x="60858" y="11916"/>
                    <a:pt x="60812" y="12217"/>
                    <a:pt x="60673" y="12309"/>
                  </a:cubicBezTo>
                  <a:cubicBezTo>
                    <a:pt x="60650" y="12320"/>
                    <a:pt x="60630" y="12324"/>
                    <a:pt x="60612" y="12324"/>
                  </a:cubicBezTo>
                  <a:cubicBezTo>
                    <a:pt x="60513" y="12324"/>
                    <a:pt x="60487" y="12192"/>
                    <a:pt x="60353" y="12192"/>
                  </a:cubicBezTo>
                  <a:cubicBezTo>
                    <a:pt x="60345" y="12192"/>
                    <a:pt x="60335" y="12192"/>
                    <a:pt x="60325" y="12194"/>
                  </a:cubicBezTo>
                  <a:cubicBezTo>
                    <a:pt x="60322" y="12194"/>
                    <a:pt x="60318" y="12194"/>
                    <a:pt x="60314" y="12194"/>
                  </a:cubicBezTo>
                  <a:cubicBezTo>
                    <a:pt x="60117" y="12194"/>
                    <a:pt x="59537" y="11634"/>
                    <a:pt x="59514" y="11452"/>
                  </a:cubicBezTo>
                  <a:cubicBezTo>
                    <a:pt x="59468" y="11290"/>
                    <a:pt x="59097" y="10965"/>
                    <a:pt x="59004" y="10896"/>
                  </a:cubicBezTo>
                  <a:cubicBezTo>
                    <a:pt x="58955" y="10871"/>
                    <a:pt x="58985" y="10846"/>
                    <a:pt x="59041" y="10846"/>
                  </a:cubicBezTo>
                  <a:cubicBezTo>
                    <a:pt x="59090" y="10846"/>
                    <a:pt x="59159" y="10865"/>
                    <a:pt x="59213" y="10919"/>
                  </a:cubicBezTo>
                  <a:cubicBezTo>
                    <a:pt x="59294" y="10973"/>
                    <a:pt x="59376" y="10996"/>
                    <a:pt x="59457" y="10996"/>
                  </a:cubicBezTo>
                  <a:cubicBezTo>
                    <a:pt x="59515" y="10996"/>
                    <a:pt x="59573" y="10985"/>
                    <a:pt x="59630" y="10965"/>
                  </a:cubicBezTo>
                  <a:cubicBezTo>
                    <a:pt x="59746" y="10896"/>
                    <a:pt x="59723" y="10595"/>
                    <a:pt x="59514" y="10595"/>
                  </a:cubicBezTo>
                  <a:cubicBezTo>
                    <a:pt x="59306" y="10571"/>
                    <a:pt x="59375" y="10409"/>
                    <a:pt x="59491" y="10363"/>
                  </a:cubicBezTo>
                  <a:cubicBezTo>
                    <a:pt x="59607" y="10340"/>
                    <a:pt x="59259" y="10015"/>
                    <a:pt x="59375" y="9992"/>
                  </a:cubicBezTo>
                  <a:cubicBezTo>
                    <a:pt x="59514" y="9946"/>
                    <a:pt x="59445" y="9807"/>
                    <a:pt x="59283" y="9783"/>
                  </a:cubicBezTo>
                  <a:cubicBezTo>
                    <a:pt x="59097" y="9760"/>
                    <a:pt x="58912" y="9621"/>
                    <a:pt x="58912" y="9528"/>
                  </a:cubicBezTo>
                  <a:cubicBezTo>
                    <a:pt x="58900" y="9482"/>
                    <a:pt x="58709" y="9453"/>
                    <a:pt x="58524" y="9453"/>
                  </a:cubicBezTo>
                  <a:cubicBezTo>
                    <a:pt x="58338" y="9453"/>
                    <a:pt x="58159" y="9482"/>
                    <a:pt x="58170" y="9552"/>
                  </a:cubicBezTo>
                  <a:cubicBezTo>
                    <a:pt x="58191" y="9604"/>
                    <a:pt x="58146" y="9628"/>
                    <a:pt x="58095" y="9628"/>
                  </a:cubicBezTo>
                  <a:cubicBezTo>
                    <a:pt x="58032" y="9628"/>
                    <a:pt x="57959" y="9592"/>
                    <a:pt x="57985" y="9528"/>
                  </a:cubicBezTo>
                  <a:cubicBezTo>
                    <a:pt x="58008" y="9436"/>
                    <a:pt x="57707" y="9459"/>
                    <a:pt x="57359" y="9366"/>
                  </a:cubicBezTo>
                  <a:cubicBezTo>
                    <a:pt x="56988" y="9274"/>
                    <a:pt x="56988" y="9019"/>
                    <a:pt x="56872" y="8995"/>
                  </a:cubicBezTo>
                  <a:cubicBezTo>
                    <a:pt x="56869" y="8995"/>
                    <a:pt x="56865" y="8994"/>
                    <a:pt x="56862" y="8994"/>
                  </a:cubicBezTo>
                  <a:cubicBezTo>
                    <a:pt x="56767" y="8994"/>
                    <a:pt x="56773" y="9282"/>
                    <a:pt x="56655" y="9282"/>
                  </a:cubicBezTo>
                  <a:cubicBezTo>
                    <a:pt x="56644" y="9282"/>
                    <a:pt x="56631" y="9280"/>
                    <a:pt x="56617" y="9274"/>
                  </a:cubicBezTo>
                  <a:cubicBezTo>
                    <a:pt x="56581" y="9255"/>
                    <a:pt x="56544" y="9247"/>
                    <a:pt x="56509" y="9247"/>
                  </a:cubicBezTo>
                  <a:cubicBezTo>
                    <a:pt x="56369" y="9247"/>
                    <a:pt x="56265" y="9384"/>
                    <a:pt x="56339" y="9552"/>
                  </a:cubicBezTo>
                  <a:cubicBezTo>
                    <a:pt x="56432" y="9760"/>
                    <a:pt x="56339" y="9783"/>
                    <a:pt x="56316" y="9969"/>
                  </a:cubicBezTo>
                  <a:cubicBezTo>
                    <a:pt x="56316" y="10042"/>
                    <a:pt x="56297" y="10068"/>
                    <a:pt x="56255" y="10068"/>
                  </a:cubicBezTo>
                  <a:cubicBezTo>
                    <a:pt x="56204" y="10068"/>
                    <a:pt x="56119" y="10030"/>
                    <a:pt x="55992" y="9992"/>
                  </a:cubicBezTo>
                  <a:cubicBezTo>
                    <a:pt x="55958" y="9977"/>
                    <a:pt x="55930" y="9971"/>
                    <a:pt x="55905" y="9971"/>
                  </a:cubicBezTo>
                  <a:cubicBezTo>
                    <a:pt x="55802" y="9971"/>
                    <a:pt x="55744" y="10069"/>
                    <a:pt x="55552" y="10069"/>
                  </a:cubicBezTo>
                  <a:cubicBezTo>
                    <a:pt x="55496" y="10069"/>
                    <a:pt x="55427" y="10061"/>
                    <a:pt x="55343" y="10038"/>
                  </a:cubicBezTo>
                  <a:cubicBezTo>
                    <a:pt x="55150" y="9990"/>
                    <a:pt x="55005" y="9986"/>
                    <a:pt x="54895" y="9986"/>
                  </a:cubicBezTo>
                  <a:cubicBezTo>
                    <a:pt x="54873" y="9986"/>
                    <a:pt x="54852" y="9986"/>
                    <a:pt x="54833" y="9986"/>
                  </a:cubicBezTo>
                  <a:cubicBezTo>
                    <a:pt x="54717" y="9986"/>
                    <a:pt x="54647" y="9980"/>
                    <a:pt x="54601" y="9899"/>
                  </a:cubicBezTo>
                  <a:cubicBezTo>
                    <a:pt x="54563" y="9824"/>
                    <a:pt x="54505" y="9783"/>
                    <a:pt x="54456" y="9783"/>
                  </a:cubicBezTo>
                  <a:cubicBezTo>
                    <a:pt x="54415" y="9783"/>
                    <a:pt x="54380" y="9812"/>
                    <a:pt x="54369" y="9876"/>
                  </a:cubicBezTo>
                  <a:cubicBezTo>
                    <a:pt x="54361" y="9919"/>
                    <a:pt x="54262" y="9939"/>
                    <a:pt x="54138" y="9939"/>
                  </a:cubicBezTo>
                  <a:cubicBezTo>
                    <a:pt x="53924" y="9939"/>
                    <a:pt x="53634" y="9878"/>
                    <a:pt x="53605" y="9760"/>
                  </a:cubicBezTo>
                  <a:cubicBezTo>
                    <a:pt x="53535" y="9598"/>
                    <a:pt x="53720" y="9552"/>
                    <a:pt x="53836" y="9505"/>
                  </a:cubicBezTo>
                  <a:cubicBezTo>
                    <a:pt x="53916" y="9465"/>
                    <a:pt x="53772" y="9408"/>
                    <a:pt x="53477" y="9408"/>
                  </a:cubicBezTo>
                  <a:cubicBezTo>
                    <a:pt x="53431" y="9408"/>
                    <a:pt x="53380" y="9409"/>
                    <a:pt x="53326" y="9413"/>
                  </a:cubicBezTo>
                  <a:cubicBezTo>
                    <a:pt x="53307" y="9414"/>
                    <a:pt x="53288" y="9414"/>
                    <a:pt x="53269" y="9414"/>
                  </a:cubicBezTo>
                  <a:cubicBezTo>
                    <a:pt x="52947" y="9414"/>
                    <a:pt x="52709" y="9249"/>
                    <a:pt x="52388" y="9249"/>
                  </a:cubicBezTo>
                  <a:cubicBezTo>
                    <a:pt x="52369" y="9249"/>
                    <a:pt x="52350" y="9249"/>
                    <a:pt x="52330" y="9250"/>
                  </a:cubicBezTo>
                  <a:cubicBezTo>
                    <a:pt x="51936" y="9297"/>
                    <a:pt x="51079" y="9389"/>
                    <a:pt x="50963" y="9436"/>
                  </a:cubicBezTo>
                  <a:cubicBezTo>
                    <a:pt x="50824" y="9482"/>
                    <a:pt x="51055" y="9714"/>
                    <a:pt x="50870" y="9714"/>
                  </a:cubicBezTo>
                  <a:cubicBezTo>
                    <a:pt x="50864" y="9715"/>
                    <a:pt x="50859" y="9715"/>
                    <a:pt x="50854" y="9715"/>
                  </a:cubicBezTo>
                  <a:cubicBezTo>
                    <a:pt x="50693" y="9715"/>
                    <a:pt x="50823" y="9361"/>
                    <a:pt x="50800" y="9181"/>
                  </a:cubicBezTo>
                  <a:cubicBezTo>
                    <a:pt x="50775" y="9090"/>
                    <a:pt x="50677" y="9043"/>
                    <a:pt x="50603" y="9043"/>
                  </a:cubicBezTo>
                  <a:cubicBezTo>
                    <a:pt x="50545" y="9043"/>
                    <a:pt x="50502" y="9073"/>
                    <a:pt x="50522" y="9134"/>
                  </a:cubicBezTo>
                  <a:cubicBezTo>
                    <a:pt x="50536" y="9219"/>
                    <a:pt x="50369" y="9270"/>
                    <a:pt x="50205" y="9270"/>
                  </a:cubicBezTo>
                  <a:cubicBezTo>
                    <a:pt x="50101" y="9270"/>
                    <a:pt x="49997" y="9249"/>
                    <a:pt x="49943" y="9204"/>
                  </a:cubicBezTo>
                  <a:cubicBezTo>
                    <a:pt x="49827" y="9111"/>
                    <a:pt x="49642" y="8972"/>
                    <a:pt x="49317" y="8880"/>
                  </a:cubicBezTo>
                  <a:cubicBezTo>
                    <a:pt x="49289" y="8873"/>
                    <a:pt x="49259" y="8870"/>
                    <a:pt x="49229" y="8870"/>
                  </a:cubicBezTo>
                  <a:cubicBezTo>
                    <a:pt x="48945" y="8870"/>
                    <a:pt x="48631" y="9146"/>
                    <a:pt x="48715" y="9250"/>
                  </a:cubicBezTo>
                  <a:cubicBezTo>
                    <a:pt x="48807" y="9343"/>
                    <a:pt x="49039" y="9274"/>
                    <a:pt x="49039" y="9343"/>
                  </a:cubicBezTo>
                  <a:cubicBezTo>
                    <a:pt x="49062" y="9459"/>
                    <a:pt x="48367" y="9413"/>
                    <a:pt x="48367" y="9528"/>
                  </a:cubicBezTo>
                  <a:cubicBezTo>
                    <a:pt x="48367" y="9644"/>
                    <a:pt x="47741" y="9783"/>
                    <a:pt x="47533" y="9807"/>
                  </a:cubicBezTo>
                  <a:cubicBezTo>
                    <a:pt x="47000" y="9876"/>
                    <a:pt x="46884" y="9876"/>
                    <a:pt x="46652" y="10085"/>
                  </a:cubicBezTo>
                  <a:cubicBezTo>
                    <a:pt x="46601" y="10126"/>
                    <a:pt x="46568" y="10144"/>
                    <a:pt x="46548" y="10144"/>
                  </a:cubicBezTo>
                  <a:cubicBezTo>
                    <a:pt x="46471" y="10144"/>
                    <a:pt x="46620" y="9862"/>
                    <a:pt x="46768" y="9714"/>
                  </a:cubicBezTo>
                  <a:cubicBezTo>
                    <a:pt x="46976" y="9528"/>
                    <a:pt x="47185" y="9598"/>
                    <a:pt x="47278" y="9436"/>
                  </a:cubicBezTo>
                  <a:cubicBezTo>
                    <a:pt x="47394" y="9297"/>
                    <a:pt x="47579" y="9320"/>
                    <a:pt x="47880" y="9250"/>
                  </a:cubicBezTo>
                  <a:cubicBezTo>
                    <a:pt x="48182" y="9204"/>
                    <a:pt x="48182" y="9042"/>
                    <a:pt x="48321" y="8972"/>
                  </a:cubicBezTo>
                  <a:cubicBezTo>
                    <a:pt x="48460" y="8903"/>
                    <a:pt x="48831" y="8764"/>
                    <a:pt x="48877" y="8625"/>
                  </a:cubicBezTo>
                  <a:cubicBezTo>
                    <a:pt x="48943" y="8492"/>
                    <a:pt x="49625" y="8252"/>
                    <a:pt x="49806" y="8252"/>
                  </a:cubicBezTo>
                  <a:cubicBezTo>
                    <a:pt x="49814" y="8252"/>
                    <a:pt x="49821" y="8253"/>
                    <a:pt x="49827" y="8254"/>
                  </a:cubicBezTo>
                  <a:cubicBezTo>
                    <a:pt x="49966" y="8254"/>
                    <a:pt x="50012" y="7953"/>
                    <a:pt x="50082" y="7953"/>
                  </a:cubicBezTo>
                  <a:cubicBezTo>
                    <a:pt x="50175" y="7953"/>
                    <a:pt x="50592" y="7767"/>
                    <a:pt x="50754" y="7698"/>
                  </a:cubicBezTo>
                  <a:cubicBezTo>
                    <a:pt x="50916" y="7628"/>
                    <a:pt x="50986" y="7466"/>
                    <a:pt x="51009" y="7373"/>
                  </a:cubicBezTo>
                  <a:cubicBezTo>
                    <a:pt x="51009" y="7257"/>
                    <a:pt x="50777" y="7280"/>
                    <a:pt x="50754" y="7188"/>
                  </a:cubicBezTo>
                  <a:cubicBezTo>
                    <a:pt x="50731" y="7095"/>
                    <a:pt x="50870" y="7141"/>
                    <a:pt x="51032" y="7095"/>
                  </a:cubicBezTo>
                  <a:cubicBezTo>
                    <a:pt x="51180" y="7032"/>
                    <a:pt x="51059" y="6834"/>
                    <a:pt x="50931" y="6834"/>
                  </a:cubicBezTo>
                  <a:cubicBezTo>
                    <a:pt x="50918" y="6834"/>
                    <a:pt x="50906" y="6836"/>
                    <a:pt x="50893" y="6840"/>
                  </a:cubicBezTo>
                  <a:cubicBezTo>
                    <a:pt x="50877" y="6846"/>
                    <a:pt x="50865" y="6848"/>
                    <a:pt x="50857" y="6848"/>
                  </a:cubicBezTo>
                  <a:cubicBezTo>
                    <a:pt x="50799" y="6848"/>
                    <a:pt x="50949" y="6705"/>
                    <a:pt x="50847" y="6562"/>
                  </a:cubicBezTo>
                  <a:cubicBezTo>
                    <a:pt x="50818" y="6527"/>
                    <a:pt x="50780" y="6516"/>
                    <a:pt x="50740" y="6516"/>
                  </a:cubicBezTo>
                  <a:cubicBezTo>
                    <a:pt x="50661" y="6516"/>
                    <a:pt x="50572" y="6562"/>
                    <a:pt x="50527" y="6562"/>
                  </a:cubicBezTo>
                  <a:cubicBezTo>
                    <a:pt x="50505" y="6562"/>
                    <a:pt x="50493" y="6550"/>
                    <a:pt x="50499" y="6516"/>
                  </a:cubicBezTo>
                  <a:cubicBezTo>
                    <a:pt x="50499" y="6353"/>
                    <a:pt x="50476" y="6168"/>
                    <a:pt x="50383" y="6052"/>
                  </a:cubicBezTo>
                  <a:cubicBezTo>
                    <a:pt x="50369" y="6038"/>
                    <a:pt x="50353" y="6033"/>
                    <a:pt x="50336" y="6033"/>
                  </a:cubicBezTo>
                  <a:cubicBezTo>
                    <a:pt x="50263" y="6033"/>
                    <a:pt x="50158" y="6127"/>
                    <a:pt x="50039" y="6127"/>
                  </a:cubicBezTo>
                  <a:cubicBezTo>
                    <a:pt x="49993" y="6127"/>
                    <a:pt x="49946" y="6114"/>
                    <a:pt x="49897" y="6075"/>
                  </a:cubicBezTo>
                  <a:cubicBezTo>
                    <a:pt x="49731" y="5965"/>
                    <a:pt x="49332" y="5869"/>
                    <a:pt x="49174" y="5869"/>
                  </a:cubicBezTo>
                  <a:cubicBezTo>
                    <a:pt x="49133" y="5869"/>
                    <a:pt x="49109" y="5876"/>
                    <a:pt x="49109" y="5890"/>
                  </a:cubicBezTo>
                  <a:cubicBezTo>
                    <a:pt x="49109" y="5903"/>
                    <a:pt x="49099" y="5908"/>
                    <a:pt x="49083" y="5908"/>
                  </a:cubicBezTo>
                  <a:cubicBezTo>
                    <a:pt x="49029" y="5908"/>
                    <a:pt x="48899" y="5849"/>
                    <a:pt x="48817" y="5849"/>
                  </a:cubicBezTo>
                  <a:cubicBezTo>
                    <a:pt x="48794" y="5849"/>
                    <a:pt x="48774" y="5854"/>
                    <a:pt x="48761" y="5867"/>
                  </a:cubicBezTo>
                  <a:cubicBezTo>
                    <a:pt x="48740" y="5898"/>
                    <a:pt x="48634" y="5911"/>
                    <a:pt x="48509" y="5911"/>
                  </a:cubicBezTo>
                  <a:cubicBezTo>
                    <a:pt x="48358" y="5911"/>
                    <a:pt x="48178" y="5892"/>
                    <a:pt x="48089" y="5867"/>
                  </a:cubicBezTo>
                  <a:cubicBezTo>
                    <a:pt x="48075" y="5864"/>
                    <a:pt x="48059" y="5863"/>
                    <a:pt x="48044" y="5863"/>
                  </a:cubicBezTo>
                  <a:cubicBezTo>
                    <a:pt x="47909" y="5863"/>
                    <a:pt x="47741" y="5951"/>
                    <a:pt x="47741" y="6075"/>
                  </a:cubicBezTo>
                  <a:cubicBezTo>
                    <a:pt x="47741" y="6150"/>
                    <a:pt x="47574" y="6171"/>
                    <a:pt x="47401" y="6171"/>
                  </a:cubicBezTo>
                  <a:cubicBezTo>
                    <a:pt x="47252" y="6171"/>
                    <a:pt x="47100" y="6156"/>
                    <a:pt x="47046" y="6145"/>
                  </a:cubicBezTo>
                  <a:cubicBezTo>
                    <a:pt x="46953" y="6122"/>
                    <a:pt x="47463" y="5705"/>
                    <a:pt x="47463" y="5635"/>
                  </a:cubicBezTo>
                  <a:cubicBezTo>
                    <a:pt x="47463" y="5612"/>
                    <a:pt x="47368" y="5607"/>
                    <a:pt x="47239" y="5607"/>
                  </a:cubicBezTo>
                  <a:cubicBezTo>
                    <a:pt x="47136" y="5607"/>
                    <a:pt x="47012" y="5610"/>
                    <a:pt x="46898" y="5610"/>
                  </a:cubicBezTo>
                  <a:cubicBezTo>
                    <a:pt x="46726" y="5610"/>
                    <a:pt x="46578" y="5603"/>
                    <a:pt x="46559" y="5566"/>
                  </a:cubicBezTo>
                  <a:cubicBezTo>
                    <a:pt x="46513" y="5496"/>
                    <a:pt x="46096" y="5473"/>
                    <a:pt x="45910" y="5473"/>
                  </a:cubicBezTo>
                  <a:cubicBezTo>
                    <a:pt x="45725" y="5473"/>
                    <a:pt x="45910" y="5426"/>
                    <a:pt x="46073" y="5403"/>
                  </a:cubicBezTo>
                  <a:cubicBezTo>
                    <a:pt x="46235" y="5380"/>
                    <a:pt x="46397" y="5241"/>
                    <a:pt x="46583" y="5218"/>
                  </a:cubicBezTo>
                  <a:cubicBezTo>
                    <a:pt x="46768" y="5172"/>
                    <a:pt x="46722" y="5125"/>
                    <a:pt x="46652" y="5009"/>
                  </a:cubicBezTo>
                  <a:cubicBezTo>
                    <a:pt x="46559" y="4893"/>
                    <a:pt x="46374" y="4940"/>
                    <a:pt x="46189" y="4893"/>
                  </a:cubicBezTo>
                  <a:cubicBezTo>
                    <a:pt x="46003" y="4824"/>
                    <a:pt x="45771" y="4754"/>
                    <a:pt x="45609" y="4754"/>
                  </a:cubicBezTo>
                  <a:cubicBezTo>
                    <a:pt x="45592" y="4752"/>
                    <a:pt x="45574" y="4751"/>
                    <a:pt x="45557" y="475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59"/>
            <p:cNvSpPr/>
            <p:nvPr/>
          </p:nvSpPr>
          <p:spPr>
            <a:xfrm>
              <a:off x="4152180" y="3341759"/>
              <a:ext cx="305422" cy="315396"/>
            </a:xfrm>
            <a:custGeom>
              <a:avLst/>
              <a:gdLst/>
              <a:ahLst/>
              <a:cxnLst/>
              <a:rect l="l" t="t" r="r" b="b"/>
              <a:pathLst>
                <a:path w="10013" h="10340" extrusionOk="0">
                  <a:moveTo>
                    <a:pt x="7126" y="1"/>
                  </a:moveTo>
                  <a:cubicBezTo>
                    <a:pt x="7058" y="1"/>
                    <a:pt x="7001" y="21"/>
                    <a:pt x="6976" y="78"/>
                  </a:cubicBezTo>
                  <a:cubicBezTo>
                    <a:pt x="6927" y="168"/>
                    <a:pt x="6881" y="193"/>
                    <a:pt x="6827" y="193"/>
                  </a:cubicBezTo>
                  <a:cubicBezTo>
                    <a:pt x="6755" y="193"/>
                    <a:pt x="6668" y="148"/>
                    <a:pt x="6536" y="148"/>
                  </a:cubicBezTo>
                  <a:cubicBezTo>
                    <a:pt x="6304" y="148"/>
                    <a:pt x="6096" y="240"/>
                    <a:pt x="5956" y="310"/>
                  </a:cubicBezTo>
                  <a:cubicBezTo>
                    <a:pt x="5927" y="325"/>
                    <a:pt x="5895" y="330"/>
                    <a:pt x="5861" y="330"/>
                  </a:cubicBezTo>
                  <a:cubicBezTo>
                    <a:pt x="5768" y="330"/>
                    <a:pt x="5666" y="290"/>
                    <a:pt x="5589" y="290"/>
                  </a:cubicBezTo>
                  <a:cubicBezTo>
                    <a:pt x="5560" y="290"/>
                    <a:pt x="5536" y="295"/>
                    <a:pt x="5516" y="310"/>
                  </a:cubicBezTo>
                  <a:cubicBezTo>
                    <a:pt x="5423" y="379"/>
                    <a:pt x="5354" y="681"/>
                    <a:pt x="5354" y="681"/>
                  </a:cubicBezTo>
                  <a:lnTo>
                    <a:pt x="4311" y="472"/>
                  </a:lnTo>
                  <a:cubicBezTo>
                    <a:pt x="4311" y="472"/>
                    <a:pt x="4102" y="171"/>
                    <a:pt x="3871" y="171"/>
                  </a:cubicBezTo>
                  <a:cubicBezTo>
                    <a:pt x="3639" y="171"/>
                    <a:pt x="3291" y="611"/>
                    <a:pt x="3291" y="611"/>
                  </a:cubicBezTo>
                  <a:lnTo>
                    <a:pt x="3291" y="982"/>
                  </a:lnTo>
                  <a:cubicBezTo>
                    <a:pt x="3338" y="1191"/>
                    <a:pt x="3291" y="1422"/>
                    <a:pt x="3222" y="1538"/>
                  </a:cubicBezTo>
                  <a:cubicBezTo>
                    <a:pt x="3106" y="1700"/>
                    <a:pt x="3013" y="1770"/>
                    <a:pt x="3013" y="2118"/>
                  </a:cubicBezTo>
                  <a:cubicBezTo>
                    <a:pt x="3013" y="2442"/>
                    <a:pt x="2596" y="2998"/>
                    <a:pt x="2596" y="3253"/>
                  </a:cubicBezTo>
                  <a:cubicBezTo>
                    <a:pt x="2596" y="3531"/>
                    <a:pt x="2133" y="3693"/>
                    <a:pt x="2133" y="3879"/>
                  </a:cubicBezTo>
                  <a:cubicBezTo>
                    <a:pt x="2133" y="4041"/>
                    <a:pt x="2109" y="4412"/>
                    <a:pt x="2109" y="4783"/>
                  </a:cubicBezTo>
                  <a:cubicBezTo>
                    <a:pt x="2109" y="5153"/>
                    <a:pt x="1901" y="4852"/>
                    <a:pt x="1901" y="5200"/>
                  </a:cubicBezTo>
                  <a:cubicBezTo>
                    <a:pt x="1901" y="5524"/>
                    <a:pt x="1739" y="5316"/>
                    <a:pt x="1553" y="5501"/>
                  </a:cubicBezTo>
                  <a:cubicBezTo>
                    <a:pt x="1466" y="5588"/>
                    <a:pt x="1406" y="5635"/>
                    <a:pt x="1369" y="5635"/>
                  </a:cubicBezTo>
                  <a:cubicBezTo>
                    <a:pt x="1336" y="5635"/>
                    <a:pt x="1321" y="5600"/>
                    <a:pt x="1321" y="5524"/>
                  </a:cubicBezTo>
                  <a:cubicBezTo>
                    <a:pt x="1321" y="5435"/>
                    <a:pt x="1252" y="5381"/>
                    <a:pt x="1154" y="5381"/>
                  </a:cubicBezTo>
                  <a:cubicBezTo>
                    <a:pt x="1074" y="5381"/>
                    <a:pt x="975" y="5418"/>
                    <a:pt x="881" y="5501"/>
                  </a:cubicBezTo>
                  <a:cubicBezTo>
                    <a:pt x="815" y="5553"/>
                    <a:pt x="762" y="5572"/>
                    <a:pt x="719" y="5572"/>
                  </a:cubicBezTo>
                  <a:cubicBezTo>
                    <a:pt x="626" y="5572"/>
                    <a:pt x="573" y="5486"/>
                    <a:pt x="510" y="5455"/>
                  </a:cubicBezTo>
                  <a:cubicBezTo>
                    <a:pt x="507" y="5453"/>
                    <a:pt x="502" y="5452"/>
                    <a:pt x="497" y="5452"/>
                  </a:cubicBezTo>
                  <a:cubicBezTo>
                    <a:pt x="430" y="5452"/>
                    <a:pt x="215" y="5583"/>
                    <a:pt x="0" y="5733"/>
                  </a:cubicBezTo>
                  <a:cubicBezTo>
                    <a:pt x="93" y="5941"/>
                    <a:pt x="163" y="6150"/>
                    <a:pt x="186" y="6335"/>
                  </a:cubicBezTo>
                  <a:cubicBezTo>
                    <a:pt x="186" y="6359"/>
                    <a:pt x="209" y="6382"/>
                    <a:pt x="209" y="6382"/>
                  </a:cubicBezTo>
                  <a:cubicBezTo>
                    <a:pt x="325" y="6312"/>
                    <a:pt x="441" y="6220"/>
                    <a:pt x="510" y="6220"/>
                  </a:cubicBezTo>
                  <a:cubicBezTo>
                    <a:pt x="572" y="6212"/>
                    <a:pt x="791" y="6209"/>
                    <a:pt x="1055" y="6209"/>
                  </a:cubicBezTo>
                  <a:cubicBezTo>
                    <a:pt x="1584" y="6209"/>
                    <a:pt x="2295" y="6220"/>
                    <a:pt x="2295" y="6220"/>
                  </a:cubicBezTo>
                  <a:cubicBezTo>
                    <a:pt x="2295" y="6220"/>
                    <a:pt x="2434" y="6474"/>
                    <a:pt x="2387" y="6683"/>
                  </a:cubicBezTo>
                  <a:cubicBezTo>
                    <a:pt x="2341" y="6892"/>
                    <a:pt x="2480" y="6799"/>
                    <a:pt x="2596" y="7100"/>
                  </a:cubicBezTo>
                  <a:cubicBezTo>
                    <a:pt x="2690" y="7326"/>
                    <a:pt x="2784" y="7444"/>
                    <a:pt x="2939" y="7444"/>
                  </a:cubicBezTo>
                  <a:cubicBezTo>
                    <a:pt x="2976" y="7444"/>
                    <a:pt x="3016" y="7438"/>
                    <a:pt x="3060" y="7425"/>
                  </a:cubicBezTo>
                  <a:cubicBezTo>
                    <a:pt x="3269" y="7367"/>
                    <a:pt x="3495" y="7326"/>
                    <a:pt x="3620" y="7326"/>
                  </a:cubicBezTo>
                  <a:cubicBezTo>
                    <a:pt x="3647" y="7326"/>
                    <a:pt x="3669" y="7328"/>
                    <a:pt x="3685" y="7332"/>
                  </a:cubicBezTo>
                  <a:cubicBezTo>
                    <a:pt x="3688" y="7333"/>
                    <a:pt x="3690" y="7333"/>
                    <a:pt x="3692" y="7333"/>
                  </a:cubicBezTo>
                  <a:cubicBezTo>
                    <a:pt x="3777" y="7333"/>
                    <a:pt x="3759" y="6913"/>
                    <a:pt x="3917" y="6845"/>
                  </a:cubicBezTo>
                  <a:cubicBezTo>
                    <a:pt x="3963" y="6822"/>
                    <a:pt x="4025" y="6814"/>
                    <a:pt x="4087" y="6814"/>
                  </a:cubicBezTo>
                  <a:cubicBezTo>
                    <a:pt x="4211" y="6814"/>
                    <a:pt x="4334" y="6845"/>
                    <a:pt x="4334" y="6845"/>
                  </a:cubicBezTo>
                  <a:cubicBezTo>
                    <a:pt x="4334" y="6845"/>
                    <a:pt x="4357" y="6961"/>
                    <a:pt x="4612" y="6961"/>
                  </a:cubicBezTo>
                  <a:cubicBezTo>
                    <a:pt x="4728" y="6961"/>
                    <a:pt x="4821" y="6938"/>
                    <a:pt x="4885" y="6938"/>
                  </a:cubicBezTo>
                  <a:cubicBezTo>
                    <a:pt x="4948" y="6938"/>
                    <a:pt x="4983" y="6961"/>
                    <a:pt x="4983" y="7054"/>
                  </a:cubicBezTo>
                  <a:cubicBezTo>
                    <a:pt x="4983" y="7216"/>
                    <a:pt x="5006" y="7401"/>
                    <a:pt x="5076" y="7471"/>
                  </a:cubicBezTo>
                  <a:cubicBezTo>
                    <a:pt x="5145" y="7541"/>
                    <a:pt x="4867" y="8166"/>
                    <a:pt x="5006" y="8259"/>
                  </a:cubicBezTo>
                  <a:cubicBezTo>
                    <a:pt x="5122" y="8352"/>
                    <a:pt x="5284" y="8560"/>
                    <a:pt x="5261" y="8699"/>
                  </a:cubicBezTo>
                  <a:cubicBezTo>
                    <a:pt x="5238" y="8815"/>
                    <a:pt x="5169" y="9093"/>
                    <a:pt x="5261" y="9140"/>
                  </a:cubicBezTo>
                  <a:cubicBezTo>
                    <a:pt x="5267" y="9141"/>
                    <a:pt x="5272" y="9142"/>
                    <a:pt x="5277" y="9142"/>
                  </a:cubicBezTo>
                  <a:cubicBezTo>
                    <a:pt x="5357" y="9142"/>
                    <a:pt x="5388" y="8977"/>
                    <a:pt x="5562" y="8977"/>
                  </a:cubicBezTo>
                  <a:cubicBezTo>
                    <a:pt x="5627" y="8977"/>
                    <a:pt x="5689" y="8981"/>
                    <a:pt x="5749" y="8981"/>
                  </a:cubicBezTo>
                  <a:cubicBezTo>
                    <a:pt x="5840" y="8981"/>
                    <a:pt x="5929" y="8973"/>
                    <a:pt x="6026" y="8931"/>
                  </a:cubicBezTo>
                  <a:cubicBezTo>
                    <a:pt x="6049" y="8923"/>
                    <a:pt x="6070" y="8921"/>
                    <a:pt x="6089" y="8921"/>
                  </a:cubicBezTo>
                  <a:cubicBezTo>
                    <a:pt x="6126" y="8921"/>
                    <a:pt x="6157" y="8931"/>
                    <a:pt x="6188" y="8931"/>
                  </a:cubicBezTo>
                  <a:cubicBezTo>
                    <a:pt x="6281" y="8977"/>
                    <a:pt x="6327" y="9070"/>
                    <a:pt x="6327" y="9070"/>
                  </a:cubicBezTo>
                  <a:cubicBezTo>
                    <a:pt x="6327" y="9070"/>
                    <a:pt x="6364" y="9217"/>
                    <a:pt x="6437" y="9217"/>
                  </a:cubicBezTo>
                  <a:cubicBezTo>
                    <a:pt x="6446" y="9217"/>
                    <a:pt x="6456" y="9214"/>
                    <a:pt x="6466" y="9209"/>
                  </a:cubicBezTo>
                  <a:cubicBezTo>
                    <a:pt x="6526" y="9179"/>
                    <a:pt x="6663" y="9130"/>
                    <a:pt x="6747" y="9130"/>
                  </a:cubicBezTo>
                  <a:cubicBezTo>
                    <a:pt x="6792" y="9130"/>
                    <a:pt x="6822" y="9145"/>
                    <a:pt x="6814" y="9186"/>
                  </a:cubicBezTo>
                  <a:cubicBezTo>
                    <a:pt x="6793" y="9270"/>
                    <a:pt x="6866" y="9448"/>
                    <a:pt x="6949" y="9448"/>
                  </a:cubicBezTo>
                  <a:cubicBezTo>
                    <a:pt x="6958" y="9448"/>
                    <a:pt x="6967" y="9445"/>
                    <a:pt x="6976" y="9441"/>
                  </a:cubicBezTo>
                  <a:cubicBezTo>
                    <a:pt x="6986" y="9436"/>
                    <a:pt x="6999" y="9433"/>
                    <a:pt x="7013" y="9433"/>
                  </a:cubicBezTo>
                  <a:cubicBezTo>
                    <a:pt x="7124" y="9433"/>
                    <a:pt x="7337" y="9580"/>
                    <a:pt x="7440" y="9580"/>
                  </a:cubicBezTo>
                  <a:cubicBezTo>
                    <a:pt x="7556" y="9580"/>
                    <a:pt x="7695" y="9580"/>
                    <a:pt x="7695" y="9510"/>
                  </a:cubicBezTo>
                  <a:cubicBezTo>
                    <a:pt x="7695" y="9459"/>
                    <a:pt x="7770" y="9383"/>
                    <a:pt x="7828" y="9383"/>
                  </a:cubicBezTo>
                  <a:cubicBezTo>
                    <a:pt x="7849" y="9383"/>
                    <a:pt x="7868" y="9393"/>
                    <a:pt x="7880" y="9418"/>
                  </a:cubicBezTo>
                  <a:cubicBezTo>
                    <a:pt x="7926" y="9510"/>
                    <a:pt x="8042" y="9742"/>
                    <a:pt x="8181" y="9742"/>
                  </a:cubicBezTo>
                  <a:cubicBezTo>
                    <a:pt x="8297" y="9742"/>
                    <a:pt x="8575" y="9742"/>
                    <a:pt x="8575" y="9835"/>
                  </a:cubicBezTo>
                  <a:cubicBezTo>
                    <a:pt x="8575" y="9928"/>
                    <a:pt x="8668" y="10206"/>
                    <a:pt x="8807" y="10298"/>
                  </a:cubicBezTo>
                  <a:cubicBezTo>
                    <a:pt x="8846" y="10329"/>
                    <a:pt x="8900" y="10340"/>
                    <a:pt x="8955" y="10340"/>
                  </a:cubicBezTo>
                  <a:cubicBezTo>
                    <a:pt x="9065" y="10340"/>
                    <a:pt x="9178" y="10298"/>
                    <a:pt x="9178" y="10298"/>
                  </a:cubicBezTo>
                  <a:cubicBezTo>
                    <a:pt x="9178" y="10298"/>
                    <a:pt x="9294" y="10229"/>
                    <a:pt x="9294" y="10043"/>
                  </a:cubicBezTo>
                  <a:cubicBezTo>
                    <a:pt x="9294" y="9881"/>
                    <a:pt x="9294" y="9673"/>
                    <a:pt x="9201" y="9673"/>
                  </a:cubicBezTo>
                  <a:cubicBezTo>
                    <a:pt x="9140" y="9673"/>
                    <a:pt x="9044" y="9797"/>
                    <a:pt x="8912" y="9797"/>
                  </a:cubicBezTo>
                  <a:cubicBezTo>
                    <a:pt x="8893" y="9797"/>
                    <a:pt x="8874" y="9794"/>
                    <a:pt x="8853" y="9789"/>
                  </a:cubicBezTo>
                  <a:cubicBezTo>
                    <a:pt x="8668" y="9742"/>
                    <a:pt x="8552" y="9395"/>
                    <a:pt x="8483" y="9348"/>
                  </a:cubicBezTo>
                  <a:cubicBezTo>
                    <a:pt x="8413" y="9302"/>
                    <a:pt x="8598" y="8977"/>
                    <a:pt x="8598" y="8838"/>
                  </a:cubicBezTo>
                  <a:cubicBezTo>
                    <a:pt x="8598" y="8699"/>
                    <a:pt x="8737" y="8282"/>
                    <a:pt x="8622" y="8236"/>
                  </a:cubicBezTo>
                  <a:cubicBezTo>
                    <a:pt x="8529" y="8189"/>
                    <a:pt x="8575" y="8050"/>
                    <a:pt x="8714" y="7958"/>
                  </a:cubicBezTo>
                  <a:cubicBezTo>
                    <a:pt x="8830" y="7842"/>
                    <a:pt x="8645" y="7587"/>
                    <a:pt x="8853" y="7587"/>
                  </a:cubicBezTo>
                  <a:cubicBezTo>
                    <a:pt x="8906" y="7587"/>
                    <a:pt x="8974" y="7589"/>
                    <a:pt x="9047" y="7589"/>
                  </a:cubicBezTo>
                  <a:cubicBezTo>
                    <a:pt x="9228" y="7589"/>
                    <a:pt x="9436" y="7577"/>
                    <a:pt x="9502" y="7494"/>
                  </a:cubicBezTo>
                  <a:cubicBezTo>
                    <a:pt x="9525" y="7471"/>
                    <a:pt x="9525" y="7471"/>
                    <a:pt x="9525" y="7471"/>
                  </a:cubicBezTo>
                  <a:cubicBezTo>
                    <a:pt x="9549" y="7448"/>
                    <a:pt x="9549" y="7401"/>
                    <a:pt x="9572" y="7378"/>
                  </a:cubicBezTo>
                  <a:cubicBezTo>
                    <a:pt x="9456" y="7170"/>
                    <a:pt x="9317" y="6892"/>
                    <a:pt x="9178" y="6822"/>
                  </a:cubicBezTo>
                  <a:cubicBezTo>
                    <a:pt x="8900" y="6660"/>
                    <a:pt x="8807" y="4829"/>
                    <a:pt x="8923" y="4783"/>
                  </a:cubicBezTo>
                  <a:cubicBezTo>
                    <a:pt x="8946" y="4783"/>
                    <a:pt x="8969" y="4806"/>
                    <a:pt x="8992" y="4852"/>
                  </a:cubicBezTo>
                  <a:lnTo>
                    <a:pt x="8946" y="4435"/>
                  </a:lnTo>
                  <a:cubicBezTo>
                    <a:pt x="8946" y="4435"/>
                    <a:pt x="8946" y="4435"/>
                    <a:pt x="8923" y="4412"/>
                  </a:cubicBezTo>
                  <a:cubicBezTo>
                    <a:pt x="8877" y="4389"/>
                    <a:pt x="8807" y="4366"/>
                    <a:pt x="8807" y="4250"/>
                  </a:cubicBezTo>
                  <a:cubicBezTo>
                    <a:pt x="8807" y="4111"/>
                    <a:pt x="8923" y="4087"/>
                    <a:pt x="8923" y="4087"/>
                  </a:cubicBezTo>
                  <a:cubicBezTo>
                    <a:pt x="8923" y="4087"/>
                    <a:pt x="8900" y="3786"/>
                    <a:pt x="9039" y="3740"/>
                  </a:cubicBezTo>
                  <a:cubicBezTo>
                    <a:pt x="9062" y="3740"/>
                    <a:pt x="9085" y="3717"/>
                    <a:pt x="9108" y="3693"/>
                  </a:cubicBezTo>
                  <a:cubicBezTo>
                    <a:pt x="9178" y="3601"/>
                    <a:pt x="9201" y="3439"/>
                    <a:pt x="9201" y="3299"/>
                  </a:cubicBezTo>
                  <a:cubicBezTo>
                    <a:pt x="9201" y="3137"/>
                    <a:pt x="9224" y="2952"/>
                    <a:pt x="9294" y="2836"/>
                  </a:cubicBezTo>
                  <a:cubicBezTo>
                    <a:pt x="9363" y="2697"/>
                    <a:pt x="9340" y="2512"/>
                    <a:pt x="9433" y="2442"/>
                  </a:cubicBezTo>
                  <a:cubicBezTo>
                    <a:pt x="9525" y="2372"/>
                    <a:pt x="9502" y="2164"/>
                    <a:pt x="9641" y="2141"/>
                  </a:cubicBezTo>
                  <a:cubicBezTo>
                    <a:pt x="9757" y="2094"/>
                    <a:pt x="9850" y="2048"/>
                    <a:pt x="9850" y="1978"/>
                  </a:cubicBezTo>
                  <a:cubicBezTo>
                    <a:pt x="9873" y="1909"/>
                    <a:pt x="10012" y="1816"/>
                    <a:pt x="10012" y="1700"/>
                  </a:cubicBezTo>
                  <a:cubicBezTo>
                    <a:pt x="10012" y="1585"/>
                    <a:pt x="9827" y="1561"/>
                    <a:pt x="9827" y="1445"/>
                  </a:cubicBezTo>
                  <a:cubicBezTo>
                    <a:pt x="9827" y="1306"/>
                    <a:pt x="9873" y="959"/>
                    <a:pt x="9873" y="959"/>
                  </a:cubicBezTo>
                  <a:lnTo>
                    <a:pt x="9896" y="959"/>
                  </a:lnTo>
                  <a:cubicBezTo>
                    <a:pt x="9641" y="727"/>
                    <a:pt x="9340" y="472"/>
                    <a:pt x="9271" y="426"/>
                  </a:cubicBezTo>
                  <a:cubicBezTo>
                    <a:pt x="9247" y="412"/>
                    <a:pt x="9222" y="406"/>
                    <a:pt x="9197" y="406"/>
                  </a:cubicBezTo>
                  <a:cubicBezTo>
                    <a:pt x="9096" y="406"/>
                    <a:pt x="8992" y="495"/>
                    <a:pt x="8992" y="495"/>
                  </a:cubicBezTo>
                  <a:cubicBezTo>
                    <a:pt x="8992" y="495"/>
                    <a:pt x="8913" y="416"/>
                    <a:pt x="8818" y="416"/>
                  </a:cubicBezTo>
                  <a:cubicBezTo>
                    <a:pt x="8777" y="416"/>
                    <a:pt x="8733" y="430"/>
                    <a:pt x="8691" y="472"/>
                  </a:cubicBezTo>
                  <a:cubicBezTo>
                    <a:pt x="8645" y="511"/>
                    <a:pt x="8591" y="524"/>
                    <a:pt x="8539" y="524"/>
                  </a:cubicBezTo>
                  <a:cubicBezTo>
                    <a:pt x="8436" y="524"/>
                    <a:pt x="8344" y="472"/>
                    <a:pt x="8344" y="472"/>
                  </a:cubicBezTo>
                  <a:cubicBezTo>
                    <a:pt x="8344" y="472"/>
                    <a:pt x="8181" y="356"/>
                    <a:pt x="8112" y="194"/>
                  </a:cubicBezTo>
                  <a:cubicBezTo>
                    <a:pt x="8089" y="124"/>
                    <a:pt x="8042" y="78"/>
                    <a:pt x="7973" y="55"/>
                  </a:cubicBezTo>
                  <a:lnTo>
                    <a:pt x="7973" y="78"/>
                  </a:lnTo>
                  <a:lnTo>
                    <a:pt x="7579" y="148"/>
                  </a:lnTo>
                  <a:cubicBezTo>
                    <a:pt x="7579" y="148"/>
                    <a:pt x="7309" y="1"/>
                    <a:pt x="7126" y="1"/>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59"/>
            <p:cNvSpPr/>
            <p:nvPr/>
          </p:nvSpPr>
          <p:spPr>
            <a:xfrm>
              <a:off x="4424316" y="3471362"/>
              <a:ext cx="26903" cy="35383"/>
            </a:xfrm>
            <a:custGeom>
              <a:avLst/>
              <a:gdLst/>
              <a:ahLst/>
              <a:cxnLst/>
              <a:rect l="l" t="t" r="r" b="b"/>
              <a:pathLst>
                <a:path w="882" h="1160" extrusionOk="0">
                  <a:moveTo>
                    <a:pt x="1" y="163"/>
                  </a:moveTo>
                  <a:cubicBezTo>
                    <a:pt x="9" y="163"/>
                    <a:pt x="17" y="163"/>
                    <a:pt x="24" y="163"/>
                  </a:cubicBezTo>
                  <a:lnTo>
                    <a:pt x="24" y="163"/>
                  </a:lnTo>
                  <a:lnTo>
                    <a:pt x="24" y="163"/>
                  </a:lnTo>
                  <a:close/>
                  <a:moveTo>
                    <a:pt x="719" y="1"/>
                  </a:moveTo>
                  <a:cubicBezTo>
                    <a:pt x="673" y="8"/>
                    <a:pt x="629" y="11"/>
                    <a:pt x="591" y="11"/>
                  </a:cubicBezTo>
                  <a:cubicBezTo>
                    <a:pt x="516" y="11"/>
                    <a:pt x="464" y="1"/>
                    <a:pt x="464" y="1"/>
                  </a:cubicBezTo>
                  <a:lnTo>
                    <a:pt x="464" y="1"/>
                  </a:lnTo>
                  <a:cubicBezTo>
                    <a:pt x="464" y="1"/>
                    <a:pt x="484" y="192"/>
                    <a:pt x="261" y="192"/>
                  </a:cubicBezTo>
                  <a:cubicBezTo>
                    <a:pt x="238" y="192"/>
                    <a:pt x="214" y="190"/>
                    <a:pt x="186" y="186"/>
                  </a:cubicBezTo>
                  <a:cubicBezTo>
                    <a:pt x="125" y="166"/>
                    <a:pt x="81" y="163"/>
                    <a:pt x="24" y="163"/>
                  </a:cubicBezTo>
                  <a:lnTo>
                    <a:pt x="24" y="163"/>
                  </a:lnTo>
                  <a:lnTo>
                    <a:pt x="70" y="580"/>
                  </a:lnTo>
                  <a:cubicBezTo>
                    <a:pt x="94" y="696"/>
                    <a:pt x="140" y="904"/>
                    <a:pt x="186" y="1159"/>
                  </a:cubicBezTo>
                  <a:cubicBezTo>
                    <a:pt x="302" y="1090"/>
                    <a:pt x="395" y="1044"/>
                    <a:pt x="441" y="1020"/>
                  </a:cubicBezTo>
                  <a:cubicBezTo>
                    <a:pt x="580" y="974"/>
                    <a:pt x="882" y="371"/>
                    <a:pt x="882" y="371"/>
                  </a:cubicBezTo>
                  <a:lnTo>
                    <a:pt x="742" y="279"/>
                  </a:lnTo>
                  <a:cubicBezTo>
                    <a:pt x="742" y="279"/>
                    <a:pt x="742" y="163"/>
                    <a:pt x="7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4" name="Google Shape;8784;p59"/>
            <p:cNvSpPr/>
            <p:nvPr/>
          </p:nvSpPr>
          <p:spPr>
            <a:xfrm>
              <a:off x="4441306" y="3609200"/>
              <a:ext cx="177464" cy="285625"/>
            </a:xfrm>
            <a:custGeom>
              <a:avLst/>
              <a:gdLst/>
              <a:ahLst/>
              <a:cxnLst/>
              <a:rect l="l" t="t" r="r" b="b"/>
              <a:pathLst>
                <a:path w="5818" h="9364" extrusionOk="0">
                  <a:moveTo>
                    <a:pt x="5585" y="1"/>
                  </a:moveTo>
                  <a:cubicBezTo>
                    <a:pt x="5307" y="117"/>
                    <a:pt x="5029" y="256"/>
                    <a:pt x="5006" y="302"/>
                  </a:cubicBezTo>
                  <a:cubicBezTo>
                    <a:pt x="4983" y="348"/>
                    <a:pt x="4919" y="348"/>
                    <a:pt x="4844" y="348"/>
                  </a:cubicBezTo>
                  <a:cubicBezTo>
                    <a:pt x="4768" y="348"/>
                    <a:pt x="4681" y="348"/>
                    <a:pt x="4612" y="395"/>
                  </a:cubicBezTo>
                  <a:cubicBezTo>
                    <a:pt x="4561" y="437"/>
                    <a:pt x="4519" y="452"/>
                    <a:pt x="4481" y="452"/>
                  </a:cubicBezTo>
                  <a:cubicBezTo>
                    <a:pt x="4415" y="452"/>
                    <a:pt x="4361" y="409"/>
                    <a:pt x="4288" y="395"/>
                  </a:cubicBezTo>
                  <a:cubicBezTo>
                    <a:pt x="4274" y="389"/>
                    <a:pt x="4261" y="387"/>
                    <a:pt x="4248" y="387"/>
                  </a:cubicBezTo>
                  <a:cubicBezTo>
                    <a:pt x="4161" y="387"/>
                    <a:pt x="4125" y="522"/>
                    <a:pt x="4125" y="603"/>
                  </a:cubicBezTo>
                  <a:cubicBezTo>
                    <a:pt x="4115" y="645"/>
                    <a:pt x="4061" y="659"/>
                    <a:pt x="4000" y="659"/>
                  </a:cubicBezTo>
                  <a:cubicBezTo>
                    <a:pt x="3925" y="659"/>
                    <a:pt x="3839" y="639"/>
                    <a:pt x="3801" y="627"/>
                  </a:cubicBezTo>
                  <a:cubicBezTo>
                    <a:pt x="3791" y="624"/>
                    <a:pt x="3778" y="623"/>
                    <a:pt x="3764" y="623"/>
                  </a:cubicBezTo>
                  <a:cubicBezTo>
                    <a:pt x="3653" y="623"/>
                    <a:pt x="3438" y="696"/>
                    <a:pt x="3314" y="696"/>
                  </a:cubicBezTo>
                  <a:cubicBezTo>
                    <a:pt x="3198" y="696"/>
                    <a:pt x="3291" y="580"/>
                    <a:pt x="3152" y="534"/>
                  </a:cubicBezTo>
                  <a:cubicBezTo>
                    <a:pt x="3125" y="526"/>
                    <a:pt x="3100" y="523"/>
                    <a:pt x="3076" y="523"/>
                  </a:cubicBezTo>
                  <a:cubicBezTo>
                    <a:pt x="2959" y="523"/>
                    <a:pt x="2885" y="603"/>
                    <a:pt x="2827" y="603"/>
                  </a:cubicBezTo>
                  <a:cubicBezTo>
                    <a:pt x="2758" y="603"/>
                    <a:pt x="2619" y="580"/>
                    <a:pt x="2503" y="557"/>
                  </a:cubicBezTo>
                  <a:cubicBezTo>
                    <a:pt x="2503" y="650"/>
                    <a:pt x="2503" y="696"/>
                    <a:pt x="2480" y="766"/>
                  </a:cubicBezTo>
                  <a:cubicBezTo>
                    <a:pt x="2364" y="1021"/>
                    <a:pt x="2688" y="1646"/>
                    <a:pt x="2712" y="1901"/>
                  </a:cubicBezTo>
                  <a:cubicBezTo>
                    <a:pt x="2827" y="2017"/>
                    <a:pt x="2967" y="2133"/>
                    <a:pt x="3036" y="2226"/>
                  </a:cubicBezTo>
                  <a:cubicBezTo>
                    <a:pt x="3198" y="2411"/>
                    <a:pt x="3036" y="2388"/>
                    <a:pt x="3059" y="2782"/>
                  </a:cubicBezTo>
                  <a:cubicBezTo>
                    <a:pt x="3082" y="3176"/>
                    <a:pt x="2897" y="3014"/>
                    <a:pt x="2758" y="3129"/>
                  </a:cubicBezTo>
                  <a:cubicBezTo>
                    <a:pt x="2619" y="3269"/>
                    <a:pt x="2735" y="3547"/>
                    <a:pt x="2712" y="3639"/>
                  </a:cubicBezTo>
                  <a:cubicBezTo>
                    <a:pt x="2709" y="3643"/>
                    <a:pt x="2706" y="3645"/>
                    <a:pt x="2702" y="3645"/>
                  </a:cubicBezTo>
                  <a:cubicBezTo>
                    <a:pt x="2622" y="3645"/>
                    <a:pt x="2224" y="3055"/>
                    <a:pt x="2202" y="2967"/>
                  </a:cubicBezTo>
                  <a:cubicBezTo>
                    <a:pt x="2179" y="2875"/>
                    <a:pt x="2364" y="2481"/>
                    <a:pt x="2318" y="2272"/>
                  </a:cubicBezTo>
                  <a:cubicBezTo>
                    <a:pt x="2297" y="2170"/>
                    <a:pt x="2228" y="2140"/>
                    <a:pt x="2148" y="2140"/>
                  </a:cubicBezTo>
                  <a:cubicBezTo>
                    <a:pt x="2047" y="2140"/>
                    <a:pt x="1929" y="2189"/>
                    <a:pt x="1877" y="2202"/>
                  </a:cubicBezTo>
                  <a:cubicBezTo>
                    <a:pt x="1874" y="2203"/>
                    <a:pt x="1870" y="2204"/>
                    <a:pt x="1866" y="2204"/>
                  </a:cubicBezTo>
                  <a:cubicBezTo>
                    <a:pt x="1766" y="2204"/>
                    <a:pt x="1551" y="1948"/>
                    <a:pt x="1506" y="1948"/>
                  </a:cubicBezTo>
                  <a:cubicBezTo>
                    <a:pt x="1460" y="1948"/>
                    <a:pt x="0" y="2481"/>
                    <a:pt x="0" y="2481"/>
                  </a:cubicBezTo>
                  <a:lnTo>
                    <a:pt x="116" y="2898"/>
                  </a:lnTo>
                  <a:lnTo>
                    <a:pt x="70" y="2898"/>
                  </a:lnTo>
                  <a:lnTo>
                    <a:pt x="162" y="3060"/>
                  </a:lnTo>
                  <a:cubicBezTo>
                    <a:pt x="162" y="3060"/>
                    <a:pt x="649" y="3083"/>
                    <a:pt x="858" y="3245"/>
                  </a:cubicBezTo>
                  <a:cubicBezTo>
                    <a:pt x="1066" y="3384"/>
                    <a:pt x="1414" y="3408"/>
                    <a:pt x="1483" y="3454"/>
                  </a:cubicBezTo>
                  <a:cubicBezTo>
                    <a:pt x="1553" y="3500"/>
                    <a:pt x="1483" y="4033"/>
                    <a:pt x="1506" y="4311"/>
                  </a:cubicBezTo>
                  <a:cubicBezTo>
                    <a:pt x="1530" y="4566"/>
                    <a:pt x="1228" y="4636"/>
                    <a:pt x="1367" y="4798"/>
                  </a:cubicBezTo>
                  <a:cubicBezTo>
                    <a:pt x="1506" y="4937"/>
                    <a:pt x="1437" y="5169"/>
                    <a:pt x="1530" y="5192"/>
                  </a:cubicBezTo>
                  <a:cubicBezTo>
                    <a:pt x="1622" y="5215"/>
                    <a:pt x="1367" y="5540"/>
                    <a:pt x="1252" y="5609"/>
                  </a:cubicBezTo>
                  <a:cubicBezTo>
                    <a:pt x="1113" y="5679"/>
                    <a:pt x="1252" y="5957"/>
                    <a:pt x="1089" y="6142"/>
                  </a:cubicBezTo>
                  <a:cubicBezTo>
                    <a:pt x="997" y="6258"/>
                    <a:pt x="742" y="6513"/>
                    <a:pt x="556" y="6698"/>
                  </a:cubicBezTo>
                  <a:cubicBezTo>
                    <a:pt x="556" y="6698"/>
                    <a:pt x="556" y="6698"/>
                    <a:pt x="556" y="6722"/>
                  </a:cubicBezTo>
                  <a:cubicBezTo>
                    <a:pt x="626" y="6791"/>
                    <a:pt x="765" y="7649"/>
                    <a:pt x="904" y="7741"/>
                  </a:cubicBezTo>
                  <a:cubicBezTo>
                    <a:pt x="1043" y="7811"/>
                    <a:pt x="973" y="8645"/>
                    <a:pt x="950" y="8715"/>
                  </a:cubicBezTo>
                  <a:cubicBezTo>
                    <a:pt x="950" y="8807"/>
                    <a:pt x="1020" y="9364"/>
                    <a:pt x="1020" y="9364"/>
                  </a:cubicBezTo>
                  <a:cubicBezTo>
                    <a:pt x="1020" y="9364"/>
                    <a:pt x="1228" y="9317"/>
                    <a:pt x="1414" y="9317"/>
                  </a:cubicBezTo>
                  <a:cubicBezTo>
                    <a:pt x="1437" y="9201"/>
                    <a:pt x="1437" y="9109"/>
                    <a:pt x="1437" y="9039"/>
                  </a:cubicBezTo>
                  <a:cubicBezTo>
                    <a:pt x="1449" y="8912"/>
                    <a:pt x="1408" y="8900"/>
                    <a:pt x="1359" y="8900"/>
                  </a:cubicBezTo>
                  <a:cubicBezTo>
                    <a:pt x="1348" y="8900"/>
                    <a:pt x="1336" y="8901"/>
                    <a:pt x="1325" y="8901"/>
                  </a:cubicBezTo>
                  <a:cubicBezTo>
                    <a:pt x="1285" y="8901"/>
                    <a:pt x="1246" y="8894"/>
                    <a:pt x="1228" y="8831"/>
                  </a:cubicBezTo>
                  <a:cubicBezTo>
                    <a:pt x="1182" y="8668"/>
                    <a:pt x="1622" y="8390"/>
                    <a:pt x="2086" y="8205"/>
                  </a:cubicBezTo>
                  <a:cubicBezTo>
                    <a:pt x="2549" y="8043"/>
                    <a:pt x="2712" y="7950"/>
                    <a:pt x="2781" y="7788"/>
                  </a:cubicBezTo>
                  <a:cubicBezTo>
                    <a:pt x="2827" y="7625"/>
                    <a:pt x="2758" y="7162"/>
                    <a:pt x="2827" y="7000"/>
                  </a:cubicBezTo>
                  <a:cubicBezTo>
                    <a:pt x="2897" y="6814"/>
                    <a:pt x="2781" y="6722"/>
                    <a:pt x="2735" y="6304"/>
                  </a:cubicBezTo>
                  <a:cubicBezTo>
                    <a:pt x="2665" y="5910"/>
                    <a:pt x="2526" y="5841"/>
                    <a:pt x="2457" y="5609"/>
                  </a:cubicBezTo>
                  <a:cubicBezTo>
                    <a:pt x="2410" y="5377"/>
                    <a:pt x="2410" y="5215"/>
                    <a:pt x="2549" y="5192"/>
                  </a:cubicBezTo>
                  <a:cubicBezTo>
                    <a:pt x="2688" y="5192"/>
                    <a:pt x="2688" y="5123"/>
                    <a:pt x="2804" y="4914"/>
                  </a:cubicBezTo>
                  <a:cubicBezTo>
                    <a:pt x="2920" y="4682"/>
                    <a:pt x="3059" y="4775"/>
                    <a:pt x="3268" y="4613"/>
                  </a:cubicBezTo>
                  <a:cubicBezTo>
                    <a:pt x="3476" y="4450"/>
                    <a:pt x="3500" y="4265"/>
                    <a:pt x="3847" y="3987"/>
                  </a:cubicBezTo>
                  <a:cubicBezTo>
                    <a:pt x="4195" y="3732"/>
                    <a:pt x="4566" y="3732"/>
                    <a:pt x="4913" y="3523"/>
                  </a:cubicBezTo>
                  <a:cubicBezTo>
                    <a:pt x="5238" y="3338"/>
                    <a:pt x="5817" y="2527"/>
                    <a:pt x="5771" y="2388"/>
                  </a:cubicBezTo>
                  <a:cubicBezTo>
                    <a:pt x="5724" y="2249"/>
                    <a:pt x="5608" y="1600"/>
                    <a:pt x="5632" y="1322"/>
                  </a:cubicBezTo>
                  <a:cubicBezTo>
                    <a:pt x="5655" y="1067"/>
                    <a:pt x="5585" y="348"/>
                    <a:pt x="5585" y="24"/>
                  </a:cubicBezTo>
                  <a:cubicBezTo>
                    <a:pt x="5585" y="1"/>
                    <a:pt x="5585" y="1"/>
                    <a:pt x="55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5" name="Google Shape;8785;p59"/>
            <p:cNvSpPr/>
            <p:nvPr/>
          </p:nvSpPr>
          <p:spPr>
            <a:xfrm>
              <a:off x="4429989" y="3446625"/>
              <a:ext cx="181703" cy="183839"/>
            </a:xfrm>
            <a:custGeom>
              <a:avLst/>
              <a:gdLst/>
              <a:ahLst/>
              <a:cxnLst/>
              <a:rect l="l" t="t" r="r" b="b"/>
              <a:pathLst>
                <a:path w="5957" h="6027" extrusionOk="0">
                  <a:moveTo>
                    <a:pt x="1275" y="1"/>
                  </a:moveTo>
                  <a:lnTo>
                    <a:pt x="835" y="47"/>
                  </a:lnTo>
                  <a:cubicBezTo>
                    <a:pt x="835" y="47"/>
                    <a:pt x="696" y="70"/>
                    <a:pt x="580" y="116"/>
                  </a:cubicBezTo>
                  <a:lnTo>
                    <a:pt x="672" y="348"/>
                  </a:lnTo>
                  <a:cubicBezTo>
                    <a:pt x="672" y="348"/>
                    <a:pt x="765" y="580"/>
                    <a:pt x="742" y="719"/>
                  </a:cubicBezTo>
                  <a:cubicBezTo>
                    <a:pt x="742" y="788"/>
                    <a:pt x="626" y="812"/>
                    <a:pt x="533" y="812"/>
                  </a:cubicBezTo>
                  <a:cubicBezTo>
                    <a:pt x="556" y="974"/>
                    <a:pt x="556" y="1113"/>
                    <a:pt x="556" y="1113"/>
                  </a:cubicBezTo>
                  <a:lnTo>
                    <a:pt x="696" y="1182"/>
                  </a:lnTo>
                  <a:cubicBezTo>
                    <a:pt x="696" y="1182"/>
                    <a:pt x="394" y="1785"/>
                    <a:pt x="255" y="1831"/>
                  </a:cubicBezTo>
                  <a:cubicBezTo>
                    <a:pt x="209" y="1855"/>
                    <a:pt x="116" y="1901"/>
                    <a:pt x="0" y="1970"/>
                  </a:cubicBezTo>
                  <a:cubicBezTo>
                    <a:pt x="93" y="2388"/>
                    <a:pt x="186" y="2874"/>
                    <a:pt x="348" y="3013"/>
                  </a:cubicBezTo>
                  <a:cubicBezTo>
                    <a:pt x="626" y="3268"/>
                    <a:pt x="580" y="3546"/>
                    <a:pt x="626" y="3732"/>
                  </a:cubicBezTo>
                  <a:cubicBezTo>
                    <a:pt x="696" y="3894"/>
                    <a:pt x="927" y="4079"/>
                    <a:pt x="765" y="4172"/>
                  </a:cubicBezTo>
                  <a:cubicBezTo>
                    <a:pt x="748" y="4179"/>
                    <a:pt x="731" y="4182"/>
                    <a:pt x="714" y="4182"/>
                  </a:cubicBezTo>
                  <a:cubicBezTo>
                    <a:pt x="621" y="4182"/>
                    <a:pt x="542" y="4078"/>
                    <a:pt x="464" y="3940"/>
                  </a:cubicBezTo>
                  <a:cubicBezTo>
                    <a:pt x="441" y="3963"/>
                    <a:pt x="441" y="3987"/>
                    <a:pt x="417" y="4010"/>
                  </a:cubicBezTo>
                  <a:cubicBezTo>
                    <a:pt x="417" y="4033"/>
                    <a:pt x="417" y="4033"/>
                    <a:pt x="417" y="4033"/>
                  </a:cubicBezTo>
                  <a:cubicBezTo>
                    <a:pt x="556" y="4149"/>
                    <a:pt x="719" y="4265"/>
                    <a:pt x="811" y="4265"/>
                  </a:cubicBezTo>
                  <a:cubicBezTo>
                    <a:pt x="950" y="4265"/>
                    <a:pt x="1159" y="4427"/>
                    <a:pt x="1298" y="4473"/>
                  </a:cubicBezTo>
                  <a:cubicBezTo>
                    <a:pt x="1437" y="4497"/>
                    <a:pt x="1947" y="4682"/>
                    <a:pt x="1993" y="4775"/>
                  </a:cubicBezTo>
                  <a:cubicBezTo>
                    <a:pt x="2017" y="4775"/>
                    <a:pt x="2017" y="4798"/>
                    <a:pt x="2040" y="4821"/>
                  </a:cubicBezTo>
                  <a:lnTo>
                    <a:pt x="2411" y="4821"/>
                  </a:lnTo>
                  <a:cubicBezTo>
                    <a:pt x="2434" y="4798"/>
                    <a:pt x="2457" y="4798"/>
                    <a:pt x="2480" y="4798"/>
                  </a:cubicBezTo>
                  <a:cubicBezTo>
                    <a:pt x="2665" y="4798"/>
                    <a:pt x="2897" y="5493"/>
                    <a:pt x="2874" y="5887"/>
                  </a:cubicBezTo>
                  <a:cubicBezTo>
                    <a:pt x="2990" y="5910"/>
                    <a:pt x="3152" y="5933"/>
                    <a:pt x="3198" y="5933"/>
                  </a:cubicBezTo>
                  <a:cubicBezTo>
                    <a:pt x="3256" y="5933"/>
                    <a:pt x="3330" y="5853"/>
                    <a:pt x="3447" y="5853"/>
                  </a:cubicBezTo>
                  <a:cubicBezTo>
                    <a:pt x="3471" y="5853"/>
                    <a:pt x="3496" y="5856"/>
                    <a:pt x="3523" y="5864"/>
                  </a:cubicBezTo>
                  <a:cubicBezTo>
                    <a:pt x="3662" y="5910"/>
                    <a:pt x="3569" y="6026"/>
                    <a:pt x="3685" y="6026"/>
                  </a:cubicBezTo>
                  <a:cubicBezTo>
                    <a:pt x="3809" y="6026"/>
                    <a:pt x="4024" y="5953"/>
                    <a:pt x="4135" y="5953"/>
                  </a:cubicBezTo>
                  <a:cubicBezTo>
                    <a:pt x="4149" y="5953"/>
                    <a:pt x="4162" y="5954"/>
                    <a:pt x="4172" y="5957"/>
                  </a:cubicBezTo>
                  <a:cubicBezTo>
                    <a:pt x="4210" y="5969"/>
                    <a:pt x="4296" y="5989"/>
                    <a:pt x="4371" y="5989"/>
                  </a:cubicBezTo>
                  <a:cubicBezTo>
                    <a:pt x="4432" y="5989"/>
                    <a:pt x="4486" y="5975"/>
                    <a:pt x="4496" y="5933"/>
                  </a:cubicBezTo>
                  <a:cubicBezTo>
                    <a:pt x="4496" y="5852"/>
                    <a:pt x="4532" y="5717"/>
                    <a:pt x="4619" y="5717"/>
                  </a:cubicBezTo>
                  <a:cubicBezTo>
                    <a:pt x="4632" y="5717"/>
                    <a:pt x="4645" y="5719"/>
                    <a:pt x="4659" y="5725"/>
                  </a:cubicBezTo>
                  <a:cubicBezTo>
                    <a:pt x="4732" y="5739"/>
                    <a:pt x="4796" y="5782"/>
                    <a:pt x="4862" y="5782"/>
                  </a:cubicBezTo>
                  <a:cubicBezTo>
                    <a:pt x="4901" y="5782"/>
                    <a:pt x="4940" y="5767"/>
                    <a:pt x="4983" y="5725"/>
                  </a:cubicBezTo>
                  <a:cubicBezTo>
                    <a:pt x="5040" y="5677"/>
                    <a:pt x="5108" y="5669"/>
                    <a:pt x="5172" y="5669"/>
                  </a:cubicBezTo>
                  <a:cubicBezTo>
                    <a:pt x="5209" y="5669"/>
                    <a:pt x="5245" y="5672"/>
                    <a:pt x="5276" y="5672"/>
                  </a:cubicBezTo>
                  <a:cubicBezTo>
                    <a:pt x="5323" y="5672"/>
                    <a:pt x="5360" y="5665"/>
                    <a:pt x="5377" y="5632"/>
                  </a:cubicBezTo>
                  <a:cubicBezTo>
                    <a:pt x="5400" y="5586"/>
                    <a:pt x="5678" y="5447"/>
                    <a:pt x="5956" y="5331"/>
                  </a:cubicBezTo>
                  <a:cubicBezTo>
                    <a:pt x="5933" y="5006"/>
                    <a:pt x="5586" y="5145"/>
                    <a:pt x="5562" y="4821"/>
                  </a:cubicBezTo>
                  <a:cubicBezTo>
                    <a:pt x="5539" y="4497"/>
                    <a:pt x="5354" y="4497"/>
                    <a:pt x="5354" y="4265"/>
                  </a:cubicBezTo>
                  <a:cubicBezTo>
                    <a:pt x="5377" y="4056"/>
                    <a:pt x="5377" y="3848"/>
                    <a:pt x="5307" y="3824"/>
                  </a:cubicBezTo>
                  <a:cubicBezTo>
                    <a:pt x="5238" y="3801"/>
                    <a:pt x="5284" y="3616"/>
                    <a:pt x="5400" y="3407"/>
                  </a:cubicBezTo>
                  <a:cubicBezTo>
                    <a:pt x="5539" y="3222"/>
                    <a:pt x="5168" y="3199"/>
                    <a:pt x="5122" y="2944"/>
                  </a:cubicBezTo>
                  <a:cubicBezTo>
                    <a:pt x="5099" y="2851"/>
                    <a:pt x="5215" y="2503"/>
                    <a:pt x="5354" y="2109"/>
                  </a:cubicBezTo>
                  <a:cubicBezTo>
                    <a:pt x="4913" y="1808"/>
                    <a:pt x="4427" y="1461"/>
                    <a:pt x="4427" y="1461"/>
                  </a:cubicBezTo>
                  <a:lnTo>
                    <a:pt x="4473" y="1136"/>
                  </a:lnTo>
                  <a:lnTo>
                    <a:pt x="2387" y="47"/>
                  </a:lnTo>
                  <a:cubicBezTo>
                    <a:pt x="2387" y="279"/>
                    <a:pt x="2271" y="487"/>
                    <a:pt x="2132" y="557"/>
                  </a:cubicBezTo>
                  <a:cubicBezTo>
                    <a:pt x="1970" y="626"/>
                    <a:pt x="2341" y="858"/>
                    <a:pt x="2179" y="881"/>
                  </a:cubicBezTo>
                  <a:cubicBezTo>
                    <a:pt x="2160" y="886"/>
                    <a:pt x="2138" y="888"/>
                    <a:pt x="2115" y="888"/>
                  </a:cubicBezTo>
                  <a:cubicBezTo>
                    <a:pt x="1960" y="888"/>
                    <a:pt x="1718" y="799"/>
                    <a:pt x="1501" y="799"/>
                  </a:cubicBezTo>
                  <a:cubicBezTo>
                    <a:pt x="1429" y="799"/>
                    <a:pt x="1360" y="809"/>
                    <a:pt x="1298" y="835"/>
                  </a:cubicBezTo>
                  <a:cubicBezTo>
                    <a:pt x="1281" y="843"/>
                    <a:pt x="1265" y="846"/>
                    <a:pt x="1251" y="846"/>
                  </a:cubicBezTo>
                  <a:cubicBezTo>
                    <a:pt x="1098" y="846"/>
                    <a:pt x="1148" y="404"/>
                    <a:pt x="1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59"/>
            <p:cNvSpPr/>
            <p:nvPr/>
          </p:nvSpPr>
          <p:spPr>
            <a:xfrm>
              <a:off x="4483703" y="3593644"/>
              <a:ext cx="55179" cy="126738"/>
            </a:xfrm>
            <a:custGeom>
              <a:avLst/>
              <a:gdLst/>
              <a:ahLst/>
              <a:cxnLst/>
              <a:rect l="l" t="t" r="r" b="b"/>
              <a:pathLst>
                <a:path w="1809" h="4155" extrusionOk="0">
                  <a:moveTo>
                    <a:pt x="279" y="1"/>
                  </a:moveTo>
                  <a:cubicBezTo>
                    <a:pt x="371" y="140"/>
                    <a:pt x="487" y="441"/>
                    <a:pt x="487" y="534"/>
                  </a:cubicBezTo>
                  <a:cubicBezTo>
                    <a:pt x="487" y="577"/>
                    <a:pt x="468" y="585"/>
                    <a:pt x="442" y="585"/>
                  </a:cubicBezTo>
                  <a:cubicBezTo>
                    <a:pt x="426" y="585"/>
                    <a:pt x="409" y="582"/>
                    <a:pt x="391" y="582"/>
                  </a:cubicBezTo>
                  <a:cubicBezTo>
                    <a:pt x="356" y="582"/>
                    <a:pt x="321" y="592"/>
                    <a:pt x="302" y="650"/>
                  </a:cubicBezTo>
                  <a:cubicBezTo>
                    <a:pt x="256" y="789"/>
                    <a:pt x="209" y="1438"/>
                    <a:pt x="325" y="1554"/>
                  </a:cubicBezTo>
                  <a:cubicBezTo>
                    <a:pt x="441" y="1646"/>
                    <a:pt x="116" y="1577"/>
                    <a:pt x="116" y="1693"/>
                  </a:cubicBezTo>
                  <a:cubicBezTo>
                    <a:pt x="116" y="1785"/>
                    <a:pt x="70" y="2179"/>
                    <a:pt x="24" y="2226"/>
                  </a:cubicBezTo>
                  <a:cubicBezTo>
                    <a:pt x="1" y="2226"/>
                    <a:pt x="47" y="2318"/>
                    <a:pt x="116" y="2458"/>
                  </a:cubicBezTo>
                  <a:cubicBezTo>
                    <a:pt x="161" y="2458"/>
                    <a:pt x="376" y="2714"/>
                    <a:pt x="476" y="2714"/>
                  </a:cubicBezTo>
                  <a:cubicBezTo>
                    <a:pt x="480" y="2714"/>
                    <a:pt x="484" y="2713"/>
                    <a:pt x="487" y="2712"/>
                  </a:cubicBezTo>
                  <a:cubicBezTo>
                    <a:pt x="539" y="2699"/>
                    <a:pt x="657" y="2650"/>
                    <a:pt x="758" y="2650"/>
                  </a:cubicBezTo>
                  <a:cubicBezTo>
                    <a:pt x="838" y="2650"/>
                    <a:pt x="907" y="2680"/>
                    <a:pt x="928" y="2782"/>
                  </a:cubicBezTo>
                  <a:cubicBezTo>
                    <a:pt x="974" y="3014"/>
                    <a:pt x="789" y="3385"/>
                    <a:pt x="812" y="3477"/>
                  </a:cubicBezTo>
                  <a:cubicBezTo>
                    <a:pt x="856" y="3587"/>
                    <a:pt x="1233" y="4155"/>
                    <a:pt x="1311" y="4155"/>
                  </a:cubicBezTo>
                  <a:cubicBezTo>
                    <a:pt x="1316" y="4155"/>
                    <a:pt x="1319" y="4153"/>
                    <a:pt x="1322" y="4149"/>
                  </a:cubicBezTo>
                  <a:cubicBezTo>
                    <a:pt x="1345" y="4080"/>
                    <a:pt x="1229" y="3779"/>
                    <a:pt x="1368" y="3639"/>
                  </a:cubicBezTo>
                  <a:cubicBezTo>
                    <a:pt x="1507" y="3524"/>
                    <a:pt x="1692" y="3686"/>
                    <a:pt x="1669" y="3292"/>
                  </a:cubicBezTo>
                  <a:cubicBezTo>
                    <a:pt x="1646" y="2898"/>
                    <a:pt x="1808" y="2921"/>
                    <a:pt x="1646" y="2736"/>
                  </a:cubicBezTo>
                  <a:cubicBezTo>
                    <a:pt x="1577" y="2643"/>
                    <a:pt x="1437" y="2527"/>
                    <a:pt x="1322" y="2434"/>
                  </a:cubicBezTo>
                  <a:cubicBezTo>
                    <a:pt x="1322" y="2458"/>
                    <a:pt x="1322" y="2504"/>
                    <a:pt x="1298" y="2527"/>
                  </a:cubicBezTo>
                  <a:cubicBezTo>
                    <a:pt x="1281" y="2550"/>
                    <a:pt x="1260" y="2561"/>
                    <a:pt x="1236" y="2561"/>
                  </a:cubicBezTo>
                  <a:cubicBezTo>
                    <a:pt x="1067" y="2561"/>
                    <a:pt x="760" y="2038"/>
                    <a:pt x="719" y="1693"/>
                  </a:cubicBezTo>
                  <a:cubicBezTo>
                    <a:pt x="673" y="1276"/>
                    <a:pt x="951" y="1090"/>
                    <a:pt x="765" y="719"/>
                  </a:cubicBezTo>
                  <a:cubicBezTo>
                    <a:pt x="626" y="395"/>
                    <a:pt x="534" y="94"/>
                    <a:pt x="6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59"/>
            <p:cNvSpPr/>
            <p:nvPr/>
          </p:nvSpPr>
          <p:spPr>
            <a:xfrm>
              <a:off x="6671440" y="3785165"/>
              <a:ext cx="54020" cy="34407"/>
            </a:xfrm>
            <a:custGeom>
              <a:avLst/>
              <a:gdLst/>
              <a:ahLst/>
              <a:cxnLst/>
              <a:rect l="l" t="t" r="r" b="b"/>
              <a:pathLst>
                <a:path w="1771" h="1128" extrusionOk="0">
                  <a:moveTo>
                    <a:pt x="31" y="1"/>
                  </a:moveTo>
                  <a:cubicBezTo>
                    <a:pt x="11" y="1"/>
                    <a:pt x="1" y="9"/>
                    <a:pt x="3" y="26"/>
                  </a:cubicBezTo>
                  <a:cubicBezTo>
                    <a:pt x="25" y="199"/>
                    <a:pt x="1229" y="1128"/>
                    <a:pt x="1531" y="1128"/>
                  </a:cubicBezTo>
                  <a:cubicBezTo>
                    <a:pt x="1551" y="1128"/>
                    <a:pt x="1567" y="1123"/>
                    <a:pt x="1579" y="1115"/>
                  </a:cubicBezTo>
                  <a:cubicBezTo>
                    <a:pt x="1770" y="1008"/>
                    <a:pt x="258" y="1"/>
                    <a:pt x="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59"/>
            <p:cNvSpPr/>
            <p:nvPr/>
          </p:nvSpPr>
          <p:spPr>
            <a:xfrm>
              <a:off x="5075376" y="2705886"/>
              <a:ext cx="127958" cy="84431"/>
            </a:xfrm>
            <a:custGeom>
              <a:avLst/>
              <a:gdLst/>
              <a:ahLst/>
              <a:cxnLst/>
              <a:rect l="l" t="t" r="r" b="b"/>
              <a:pathLst>
                <a:path w="4195" h="2768" extrusionOk="0">
                  <a:moveTo>
                    <a:pt x="1683" y="1"/>
                  </a:moveTo>
                  <a:cubicBezTo>
                    <a:pt x="1599" y="1"/>
                    <a:pt x="1491" y="52"/>
                    <a:pt x="1414" y="114"/>
                  </a:cubicBezTo>
                  <a:cubicBezTo>
                    <a:pt x="1370" y="151"/>
                    <a:pt x="1316" y="159"/>
                    <a:pt x="1262" y="159"/>
                  </a:cubicBezTo>
                  <a:cubicBezTo>
                    <a:pt x="1212" y="159"/>
                    <a:pt x="1161" y="152"/>
                    <a:pt x="1116" y="152"/>
                  </a:cubicBezTo>
                  <a:cubicBezTo>
                    <a:pt x="1054" y="152"/>
                    <a:pt x="1001" y="166"/>
                    <a:pt x="974" y="230"/>
                  </a:cubicBezTo>
                  <a:cubicBezTo>
                    <a:pt x="927" y="369"/>
                    <a:pt x="881" y="508"/>
                    <a:pt x="719" y="508"/>
                  </a:cubicBezTo>
                  <a:cubicBezTo>
                    <a:pt x="580" y="508"/>
                    <a:pt x="695" y="763"/>
                    <a:pt x="556" y="809"/>
                  </a:cubicBezTo>
                  <a:cubicBezTo>
                    <a:pt x="394" y="879"/>
                    <a:pt x="70" y="879"/>
                    <a:pt x="23" y="1018"/>
                  </a:cubicBezTo>
                  <a:cubicBezTo>
                    <a:pt x="0" y="1157"/>
                    <a:pt x="394" y="1249"/>
                    <a:pt x="371" y="1435"/>
                  </a:cubicBezTo>
                  <a:cubicBezTo>
                    <a:pt x="348" y="1620"/>
                    <a:pt x="580" y="1806"/>
                    <a:pt x="441" y="1922"/>
                  </a:cubicBezTo>
                  <a:cubicBezTo>
                    <a:pt x="302" y="2014"/>
                    <a:pt x="209" y="2176"/>
                    <a:pt x="209" y="2478"/>
                  </a:cubicBezTo>
                  <a:cubicBezTo>
                    <a:pt x="285" y="2523"/>
                    <a:pt x="351" y="2569"/>
                    <a:pt x="400" y="2569"/>
                  </a:cubicBezTo>
                  <a:cubicBezTo>
                    <a:pt x="426" y="2569"/>
                    <a:pt x="448" y="2556"/>
                    <a:pt x="464" y="2524"/>
                  </a:cubicBezTo>
                  <a:cubicBezTo>
                    <a:pt x="503" y="2445"/>
                    <a:pt x="609" y="2433"/>
                    <a:pt x="719" y="2433"/>
                  </a:cubicBezTo>
                  <a:cubicBezTo>
                    <a:pt x="766" y="2433"/>
                    <a:pt x="813" y="2436"/>
                    <a:pt x="856" y="2436"/>
                  </a:cubicBezTo>
                  <a:cubicBezTo>
                    <a:pt x="948" y="2436"/>
                    <a:pt x="1020" y="2426"/>
                    <a:pt x="1020" y="2362"/>
                  </a:cubicBezTo>
                  <a:cubicBezTo>
                    <a:pt x="1020" y="2223"/>
                    <a:pt x="1553" y="2246"/>
                    <a:pt x="1553" y="2107"/>
                  </a:cubicBezTo>
                  <a:cubicBezTo>
                    <a:pt x="1553" y="1945"/>
                    <a:pt x="1854" y="1620"/>
                    <a:pt x="2040" y="1620"/>
                  </a:cubicBezTo>
                  <a:cubicBezTo>
                    <a:pt x="2225" y="1643"/>
                    <a:pt x="2016" y="1968"/>
                    <a:pt x="2248" y="2084"/>
                  </a:cubicBezTo>
                  <a:cubicBezTo>
                    <a:pt x="2503" y="2200"/>
                    <a:pt x="2156" y="2570"/>
                    <a:pt x="2271" y="2733"/>
                  </a:cubicBezTo>
                  <a:cubicBezTo>
                    <a:pt x="2295" y="2756"/>
                    <a:pt x="2329" y="2767"/>
                    <a:pt x="2373" y="2767"/>
                  </a:cubicBezTo>
                  <a:cubicBezTo>
                    <a:pt x="2416" y="2767"/>
                    <a:pt x="2468" y="2756"/>
                    <a:pt x="2526" y="2733"/>
                  </a:cubicBezTo>
                  <a:cubicBezTo>
                    <a:pt x="2619" y="2709"/>
                    <a:pt x="2735" y="2686"/>
                    <a:pt x="2828" y="2640"/>
                  </a:cubicBezTo>
                  <a:cubicBezTo>
                    <a:pt x="3019" y="2470"/>
                    <a:pt x="3270" y="2240"/>
                    <a:pt x="3399" y="2240"/>
                  </a:cubicBezTo>
                  <a:cubicBezTo>
                    <a:pt x="3410" y="2240"/>
                    <a:pt x="3421" y="2242"/>
                    <a:pt x="3430" y="2246"/>
                  </a:cubicBezTo>
                  <a:cubicBezTo>
                    <a:pt x="3546" y="2315"/>
                    <a:pt x="3523" y="2408"/>
                    <a:pt x="3639" y="2408"/>
                  </a:cubicBezTo>
                  <a:cubicBezTo>
                    <a:pt x="3655" y="2404"/>
                    <a:pt x="3673" y="2402"/>
                    <a:pt x="3694" y="2402"/>
                  </a:cubicBezTo>
                  <a:cubicBezTo>
                    <a:pt x="3792" y="2402"/>
                    <a:pt x="3933" y="2447"/>
                    <a:pt x="4010" y="2524"/>
                  </a:cubicBezTo>
                  <a:cubicBezTo>
                    <a:pt x="4102" y="2501"/>
                    <a:pt x="4195" y="2478"/>
                    <a:pt x="4195" y="2478"/>
                  </a:cubicBezTo>
                  <a:cubicBezTo>
                    <a:pt x="4195" y="2478"/>
                    <a:pt x="4102" y="1922"/>
                    <a:pt x="4079" y="1759"/>
                  </a:cubicBezTo>
                  <a:cubicBezTo>
                    <a:pt x="4056" y="1597"/>
                    <a:pt x="3546" y="1412"/>
                    <a:pt x="3546" y="1412"/>
                  </a:cubicBezTo>
                  <a:lnTo>
                    <a:pt x="3453" y="948"/>
                  </a:lnTo>
                  <a:cubicBezTo>
                    <a:pt x="3453" y="948"/>
                    <a:pt x="3011" y="999"/>
                    <a:pt x="2826" y="999"/>
                  </a:cubicBezTo>
                  <a:cubicBezTo>
                    <a:pt x="2795" y="999"/>
                    <a:pt x="2771" y="998"/>
                    <a:pt x="2758" y="994"/>
                  </a:cubicBezTo>
                  <a:cubicBezTo>
                    <a:pt x="2729" y="983"/>
                    <a:pt x="2693" y="980"/>
                    <a:pt x="2653" y="980"/>
                  </a:cubicBezTo>
                  <a:cubicBezTo>
                    <a:pt x="2613" y="980"/>
                    <a:pt x="2570" y="983"/>
                    <a:pt x="2526" y="983"/>
                  </a:cubicBezTo>
                  <a:cubicBezTo>
                    <a:pt x="2439" y="983"/>
                    <a:pt x="2353" y="971"/>
                    <a:pt x="2295" y="902"/>
                  </a:cubicBezTo>
                  <a:cubicBezTo>
                    <a:pt x="2265" y="860"/>
                    <a:pt x="2231" y="846"/>
                    <a:pt x="2193" y="846"/>
                  </a:cubicBezTo>
                  <a:cubicBezTo>
                    <a:pt x="2113" y="846"/>
                    <a:pt x="2017" y="910"/>
                    <a:pt x="1917" y="910"/>
                  </a:cubicBezTo>
                  <a:cubicBezTo>
                    <a:pt x="1881" y="910"/>
                    <a:pt x="1845" y="902"/>
                    <a:pt x="1808" y="879"/>
                  </a:cubicBezTo>
                  <a:cubicBezTo>
                    <a:pt x="1745" y="837"/>
                    <a:pt x="1650" y="824"/>
                    <a:pt x="1548" y="824"/>
                  </a:cubicBezTo>
                  <a:cubicBezTo>
                    <a:pt x="1401" y="824"/>
                    <a:pt x="1240" y="849"/>
                    <a:pt x="1135" y="849"/>
                  </a:cubicBezTo>
                  <a:cubicBezTo>
                    <a:pt x="1070" y="849"/>
                    <a:pt x="1026" y="840"/>
                    <a:pt x="1020" y="809"/>
                  </a:cubicBezTo>
                  <a:cubicBezTo>
                    <a:pt x="998" y="699"/>
                    <a:pt x="1228" y="483"/>
                    <a:pt x="1390" y="483"/>
                  </a:cubicBezTo>
                  <a:cubicBezTo>
                    <a:pt x="1398" y="483"/>
                    <a:pt x="1406" y="484"/>
                    <a:pt x="1414" y="485"/>
                  </a:cubicBezTo>
                  <a:lnTo>
                    <a:pt x="1576" y="485"/>
                  </a:lnTo>
                  <a:cubicBezTo>
                    <a:pt x="1646" y="369"/>
                    <a:pt x="1808" y="114"/>
                    <a:pt x="1785" y="44"/>
                  </a:cubicBezTo>
                  <a:cubicBezTo>
                    <a:pt x="1762" y="13"/>
                    <a:pt x="1725" y="1"/>
                    <a:pt x="16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59"/>
            <p:cNvSpPr/>
            <p:nvPr/>
          </p:nvSpPr>
          <p:spPr>
            <a:xfrm>
              <a:off x="2633803" y="2999894"/>
              <a:ext cx="14153" cy="25958"/>
            </a:xfrm>
            <a:custGeom>
              <a:avLst/>
              <a:gdLst/>
              <a:ahLst/>
              <a:cxnLst/>
              <a:rect l="l" t="t" r="r" b="b"/>
              <a:pathLst>
                <a:path w="464" h="851" extrusionOk="0">
                  <a:moveTo>
                    <a:pt x="83" y="1"/>
                  </a:moveTo>
                  <a:cubicBezTo>
                    <a:pt x="30" y="1"/>
                    <a:pt x="0" y="103"/>
                    <a:pt x="0" y="255"/>
                  </a:cubicBezTo>
                  <a:cubicBezTo>
                    <a:pt x="0" y="463"/>
                    <a:pt x="162" y="487"/>
                    <a:pt x="186" y="626"/>
                  </a:cubicBezTo>
                  <a:cubicBezTo>
                    <a:pt x="186" y="722"/>
                    <a:pt x="314" y="851"/>
                    <a:pt x="371" y="851"/>
                  </a:cubicBezTo>
                  <a:cubicBezTo>
                    <a:pt x="382" y="851"/>
                    <a:pt x="390" y="846"/>
                    <a:pt x="394" y="834"/>
                  </a:cubicBezTo>
                  <a:cubicBezTo>
                    <a:pt x="464" y="718"/>
                    <a:pt x="255" y="602"/>
                    <a:pt x="255" y="510"/>
                  </a:cubicBezTo>
                  <a:cubicBezTo>
                    <a:pt x="232" y="417"/>
                    <a:pt x="301" y="278"/>
                    <a:pt x="186" y="93"/>
                  </a:cubicBezTo>
                  <a:cubicBezTo>
                    <a:pt x="146" y="29"/>
                    <a:pt x="111" y="1"/>
                    <a:pt x="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59"/>
            <p:cNvSpPr/>
            <p:nvPr/>
          </p:nvSpPr>
          <p:spPr>
            <a:xfrm>
              <a:off x="2908837" y="3251382"/>
              <a:ext cx="19064" cy="13086"/>
            </a:xfrm>
            <a:custGeom>
              <a:avLst/>
              <a:gdLst/>
              <a:ahLst/>
              <a:cxnLst/>
              <a:rect l="l" t="t" r="r" b="b"/>
              <a:pathLst>
                <a:path w="625" h="429" extrusionOk="0">
                  <a:moveTo>
                    <a:pt x="379" y="0"/>
                  </a:moveTo>
                  <a:cubicBezTo>
                    <a:pt x="223" y="0"/>
                    <a:pt x="0" y="108"/>
                    <a:pt x="91" y="144"/>
                  </a:cubicBezTo>
                  <a:cubicBezTo>
                    <a:pt x="207" y="214"/>
                    <a:pt x="45" y="353"/>
                    <a:pt x="114" y="399"/>
                  </a:cubicBezTo>
                  <a:cubicBezTo>
                    <a:pt x="128" y="420"/>
                    <a:pt x="162" y="429"/>
                    <a:pt x="204" y="429"/>
                  </a:cubicBezTo>
                  <a:cubicBezTo>
                    <a:pt x="303" y="429"/>
                    <a:pt x="451" y="385"/>
                    <a:pt x="531" y="353"/>
                  </a:cubicBezTo>
                  <a:cubicBezTo>
                    <a:pt x="624" y="306"/>
                    <a:pt x="624" y="144"/>
                    <a:pt x="485" y="28"/>
                  </a:cubicBezTo>
                  <a:cubicBezTo>
                    <a:pt x="460" y="8"/>
                    <a:pt x="422" y="0"/>
                    <a:pt x="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59"/>
            <p:cNvSpPr/>
            <p:nvPr/>
          </p:nvSpPr>
          <p:spPr>
            <a:xfrm>
              <a:off x="4664670" y="2696339"/>
              <a:ext cx="55881" cy="47675"/>
            </a:xfrm>
            <a:custGeom>
              <a:avLst/>
              <a:gdLst/>
              <a:ahLst/>
              <a:cxnLst/>
              <a:rect l="l" t="t" r="r" b="b"/>
              <a:pathLst>
                <a:path w="1832" h="1563" extrusionOk="0">
                  <a:moveTo>
                    <a:pt x="691" y="1"/>
                  </a:moveTo>
                  <a:cubicBezTo>
                    <a:pt x="645" y="1"/>
                    <a:pt x="600" y="3"/>
                    <a:pt x="557" y="10"/>
                  </a:cubicBezTo>
                  <a:cubicBezTo>
                    <a:pt x="371" y="33"/>
                    <a:pt x="209" y="79"/>
                    <a:pt x="0" y="102"/>
                  </a:cubicBezTo>
                  <a:cubicBezTo>
                    <a:pt x="116" y="265"/>
                    <a:pt x="47" y="311"/>
                    <a:pt x="140" y="543"/>
                  </a:cubicBezTo>
                  <a:cubicBezTo>
                    <a:pt x="232" y="774"/>
                    <a:pt x="464" y="659"/>
                    <a:pt x="557" y="728"/>
                  </a:cubicBezTo>
                  <a:cubicBezTo>
                    <a:pt x="580" y="751"/>
                    <a:pt x="626" y="821"/>
                    <a:pt x="649" y="914"/>
                  </a:cubicBezTo>
                  <a:lnTo>
                    <a:pt x="696" y="914"/>
                  </a:lnTo>
                  <a:cubicBezTo>
                    <a:pt x="788" y="937"/>
                    <a:pt x="835" y="983"/>
                    <a:pt x="858" y="1053"/>
                  </a:cubicBezTo>
                  <a:cubicBezTo>
                    <a:pt x="951" y="1076"/>
                    <a:pt x="1067" y="1145"/>
                    <a:pt x="1113" y="1168"/>
                  </a:cubicBezTo>
                  <a:cubicBezTo>
                    <a:pt x="1122" y="1171"/>
                    <a:pt x="1130" y="1172"/>
                    <a:pt x="1138" y="1172"/>
                  </a:cubicBezTo>
                  <a:cubicBezTo>
                    <a:pt x="1163" y="1172"/>
                    <a:pt x="1186" y="1163"/>
                    <a:pt x="1214" y="1163"/>
                  </a:cubicBezTo>
                  <a:cubicBezTo>
                    <a:pt x="1252" y="1163"/>
                    <a:pt x="1298" y="1180"/>
                    <a:pt x="1368" y="1261"/>
                  </a:cubicBezTo>
                  <a:cubicBezTo>
                    <a:pt x="1484" y="1400"/>
                    <a:pt x="1507" y="1423"/>
                    <a:pt x="1484" y="1562"/>
                  </a:cubicBezTo>
                  <a:cubicBezTo>
                    <a:pt x="1600" y="1562"/>
                    <a:pt x="1739" y="1516"/>
                    <a:pt x="1831" y="1470"/>
                  </a:cubicBezTo>
                  <a:cubicBezTo>
                    <a:pt x="1785" y="1377"/>
                    <a:pt x="1739" y="1261"/>
                    <a:pt x="1739" y="1215"/>
                  </a:cubicBezTo>
                  <a:cubicBezTo>
                    <a:pt x="1739" y="1076"/>
                    <a:pt x="1391" y="960"/>
                    <a:pt x="1391" y="798"/>
                  </a:cubicBezTo>
                  <a:cubicBezTo>
                    <a:pt x="1391" y="635"/>
                    <a:pt x="1159" y="496"/>
                    <a:pt x="1206" y="380"/>
                  </a:cubicBezTo>
                  <a:cubicBezTo>
                    <a:pt x="1229" y="288"/>
                    <a:pt x="1113" y="149"/>
                    <a:pt x="1043" y="56"/>
                  </a:cubicBezTo>
                  <a:cubicBezTo>
                    <a:pt x="942" y="22"/>
                    <a:pt x="815" y="1"/>
                    <a:pt x="6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59"/>
            <p:cNvSpPr/>
            <p:nvPr/>
          </p:nvSpPr>
          <p:spPr>
            <a:xfrm>
              <a:off x="4690810" y="2685297"/>
              <a:ext cx="82753" cy="67899"/>
            </a:xfrm>
            <a:custGeom>
              <a:avLst/>
              <a:gdLst/>
              <a:ahLst/>
              <a:cxnLst/>
              <a:rect l="l" t="t" r="r" b="b"/>
              <a:pathLst>
                <a:path w="2713" h="2226" extrusionOk="0">
                  <a:moveTo>
                    <a:pt x="1" y="1415"/>
                  </a:moveTo>
                  <a:lnTo>
                    <a:pt x="1" y="1415"/>
                  </a:lnTo>
                  <a:cubicBezTo>
                    <a:pt x="24" y="1507"/>
                    <a:pt x="24" y="1623"/>
                    <a:pt x="163" y="1693"/>
                  </a:cubicBezTo>
                  <a:cubicBezTo>
                    <a:pt x="418" y="1809"/>
                    <a:pt x="70" y="1855"/>
                    <a:pt x="534" y="1924"/>
                  </a:cubicBezTo>
                  <a:lnTo>
                    <a:pt x="627" y="1924"/>
                  </a:lnTo>
                  <a:cubicBezTo>
                    <a:pt x="650" y="1785"/>
                    <a:pt x="627" y="1762"/>
                    <a:pt x="511" y="1623"/>
                  </a:cubicBezTo>
                  <a:cubicBezTo>
                    <a:pt x="441" y="1554"/>
                    <a:pt x="395" y="1542"/>
                    <a:pt x="357" y="1542"/>
                  </a:cubicBezTo>
                  <a:cubicBezTo>
                    <a:pt x="338" y="1542"/>
                    <a:pt x="322" y="1545"/>
                    <a:pt x="305" y="1545"/>
                  </a:cubicBezTo>
                  <a:cubicBezTo>
                    <a:pt x="289" y="1545"/>
                    <a:pt x="273" y="1542"/>
                    <a:pt x="256" y="1530"/>
                  </a:cubicBezTo>
                  <a:cubicBezTo>
                    <a:pt x="210" y="1507"/>
                    <a:pt x="117" y="1438"/>
                    <a:pt x="1" y="1415"/>
                  </a:cubicBezTo>
                  <a:close/>
                  <a:moveTo>
                    <a:pt x="882" y="1"/>
                  </a:moveTo>
                  <a:cubicBezTo>
                    <a:pt x="812" y="70"/>
                    <a:pt x="743" y="163"/>
                    <a:pt x="766" y="209"/>
                  </a:cubicBezTo>
                  <a:cubicBezTo>
                    <a:pt x="835" y="279"/>
                    <a:pt x="1021" y="372"/>
                    <a:pt x="951" y="441"/>
                  </a:cubicBezTo>
                  <a:cubicBezTo>
                    <a:pt x="923" y="478"/>
                    <a:pt x="862" y="493"/>
                    <a:pt x="794" y="493"/>
                  </a:cubicBezTo>
                  <a:cubicBezTo>
                    <a:pt x="692" y="493"/>
                    <a:pt x="576" y="460"/>
                    <a:pt x="534" y="418"/>
                  </a:cubicBezTo>
                  <a:cubicBezTo>
                    <a:pt x="465" y="349"/>
                    <a:pt x="321" y="268"/>
                    <a:pt x="231" y="268"/>
                  </a:cubicBezTo>
                  <a:cubicBezTo>
                    <a:pt x="200" y="268"/>
                    <a:pt x="175" y="278"/>
                    <a:pt x="163" y="302"/>
                  </a:cubicBezTo>
                  <a:cubicBezTo>
                    <a:pt x="117" y="395"/>
                    <a:pt x="372" y="603"/>
                    <a:pt x="349" y="742"/>
                  </a:cubicBezTo>
                  <a:cubicBezTo>
                    <a:pt x="302" y="858"/>
                    <a:pt x="534" y="1021"/>
                    <a:pt x="534" y="1183"/>
                  </a:cubicBezTo>
                  <a:cubicBezTo>
                    <a:pt x="534" y="1345"/>
                    <a:pt x="882" y="1438"/>
                    <a:pt x="882" y="1577"/>
                  </a:cubicBezTo>
                  <a:cubicBezTo>
                    <a:pt x="882" y="1646"/>
                    <a:pt x="928" y="1739"/>
                    <a:pt x="974" y="1855"/>
                  </a:cubicBezTo>
                  <a:cubicBezTo>
                    <a:pt x="1252" y="1739"/>
                    <a:pt x="1461" y="1530"/>
                    <a:pt x="1623" y="1438"/>
                  </a:cubicBezTo>
                  <a:cubicBezTo>
                    <a:pt x="1650" y="1426"/>
                    <a:pt x="1674" y="1421"/>
                    <a:pt x="1694" y="1421"/>
                  </a:cubicBezTo>
                  <a:cubicBezTo>
                    <a:pt x="1879" y="1421"/>
                    <a:pt x="1781" y="1864"/>
                    <a:pt x="1739" y="1948"/>
                  </a:cubicBezTo>
                  <a:cubicBezTo>
                    <a:pt x="1716" y="1994"/>
                    <a:pt x="1924" y="2133"/>
                    <a:pt x="2133" y="2226"/>
                  </a:cubicBezTo>
                  <a:cubicBezTo>
                    <a:pt x="2133" y="2110"/>
                    <a:pt x="2156" y="1994"/>
                    <a:pt x="2226" y="1901"/>
                  </a:cubicBezTo>
                  <a:cubicBezTo>
                    <a:pt x="2504" y="1554"/>
                    <a:pt x="2712" y="1021"/>
                    <a:pt x="2550" y="742"/>
                  </a:cubicBezTo>
                  <a:cubicBezTo>
                    <a:pt x="2481" y="603"/>
                    <a:pt x="2272" y="372"/>
                    <a:pt x="2064" y="94"/>
                  </a:cubicBezTo>
                  <a:cubicBezTo>
                    <a:pt x="1994" y="302"/>
                    <a:pt x="1762" y="256"/>
                    <a:pt x="1716" y="349"/>
                  </a:cubicBezTo>
                  <a:cubicBezTo>
                    <a:pt x="1700" y="395"/>
                    <a:pt x="1677" y="410"/>
                    <a:pt x="1650" y="410"/>
                  </a:cubicBezTo>
                  <a:cubicBezTo>
                    <a:pt x="1595" y="410"/>
                    <a:pt x="1523" y="349"/>
                    <a:pt x="1461" y="349"/>
                  </a:cubicBezTo>
                  <a:cubicBezTo>
                    <a:pt x="1458" y="349"/>
                    <a:pt x="1455" y="350"/>
                    <a:pt x="1452" y="350"/>
                  </a:cubicBezTo>
                  <a:cubicBezTo>
                    <a:pt x="1378" y="350"/>
                    <a:pt x="1223" y="93"/>
                    <a:pt x="1067" y="70"/>
                  </a:cubicBezTo>
                  <a:cubicBezTo>
                    <a:pt x="997" y="70"/>
                    <a:pt x="951" y="24"/>
                    <a:pt x="8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59"/>
            <p:cNvSpPr/>
            <p:nvPr/>
          </p:nvSpPr>
          <p:spPr>
            <a:xfrm>
              <a:off x="4955199" y="2755269"/>
              <a:ext cx="238957" cy="169350"/>
            </a:xfrm>
            <a:custGeom>
              <a:avLst/>
              <a:gdLst/>
              <a:ahLst/>
              <a:cxnLst/>
              <a:rect l="l" t="t" r="r" b="b"/>
              <a:pathLst>
                <a:path w="7834" h="5552" extrusionOk="0">
                  <a:moveTo>
                    <a:pt x="5959" y="0"/>
                  </a:moveTo>
                  <a:cubicBezTo>
                    <a:pt x="5752" y="0"/>
                    <a:pt x="5470" y="331"/>
                    <a:pt x="5470" y="488"/>
                  </a:cubicBezTo>
                  <a:cubicBezTo>
                    <a:pt x="5470" y="627"/>
                    <a:pt x="4960" y="581"/>
                    <a:pt x="4960" y="743"/>
                  </a:cubicBezTo>
                  <a:cubicBezTo>
                    <a:pt x="4960" y="796"/>
                    <a:pt x="4892" y="805"/>
                    <a:pt x="4802" y="805"/>
                  </a:cubicBezTo>
                  <a:cubicBezTo>
                    <a:pt x="4757" y="805"/>
                    <a:pt x="4706" y="803"/>
                    <a:pt x="4655" y="803"/>
                  </a:cubicBezTo>
                  <a:cubicBezTo>
                    <a:pt x="4547" y="803"/>
                    <a:pt x="4443" y="814"/>
                    <a:pt x="4404" y="882"/>
                  </a:cubicBezTo>
                  <a:cubicBezTo>
                    <a:pt x="4382" y="926"/>
                    <a:pt x="4352" y="942"/>
                    <a:pt x="4318" y="942"/>
                  </a:cubicBezTo>
                  <a:cubicBezTo>
                    <a:pt x="4206" y="942"/>
                    <a:pt x="4041" y="766"/>
                    <a:pt x="3917" y="766"/>
                  </a:cubicBezTo>
                  <a:cubicBezTo>
                    <a:pt x="3796" y="766"/>
                    <a:pt x="3693" y="591"/>
                    <a:pt x="3546" y="591"/>
                  </a:cubicBezTo>
                  <a:cubicBezTo>
                    <a:pt x="3524" y="591"/>
                    <a:pt x="3501" y="595"/>
                    <a:pt x="3477" y="604"/>
                  </a:cubicBezTo>
                  <a:cubicBezTo>
                    <a:pt x="3435" y="618"/>
                    <a:pt x="3398" y="623"/>
                    <a:pt x="3364" y="623"/>
                  </a:cubicBezTo>
                  <a:cubicBezTo>
                    <a:pt x="3228" y="623"/>
                    <a:pt x="3143" y="534"/>
                    <a:pt x="3013" y="534"/>
                  </a:cubicBezTo>
                  <a:cubicBezTo>
                    <a:pt x="3009" y="534"/>
                    <a:pt x="3004" y="533"/>
                    <a:pt x="3000" y="533"/>
                  </a:cubicBezTo>
                  <a:cubicBezTo>
                    <a:pt x="2879" y="533"/>
                    <a:pt x="2775" y="798"/>
                    <a:pt x="2639" y="798"/>
                  </a:cubicBezTo>
                  <a:cubicBezTo>
                    <a:pt x="2625" y="798"/>
                    <a:pt x="2611" y="796"/>
                    <a:pt x="2596" y="789"/>
                  </a:cubicBezTo>
                  <a:cubicBezTo>
                    <a:pt x="2581" y="784"/>
                    <a:pt x="2567" y="781"/>
                    <a:pt x="2554" y="781"/>
                  </a:cubicBezTo>
                  <a:cubicBezTo>
                    <a:pt x="2396" y="781"/>
                    <a:pt x="2314" y="1130"/>
                    <a:pt x="2272" y="1322"/>
                  </a:cubicBezTo>
                  <a:cubicBezTo>
                    <a:pt x="2202" y="1531"/>
                    <a:pt x="1460" y="1531"/>
                    <a:pt x="1484" y="1763"/>
                  </a:cubicBezTo>
                  <a:cubicBezTo>
                    <a:pt x="1499" y="1931"/>
                    <a:pt x="1312" y="2018"/>
                    <a:pt x="1170" y="2018"/>
                  </a:cubicBezTo>
                  <a:cubicBezTo>
                    <a:pt x="1097" y="2018"/>
                    <a:pt x="1036" y="1995"/>
                    <a:pt x="1020" y="1948"/>
                  </a:cubicBezTo>
                  <a:cubicBezTo>
                    <a:pt x="994" y="1856"/>
                    <a:pt x="894" y="1846"/>
                    <a:pt x="800" y="1846"/>
                  </a:cubicBezTo>
                  <a:cubicBezTo>
                    <a:pt x="772" y="1846"/>
                    <a:pt x="744" y="1847"/>
                    <a:pt x="719" y="1847"/>
                  </a:cubicBezTo>
                  <a:cubicBezTo>
                    <a:pt x="679" y="1847"/>
                    <a:pt x="645" y="1845"/>
                    <a:pt x="626" y="1832"/>
                  </a:cubicBezTo>
                  <a:cubicBezTo>
                    <a:pt x="614" y="1824"/>
                    <a:pt x="599" y="1820"/>
                    <a:pt x="583" y="1820"/>
                  </a:cubicBezTo>
                  <a:cubicBezTo>
                    <a:pt x="500" y="1820"/>
                    <a:pt x="375" y="1914"/>
                    <a:pt x="394" y="2087"/>
                  </a:cubicBezTo>
                  <a:cubicBezTo>
                    <a:pt x="418" y="2319"/>
                    <a:pt x="186" y="2435"/>
                    <a:pt x="163" y="2527"/>
                  </a:cubicBezTo>
                  <a:cubicBezTo>
                    <a:pt x="140" y="2620"/>
                    <a:pt x="24" y="2875"/>
                    <a:pt x="116" y="3014"/>
                  </a:cubicBezTo>
                  <a:cubicBezTo>
                    <a:pt x="186" y="3130"/>
                    <a:pt x="0" y="3338"/>
                    <a:pt x="116" y="3593"/>
                  </a:cubicBezTo>
                  <a:cubicBezTo>
                    <a:pt x="209" y="3825"/>
                    <a:pt x="140" y="4126"/>
                    <a:pt x="186" y="4219"/>
                  </a:cubicBezTo>
                  <a:cubicBezTo>
                    <a:pt x="232" y="4289"/>
                    <a:pt x="649" y="4265"/>
                    <a:pt x="742" y="4497"/>
                  </a:cubicBezTo>
                  <a:cubicBezTo>
                    <a:pt x="812" y="4729"/>
                    <a:pt x="186" y="5146"/>
                    <a:pt x="163" y="5262"/>
                  </a:cubicBezTo>
                  <a:cubicBezTo>
                    <a:pt x="163" y="5332"/>
                    <a:pt x="209" y="5378"/>
                    <a:pt x="279" y="5447"/>
                  </a:cubicBezTo>
                  <a:cubicBezTo>
                    <a:pt x="533" y="5471"/>
                    <a:pt x="835" y="5494"/>
                    <a:pt x="1113" y="5540"/>
                  </a:cubicBezTo>
                  <a:cubicBezTo>
                    <a:pt x="1154" y="5548"/>
                    <a:pt x="1211" y="5551"/>
                    <a:pt x="1282" y="5551"/>
                  </a:cubicBezTo>
                  <a:cubicBezTo>
                    <a:pt x="1859" y="5551"/>
                    <a:pt x="3294" y="5324"/>
                    <a:pt x="3315" y="5262"/>
                  </a:cubicBezTo>
                  <a:cubicBezTo>
                    <a:pt x="3338" y="5216"/>
                    <a:pt x="3245" y="4798"/>
                    <a:pt x="3268" y="4729"/>
                  </a:cubicBezTo>
                  <a:cubicBezTo>
                    <a:pt x="3291" y="4636"/>
                    <a:pt x="3523" y="4451"/>
                    <a:pt x="3708" y="4451"/>
                  </a:cubicBezTo>
                  <a:cubicBezTo>
                    <a:pt x="3789" y="4461"/>
                    <a:pt x="3869" y="4475"/>
                    <a:pt x="3934" y="4475"/>
                  </a:cubicBezTo>
                  <a:cubicBezTo>
                    <a:pt x="4019" y="4475"/>
                    <a:pt x="4079" y="4450"/>
                    <a:pt x="4079" y="4358"/>
                  </a:cubicBezTo>
                  <a:cubicBezTo>
                    <a:pt x="4079" y="4254"/>
                    <a:pt x="4379" y="4124"/>
                    <a:pt x="4549" y="4124"/>
                  </a:cubicBezTo>
                  <a:cubicBezTo>
                    <a:pt x="4605" y="4124"/>
                    <a:pt x="4647" y="4138"/>
                    <a:pt x="4659" y="4173"/>
                  </a:cubicBezTo>
                  <a:cubicBezTo>
                    <a:pt x="4674" y="4218"/>
                    <a:pt x="4703" y="4241"/>
                    <a:pt x="4737" y="4241"/>
                  </a:cubicBezTo>
                  <a:cubicBezTo>
                    <a:pt x="4808" y="4241"/>
                    <a:pt x="4898" y="4138"/>
                    <a:pt x="4914" y="3918"/>
                  </a:cubicBezTo>
                  <a:cubicBezTo>
                    <a:pt x="4937" y="3617"/>
                    <a:pt x="4890" y="3362"/>
                    <a:pt x="5099" y="3338"/>
                  </a:cubicBezTo>
                  <a:cubicBezTo>
                    <a:pt x="5284" y="3338"/>
                    <a:pt x="5470" y="3223"/>
                    <a:pt x="5470" y="3130"/>
                  </a:cubicBezTo>
                  <a:cubicBezTo>
                    <a:pt x="5447" y="3037"/>
                    <a:pt x="5215" y="2829"/>
                    <a:pt x="5284" y="2759"/>
                  </a:cubicBezTo>
                  <a:cubicBezTo>
                    <a:pt x="5292" y="2754"/>
                    <a:pt x="5303" y="2752"/>
                    <a:pt x="5319" y="2752"/>
                  </a:cubicBezTo>
                  <a:cubicBezTo>
                    <a:pt x="5412" y="2752"/>
                    <a:pt x="5641" y="2831"/>
                    <a:pt x="5788" y="2831"/>
                  </a:cubicBezTo>
                  <a:cubicBezTo>
                    <a:pt x="5847" y="2831"/>
                    <a:pt x="5892" y="2818"/>
                    <a:pt x="5910" y="2782"/>
                  </a:cubicBezTo>
                  <a:cubicBezTo>
                    <a:pt x="5956" y="2643"/>
                    <a:pt x="5864" y="2481"/>
                    <a:pt x="5956" y="2342"/>
                  </a:cubicBezTo>
                  <a:cubicBezTo>
                    <a:pt x="6026" y="2226"/>
                    <a:pt x="6235" y="2087"/>
                    <a:pt x="6211" y="1971"/>
                  </a:cubicBezTo>
                  <a:cubicBezTo>
                    <a:pt x="6188" y="1832"/>
                    <a:pt x="6211" y="1763"/>
                    <a:pt x="6119" y="1647"/>
                  </a:cubicBezTo>
                  <a:cubicBezTo>
                    <a:pt x="6003" y="1531"/>
                    <a:pt x="6049" y="1392"/>
                    <a:pt x="6188" y="1369"/>
                  </a:cubicBezTo>
                  <a:cubicBezTo>
                    <a:pt x="6211" y="1369"/>
                    <a:pt x="6235" y="1345"/>
                    <a:pt x="6281" y="1322"/>
                  </a:cubicBezTo>
                  <a:cubicBezTo>
                    <a:pt x="6374" y="1299"/>
                    <a:pt x="6490" y="1276"/>
                    <a:pt x="6559" y="1230"/>
                  </a:cubicBezTo>
                  <a:cubicBezTo>
                    <a:pt x="6710" y="1116"/>
                    <a:pt x="7001" y="1002"/>
                    <a:pt x="7191" y="1002"/>
                  </a:cubicBezTo>
                  <a:cubicBezTo>
                    <a:pt x="7233" y="1002"/>
                    <a:pt x="7271" y="1008"/>
                    <a:pt x="7301" y="1021"/>
                  </a:cubicBezTo>
                  <a:cubicBezTo>
                    <a:pt x="7324" y="1026"/>
                    <a:pt x="7353" y="1028"/>
                    <a:pt x="7385" y="1028"/>
                  </a:cubicBezTo>
                  <a:cubicBezTo>
                    <a:pt x="7515" y="1028"/>
                    <a:pt x="7704" y="984"/>
                    <a:pt x="7834" y="836"/>
                  </a:cubicBezTo>
                  <a:cubicBezTo>
                    <a:pt x="7766" y="802"/>
                    <a:pt x="7686" y="780"/>
                    <a:pt x="7629" y="780"/>
                  </a:cubicBezTo>
                  <a:cubicBezTo>
                    <a:pt x="7609" y="780"/>
                    <a:pt x="7591" y="783"/>
                    <a:pt x="7579" y="789"/>
                  </a:cubicBezTo>
                  <a:cubicBezTo>
                    <a:pt x="7568" y="791"/>
                    <a:pt x="7559" y="792"/>
                    <a:pt x="7551" y="792"/>
                  </a:cubicBezTo>
                  <a:cubicBezTo>
                    <a:pt x="7466" y="792"/>
                    <a:pt x="7474" y="690"/>
                    <a:pt x="7347" y="627"/>
                  </a:cubicBezTo>
                  <a:cubicBezTo>
                    <a:pt x="7339" y="623"/>
                    <a:pt x="7331" y="621"/>
                    <a:pt x="7321" y="621"/>
                  </a:cubicBezTo>
                  <a:cubicBezTo>
                    <a:pt x="7210" y="621"/>
                    <a:pt x="6959" y="851"/>
                    <a:pt x="6768" y="1021"/>
                  </a:cubicBezTo>
                  <a:cubicBezTo>
                    <a:pt x="6675" y="1044"/>
                    <a:pt x="6559" y="1090"/>
                    <a:pt x="6490" y="1114"/>
                  </a:cubicBezTo>
                  <a:cubicBezTo>
                    <a:pt x="6420" y="1137"/>
                    <a:pt x="6362" y="1148"/>
                    <a:pt x="6316" y="1148"/>
                  </a:cubicBezTo>
                  <a:cubicBezTo>
                    <a:pt x="6269" y="1148"/>
                    <a:pt x="6235" y="1137"/>
                    <a:pt x="6211" y="1114"/>
                  </a:cubicBezTo>
                  <a:cubicBezTo>
                    <a:pt x="6072" y="951"/>
                    <a:pt x="6420" y="557"/>
                    <a:pt x="6188" y="465"/>
                  </a:cubicBezTo>
                  <a:cubicBezTo>
                    <a:pt x="5956" y="349"/>
                    <a:pt x="6165" y="24"/>
                    <a:pt x="5980" y="1"/>
                  </a:cubicBezTo>
                  <a:cubicBezTo>
                    <a:pt x="5973" y="0"/>
                    <a:pt x="5966" y="0"/>
                    <a:pt x="5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59"/>
            <p:cNvSpPr/>
            <p:nvPr/>
          </p:nvSpPr>
          <p:spPr>
            <a:xfrm>
              <a:off x="4963678" y="2780738"/>
              <a:ext cx="275712" cy="248870"/>
            </a:xfrm>
            <a:custGeom>
              <a:avLst/>
              <a:gdLst/>
              <a:ahLst/>
              <a:cxnLst/>
              <a:rect l="l" t="t" r="r" b="b"/>
              <a:pathLst>
                <a:path w="9039" h="8159" extrusionOk="0">
                  <a:moveTo>
                    <a:pt x="7579" y="1"/>
                  </a:moveTo>
                  <a:cubicBezTo>
                    <a:pt x="7449" y="149"/>
                    <a:pt x="7245" y="193"/>
                    <a:pt x="7109" y="193"/>
                  </a:cubicBezTo>
                  <a:cubicBezTo>
                    <a:pt x="7075" y="193"/>
                    <a:pt x="7046" y="191"/>
                    <a:pt x="7023" y="186"/>
                  </a:cubicBezTo>
                  <a:cubicBezTo>
                    <a:pt x="6993" y="173"/>
                    <a:pt x="6956" y="167"/>
                    <a:pt x="6915" y="167"/>
                  </a:cubicBezTo>
                  <a:cubicBezTo>
                    <a:pt x="6730" y="167"/>
                    <a:pt x="6451" y="281"/>
                    <a:pt x="6281" y="395"/>
                  </a:cubicBezTo>
                  <a:cubicBezTo>
                    <a:pt x="6212" y="441"/>
                    <a:pt x="6119" y="464"/>
                    <a:pt x="6003" y="487"/>
                  </a:cubicBezTo>
                  <a:cubicBezTo>
                    <a:pt x="5980" y="510"/>
                    <a:pt x="5933" y="534"/>
                    <a:pt x="5910" y="534"/>
                  </a:cubicBezTo>
                  <a:cubicBezTo>
                    <a:pt x="5771" y="534"/>
                    <a:pt x="5725" y="696"/>
                    <a:pt x="5841" y="812"/>
                  </a:cubicBezTo>
                  <a:cubicBezTo>
                    <a:pt x="5957" y="904"/>
                    <a:pt x="5910" y="997"/>
                    <a:pt x="5933" y="1113"/>
                  </a:cubicBezTo>
                  <a:cubicBezTo>
                    <a:pt x="5957" y="1252"/>
                    <a:pt x="5771" y="1391"/>
                    <a:pt x="5678" y="1507"/>
                  </a:cubicBezTo>
                  <a:cubicBezTo>
                    <a:pt x="5609" y="1646"/>
                    <a:pt x="5702" y="1808"/>
                    <a:pt x="5632" y="1947"/>
                  </a:cubicBezTo>
                  <a:cubicBezTo>
                    <a:pt x="5615" y="1981"/>
                    <a:pt x="5575" y="1993"/>
                    <a:pt x="5522" y="1993"/>
                  </a:cubicBezTo>
                  <a:cubicBezTo>
                    <a:pt x="5384" y="1993"/>
                    <a:pt x="5160" y="1911"/>
                    <a:pt x="5056" y="1911"/>
                  </a:cubicBezTo>
                  <a:cubicBezTo>
                    <a:pt x="5033" y="1911"/>
                    <a:pt x="5016" y="1915"/>
                    <a:pt x="5006" y="1924"/>
                  </a:cubicBezTo>
                  <a:cubicBezTo>
                    <a:pt x="4960" y="1994"/>
                    <a:pt x="5169" y="2179"/>
                    <a:pt x="5192" y="2295"/>
                  </a:cubicBezTo>
                  <a:cubicBezTo>
                    <a:pt x="5215" y="2388"/>
                    <a:pt x="5006" y="2503"/>
                    <a:pt x="4821" y="2503"/>
                  </a:cubicBezTo>
                  <a:cubicBezTo>
                    <a:pt x="4636" y="2527"/>
                    <a:pt x="4659" y="2758"/>
                    <a:pt x="4636" y="3083"/>
                  </a:cubicBezTo>
                  <a:cubicBezTo>
                    <a:pt x="4636" y="3303"/>
                    <a:pt x="4539" y="3395"/>
                    <a:pt x="4463" y="3395"/>
                  </a:cubicBezTo>
                  <a:cubicBezTo>
                    <a:pt x="4427" y="3395"/>
                    <a:pt x="4396" y="3375"/>
                    <a:pt x="4381" y="3338"/>
                  </a:cubicBezTo>
                  <a:cubicBezTo>
                    <a:pt x="4369" y="3303"/>
                    <a:pt x="4327" y="3289"/>
                    <a:pt x="4271" y="3289"/>
                  </a:cubicBezTo>
                  <a:cubicBezTo>
                    <a:pt x="4101" y="3289"/>
                    <a:pt x="3801" y="3419"/>
                    <a:pt x="3801" y="3523"/>
                  </a:cubicBezTo>
                  <a:cubicBezTo>
                    <a:pt x="3801" y="3610"/>
                    <a:pt x="3739" y="3633"/>
                    <a:pt x="3641" y="3633"/>
                  </a:cubicBezTo>
                  <a:cubicBezTo>
                    <a:pt x="3582" y="3633"/>
                    <a:pt x="3509" y="3625"/>
                    <a:pt x="3430" y="3616"/>
                  </a:cubicBezTo>
                  <a:cubicBezTo>
                    <a:pt x="3245" y="3616"/>
                    <a:pt x="3013" y="3801"/>
                    <a:pt x="2990" y="3871"/>
                  </a:cubicBezTo>
                  <a:cubicBezTo>
                    <a:pt x="2990" y="3963"/>
                    <a:pt x="3083" y="4357"/>
                    <a:pt x="3037" y="4427"/>
                  </a:cubicBezTo>
                  <a:cubicBezTo>
                    <a:pt x="3016" y="4489"/>
                    <a:pt x="1581" y="4716"/>
                    <a:pt x="1021" y="4716"/>
                  </a:cubicBezTo>
                  <a:cubicBezTo>
                    <a:pt x="952" y="4716"/>
                    <a:pt x="896" y="4713"/>
                    <a:pt x="858" y="4705"/>
                  </a:cubicBezTo>
                  <a:cubicBezTo>
                    <a:pt x="557" y="4659"/>
                    <a:pt x="255" y="4636"/>
                    <a:pt x="1" y="4612"/>
                  </a:cubicBezTo>
                  <a:lnTo>
                    <a:pt x="1" y="4612"/>
                  </a:lnTo>
                  <a:cubicBezTo>
                    <a:pt x="93" y="4705"/>
                    <a:pt x="232" y="4798"/>
                    <a:pt x="255" y="4914"/>
                  </a:cubicBezTo>
                  <a:cubicBezTo>
                    <a:pt x="348" y="5099"/>
                    <a:pt x="557" y="5261"/>
                    <a:pt x="835" y="5377"/>
                  </a:cubicBezTo>
                  <a:cubicBezTo>
                    <a:pt x="1090" y="5493"/>
                    <a:pt x="951" y="5933"/>
                    <a:pt x="1090" y="5980"/>
                  </a:cubicBezTo>
                  <a:cubicBezTo>
                    <a:pt x="1206" y="6026"/>
                    <a:pt x="1391" y="6374"/>
                    <a:pt x="1206" y="6397"/>
                  </a:cubicBezTo>
                  <a:cubicBezTo>
                    <a:pt x="1043" y="6420"/>
                    <a:pt x="881" y="6466"/>
                    <a:pt x="719" y="6536"/>
                  </a:cubicBezTo>
                  <a:cubicBezTo>
                    <a:pt x="557" y="6629"/>
                    <a:pt x="348" y="6837"/>
                    <a:pt x="371" y="7115"/>
                  </a:cubicBezTo>
                  <a:cubicBezTo>
                    <a:pt x="371" y="7138"/>
                    <a:pt x="395" y="7185"/>
                    <a:pt x="395" y="7231"/>
                  </a:cubicBezTo>
                  <a:cubicBezTo>
                    <a:pt x="505" y="7237"/>
                    <a:pt x="619" y="7240"/>
                    <a:pt x="730" y="7240"/>
                  </a:cubicBezTo>
                  <a:cubicBezTo>
                    <a:pt x="1062" y="7240"/>
                    <a:pt x="1362" y="7214"/>
                    <a:pt x="1414" y="7162"/>
                  </a:cubicBezTo>
                  <a:cubicBezTo>
                    <a:pt x="1472" y="7104"/>
                    <a:pt x="1573" y="7065"/>
                    <a:pt x="1670" y="7065"/>
                  </a:cubicBezTo>
                  <a:cubicBezTo>
                    <a:pt x="1729" y="7065"/>
                    <a:pt x="1787" y="7080"/>
                    <a:pt x="1831" y="7115"/>
                  </a:cubicBezTo>
                  <a:cubicBezTo>
                    <a:pt x="1889" y="7150"/>
                    <a:pt x="2057" y="7173"/>
                    <a:pt x="2237" y="7173"/>
                  </a:cubicBezTo>
                  <a:cubicBezTo>
                    <a:pt x="2417" y="7173"/>
                    <a:pt x="2608" y="7150"/>
                    <a:pt x="2712" y="7092"/>
                  </a:cubicBezTo>
                  <a:cubicBezTo>
                    <a:pt x="2787" y="7051"/>
                    <a:pt x="2853" y="7035"/>
                    <a:pt x="2911" y="7035"/>
                  </a:cubicBezTo>
                  <a:cubicBezTo>
                    <a:pt x="3050" y="7035"/>
                    <a:pt x="3136" y="7133"/>
                    <a:pt x="3152" y="7231"/>
                  </a:cubicBezTo>
                  <a:cubicBezTo>
                    <a:pt x="3152" y="7347"/>
                    <a:pt x="3268" y="7417"/>
                    <a:pt x="3407" y="7532"/>
                  </a:cubicBezTo>
                  <a:cubicBezTo>
                    <a:pt x="3523" y="7648"/>
                    <a:pt x="3430" y="7764"/>
                    <a:pt x="3500" y="7903"/>
                  </a:cubicBezTo>
                  <a:cubicBezTo>
                    <a:pt x="3593" y="8019"/>
                    <a:pt x="3755" y="7996"/>
                    <a:pt x="3987" y="8112"/>
                  </a:cubicBezTo>
                  <a:cubicBezTo>
                    <a:pt x="4010" y="8112"/>
                    <a:pt x="4056" y="8135"/>
                    <a:pt x="4079" y="8158"/>
                  </a:cubicBezTo>
                  <a:cubicBezTo>
                    <a:pt x="4079" y="8135"/>
                    <a:pt x="4103" y="8135"/>
                    <a:pt x="4103" y="8112"/>
                  </a:cubicBezTo>
                  <a:cubicBezTo>
                    <a:pt x="4230" y="7984"/>
                    <a:pt x="4260" y="7759"/>
                    <a:pt x="4534" y="7759"/>
                  </a:cubicBezTo>
                  <a:cubicBezTo>
                    <a:pt x="4558" y="7759"/>
                    <a:pt x="4584" y="7760"/>
                    <a:pt x="4612" y="7764"/>
                  </a:cubicBezTo>
                  <a:cubicBezTo>
                    <a:pt x="4691" y="7781"/>
                    <a:pt x="4751" y="7787"/>
                    <a:pt x="4799" y="7787"/>
                  </a:cubicBezTo>
                  <a:cubicBezTo>
                    <a:pt x="4913" y="7787"/>
                    <a:pt x="4960" y="7753"/>
                    <a:pt x="5039" y="7753"/>
                  </a:cubicBezTo>
                  <a:cubicBezTo>
                    <a:pt x="5063" y="7753"/>
                    <a:pt x="5090" y="7756"/>
                    <a:pt x="5122" y="7764"/>
                  </a:cubicBezTo>
                  <a:cubicBezTo>
                    <a:pt x="5164" y="7769"/>
                    <a:pt x="5203" y="7772"/>
                    <a:pt x="5240" y="7772"/>
                  </a:cubicBezTo>
                  <a:cubicBezTo>
                    <a:pt x="5367" y="7772"/>
                    <a:pt x="5462" y="7738"/>
                    <a:pt x="5516" y="7648"/>
                  </a:cubicBezTo>
                  <a:cubicBezTo>
                    <a:pt x="5609" y="7509"/>
                    <a:pt x="5447" y="7254"/>
                    <a:pt x="5331" y="7138"/>
                  </a:cubicBezTo>
                  <a:cubicBezTo>
                    <a:pt x="5238" y="7046"/>
                    <a:pt x="5076" y="6814"/>
                    <a:pt x="5099" y="6582"/>
                  </a:cubicBezTo>
                  <a:cubicBezTo>
                    <a:pt x="5122" y="6374"/>
                    <a:pt x="4751" y="6374"/>
                    <a:pt x="4751" y="6211"/>
                  </a:cubicBezTo>
                  <a:cubicBezTo>
                    <a:pt x="4751" y="6026"/>
                    <a:pt x="5099" y="5748"/>
                    <a:pt x="5169" y="5678"/>
                  </a:cubicBezTo>
                  <a:cubicBezTo>
                    <a:pt x="5174" y="5670"/>
                    <a:pt x="5184" y="5666"/>
                    <a:pt x="5196" y="5666"/>
                  </a:cubicBezTo>
                  <a:cubicBezTo>
                    <a:pt x="5259" y="5666"/>
                    <a:pt x="5399" y="5767"/>
                    <a:pt x="5491" y="5767"/>
                  </a:cubicBezTo>
                  <a:cubicBezTo>
                    <a:pt x="5522" y="5767"/>
                    <a:pt x="5547" y="5756"/>
                    <a:pt x="5563" y="5725"/>
                  </a:cubicBezTo>
                  <a:cubicBezTo>
                    <a:pt x="5591" y="5668"/>
                    <a:pt x="5639" y="5650"/>
                    <a:pt x="5693" y="5650"/>
                  </a:cubicBezTo>
                  <a:cubicBezTo>
                    <a:pt x="5772" y="5650"/>
                    <a:pt x="5865" y="5688"/>
                    <a:pt x="5933" y="5702"/>
                  </a:cubicBezTo>
                  <a:cubicBezTo>
                    <a:pt x="5939" y="5703"/>
                    <a:pt x="5944" y="5703"/>
                    <a:pt x="5950" y="5703"/>
                  </a:cubicBezTo>
                  <a:cubicBezTo>
                    <a:pt x="6064" y="5703"/>
                    <a:pt x="6213" y="5483"/>
                    <a:pt x="6235" y="5284"/>
                  </a:cubicBezTo>
                  <a:cubicBezTo>
                    <a:pt x="6258" y="5099"/>
                    <a:pt x="6629" y="5076"/>
                    <a:pt x="6698" y="5006"/>
                  </a:cubicBezTo>
                  <a:cubicBezTo>
                    <a:pt x="6745" y="4960"/>
                    <a:pt x="6860" y="4520"/>
                    <a:pt x="6907" y="4427"/>
                  </a:cubicBezTo>
                  <a:cubicBezTo>
                    <a:pt x="6953" y="4334"/>
                    <a:pt x="7231" y="4404"/>
                    <a:pt x="7231" y="4172"/>
                  </a:cubicBezTo>
                  <a:cubicBezTo>
                    <a:pt x="7231" y="3940"/>
                    <a:pt x="7370" y="3894"/>
                    <a:pt x="7486" y="3871"/>
                  </a:cubicBezTo>
                  <a:cubicBezTo>
                    <a:pt x="7625" y="3848"/>
                    <a:pt x="7579" y="3639"/>
                    <a:pt x="7602" y="3454"/>
                  </a:cubicBezTo>
                  <a:cubicBezTo>
                    <a:pt x="7625" y="3291"/>
                    <a:pt x="7695" y="3106"/>
                    <a:pt x="7880" y="3060"/>
                  </a:cubicBezTo>
                  <a:cubicBezTo>
                    <a:pt x="8035" y="3016"/>
                    <a:pt x="7832" y="2803"/>
                    <a:pt x="7652" y="2803"/>
                  </a:cubicBezTo>
                  <a:cubicBezTo>
                    <a:pt x="7643" y="2803"/>
                    <a:pt x="7634" y="2804"/>
                    <a:pt x="7625" y="2805"/>
                  </a:cubicBezTo>
                  <a:cubicBezTo>
                    <a:pt x="7617" y="2807"/>
                    <a:pt x="7609" y="2807"/>
                    <a:pt x="7601" y="2807"/>
                  </a:cubicBezTo>
                  <a:cubicBezTo>
                    <a:pt x="7408" y="2807"/>
                    <a:pt x="7301" y="2295"/>
                    <a:pt x="7301" y="2295"/>
                  </a:cubicBezTo>
                  <a:cubicBezTo>
                    <a:pt x="7301" y="2295"/>
                    <a:pt x="7324" y="1855"/>
                    <a:pt x="7208" y="1785"/>
                  </a:cubicBezTo>
                  <a:cubicBezTo>
                    <a:pt x="7092" y="1715"/>
                    <a:pt x="7254" y="1484"/>
                    <a:pt x="7486" y="1484"/>
                  </a:cubicBezTo>
                  <a:cubicBezTo>
                    <a:pt x="7675" y="1484"/>
                    <a:pt x="8002" y="1653"/>
                    <a:pt x="8192" y="1653"/>
                  </a:cubicBezTo>
                  <a:cubicBezTo>
                    <a:pt x="8235" y="1653"/>
                    <a:pt x="8272" y="1644"/>
                    <a:pt x="8297" y="1623"/>
                  </a:cubicBezTo>
                  <a:cubicBezTo>
                    <a:pt x="8459" y="1530"/>
                    <a:pt x="8761" y="1461"/>
                    <a:pt x="8853" y="1414"/>
                  </a:cubicBezTo>
                  <a:cubicBezTo>
                    <a:pt x="8923" y="1391"/>
                    <a:pt x="8993" y="1182"/>
                    <a:pt x="9039" y="1067"/>
                  </a:cubicBezTo>
                  <a:cubicBezTo>
                    <a:pt x="8946" y="1020"/>
                    <a:pt x="8784" y="928"/>
                    <a:pt x="8622" y="858"/>
                  </a:cubicBezTo>
                  <a:cubicBezTo>
                    <a:pt x="8367" y="742"/>
                    <a:pt x="8344" y="510"/>
                    <a:pt x="8344" y="441"/>
                  </a:cubicBezTo>
                  <a:cubicBezTo>
                    <a:pt x="8344" y="371"/>
                    <a:pt x="8042" y="209"/>
                    <a:pt x="7834" y="47"/>
                  </a:cubicBezTo>
                  <a:cubicBezTo>
                    <a:pt x="7811" y="47"/>
                    <a:pt x="7741" y="47"/>
                    <a:pt x="7672" y="70"/>
                  </a:cubicBezTo>
                  <a:cubicBezTo>
                    <a:pt x="7648" y="47"/>
                    <a:pt x="7602" y="24"/>
                    <a:pt x="7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59"/>
            <p:cNvSpPr/>
            <p:nvPr/>
          </p:nvSpPr>
          <p:spPr>
            <a:xfrm>
              <a:off x="5515058" y="3340295"/>
              <a:ext cx="767016" cy="270435"/>
            </a:xfrm>
            <a:custGeom>
              <a:avLst/>
              <a:gdLst/>
              <a:ahLst/>
              <a:cxnLst/>
              <a:rect l="l" t="t" r="r" b="b"/>
              <a:pathLst>
                <a:path w="25146" h="8866" extrusionOk="0">
                  <a:moveTo>
                    <a:pt x="1120" y="2313"/>
                  </a:moveTo>
                  <a:cubicBezTo>
                    <a:pt x="1093" y="2313"/>
                    <a:pt x="1074" y="2324"/>
                    <a:pt x="1066" y="2351"/>
                  </a:cubicBezTo>
                  <a:cubicBezTo>
                    <a:pt x="1047" y="2484"/>
                    <a:pt x="1153" y="2821"/>
                    <a:pt x="1308" y="2821"/>
                  </a:cubicBezTo>
                  <a:cubicBezTo>
                    <a:pt x="1341" y="2821"/>
                    <a:pt x="1377" y="2805"/>
                    <a:pt x="1414" y="2768"/>
                  </a:cubicBezTo>
                  <a:cubicBezTo>
                    <a:pt x="1569" y="2613"/>
                    <a:pt x="1254" y="2313"/>
                    <a:pt x="1120" y="2313"/>
                  </a:cubicBezTo>
                  <a:close/>
                  <a:moveTo>
                    <a:pt x="17909" y="2048"/>
                  </a:moveTo>
                  <a:cubicBezTo>
                    <a:pt x="17859" y="2048"/>
                    <a:pt x="17800" y="2086"/>
                    <a:pt x="17729" y="2189"/>
                  </a:cubicBezTo>
                  <a:cubicBezTo>
                    <a:pt x="17481" y="2527"/>
                    <a:pt x="17783" y="3372"/>
                    <a:pt x="17991" y="3372"/>
                  </a:cubicBezTo>
                  <a:cubicBezTo>
                    <a:pt x="17997" y="3372"/>
                    <a:pt x="18002" y="3372"/>
                    <a:pt x="18007" y="3371"/>
                  </a:cubicBezTo>
                  <a:cubicBezTo>
                    <a:pt x="18188" y="3348"/>
                    <a:pt x="17885" y="2929"/>
                    <a:pt x="18190" y="2929"/>
                  </a:cubicBezTo>
                  <a:cubicBezTo>
                    <a:pt x="18199" y="2929"/>
                    <a:pt x="18207" y="2930"/>
                    <a:pt x="18216" y="2930"/>
                  </a:cubicBezTo>
                  <a:cubicBezTo>
                    <a:pt x="18251" y="2935"/>
                    <a:pt x="18282" y="2937"/>
                    <a:pt x="18308" y="2937"/>
                  </a:cubicBezTo>
                  <a:cubicBezTo>
                    <a:pt x="18557" y="2937"/>
                    <a:pt x="18424" y="2746"/>
                    <a:pt x="18424" y="2536"/>
                  </a:cubicBezTo>
                  <a:cubicBezTo>
                    <a:pt x="18424" y="2435"/>
                    <a:pt x="18363" y="2413"/>
                    <a:pt x="18293" y="2413"/>
                  </a:cubicBezTo>
                  <a:cubicBezTo>
                    <a:pt x="18241" y="2413"/>
                    <a:pt x="18184" y="2426"/>
                    <a:pt x="18146" y="2426"/>
                  </a:cubicBezTo>
                  <a:cubicBezTo>
                    <a:pt x="18118" y="2426"/>
                    <a:pt x="18100" y="2419"/>
                    <a:pt x="18100" y="2397"/>
                  </a:cubicBezTo>
                  <a:cubicBezTo>
                    <a:pt x="18100" y="2313"/>
                    <a:pt x="18039" y="2048"/>
                    <a:pt x="17909" y="2048"/>
                  </a:cubicBezTo>
                  <a:close/>
                  <a:moveTo>
                    <a:pt x="1944" y="3657"/>
                  </a:moveTo>
                  <a:cubicBezTo>
                    <a:pt x="1911" y="3657"/>
                    <a:pt x="1879" y="3681"/>
                    <a:pt x="1854" y="3741"/>
                  </a:cubicBezTo>
                  <a:cubicBezTo>
                    <a:pt x="1834" y="3802"/>
                    <a:pt x="1974" y="4059"/>
                    <a:pt x="2071" y="4059"/>
                  </a:cubicBezTo>
                  <a:cubicBezTo>
                    <a:pt x="2085" y="4059"/>
                    <a:pt x="2098" y="4054"/>
                    <a:pt x="2109" y="4043"/>
                  </a:cubicBezTo>
                  <a:cubicBezTo>
                    <a:pt x="2200" y="3970"/>
                    <a:pt x="2064" y="3657"/>
                    <a:pt x="1944" y="3657"/>
                  </a:cubicBezTo>
                  <a:close/>
                  <a:moveTo>
                    <a:pt x="7024" y="4642"/>
                  </a:moveTo>
                  <a:cubicBezTo>
                    <a:pt x="6912" y="4642"/>
                    <a:pt x="6770" y="4719"/>
                    <a:pt x="6860" y="4854"/>
                  </a:cubicBezTo>
                  <a:cubicBezTo>
                    <a:pt x="6895" y="4917"/>
                    <a:pt x="6935" y="4942"/>
                    <a:pt x="6973" y="4942"/>
                  </a:cubicBezTo>
                  <a:cubicBezTo>
                    <a:pt x="7060" y="4942"/>
                    <a:pt x="7138" y="4812"/>
                    <a:pt x="7138" y="4715"/>
                  </a:cubicBezTo>
                  <a:cubicBezTo>
                    <a:pt x="7138" y="4666"/>
                    <a:pt x="7086" y="4642"/>
                    <a:pt x="7024" y="4642"/>
                  </a:cubicBezTo>
                  <a:close/>
                  <a:moveTo>
                    <a:pt x="17056" y="4819"/>
                  </a:moveTo>
                  <a:cubicBezTo>
                    <a:pt x="16948" y="4819"/>
                    <a:pt x="16872" y="4856"/>
                    <a:pt x="16895" y="4947"/>
                  </a:cubicBezTo>
                  <a:cubicBezTo>
                    <a:pt x="16940" y="5127"/>
                    <a:pt x="17151" y="5249"/>
                    <a:pt x="17332" y="5249"/>
                  </a:cubicBezTo>
                  <a:cubicBezTo>
                    <a:pt x="17429" y="5249"/>
                    <a:pt x="17518" y="5213"/>
                    <a:pt x="17567" y="5132"/>
                  </a:cubicBezTo>
                  <a:cubicBezTo>
                    <a:pt x="17645" y="4976"/>
                    <a:pt x="17281" y="4819"/>
                    <a:pt x="17056" y="4819"/>
                  </a:cubicBezTo>
                  <a:close/>
                  <a:moveTo>
                    <a:pt x="18643" y="4677"/>
                  </a:moveTo>
                  <a:cubicBezTo>
                    <a:pt x="18294" y="4677"/>
                    <a:pt x="17959" y="4778"/>
                    <a:pt x="18007" y="4923"/>
                  </a:cubicBezTo>
                  <a:cubicBezTo>
                    <a:pt x="18047" y="5029"/>
                    <a:pt x="18178" y="5052"/>
                    <a:pt x="18343" y="5052"/>
                  </a:cubicBezTo>
                  <a:cubicBezTo>
                    <a:pt x="18467" y="5052"/>
                    <a:pt x="18610" y="5039"/>
                    <a:pt x="18749" y="5039"/>
                  </a:cubicBezTo>
                  <a:cubicBezTo>
                    <a:pt x="19097" y="5039"/>
                    <a:pt x="19282" y="5271"/>
                    <a:pt x="19444" y="5271"/>
                  </a:cubicBezTo>
                  <a:cubicBezTo>
                    <a:pt x="19630" y="5271"/>
                    <a:pt x="19514" y="4854"/>
                    <a:pt x="19073" y="4738"/>
                  </a:cubicBezTo>
                  <a:cubicBezTo>
                    <a:pt x="18948" y="4696"/>
                    <a:pt x="18794" y="4677"/>
                    <a:pt x="18643" y="4677"/>
                  </a:cubicBezTo>
                  <a:close/>
                  <a:moveTo>
                    <a:pt x="11830" y="724"/>
                  </a:moveTo>
                  <a:cubicBezTo>
                    <a:pt x="11549" y="724"/>
                    <a:pt x="11205" y="763"/>
                    <a:pt x="11240" y="1076"/>
                  </a:cubicBezTo>
                  <a:cubicBezTo>
                    <a:pt x="11263" y="1493"/>
                    <a:pt x="10869" y="1331"/>
                    <a:pt x="10916" y="1563"/>
                  </a:cubicBezTo>
                  <a:cubicBezTo>
                    <a:pt x="10939" y="1795"/>
                    <a:pt x="10707" y="1795"/>
                    <a:pt x="10753" y="2073"/>
                  </a:cubicBezTo>
                  <a:cubicBezTo>
                    <a:pt x="10777" y="2374"/>
                    <a:pt x="10591" y="2235"/>
                    <a:pt x="10267" y="2397"/>
                  </a:cubicBezTo>
                  <a:cubicBezTo>
                    <a:pt x="10188" y="2436"/>
                    <a:pt x="10137" y="2451"/>
                    <a:pt x="10100" y="2451"/>
                  </a:cubicBezTo>
                  <a:cubicBezTo>
                    <a:pt x="9982" y="2451"/>
                    <a:pt x="10003" y="2305"/>
                    <a:pt x="9757" y="2305"/>
                  </a:cubicBezTo>
                  <a:cubicBezTo>
                    <a:pt x="9432" y="2305"/>
                    <a:pt x="9386" y="2467"/>
                    <a:pt x="9201" y="2536"/>
                  </a:cubicBezTo>
                  <a:cubicBezTo>
                    <a:pt x="9139" y="2560"/>
                    <a:pt x="9054" y="2565"/>
                    <a:pt x="8963" y="2565"/>
                  </a:cubicBezTo>
                  <a:cubicBezTo>
                    <a:pt x="8890" y="2565"/>
                    <a:pt x="8814" y="2561"/>
                    <a:pt x="8742" y="2561"/>
                  </a:cubicBezTo>
                  <a:cubicBezTo>
                    <a:pt x="8634" y="2561"/>
                    <a:pt x="8538" y="2569"/>
                    <a:pt x="8482" y="2606"/>
                  </a:cubicBezTo>
                  <a:cubicBezTo>
                    <a:pt x="8468" y="2617"/>
                    <a:pt x="8452" y="2623"/>
                    <a:pt x="8435" y="2623"/>
                  </a:cubicBezTo>
                  <a:cubicBezTo>
                    <a:pt x="8316" y="2623"/>
                    <a:pt x="8143" y="2374"/>
                    <a:pt x="8042" y="2374"/>
                  </a:cubicBezTo>
                  <a:cubicBezTo>
                    <a:pt x="7972" y="2374"/>
                    <a:pt x="7926" y="2189"/>
                    <a:pt x="7880" y="2026"/>
                  </a:cubicBezTo>
                  <a:cubicBezTo>
                    <a:pt x="7864" y="2026"/>
                    <a:pt x="7849" y="2016"/>
                    <a:pt x="7833" y="2016"/>
                  </a:cubicBezTo>
                  <a:cubicBezTo>
                    <a:pt x="7826" y="2016"/>
                    <a:pt x="7818" y="2019"/>
                    <a:pt x="7810" y="2026"/>
                  </a:cubicBezTo>
                  <a:cubicBezTo>
                    <a:pt x="7602" y="2026"/>
                    <a:pt x="7254" y="2583"/>
                    <a:pt x="7463" y="2768"/>
                  </a:cubicBezTo>
                  <a:cubicBezTo>
                    <a:pt x="7694" y="3000"/>
                    <a:pt x="7625" y="3347"/>
                    <a:pt x="7741" y="3533"/>
                  </a:cubicBezTo>
                  <a:cubicBezTo>
                    <a:pt x="7857" y="3718"/>
                    <a:pt x="8204" y="3741"/>
                    <a:pt x="8204" y="4089"/>
                  </a:cubicBezTo>
                  <a:cubicBezTo>
                    <a:pt x="8204" y="4377"/>
                    <a:pt x="8460" y="4830"/>
                    <a:pt x="8664" y="4830"/>
                  </a:cubicBezTo>
                  <a:cubicBezTo>
                    <a:pt x="8689" y="4830"/>
                    <a:pt x="8714" y="4823"/>
                    <a:pt x="8737" y="4808"/>
                  </a:cubicBezTo>
                  <a:cubicBezTo>
                    <a:pt x="8786" y="4775"/>
                    <a:pt x="8832" y="4762"/>
                    <a:pt x="8874" y="4762"/>
                  </a:cubicBezTo>
                  <a:cubicBezTo>
                    <a:pt x="9015" y="4762"/>
                    <a:pt x="9119" y="4909"/>
                    <a:pt x="9154" y="5016"/>
                  </a:cubicBezTo>
                  <a:cubicBezTo>
                    <a:pt x="9170" y="5046"/>
                    <a:pt x="9206" y="5058"/>
                    <a:pt x="9255" y="5058"/>
                  </a:cubicBezTo>
                  <a:cubicBezTo>
                    <a:pt x="9411" y="5058"/>
                    <a:pt x="9697" y="4941"/>
                    <a:pt x="9847" y="4941"/>
                  </a:cubicBezTo>
                  <a:cubicBezTo>
                    <a:pt x="9866" y="4941"/>
                    <a:pt x="9882" y="4943"/>
                    <a:pt x="9896" y="4947"/>
                  </a:cubicBezTo>
                  <a:cubicBezTo>
                    <a:pt x="10058" y="4970"/>
                    <a:pt x="10545" y="5062"/>
                    <a:pt x="10591" y="5271"/>
                  </a:cubicBezTo>
                  <a:cubicBezTo>
                    <a:pt x="10598" y="5324"/>
                    <a:pt x="10640" y="5345"/>
                    <a:pt x="10705" y="5345"/>
                  </a:cubicBezTo>
                  <a:cubicBezTo>
                    <a:pt x="10866" y="5345"/>
                    <a:pt x="11164" y="5215"/>
                    <a:pt x="11379" y="5132"/>
                  </a:cubicBezTo>
                  <a:cubicBezTo>
                    <a:pt x="11680" y="5016"/>
                    <a:pt x="11495" y="4112"/>
                    <a:pt x="11796" y="3927"/>
                  </a:cubicBezTo>
                  <a:cubicBezTo>
                    <a:pt x="12098" y="3741"/>
                    <a:pt x="12144" y="3394"/>
                    <a:pt x="12121" y="3093"/>
                  </a:cubicBezTo>
                  <a:cubicBezTo>
                    <a:pt x="12098" y="2768"/>
                    <a:pt x="12839" y="2745"/>
                    <a:pt x="12932" y="2606"/>
                  </a:cubicBezTo>
                  <a:cubicBezTo>
                    <a:pt x="13048" y="2490"/>
                    <a:pt x="12770" y="2281"/>
                    <a:pt x="12561" y="2166"/>
                  </a:cubicBezTo>
                  <a:cubicBezTo>
                    <a:pt x="12353" y="2073"/>
                    <a:pt x="12538" y="1864"/>
                    <a:pt x="12399" y="1748"/>
                  </a:cubicBezTo>
                  <a:cubicBezTo>
                    <a:pt x="12260" y="1609"/>
                    <a:pt x="12005" y="1262"/>
                    <a:pt x="12214" y="1262"/>
                  </a:cubicBezTo>
                  <a:cubicBezTo>
                    <a:pt x="12422" y="1239"/>
                    <a:pt x="12074" y="960"/>
                    <a:pt x="12260" y="845"/>
                  </a:cubicBezTo>
                  <a:lnTo>
                    <a:pt x="12329" y="821"/>
                  </a:lnTo>
                  <a:cubicBezTo>
                    <a:pt x="12214" y="752"/>
                    <a:pt x="12121" y="729"/>
                    <a:pt x="12074" y="729"/>
                  </a:cubicBezTo>
                  <a:cubicBezTo>
                    <a:pt x="12011" y="729"/>
                    <a:pt x="11924" y="724"/>
                    <a:pt x="11830" y="724"/>
                  </a:cubicBezTo>
                  <a:close/>
                  <a:moveTo>
                    <a:pt x="16368" y="2242"/>
                  </a:moveTo>
                  <a:cubicBezTo>
                    <a:pt x="16278" y="2242"/>
                    <a:pt x="15983" y="2443"/>
                    <a:pt x="15782" y="2560"/>
                  </a:cubicBezTo>
                  <a:cubicBezTo>
                    <a:pt x="15699" y="2615"/>
                    <a:pt x="15575" y="2638"/>
                    <a:pt x="15433" y="2638"/>
                  </a:cubicBezTo>
                  <a:cubicBezTo>
                    <a:pt x="15103" y="2638"/>
                    <a:pt x="14674" y="2518"/>
                    <a:pt x="14415" y="2420"/>
                  </a:cubicBezTo>
                  <a:cubicBezTo>
                    <a:pt x="14363" y="2404"/>
                    <a:pt x="14318" y="2397"/>
                    <a:pt x="14279" y="2397"/>
                  </a:cubicBezTo>
                  <a:cubicBezTo>
                    <a:pt x="14044" y="2397"/>
                    <a:pt x="14022" y="2659"/>
                    <a:pt x="13743" y="2699"/>
                  </a:cubicBezTo>
                  <a:cubicBezTo>
                    <a:pt x="13442" y="2745"/>
                    <a:pt x="13511" y="3417"/>
                    <a:pt x="13372" y="3510"/>
                  </a:cubicBezTo>
                  <a:cubicBezTo>
                    <a:pt x="13210" y="3579"/>
                    <a:pt x="13210" y="4089"/>
                    <a:pt x="12932" y="4553"/>
                  </a:cubicBezTo>
                  <a:cubicBezTo>
                    <a:pt x="12631" y="5016"/>
                    <a:pt x="13025" y="5086"/>
                    <a:pt x="13256" y="5109"/>
                  </a:cubicBezTo>
                  <a:cubicBezTo>
                    <a:pt x="13511" y="5109"/>
                    <a:pt x="13465" y="5480"/>
                    <a:pt x="13419" y="5688"/>
                  </a:cubicBezTo>
                  <a:cubicBezTo>
                    <a:pt x="13375" y="5883"/>
                    <a:pt x="13292" y="6321"/>
                    <a:pt x="13451" y="6321"/>
                  </a:cubicBezTo>
                  <a:cubicBezTo>
                    <a:pt x="13462" y="6321"/>
                    <a:pt x="13474" y="6318"/>
                    <a:pt x="13488" y="6314"/>
                  </a:cubicBezTo>
                  <a:cubicBezTo>
                    <a:pt x="13743" y="6221"/>
                    <a:pt x="13905" y="5897"/>
                    <a:pt x="13766" y="5781"/>
                  </a:cubicBezTo>
                  <a:cubicBezTo>
                    <a:pt x="13627" y="5665"/>
                    <a:pt x="13627" y="4947"/>
                    <a:pt x="13697" y="4784"/>
                  </a:cubicBezTo>
                  <a:cubicBezTo>
                    <a:pt x="13719" y="4725"/>
                    <a:pt x="13779" y="4699"/>
                    <a:pt x="13845" y="4699"/>
                  </a:cubicBezTo>
                  <a:cubicBezTo>
                    <a:pt x="13988" y="4699"/>
                    <a:pt x="14162" y="4819"/>
                    <a:pt x="14068" y="4993"/>
                  </a:cubicBezTo>
                  <a:cubicBezTo>
                    <a:pt x="13905" y="5271"/>
                    <a:pt x="14346" y="5248"/>
                    <a:pt x="14346" y="5549"/>
                  </a:cubicBezTo>
                  <a:cubicBezTo>
                    <a:pt x="14346" y="5682"/>
                    <a:pt x="14391" y="5725"/>
                    <a:pt x="14464" y="5725"/>
                  </a:cubicBezTo>
                  <a:cubicBezTo>
                    <a:pt x="14555" y="5725"/>
                    <a:pt x="14690" y="5657"/>
                    <a:pt x="14832" y="5619"/>
                  </a:cubicBezTo>
                  <a:cubicBezTo>
                    <a:pt x="15087" y="5526"/>
                    <a:pt x="15041" y="5387"/>
                    <a:pt x="14879" y="5201"/>
                  </a:cubicBezTo>
                  <a:cubicBezTo>
                    <a:pt x="14693" y="4993"/>
                    <a:pt x="14995" y="4738"/>
                    <a:pt x="14763" y="4576"/>
                  </a:cubicBezTo>
                  <a:cubicBezTo>
                    <a:pt x="14508" y="4414"/>
                    <a:pt x="14346" y="4159"/>
                    <a:pt x="14577" y="4112"/>
                  </a:cubicBezTo>
                  <a:cubicBezTo>
                    <a:pt x="14809" y="4066"/>
                    <a:pt x="15481" y="3672"/>
                    <a:pt x="15389" y="3510"/>
                  </a:cubicBezTo>
                  <a:cubicBezTo>
                    <a:pt x="15372" y="3470"/>
                    <a:pt x="15303" y="3453"/>
                    <a:pt x="15207" y="3453"/>
                  </a:cubicBezTo>
                  <a:cubicBezTo>
                    <a:pt x="14908" y="3453"/>
                    <a:pt x="14346" y="3624"/>
                    <a:pt x="14276" y="3834"/>
                  </a:cubicBezTo>
                  <a:cubicBezTo>
                    <a:pt x="14258" y="3914"/>
                    <a:pt x="14197" y="3950"/>
                    <a:pt x="14118" y="3950"/>
                  </a:cubicBezTo>
                  <a:cubicBezTo>
                    <a:pt x="13902" y="3950"/>
                    <a:pt x="13553" y="3676"/>
                    <a:pt x="13604" y="3301"/>
                  </a:cubicBezTo>
                  <a:cubicBezTo>
                    <a:pt x="13668" y="2967"/>
                    <a:pt x="14311" y="2818"/>
                    <a:pt x="14836" y="2818"/>
                  </a:cubicBezTo>
                  <a:cubicBezTo>
                    <a:pt x="15074" y="2818"/>
                    <a:pt x="15288" y="2849"/>
                    <a:pt x="15412" y="2907"/>
                  </a:cubicBezTo>
                  <a:cubicBezTo>
                    <a:pt x="15474" y="2937"/>
                    <a:pt x="15538" y="2950"/>
                    <a:pt x="15600" y="2950"/>
                  </a:cubicBezTo>
                  <a:cubicBezTo>
                    <a:pt x="15931" y="2950"/>
                    <a:pt x="16245" y="2585"/>
                    <a:pt x="16362" y="2351"/>
                  </a:cubicBezTo>
                  <a:cubicBezTo>
                    <a:pt x="16407" y="2273"/>
                    <a:pt x="16404" y="2242"/>
                    <a:pt x="16368" y="2242"/>
                  </a:cubicBezTo>
                  <a:close/>
                  <a:moveTo>
                    <a:pt x="204" y="0"/>
                  </a:moveTo>
                  <a:cubicBezTo>
                    <a:pt x="178" y="0"/>
                    <a:pt x="157" y="16"/>
                    <a:pt x="139" y="57"/>
                  </a:cubicBezTo>
                  <a:cubicBezTo>
                    <a:pt x="0" y="335"/>
                    <a:pt x="603" y="960"/>
                    <a:pt x="881" y="1123"/>
                  </a:cubicBezTo>
                  <a:cubicBezTo>
                    <a:pt x="1159" y="1285"/>
                    <a:pt x="1298" y="1864"/>
                    <a:pt x="1622" y="1887"/>
                  </a:cubicBezTo>
                  <a:cubicBezTo>
                    <a:pt x="1947" y="1934"/>
                    <a:pt x="1993" y="2954"/>
                    <a:pt x="2225" y="3000"/>
                  </a:cubicBezTo>
                  <a:cubicBezTo>
                    <a:pt x="2457" y="3046"/>
                    <a:pt x="2990" y="3834"/>
                    <a:pt x="3059" y="4251"/>
                  </a:cubicBezTo>
                  <a:cubicBezTo>
                    <a:pt x="3152" y="4668"/>
                    <a:pt x="3685" y="4877"/>
                    <a:pt x="3847" y="5178"/>
                  </a:cubicBezTo>
                  <a:cubicBezTo>
                    <a:pt x="4033" y="5503"/>
                    <a:pt x="4751" y="5920"/>
                    <a:pt x="4844" y="6036"/>
                  </a:cubicBezTo>
                  <a:cubicBezTo>
                    <a:pt x="4919" y="6148"/>
                    <a:pt x="4994" y="6352"/>
                    <a:pt x="5069" y="6352"/>
                  </a:cubicBezTo>
                  <a:cubicBezTo>
                    <a:pt x="5087" y="6352"/>
                    <a:pt x="5104" y="6340"/>
                    <a:pt x="5122" y="6314"/>
                  </a:cubicBezTo>
                  <a:cubicBezTo>
                    <a:pt x="5144" y="6269"/>
                    <a:pt x="5196" y="6253"/>
                    <a:pt x="5262" y="6253"/>
                  </a:cubicBezTo>
                  <a:cubicBezTo>
                    <a:pt x="5398" y="6253"/>
                    <a:pt x="5592" y="6321"/>
                    <a:pt x="5701" y="6337"/>
                  </a:cubicBezTo>
                  <a:cubicBezTo>
                    <a:pt x="5864" y="6337"/>
                    <a:pt x="5910" y="5758"/>
                    <a:pt x="5887" y="5526"/>
                  </a:cubicBezTo>
                  <a:cubicBezTo>
                    <a:pt x="5864" y="5294"/>
                    <a:pt x="5956" y="5062"/>
                    <a:pt x="5956" y="4970"/>
                  </a:cubicBezTo>
                  <a:cubicBezTo>
                    <a:pt x="5956" y="4873"/>
                    <a:pt x="6021" y="4825"/>
                    <a:pt x="6123" y="4825"/>
                  </a:cubicBezTo>
                  <a:cubicBezTo>
                    <a:pt x="6143" y="4825"/>
                    <a:pt x="6165" y="4827"/>
                    <a:pt x="6188" y="4831"/>
                  </a:cubicBezTo>
                  <a:cubicBezTo>
                    <a:pt x="6193" y="4831"/>
                    <a:pt x="6197" y="4832"/>
                    <a:pt x="6202" y="4832"/>
                  </a:cubicBezTo>
                  <a:cubicBezTo>
                    <a:pt x="6327" y="4832"/>
                    <a:pt x="6323" y="4528"/>
                    <a:pt x="6211" y="4483"/>
                  </a:cubicBezTo>
                  <a:cubicBezTo>
                    <a:pt x="6095" y="4460"/>
                    <a:pt x="6026" y="4066"/>
                    <a:pt x="5748" y="4066"/>
                  </a:cubicBezTo>
                  <a:cubicBezTo>
                    <a:pt x="5470" y="4066"/>
                    <a:pt x="5539" y="4274"/>
                    <a:pt x="5701" y="4298"/>
                  </a:cubicBezTo>
                  <a:cubicBezTo>
                    <a:pt x="5864" y="4321"/>
                    <a:pt x="5956" y="4437"/>
                    <a:pt x="5910" y="4553"/>
                  </a:cubicBezTo>
                  <a:cubicBezTo>
                    <a:pt x="5901" y="4576"/>
                    <a:pt x="5890" y="4585"/>
                    <a:pt x="5878" y="4585"/>
                  </a:cubicBezTo>
                  <a:cubicBezTo>
                    <a:pt x="5832" y="4585"/>
                    <a:pt x="5757" y="4458"/>
                    <a:pt x="5595" y="4458"/>
                  </a:cubicBezTo>
                  <a:cubicBezTo>
                    <a:pt x="5584" y="4458"/>
                    <a:pt x="5573" y="4459"/>
                    <a:pt x="5562" y="4460"/>
                  </a:cubicBezTo>
                  <a:cubicBezTo>
                    <a:pt x="5554" y="4461"/>
                    <a:pt x="5546" y="4461"/>
                    <a:pt x="5538" y="4461"/>
                  </a:cubicBezTo>
                  <a:cubicBezTo>
                    <a:pt x="5342" y="4461"/>
                    <a:pt x="5483" y="4181"/>
                    <a:pt x="5238" y="4159"/>
                  </a:cubicBezTo>
                  <a:cubicBezTo>
                    <a:pt x="4960" y="4159"/>
                    <a:pt x="5029" y="3695"/>
                    <a:pt x="4751" y="3695"/>
                  </a:cubicBezTo>
                  <a:cubicBezTo>
                    <a:pt x="4473" y="3695"/>
                    <a:pt x="4450" y="3463"/>
                    <a:pt x="4635" y="3301"/>
                  </a:cubicBezTo>
                  <a:cubicBezTo>
                    <a:pt x="4797" y="3139"/>
                    <a:pt x="4357" y="3000"/>
                    <a:pt x="4357" y="2791"/>
                  </a:cubicBezTo>
                  <a:cubicBezTo>
                    <a:pt x="4357" y="2606"/>
                    <a:pt x="4056" y="2722"/>
                    <a:pt x="4056" y="2560"/>
                  </a:cubicBezTo>
                  <a:cubicBezTo>
                    <a:pt x="4056" y="2397"/>
                    <a:pt x="3940" y="2467"/>
                    <a:pt x="3801" y="2281"/>
                  </a:cubicBezTo>
                  <a:cubicBezTo>
                    <a:pt x="3729" y="2188"/>
                    <a:pt x="3679" y="2174"/>
                    <a:pt x="3634" y="2174"/>
                  </a:cubicBezTo>
                  <a:cubicBezTo>
                    <a:pt x="3614" y="2174"/>
                    <a:pt x="3594" y="2177"/>
                    <a:pt x="3574" y="2177"/>
                  </a:cubicBezTo>
                  <a:cubicBezTo>
                    <a:pt x="3539" y="2177"/>
                    <a:pt x="3502" y="2168"/>
                    <a:pt x="3453" y="2119"/>
                  </a:cubicBezTo>
                  <a:cubicBezTo>
                    <a:pt x="3339" y="2005"/>
                    <a:pt x="3209" y="1922"/>
                    <a:pt x="3102" y="1922"/>
                  </a:cubicBezTo>
                  <a:cubicBezTo>
                    <a:pt x="3079" y="1922"/>
                    <a:pt x="3057" y="1926"/>
                    <a:pt x="3036" y="1934"/>
                  </a:cubicBezTo>
                  <a:cubicBezTo>
                    <a:pt x="3027" y="1938"/>
                    <a:pt x="3017" y="1939"/>
                    <a:pt x="3006" y="1939"/>
                  </a:cubicBezTo>
                  <a:cubicBezTo>
                    <a:pt x="2880" y="1939"/>
                    <a:pt x="2658" y="1705"/>
                    <a:pt x="2573" y="1470"/>
                  </a:cubicBezTo>
                  <a:cubicBezTo>
                    <a:pt x="2480" y="1262"/>
                    <a:pt x="1738" y="914"/>
                    <a:pt x="1646" y="636"/>
                  </a:cubicBezTo>
                  <a:cubicBezTo>
                    <a:pt x="1553" y="381"/>
                    <a:pt x="1275" y="265"/>
                    <a:pt x="858" y="265"/>
                  </a:cubicBezTo>
                  <a:cubicBezTo>
                    <a:pt x="846" y="266"/>
                    <a:pt x="835" y="266"/>
                    <a:pt x="824" y="266"/>
                  </a:cubicBezTo>
                  <a:cubicBezTo>
                    <a:pt x="490" y="266"/>
                    <a:pt x="309" y="0"/>
                    <a:pt x="204" y="0"/>
                  </a:cubicBezTo>
                  <a:close/>
                  <a:moveTo>
                    <a:pt x="6362" y="6369"/>
                  </a:moveTo>
                  <a:cubicBezTo>
                    <a:pt x="6175" y="6369"/>
                    <a:pt x="6016" y="6411"/>
                    <a:pt x="5956" y="6522"/>
                  </a:cubicBezTo>
                  <a:cubicBezTo>
                    <a:pt x="5771" y="6824"/>
                    <a:pt x="5609" y="6569"/>
                    <a:pt x="5701" y="6847"/>
                  </a:cubicBezTo>
                  <a:cubicBezTo>
                    <a:pt x="5724" y="6940"/>
                    <a:pt x="5788" y="6963"/>
                    <a:pt x="5864" y="6963"/>
                  </a:cubicBezTo>
                  <a:cubicBezTo>
                    <a:pt x="5939" y="6963"/>
                    <a:pt x="6026" y="6940"/>
                    <a:pt x="6095" y="6940"/>
                  </a:cubicBezTo>
                  <a:cubicBezTo>
                    <a:pt x="6234" y="6940"/>
                    <a:pt x="6165" y="7195"/>
                    <a:pt x="6373" y="7241"/>
                  </a:cubicBezTo>
                  <a:cubicBezTo>
                    <a:pt x="6526" y="7258"/>
                    <a:pt x="6939" y="7362"/>
                    <a:pt x="7177" y="7362"/>
                  </a:cubicBezTo>
                  <a:cubicBezTo>
                    <a:pt x="7264" y="7362"/>
                    <a:pt x="7328" y="7348"/>
                    <a:pt x="7347" y="7310"/>
                  </a:cubicBezTo>
                  <a:cubicBezTo>
                    <a:pt x="7366" y="7273"/>
                    <a:pt x="7427" y="7255"/>
                    <a:pt x="7513" y="7255"/>
                  </a:cubicBezTo>
                  <a:cubicBezTo>
                    <a:pt x="7745" y="7255"/>
                    <a:pt x="8153" y="7380"/>
                    <a:pt x="8390" y="7565"/>
                  </a:cubicBezTo>
                  <a:cubicBezTo>
                    <a:pt x="8631" y="7755"/>
                    <a:pt x="9103" y="7816"/>
                    <a:pt x="9443" y="7816"/>
                  </a:cubicBezTo>
                  <a:cubicBezTo>
                    <a:pt x="9561" y="7816"/>
                    <a:pt x="9662" y="7809"/>
                    <a:pt x="9734" y="7797"/>
                  </a:cubicBezTo>
                  <a:cubicBezTo>
                    <a:pt x="9762" y="7793"/>
                    <a:pt x="9791" y="7791"/>
                    <a:pt x="9819" y="7791"/>
                  </a:cubicBezTo>
                  <a:cubicBezTo>
                    <a:pt x="10013" y="7791"/>
                    <a:pt x="10208" y="7879"/>
                    <a:pt x="10343" y="7879"/>
                  </a:cubicBezTo>
                  <a:cubicBezTo>
                    <a:pt x="10399" y="7879"/>
                    <a:pt x="10445" y="7864"/>
                    <a:pt x="10475" y="7820"/>
                  </a:cubicBezTo>
                  <a:cubicBezTo>
                    <a:pt x="10494" y="7794"/>
                    <a:pt x="10516" y="7783"/>
                    <a:pt x="10540" y="7783"/>
                  </a:cubicBezTo>
                  <a:cubicBezTo>
                    <a:pt x="10628" y="7783"/>
                    <a:pt x="10751" y="7925"/>
                    <a:pt x="10915" y="7925"/>
                  </a:cubicBezTo>
                  <a:cubicBezTo>
                    <a:pt x="10978" y="7925"/>
                    <a:pt x="11048" y="7903"/>
                    <a:pt x="11124" y="7843"/>
                  </a:cubicBezTo>
                  <a:cubicBezTo>
                    <a:pt x="11449" y="7612"/>
                    <a:pt x="10591" y="7704"/>
                    <a:pt x="10568" y="7519"/>
                  </a:cubicBezTo>
                  <a:cubicBezTo>
                    <a:pt x="10558" y="7426"/>
                    <a:pt x="10427" y="7411"/>
                    <a:pt x="10259" y="7411"/>
                  </a:cubicBezTo>
                  <a:cubicBezTo>
                    <a:pt x="10183" y="7411"/>
                    <a:pt x="10098" y="7414"/>
                    <a:pt x="10013" y="7414"/>
                  </a:cubicBezTo>
                  <a:cubicBezTo>
                    <a:pt x="9868" y="7414"/>
                    <a:pt x="9723" y="7405"/>
                    <a:pt x="9618" y="7357"/>
                  </a:cubicBezTo>
                  <a:cubicBezTo>
                    <a:pt x="9317" y="7241"/>
                    <a:pt x="9966" y="7125"/>
                    <a:pt x="10174" y="6986"/>
                  </a:cubicBezTo>
                  <a:cubicBezTo>
                    <a:pt x="10287" y="6923"/>
                    <a:pt x="10237" y="6881"/>
                    <a:pt x="10087" y="6881"/>
                  </a:cubicBezTo>
                  <a:cubicBezTo>
                    <a:pt x="9959" y="6881"/>
                    <a:pt x="9759" y="6911"/>
                    <a:pt x="9525" y="6986"/>
                  </a:cubicBezTo>
                  <a:cubicBezTo>
                    <a:pt x="9453" y="7008"/>
                    <a:pt x="9379" y="7017"/>
                    <a:pt x="9306" y="7017"/>
                  </a:cubicBezTo>
                  <a:cubicBezTo>
                    <a:pt x="8943" y="7017"/>
                    <a:pt x="8596" y="6788"/>
                    <a:pt x="8455" y="6788"/>
                  </a:cubicBezTo>
                  <a:cubicBezTo>
                    <a:pt x="8417" y="6788"/>
                    <a:pt x="8394" y="6804"/>
                    <a:pt x="8390" y="6847"/>
                  </a:cubicBezTo>
                  <a:cubicBezTo>
                    <a:pt x="8384" y="6904"/>
                    <a:pt x="8324" y="6928"/>
                    <a:pt x="8233" y="6928"/>
                  </a:cubicBezTo>
                  <a:cubicBezTo>
                    <a:pt x="7959" y="6928"/>
                    <a:pt x="7405" y="6714"/>
                    <a:pt x="7231" y="6592"/>
                  </a:cubicBezTo>
                  <a:cubicBezTo>
                    <a:pt x="7085" y="6490"/>
                    <a:pt x="6682" y="6369"/>
                    <a:pt x="6362" y="6369"/>
                  </a:cubicBezTo>
                  <a:close/>
                  <a:moveTo>
                    <a:pt x="15494" y="7671"/>
                  </a:moveTo>
                  <a:cubicBezTo>
                    <a:pt x="15207" y="7671"/>
                    <a:pt x="14984" y="7820"/>
                    <a:pt x="14714" y="7820"/>
                  </a:cubicBezTo>
                  <a:cubicBezTo>
                    <a:pt x="14635" y="7820"/>
                    <a:pt x="14552" y="7807"/>
                    <a:pt x="14462" y="7774"/>
                  </a:cubicBezTo>
                  <a:cubicBezTo>
                    <a:pt x="14333" y="7726"/>
                    <a:pt x="14186" y="7707"/>
                    <a:pt x="14044" y="7707"/>
                  </a:cubicBezTo>
                  <a:cubicBezTo>
                    <a:pt x="13703" y="7707"/>
                    <a:pt x="13393" y="7821"/>
                    <a:pt x="13442" y="7936"/>
                  </a:cubicBezTo>
                  <a:cubicBezTo>
                    <a:pt x="13511" y="8052"/>
                    <a:pt x="13905" y="8075"/>
                    <a:pt x="14346" y="8098"/>
                  </a:cubicBezTo>
                  <a:cubicBezTo>
                    <a:pt x="14763" y="8098"/>
                    <a:pt x="15157" y="7867"/>
                    <a:pt x="15458" y="7843"/>
                  </a:cubicBezTo>
                  <a:cubicBezTo>
                    <a:pt x="15736" y="7843"/>
                    <a:pt x="16061" y="7751"/>
                    <a:pt x="15620" y="7681"/>
                  </a:cubicBezTo>
                  <a:cubicBezTo>
                    <a:pt x="15577" y="7674"/>
                    <a:pt x="15534" y="7671"/>
                    <a:pt x="15494" y="7671"/>
                  </a:cubicBezTo>
                  <a:close/>
                  <a:moveTo>
                    <a:pt x="20429" y="3341"/>
                  </a:moveTo>
                  <a:cubicBezTo>
                    <a:pt x="20259" y="3341"/>
                    <a:pt x="20125" y="3376"/>
                    <a:pt x="20093" y="3463"/>
                  </a:cubicBezTo>
                  <a:cubicBezTo>
                    <a:pt x="19977" y="3741"/>
                    <a:pt x="19653" y="3602"/>
                    <a:pt x="19606" y="3834"/>
                  </a:cubicBezTo>
                  <a:cubicBezTo>
                    <a:pt x="19592" y="3959"/>
                    <a:pt x="19629" y="3984"/>
                    <a:pt x="19705" y="3984"/>
                  </a:cubicBezTo>
                  <a:cubicBezTo>
                    <a:pt x="19756" y="3984"/>
                    <a:pt x="19824" y="3973"/>
                    <a:pt x="19908" y="3973"/>
                  </a:cubicBezTo>
                  <a:cubicBezTo>
                    <a:pt x="20116" y="3973"/>
                    <a:pt x="20116" y="4135"/>
                    <a:pt x="20209" y="4344"/>
                  </a:cubicBezTo>
                  <a:cubicBezTo>
                    <a:pt x="20247" y="4430"/>
                    <a:pt x="20369" y="4457"/>
                    <a:pt x="20514" y="4457"/>
                  </a:cubicBezTo>
                  <a:cubicBezTo>
                    <a:pt x="20718" y="4457"/>
                    <a:pt x="20968" y="4404"/>
                    <a:pt x="21090" y="4390"/>
                  </a:cubicBezTo>
                  <a:cubicBezTo>
                    <a:pt x="21097" y="4389"/>
                    <a:pt x="21104" y="4389"/>
                    <a:pt x="21111" y="4389"/>
                  </a:cubicBezTo>
                  <a:cubicBezTo>
                    <a:pt x="21252" y="4389"/>
                    <a:pt x="21281" y="4572"/>
                    <a:pt x="21136" y="4572"/>
                  </a:cubicBezTo>
                  <a:cubicBezTo>
                    <a:pt x="21111" y="4572"/>
                    <a:pt x="21080" y="4566"/>
                    <a:pt x="21043" y="4553"/>
                  </a:cubicBezTo>
                  <a:cubicBezTo>
                    <a:pt x="20996" y="4537"/>
                    <a:pt x="20957" y="4530"/>
                    <a:pt x="20923" y="4530"/>
                  </a:cubicBezTo>
                  <a:cubicBezTo>
                    <a:pt x="20777" y="4530"/>
                    <a:pt x="20738" y="4651"/>
                    <a:pt x="20610" y="4651"/>
                  </a:cubicBezTo>
                  <a:cubicBezTo>
                    <a:pt x="20593" y="4651"/>
                    <a:pt x="20576" y="4650"/>
                    <a:pt x="20557" y="4645"/>
                  </a:cubicBezTo>
                  <a:cubicBezTo>
                    <a:pt x="20487" y="4619"/>
                    <a:pt x="20408" y="4606"/>
                    <a:pt x="20342" y="4606"/>
                  </a:cubicBezTo>
                  <a:cubicBezTo>
                    <a:pt x="20232" y="4606"/>
                    <a:pt x="20160" y="4642"/>
                    <a:pt x="20232" y="4715"/>
                  </a:cubicBezTo>
                  <a:cubicBezTo>
                    <a:pt x="20371" y="4831"/>
                    <a:pt x="20580" y="4947"/>
                    <a:pt x="20580" y="5201"/>
                  </a:cubicBezTo>
                  <a:cubicBezTo>
                    <a:pt x="20580" y="5323"/>
                    <a:pt x="20663" y="5376"/>
                    <a:pt x="20751" y="5376"/>
                  </a:cubicBezTo>
                  <a:cubicBezTo>
                    <a:pt x="20848" y="5376"/>
                    <a:pt x="20951" y="5311"/>
                    <a:pt x="20951" y="5201"/>
                  </a:cubicBezTo>
                  <a:cubicBezTo>
                    <a:pt x="20951" y="5147"/>
                    <a:pt x="20963" y="5126"/>
                    <a:pt x="20989" y="5126"/>
                  </a:cubicBezTo>
                  <a:cubicBezTo>
                    <a:pt x="21060" y="5126"/>
                    <a:pt x="21233" y="5295"/>
                    <a:pt x="21507" y="5364"/>
                  </a:cubicBezTo>
                  <a:cubicBezTo>
                    <a:pt x="21878" y="5456"/>
                    <a:pt x="21623" y="5595"/>
                    <a:pt x="21993" y="5619"/>
                  </a:cubicBezTo>
                  <a:cubicBezTo>
                    <a:pt x="22364" y="5642"/>
                    <a:pt x="23199" y="5920"/>
                    <a:pt x="23523" y="6152"/>
                  </a:cubicBezTo>
                  <a:cubicBezTo>
                    <a:pt x="23847" y="6383"/>
                    <a:pt x="23639" y="6546"/>
                    <a:pt x="23847" y="6777"/>
                  </a:cubicBezTo>
                  <a:cubicBezTo>
                    <a:pt x="24056" y="7009"/>
                    <a:pt x="24102" y="7264"/>
                    <a:pt x="23824" y="7264"/>
                  </a:cubicBezTo>
                  <a:cubicBezTo>
                    <a:pt x="23523" y="7264"/>
                    <a:pt x="23222" y="7565"/>
                    <a:pt x="23314" y="7704"/>
                  </a:cubicBezTo>
                  <a:cubicBezTo>
                    <a:pt x="23332" y="7739"/>
                    <a:pt x="23404" y="7752"/>
                    <a:pt x="23507" y="7752"/>
                  </a:cubicBezTo>
                  <a:cubicBezTo>
                    <a:pt x="23814" y="7752"/>
                    <a:pt x="24392" y="7635"/>
                    <a:pt x="24566" y="7635"/>
                  </a:cubicBezTo>
                  <a:cubicBezTo>
                    <a:pt x="24705" y="7635"/>
                    <a:pt x="24867" y="7913"/>
                    <a:pt x="25145" y="8098"/>
                  </a:cubicBezTo>
                  <a:lnTo>
                    <a:pt x="25145" y="4645"/>
                  </a:lnTo>
                  <a:cubicBezTo>
                    <a:pt x="24468" y="4419"/>
                    <a:pt x="23526" y="3996"/>
                    <a:pt x="23307" y="3996"/>
                  </a:cubicBezTo>
                  <a:cubicBezTo>
                    <a:pt x="23301" y="3996"/>
                    <a:pt x="23296" y="3996"/>
                    <a:pt x="23291" y="3996"/>
                  </a:cubicBezTo>
                  <a:cubicBezTo>
                    <a:pt x="23036" y="3996"/>
                    <a:pt x="23013" y="4437"/>
                    <a:pt x="22805" y="4437"/>
                  </a:cubicBezTo>
                  <a:cubicBezTo>
                    <a:pt x="22596" y="4437"/>
                    <a:pt x="22295" y="4854"/>
                    <a:pt x="21901" y="4993"/>
                  </a:cubicBezTo>
                  <a:cubicBezTo>
                    <a:pt x="21880" y="5000"/>
                    <a:pt x="21861" y="5004"/>
                    <a:pt x="21842" y="5004"/>
                  </a:cubicBezTo>
                  <a:cubicBezTo>
                    <a:pt x="21506" y="5004"/>
                    <a:pt x="21497" y="3867"/>
                    <a:pt x="21321" y="3626"/>
                  </a:cubicBezTo>
                  <a:cubicBezTo>
                    <a:pt x="21215" y="3473"/>
                    <a:pt x="20756" y="3341"/>
                    <a:pt x="20429" y="3341"/>
                  </a:cubicBezTo>
                  <a:close/>
                  <a:moveTo>
                    <a:pt x="12351" y="7610"/>
                  </a:moveTo>
                  <a:cubicBezTo>
                    <a:pt x="12268" y="7610"/>
                    <a:pt x="12207" y="7625"/>
                    <a:pt x="12190" y="7658"/>
                  </a:cubicBezTo>
                  <a:cubicBezTo>
                    <a:pt x="12163" y="7741"/>
                    <a:pt x="12051" y="7783"/>
                    <a:pt x="11932" y="7783"/>
                  </a:cubicBezTo>
                  <a:cubicBezTo>
                    <a:pt x="11852" y="7783"/>
                    <a:pt x="11769" y="7765"/>
                    <a:pt x="11704" y="7728"/>
                  </a:cubicBezTo>
                  <a:cubicBezTo>
                    <a:pt x="11675" y="7707"/>
                    <a:pt x="11645" y="7698"/>
                    <a:pt x="11615" y="7698"/>
                  </a:cubicBezTo>
                  <a:cubicBezTo>
                    <a:pt x="11478" y="7698"/>
                    <a:pt x="11353" y="7891"/>
                    <a:pt x="11449" y="8006"/>
                  </a:cubicBezTo>
                  <a:cubicBezTo>
                    <a:pt x="11483" y="8057"/>
                    <a:pt x="11671" y="8211"/>
                    <a:pt x="11936" y="8211"/>
                  </a:cubicBezTo>
                  <a:cubicBezTo>
                    <a:pt x="12028" y="8211"/>
                    <a:pt x="12129" y="8193"/>
                    <a:pt x="12237" y="8145"/>
                  </a:cubicBezTo>
                  <a:cubicBezTo>
                    <a:pt x="12631" y="7936"/>
                    <a:pt x="12909" y="8122"/>
                    <a:pt x="13001" y="7913"/>
                  </a:cubicBezTo>
                  <a:cubicBezTo>
                    <a:pt x="13072" y="7755"/>
                    <a:pt x="12609" y="7610"/>
                    <a:pt x="12351" y="7610"/>
                  </a:cubicBezTo>
                  <a:close/>
                  <a:moveTo>
                    <a:pt x="13149" y="8381"/>
                  </a:moveTo>
                  <a:cubicBezTo>
                    <a:pt x="13041" y="8381"/>
                    <a:pt x="12976" y="8402"/>
                    <a:pt x="13001" y="8446"/>
                  </a:cubicBezTo>
                  <a:cubicBezTo>
                    <a:pt x="13094" y="8585"/>
                    <a:pt x="13372" y="8585"/>
                    <a:pt x="13488" y="8701"/>
                  </a:cubicBezTo>
                  <a:cubicBezTo>
                    <a:pt x="13561" y="8759"/>
                    <a:pt x="13744" y="8863"/>
                    <a:pt x="13870" y="8863"/>
                  </a:cubicBezTo>
                  <a:cubicBezTo>
                    <a:pt x="13944" y="8863"/>
                    <a:pt x="13998" y="8827"/>
                    <a:pt x="13998" y="8724"/>
                  </a:cubicBezTo>
                  <a:cubicBezTo>
                    <a:pt x="14015" y="8522"/>
                    <a:pt x="13433" y="8381"/>
                    <a:pt x="13149" y="8381"/>
                  </a:cubicBezTo>
                  <a:close/>
                  <a:moveTo>
                    <a:pt x="16292" y="8075"/>
                  </a:moveTo>
                  <a:cubicBezTo>
                    <a:pt x="16246" y="8122"/>
                    <a:pt x="16176" y="8145"/>
                    <a:pt x="16107" y="8168"/>
                  </a:cubicBezTo>
                  <a:cubicBezTo>
                    <a:pt x="16084" y="8214"/>
                    <a:pt x="16061" y="8284"/>
                    <a:pt x="16037" y="8307"/>
                  </a:cubicBezTo>
                  <a:cubicBezTo>
                    <a:pt x="16027" y="8317"/>
                    <a:pt x="16014" y="8322"/>
                    <a:pt x="16000" y="8322"/>
                  </a:cubicBezTo>
                  <a:cubicBezTo>
                    <a:pt x="15952" y="8322"/>
                    <a:pt x="15888" y="8268"/>
                    <a:pt x="15852" y="8214"/>
                  </a:cubicBezTo>
                  <a:cubicBezTo>
                    <a:pt x="15551" y="8353"/>
                    <a:pt x="15365" y="8724"/>
                    <a:pt x="15597" y="8840"/>
                  </a:cubicBezTo>
                  <a:cubicBezTo>
                    <a:pt x="15629" y="8858"/>
                    <a:pt x="15663" y="8866"/>
                    <a:pt x="15699" y="8866"/>
                  </a:cubicBezTo>
                  <a:cubicBezTo>
                    <a:pt x="15895" y="8866"/>
                    <a:pt x="16132" y="8623"/>
                    <a:pt x="16269" y="8446"/>
                  </a:cubicBezTo>
                  <a:cubicBezTo>
                    <a:pt x="16316" y="8400"/>
                    <a:pt x="16339" y="8376"/>
                    <a:pt x="16362" y="8353"/>
                  </a:cubicBezTo>
                  <a:cubicBezTo>
                    <a:pt x="16362" y="8330"/>
                    <a:pt x="16385" y="8330"/>
                    <a:pt x="16408" y="8307"/>
                  </a:cubicBezTo>
                  <a:cubicBezTo>
                    <a:pt x="16431" y="8284"/>
                    <a:pt x="16431" y="8284"/>
                    <a:pt x="16455" y="8261"/>
                  </a:cubicBezTo>
                  <a:cubicBezTo>
                    <a:pt x="16408" y="8191"/>
                    <a:pt x="16339" y="8122"/>
                    <a:pt x="16292" y="8075"/>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59"/>
            <p:cNvSpPr/>
            <p:nvPr/>
          </p:nvSpPr>
          <p:spPr>
            <a:xfrm>
              <a:off x="5998572" y="3574946"/>
              <a:ext cx="54172" cy="19186"/>
            </a:xfrm>
            <a:custGeom>
              <a:avLst/>
              <a:gdLst/>
              <a:ahLst/>
              <a:cxnLst/>
              <a:rect l="l" t="t" r="r" b="b"/>
              <a:pathLst>
                <a:path w="1776" h="629" extrusionOk="0">
                  <a:moveTo>
                    <a:pt x="1663" y="1"/>
                  </a:moveTo>
                  <a:cubicBezTo>
                    <a:pt x="1516" y="1"/>
                    <a:pt x="1238" y="60"/>
                    <a:pt x="1020" y="60"/>
                  </a:cubicBezTo>
                  <a:cubicBezTo>
                    <a:pt x="996" y="60"/>
                    <a:pt x="972" y="59"/>
                    <a:pt x="950" y="58"/>
                  </a:cubicBezTo>
                  <a:cubicBezTo>
                    <a:pt x="742" y="58"/>
                    <a:pt x="649" y="220"/>
                    <a:pt x="487" y="359"/>
                  </a:cubicBezTo>
                  <a:cubicBezTo>
                    <a:pt x="464" y="359"/>
                    <a:pt x="440" y="382"/>
                    <a:pt x="440" y="382"/>
                  </a:cubicBezTo>
                  <a:cubicBezTo>
                    <a:pt x="487" y="429"/>
                    <a:pt x="556" y="498"/>
                    <a:pt x="603" y="568"/>
                  </a:cubicBezTo>
                  <a:cubicBezTo>
                    <a:pt x="927" y="382"/>
                    <a:pt x="1715" y="150"/>
                    <a:pt x="1761" y="58"/>
                  </a:cubicBezTo>
                  <a:cubicBezTo>
                    <a:pt x="1776" y="15"/>
                    <a:pt x="1735" y="1"/>
                    <a:pt x="1663" y="1"/>
                  </a:cubicBezTo>
                  <a:close/>
                  <a:moveTo>
                    <a:pt x="255" y="452"/>
                  </a:moveTo>
                  <a:lnTo>
                    <a:pt x="255" y="452"/>
                  </a:lnTo>
                  <a:cubicBezTo>
                    <a:pt x="232" y="475"/>
                    <a:pt x="209" y="475"/>
                    <a:pt x="185" y="475"/>
                  </a:cubicBezTo>
                  <a:cubicBezTo>
                    <a:pt x="116" y="475"/>
                    <a:pt x="46" y="498"/>
                    <a:pt x="0" y="521"/>
                  </a:cubicBezTo>
                  <a:cubicBezTo>
                    <a:pt x="36" y="575"/>
                    <a:pt x="100" y="629"/>
                    <a:pt x="148" y="629"/>
                  </a:cubicBezTo>
                  <a:cubicBezTo>
                    <a:pt x="162" y="629"/>
                    <a:pt x="175" y="624"/>
                    <a:pt x="185" y="614"/>
                  </a:cubicBezTo>
                  <a:cubicBezTo>
                    <a:pt x="209" y="591"/>
                    <a:pt x="232" y="521"/>
                    <a:pt x="255" y="45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59"/>
            <p:cNvSpPr/>
            <p:nvPr/>
          </p:nvSpPr>
          <p:spPr>
            <a:xfrm>
              <a:off x="4060979" y="2577168"/>
              <a:ext cx="193020" cy="208607"/>
            </a:xfrm>
            <a:custGeom>
              <a:avLst/>
              <a:gdLst/>
              <a:ahLst/>
              <a:cxnLst/>
              <a:rect l="l" t="t" r="r" b="b"/>
              <a:pathLst>
                <a:path w="6328" h="6839" extrusionOk="0">
                  <a:moveTo>
                    <a:pt x="1470" y="4027"/>
                  </a:moveTo>
                  <a:cubicBezTo>
                    <a:pt x="1391" y="4027"/>
                    <a:pt x="1311" y="4051"/>
                    <a:pt x="1252" y="4102"/>
                  </a:cubicBezTo>
                  <a:cubicBezTo>
                    <a:pt x="1196" y="4150"/>
                    <a:pt x="1140" y="4162"/>
                    <a:pt x="1088" y="4162"/>
                  </a:cubicBezTo>
                  <a:cubicBezTo>
                    <a:pt x="1035" y="4162"/>
                    <a:pt x="986" y="4150"/>
                    <a:pt x="945" y="4150"/>
                  </a:cubicBezTo>
                  <a:cubicBezTo>
                    <a:pt x="909" y="4150"/>
                    <a:pt x="880" y="4159"/>
                    <a:pt x="858" y="4195"/>
                  </a:cubicBezTo>
                  <a:cubicBezTo>
                    <a:pt x="766" y="4357"/>
                    <a:pt x="1136" y="4589"/>
                    <a:pt x="1067" y="4890"/>
                  </a:cubicBezTo>
                  <a:cubicBezTo>
                    <a:pt x="1010" y="5157"/>
                    <a:pt x="1078" y="5471"/>
                    <a:pt x="1207" y="5471"/>
                  </a:cubicBezTo>
                  <a:cubicBezTo>
                    <a:pt x="1235" y="5471"/>
                    <a:pt x="1266" y="5456"/>
                    <a:pt x="1299" y="5423"/>
                  </a:cubicBezTo>
                  <a:cubicBezTo>
                    <a:pt x="1484" y="5238"/>
                    <a:pt x="1577" y="5330"/>
                    <a:pt x="1669" y="5191"/>
                  </a:cubicBezTo>
                  <a:cubicBezTo>
                    <a:pt x="1785" y="5052"/>
                    <a:pt x="1693" y="4542"/>
                    <a:pt x="1762" y="4311"/>
                  </a:cubicBezTo>
                  <a:cubicBezTo>
                    <a:pt x="1810" y="4136"/>
                    <a:pt x="1641" y="4027"/>
                    <a:pt x="1470" y="4027"/>
                  </a:cubicBezTo>
                  <a:close/>
                  <a:moveTo>
                    <a:pt x="3083" y="0"/>
                  </a:moveTo>
                  <a:cubicBezTo>
                    <a:pt x="3060" y="0"/>
                    <a:pt x="2712" y="0"/>
                    <a:pt x="2643" y="46"/>
                  </a:cubicBezTo>
                  <a:cubicBezTo>
                    <a:pt x="2607" y="101"/>
                    <a:pt x="2485" y="184"/>
                    <a:pt x="2389" y="184"/>
                  </a:cubicBezTo>
                  <a:cubicBezTo>
                    <a:pt x="2363" y="184"/>
                    <a:pt x="2338" y="177"/>
                    <a:pt x="2318" y="162"/>
                  </a:cubicBezTo>
                  <a:cubicBezTo>
                    <a:pt x="2295" y="139"/>
                    <a:pt x="2272" y="139"/>
                    <a:pt x="2249" y="116"/>
                  </a:cubicBezTo>
                  <a:lnTo>
                    <a:pt x="2133" y="232"/>
                  </a:lnTo>
                  <a:cubicBezTo>
                    <a:pt x="2133" y="232"/>
                    <a:pt x="2133" y="348"/>
                    <a:pt x="2063" y="348"/>
                  </a:cubicBezTo>
                  <a:cubicBezTo>
                    <a:pt x="2033" y="348"/>
                    <a:pt x="1997" y="339"/>
                    <a:pt x="1967" y="339"/>
                  </a:cubicBezTo>
                  <a:cubicBezTo>
                    <a:pt x="1930" y="339"/>
                    <a:pt x="1901" y="353"/>
                    <a:pt x="1901" y="417"/>
                  </a:cubicBezTo>
                  <a:cubicBezTo>
                    <a:pt x="1901" y="482"/>
                    <a:pt x="1844" y="496"/>
                    <a:pt x="1781" y="496"/>
                  </a:cubicBezTo>
                  <a:cubicBezTo>
                    <a:pt x="1731" y="496"/>
                    <a:pt x="1677" y="487"/>
                    <a:pt x="1646" y="487"/>
                  </a:cubicBezTo>
                  <a:cubicBezTo>
                    <a:pt x="1630" y="483"/>
                    <a:pt x="1614" y="481"/>
                    <a:pt x="1597" y="481"/>
                  </a:cubicBezTo>
                  <a:cubicBezTo>
                    <a:pt x="1517" y="481"/>
                    <a:pt x="1438" y="526"/>
                    <a:pt x="1438" y="603"/>
                  </a:cubicBezTo>
                  <a:cubicBezTo>
                    <a:pt x="1438" y="676"/>
                    <a:pt x="1438" y="822"/>
                    <a:pt x="1369" y="822"/>
                  </a:cubicBezTo>
                  <a:cubicBezTo>
                    <a:pt x="1350" y="822"/>
                    <a:pt x="1328" y="812"/>
                    <a:pt x="1299" y="788"/>
                  </a:cubicBezTo>
                  <a:cubicBezTo>
                    <a:pt x="1187" y="677"/>
                    <a:pt x="1055" y="416"/>
                    <a:pt x="1003" y="416"/>
                  </a:cubicBezTo>
                  <a:cubicBezTo>
                    <a:pt x="1001" y="416"/>
                    <a:pt x="999" y="416"/>
                    <a:pt x="997" y="417"/>
                  </a:cubicBezTo>
                  <a:cubicBezTo>
                    <a:pt x="951" y="440"/>
                    <a:pt x="835" y="811"/>
                    <a:pt x="719" y="811"/>
                  </a:cubicBezTo>
                  <a:cubicBezTo>
                    <a:pt x="650" y="811"/>
                    <a:pt x="418" y="834"/>
                    <a:pt x="256" y="834"/>
                  </a:cubicBezTo>
                  <a:cubicBezTo>
                    <a:pt x="209" y="973"/>
                    <a:pt x="256" y="1066"/>
                    <a:pt x="325" y="1089"/>
                  </a:cubicBezTo>
                  <a:cubicBezTo>
                    <a:pt x="372" y="1136"/>
                    <a:pt x="279" y="1275"/>
                    <a:pt x="209" y="1321"/>
                  </a:cubicBezTo>
                  <a:cubicBezTo>
                    <a:pt x="140" y="1344"/>
                    <a:pt x="1" y="1321"/>
                    <a:pt x="94" y="1460"/>
                  </a:cubicBezTo>
                  <a:cubicBezTo>
                    <a:pt x="186" y="1576"/>
                    <a:pt x="348" y="1599"/>
                    <a:pt x="256" y="1738"/>
                  </a:cubicBezTo>
                  <a:cubicBezTo>
                    <a:pt x="163" y="1854"/>
                    <a:pt x="256" y="1993"/>
                    <a:pt x="372" y="1993"/>
                  </a:cubicBezTo>
                  <a:cubicBezTo>
                    <a:pt x="488" y="2016"/>
                    <a:pt x="673" y="1993"/>
                    <a:pt x="627" y="2086"/>
                  </a:cubicBezTo>
                  <a:cubicBezTo>
                    <a:pt x="603" y="2132"/>
                    <a:pt x="580" y="2202"/>
                    <a:pt x="557" y="2271"/>
                  </a:cubicBezTo>
                  <a:cubicBezTo>
                    <a:pt x="673" y="2225"/>
                    <a:pt x="742" y="2225"/>
                    <a:pt x="835" y="2179"/>
                  </a:cubicBezTo>
                  <a:cubicBezTo>
                    <a:pt x="997" y="2109"/>
                    <a:pt x="928" y="1947"/>
                    <a:pt x="1206" y="1854"/>
                  </a:cubicBezTo>
                  <a:cubicBezTo>
                    <a:pt x="1241" y="1845"/>
                    <a:pt x="1277" y="1841"/>
                    <a:pt x="1314" y="1841"/>
                  </a:cubicBezTo>
                  <a:cubicBezTo>
                    <a:pt x="1573" y="1841"/>
                    <a:pt x="1869" y="2037"/>
                    <a:pt x="1971" y="2179"/>
                  </a:cubicBezTo>
                  <a:cubicBezTo>
                    <a:pt x="2087" y="2364"/>
                    <a:pt x="2133" y="2364"/>
                    <a:pt x="2156" y="2503"/>
                  </a:cubicBezTo>
                  <a:cubicBezTo>
                    <a:pt x="2179" y="2642"/>
                    <a:pt x="2272" y="2920"/>
                    <a:pt x="2666" y="3175"/>
                  </a:cubicBezTo>
                  <a:cubicBezTo>
                    <a:pt x="3060" y="3430"/>
                    <a:pt x="3199" y="3708"/>
                    <a:pt x="3408" y="3824"/>
                  </a:cubicBezTo>
                  <a:cubicBezTo>
                    <a:pt x="3616" y="3917"/>
                    <a:pt x="3802" y="3894"/>
                    <a:pt x="3917" y="4033"/>
                  </a:cubicBezTo>
                  <a:cubicBezTo>
                    <a:pt x="4057" y="4195"/>
                    <a:pt x="4219" y="4264"/>
                    <a:pt x="4404" y="4357"/>
                  </a:cubicBezTo>
                  <a:cubicBezTo>
                    <a:pt x="4590" y="4450"/>
                    <a:pt x="4613" y="4658"/>
                    <a:pt x="4798" y="4681"/>
                  </a:cubicBezTo>
                  <a:cubicBezTo>
                    <a:pt x="4984" y="4705"/>
                    <a:pt x="4868" y="4867"/>
                    <a:pt x="4960" y="5006"/>
                  </a:cubicBezTo>
                  <a:cubicBezTo>
                    <a:pt x="5076" y="5145"/>
                    <a:pt x="5123" y="5423"/>
                    <a:pt x="4984" y="5585"/>
                  </a:cubicBezTo>
                  <a:cubicBezTo>
                    <a:pt x="4868" y="5748"/>
                    <a:pt x="4937" y="6026"/>
                    <a:pt x="5007" y="6026"/>
                  </a:cubicBezTo>
                  <a:cubicBezTo>
                    <a:pt x="5099" y="6026"/>
                    <a:pt x="5262" y="5748"/>
                    <a:pt x="5285" y="5585"/>
                  </a:cubicBezTo>
                  <a:cubicBezTo>
                    <a:pt x="5308" y="5423"/>
                    <a:pt x="5470" y="5423"/>
                    <a:pt x="5609" y="5261"/>
                  </a:cubicBezTo>
                  <a:cubicBezTo>
                    <a:pt x="5725" y="5075"/>
                    <a:pt x="5401" y="5052"/>
                    <a:pt x="5354" y="4821"/>
                  </a:cubicBezTo>
                  <a:cubicBezTo>
                    <a:pt x="5321" y="4669"/>
                    <a:pt x="5471" y="4517"/>
                    <a:pt x="5662" y="4517"/>
                  </a:cubicBezTo>
                  <a:cubicBezTo>
                    <a:pt x="5734" y="4517"/>
                    <a:pt x="5812" y="4538"/>
                    <a:pt x="5887" y="4589"/>
                  </a:cubicBezTo>
                  <a:cubicBezTo>
                    <a:pt x="6046" y="4695"/>
                    <a:pt x="6152" y="4778"/>
                    <a:pt x="6214" y="4778"/>
                  </a:cubicBezTo>
                  <a:cubicBezTo>
                    <a:pt x="6260" y="4778"/>
                    <a:pt x="6281" y="4731"/>
                    <a:pt x="6281" y="4612"/>
                  </a:cubicBezTo>
                  <a:cubicBezTo>
                    <a:pt x="6328" y="4334"/>
                    <a:pt x="5424" y="3963"/>
                    <a:pt x="5215" y="3847"/>
                  </a:cubicBezTo>
                  <a:cubicBezTo>
                    <a:pt x="5017" y="3715"/>
                    <a:pt x="5132" y="3521"/>
                    <a:pt x="4868" y="3521"/>
                  </a:cubicBezTo>
                  <a:cubicBezTo>
                    <a:pt x="4854" y="3521"/>
                    <a:pt x="4838" y="3522"/>
                    <a:pt x="4821" y="3523"/>
                  </a:cubicBezTo>
                  <a:cubicBezTo>
                    <a:pt x="4497" y="3523"/>
                    <a:pt x="4080" y="3129"/>
                    <a:pt x="3964" y="2642"/>
                  </a:cubicBezTo>
                  <a:cubicBezTo>
                    <a:pt x="3848" y="2179"/>
                    <a:pt x="3338" y="2132"/>
                    <a:pt x="3199" y="1854"/>
                  </a:cubicBezTo>
                  <a:cubicBezTo>
                    <a:pt x="3060" y="1576"/>
                    <a:pt x="3315" y="1553"/>
                    <a:pt x="3199" y="1321"/>
                  </a:cubicBezTo>
                  <a:cubicBezTo>
                    <a:pt x="3153" y="1182"/>
                    <a:pt x="3292" y="1066"/>
                    <a:pt x="3454" y="997"/>
                  </a:cubicBezTo>
                  <a:cubicBezTo>
                    <a:pt x="3431" y="742"/>
                    <a:pt x="3454" y="464"/>
                    <a:pt x="3477" y="278"/>
                  </a:cubicBezTo>
                  <a:cubicBezTo>
                    <a:pt x="3361" y="255"/>
                    <a:pt x="3245" y="255"/>
                    <a:pt x="3199" y="232"/>
                  </a:cubicBezTo>
                  <a:cubicBezTo>
                    <a:pt x="3129" y="185"/>
                    <a:pt x="3129" y="0"/>
                    <a:pt x="3083" y="0"/>
                  </a:cubicBezTo>
                  <a:close/>
                  <a:moveTo>
                    <a:pt x="4645" y="5903"/>
                  </a:moveTo>
                  <a:cubicBezTo>
                    <a:pt x="4578" y="5903"/>
                    <a:pt x="4491" y="5911"/>
                    <a:pt x="4381" y="5933"/>
                  </a:cubicBezTo>
                  <a:cubicBezTo>
                    <a:pt x="4207" y="5970"/>
                    <a:pt x="4087" y="5994"/>
                    <a:pt x="3984" y="5994"/>
                  </a:cubicBezTo>
                  <a:cubicBezTo>
                    <a:pt x="3894" y="5994"/>
                    <a:pt x="3818" y="5976"/>
                    <a:pt x="3732" y="5933"/>
                  </a:cubicBezTo>
                  <a:cubicBezTo>
                    <a:pt x="3693" y="5915"/>
                    <a:pt x="3650" y="5908"/>
                    <a:pt x="3607" y="5908"/>
                  </a:cubicBezTo>
                  <a:cubicBezTo>
                    <a:pt x="3422" y="5908"/>
                    <a:pt x="3231" y="6048"/>
                    <a:pt x="3269" y="6142"/>
                  </a:cubicBezTo>
                  <a:cubicBezTo>
                    <a:pt x="3292" y="6234"/>
                    <a:pt x="3431" y="6350"/>
                    <a:pt x="3825" y="6466"/>
                  </a:cubicBezTo>
                  <a:cubicBezTo>
                    <a:pt x="4219" y="6559"/>
                    <a:pt x="4288" y="6837"/>
                    <a:pt x="4450" y="6837"/>
                  </a:cubicBezTo>
                  <a:cubicBezTo>
                    <a:pt x="4461" y="6838"/>
                    <a:pt x="4471" y="6839"/>
                    <a:pt x="4480" y="6839"/>
                  </a:cubicBezTo>
                  <a:cubicBezTo>
                    <a:pt x="4615" y="6839"/>
                    <a:pt x="4633" y="6683"/>
                    <a:pt x="4590" y="6466"/>
                  </a:cubicBezTo>
                  <a:cubicBezTo>
                    <a:pt x="4543" y="6257"/>
                    <a:pt x="4798" y="6002"/>
                    <a:pt x="4821" y="5956"/>
                  </a:cubicBezTo>
                  <a:cubicBezTo>
                    <a:pt x="4837" y="5940"/>
                    <a:pt x="4788" y="5903"/>
                    <a:pt x="4645" y="5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8" name="Google Shape;8798;p59"/>
            <p:cNvSpPr/>
            <p:nvPr/>
          </p:nvSpPr>
          <p:spPr>
            <a:xfrm>
              <a:off x="4253262" y="2653514"/>
              <a:ext cx="20528" cy="26873"/>
            </a:xfrm>
            <a:custGeom>
              <a:avLst/>
              <a:gdLst/>
              <a:ahLst/>
              <a:cxnLst/>
              <a:rect l="l" t="t" r="r" b="b"/>
              <a:pathLst>
                <a:path w="673" h="881" extrusionOk="0">
                  <a:moveTo>
                    <a:pt x="232" y="0"/>
                  </a:moveTo>
                  <a:cubicBezTo>
                    <a:pt x="116" y="162"/>
                    <a:pt x="24" y="348"/>
                    <a:pt x="24" y="417"/>
                  </a:cubicBezTo>
                  <a:cubicBezTo>
                    <a:pt x="24" y="440"/>
                    <a:pt x="24" y="510"/>
                    <a:pt x="0" y="579"/>
                  </a:cubicBezTo>
                  <a:cubicBezTo>
                    <a:pt x="140" y="695"/>
                    <a:pt x="279" y="811"/>
                    <a:pt x="394" y="857"/>
                  </a:cubicBezTo>
                  <a:cubicBezTo>
                    <a:pt x="394" y="881"/>
                    <a:pt x="418" y="881"/>
                    <a:pt x="418" y="881"/>
                  </a:cubicBezTo>
                  <a:cubicBezTo>
                    <a:pt x="441" y="695"/>
                    <a:pt x="580" y="510"/>
                    <a:pt x="673" y="487"/>
                  </a:cubicBezTo>
                  <a:cubicBezTo>
                    <a:pt x="534" y="348"/>
                    <a:pt x="348" y="116"/>
                    <a:pt x="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59"/>
            <p:cNvSpPr/>
            <p:nvPr/>
          </p:nvSpPr>
          <p:spPr>
            <a:xfrm>
              <a:off x="4258204" y="2594127"/>
              <a:ext cx="69302" cy="83424"/>
            </a:xfrm>
            <a:custGeom>
              <a:avLst/>
              <a:gdLst/>
              <a:ahLst/>
              <a:cxnLst/>
              <a:rect l="l" t="t" r="r" b="b"/>
              <a:pathLst>
                <a:path w="2272" h="2735" extrusionOk="0">
                  <a:moveTo>
                    <a:pt x="580" y="0"/>
                  </a:moveTo>
                  <a:cubicBezTo>
                    <a:pt x="580" y="0"/>
                    <a:pt x="232" y="116"/>
                    <a:pt x="1" y="186"/>
                  </a:cubicBezTo>
                  <a:cubicBezTo>
                    <a:pt x="24" y="325"/>
                    <a:pt x="47" y="487"/>
                    <a:pt x="140" y="510"/>
                  </a:cubicBezTo>
                  <a:cubicBezTo>
                    <a:pt x="325" y="580"/>
                    <a:pt x="256" y="742"/>
                    <a:pt x="325" y="904"/>
                  </a:cubicBezTo>
                  <a:cubicBezTo>
                    <a:pt x="395" y="1066"/>
                    <a:pt x="372" y="1762"/>
                    <a:pt x="279" y="1762"/>
                  </a:cubicBezTo>
                  <a:cubicBezTo>
                    <a:pt x="232" y="1762"/>
                    <a:pt x="163" y="1831"/>
                    <a:pt x="70" y="1947"/>
                  </a:cubicBezTo>
                  <a:cubicBezTo>
                    <a:pt x="186" y="2063"/>
                    <a:pt x="372" y="2295"/>
                    <a:pt x="511" y="2434"/>
                  </a:cubicBezTo>
                  <a:cubicBezTo>
                    <a:pt x="626" y="2434"/>
                    <a:pt x="1020" y="2735"/>
                    <a:pt x="1020" y="2735"/>
                  </a:cubicBezTo>
                  <a:cubicBezTo>
                    <a:pt x="1020" y="2735"/>
                    <a:pt x="1600" y="2619"/>
                    <a:pt x="1971" y="2550"/>
                  </a:cubicBezTo>
                  <a:cubicBezTo>
                    <a:pt x="1971" y="2503"/>
                    <a:pt x="1994" y="2434"/>
                    <a:pt x="1971" y="2387"/>
                  </a:cubicBezTo>
                  <a:cubicBezTo>
                    <a:pt x="1971" y="2318"/>
                    <a:pt x="2063" y="2179"/>
                    <a:pt x="2156" y="2179"/>
                  </a:cubicBezTo>
                  <a:cubicBezTo>
                    <a:pt x="2272" y="2179"/>
                    <a:pt x="2110" y="1924"/>
                    <a:pt x="1994" y="1831"/>
                  </a:cubicBezTo>
                  <a:cubicBezTo>
                    <a:pt x="1878" y="1715"/>
                    <a:pt x="1878" y="1530"/>
                    <a:pt x="1994" y="1437"/>
                  </a:cubicBezTo>
                  <a:cubicBezTo>
                    <a:pt x="2110" y="1368"/>
                    <a:pt x="1994" y="1275"/>
                    <a:pt x="1994" y="1159"/>
                  </a:cubicBezTo>
                  <a:cubicBezTo>
                    <a:pt x="1994" y="1043"/>
                    <a:pt x="1484" y="997"/>
                    <a:pt x="1391" y="974"/>
                  </a:cubicBezTo>
                  <a:cubicBezTo>
                    <a:pt x="1322" y="950"/>
                    <a:pt x="1461" y="626"/>
                    <a:pt x="1322" y="626"/>
                  </a:cubicBezTo>
                  <a:cubicBezTo>
                    <a:pt x="1183" y="626"/>
                    <a:pt x="1136" y="533"/>
                    <a:pt x="1136" y="441"/>
                  </a:cubicBezTo>
                  <a:cubicBezTo>
                    <a:pt x="1136" y="348"/>
                    <a:pt x="928" y="186"/>
                    <a:pt x="951" y="116"/>
                  </a:cubicBezTo>
                  <a:cubicBezTo>
                    <a:pt x="951" y="116"/>
                    <a:pt x="951" y="116"/>
                    <a:pt x="951" y="93"/>
                  </a:cubicBezTo>
                  <a:cubicBezTo>
                    <a:pt x="881" y="93"/>
                    <a:pt x="835" y="93"/>
                    <a:pt x="812" y="70"/>
                  </a:cubicBezTo>
                  <a:cubicBezTo>
                    <a:pt x="719" y="70"/>
                    <a:pt x="580" y="0"/>
                    <a:pt x="580" y="0"/>
                  </a:cubicBezTo>
                  <a:close/>
                </a:path>
              </a:pathLst>
            </a:custGeom>
            <a:solidFill>
              <a:srgbClr val="6F53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59"/>
            <p:cNvSpPr/>
            <p:nvPr/>
          </p:nvSpPr>
          <p:spPr>
            <a:xfrm>
              <a:off x="1985580" y="2863459"/>
              <a:ext cx="508294" cy="315304"/>
            </a:xfrm>
            <a:custGeom>
              <a:avLst/>
              <a:gdLst/>
              <a:ahLst/>
              <a:cxnLst/>
              <a:rect l="l" t="t" r="r" b="b"/>
              <a:pathLst>
                <a:path w="16664" h="10337" extrusionOk="0">
                  <a:moveTo>
                    <a:pt x="1275" y="0"/>
                  </a:moveTo>
                  <a:lnTo>
                    <a:pt x="1" y="162"/>
                  </a:lnTo>
                  <a:cubicBezTo>
                    <a:pt x="70" y="301"/>
                    <a:pt x="163" y="440"/>
                    <a:pt x="302" y="626"/>
                  </a:cubicBezTo>
                  <a:cubicBezTo>
                    <a:pt x="557" y="927"/>
                    <a:pt x="742" y="1483"/>
                    <a:pt x="765" y="1692"/>
                  </a:cubicBezTo>
                  <a:cubicBezTo>
                    <a:pt x="788" y="1877"/>
                    <a:pt x="1136" y="2039"/>
                    <a:pt x="1437" y="2225"/>
                  </a:cubicBezTo>
                  <a:cubicBezTo>
                    <a:pt x="1739" y="2433"/>
                    <a:pt x="1739" y="2851"/>
                    <a:pt x="1715" y="2966"/>
                  </a:cubicBezTo>
                  <a:cubicBezTo>
                    <a:pt x="1706" y="2986"/>
                    <a:pt x="1681" y="2993"/>
                    <a:pt x="1647" y="2993"/>
                  </a:cubicBezTo>
                  <a:cubicBezTo>
                    <a:pt x="1565" y="2993"/>
                    <a:pt x="1433" y="2950"/>
                    <a:pt x="1349" y="2950"/>
                  </a:cubicBezTo>
                  <a:cubicBezTo>
                    <a:pt x="1309" y="2950"/>
                    <a:pt x="1281" y="2960"/>
                    <a:pt x="1275" y="2990"/>
                  </a:cubicBezTo>
                  <a:cubicBezTo>
                    <a:pt x="1253" y="3102"/>
                    <a:pt x="1735" y="3500"/>
                    <a:pt x="1932" y="3500"/>
                  </a:cubicBezTo>
                  <a:cubicBezTo>
                    <a:pt x="1937" y="3500"/>
                    <a:pt x="1942" y="3500"/>
                    <a:pt x="1947" y="3499"/>
                  </a:cubicBezTo>
                  <a:cubicBezTo>
                    <a:pt x="1963" y="3498"/>
                    <a:pt x="1977" y="3497"/>
                    <a:pt x="1992" y="3497"/>
                  </a:cubicBezTo>
                  <a:cubicBezTo>
                    <a:pt x="2150" y="3497"/>
                    <a:pt x="2252" y="3615"/>
                    <a:pt x="2550" y="3870"/>
                  </a:cubicBezTo>
                  <a:cubicBezTo>
                    <a:pt x="2851" y="4125"/>
                    <a:pt x="2828" y="4450"/>
                    <a:pt x="2689" y="4542"/>
                  </a:cubicBezTo>
                  <a:cubicBezTo>
                    <a:pt x="2573" y="4635"/>
                    <a:pt x="2944" y="4844"/>
                    <a:pt x="3338" y="5099"/>
                  </a:cubicBezTo>
                  <a:cubicBezTo>
                    <a:pt x="3709" y="5353"/>
                    <a:pt x="3871" y="5678"/>
                    <a:pt x="3917" y="5794"/>
                  </a:cubicBezTo>
                  <a:cubicBezTo>
                    <a:pt x="3924" y="5837"/>
                    <a:pt x="3947" y="5855"/>
                    <a:pt x="3976" y="5855"/>
                  </a:cubicBezTo>
                  <a:cubicBezTo>
                    <a:pt x="4041" y="5855"/>
                    <a:pt x="4140" y="5760"/>
                    <a:pt x="4172" y="5632"/>
                  </a:cubicBezTo>
                  <a:cubicBezTo>
                    <a:pt x="4242" y="5446"/>
                    <a:pt x="4056" y="5400"/>
                    <a:pt x="4056" y="5191"/>
                  </a:cubicBezTo>
                  <a:cubicBezTo>
                    <a:pt x="4056" y="4983"/>
                    <a:pt x="3732" y="5029"/>
                    <a:pt x="3593" y="5006"/>
                  </a:cubicBezTo>
                  <a:cubicBezTo>
                    <a:pt x="3454" y="4983"/>
                    <a:pt x="3616" y="4658"/>
                    <a:pt x="3454" y="4519"/>
                  </a:cubicBezTo>
                  <a:cubicBezTo>
                    <a:pt x="3315" y="4380"/>
                    <a:pt x="3176" y="4009"/>
                    <a:pt x="3106" y="3731"/>
                  </a:cubicBezTo>
                  <a:cubicBezTo>
                    <a:pt x="3036" y="3476"/>
                    <a:pt x="2666" y="3198"/>
                    <a:pt x="2503" y="2920"/>
                  </a:cubicBezTo>
                  <a:cubicBezTo>
                    <a:pt x="2341" y="2619"/>
                    <a:pt x="2179" y="2387"/>
                    <a:pt x="2063" y="2318"/>
                  </a:cubicBezTo>
                  <a:cubicBezTo>
                    <a:pt x="1947" y="2248"/>
                    <a:pt x="2225" y="2132"/>
                    <a:pt x="2133" y="2039"/>
                  </a:cubicBezTo>
                  <a:cubicBezTo>
                    <a:pt x="2040" y="1924"/>
                    <a:pt x="1878" y="1924"/>
                    <a:pt x="1715" y="1854"/>
                  </a:cubicBezTo>
                  <a:cubicBezTo>
                    <a:pt x="1530" y="1761"/>
                    <a:pt x="1391" y="1622"/>
                    <a:pt x="1391" y="1437"/>
                  </a:cubicBezTo>
                  <a:cubicBezTo>
                    <a:pt x="1391" y="1228"/>
                    <a:pt x="1275" y="765"/>
                    <a:pt x="1229" y="626"/>
                  </a:cubicBezTo>
                  <a:cubicBezTo>
                    <a:pt x="1190" y="536"/>
                    <a:pt x="1230" y="503"/>
                    <a:pt x="1284" y="503"/>
                  </a:cubicBezTo>
                  <a:cubicBezTo>
                    <a:pt x="1329" y="503"/>
                    <a:pt x="1383" y="525"/>
                    <a:pt x="1414" y="556"/>
                  </a:cubicBezTo>
                  <a:cubicBezTo>
                    <a:pt x="1468" y="610"/>
                    <a:pt x="1508" y="664"/>
                    <a:pt x="1556" y="664"/>
                  </a:cubicBezTo>
                  <a:cubicBezTo>
                    <a:pt x="1569" y="664"/>
                    <a:pt x="1584" y="659"/>
                    <a:pt x="1600" y="649"/>
                  </a:cubicBezTo>
                  <a:cubicBezTo>
                    <a:pt x="1624" y="637"/>
                    <a:pt x="1651" y="631"/>
                    <a:pt x="1679" y="631"/>
                  </a:cubicBezTo>
                  <a:cubicBezTo>
                    <a:pt x="1759" y="631"/>
                    <a:pt x="1849" y="679"/>
                    <a:pt x="1901" y="765"/>
                  </a:cubicBezTo>
                  <a:cubicBezTo>
                    <a:pt x="1920" y="822"/>
                    <a:pt x="1966" y="836"/>
                    <a:pt x="2021" y="836"/>
                  </a:cubicBezTo>
                  <a:cubicBezTo>
                    <a:pt x="2074" y="836"/>
                    <a:pt x="2135" y="823"/>
                    <a:pt x="2186" y="823"/>
                  </a:cubicBezTo>
                  <a:cubicBezTo>
                    <a:pt x="2209" y="823"/>
                    <a:pt x="2231" y="826"/>
                    <a:pt x="2248" y="834"/>
                  </a:cubicBezTo>
                  <a:cubicBezTo>
                    <a:pt x="2364" y="904"/>
                    <a:pt x="2040" y="973"/>
                    <a:pt x="2364" y="1530"/>
                  </a:cubicBezTo>
                  <a:cubicBezTo>
                    <a:pt x="2666" y="2086"/>
                    <a:pt x="2457" y="1785"/>
                    <a:pt x="2457" y="2155"/>
                  </a:cubicBezTo>
                  <a:cubicBezTo>
                    <a:pt x="2457" y="2336"/>
                    <a:pt x="2501" y="2390"/>
                    <a:pt x="2554" y="2390"/>
                  </a:cubicBezTo>
                  <a:cubicBezTo>
                    <a:pt x="2610" y="2390"/>
                    <a:pt x="2676" y="2330"/>
                    <a:pt x="2712" y="2294"/>
                  </a:cubicBezTo>
                  <a:cubicBezTo>
                    <a:pt x="2719" y="2284"/>
                    <a:pt x="2729" y="2279"/>
                    <a:pt x="2741" y="2279"/>
                  </a:cubicBezTo>
                  <a:cubicBezTo>
                    <a:pt x="2812" y="2279"/>
                    <a:pt x="2967" y="2441"/>
                    <a:pt x="3106" y="2619"/>
                  </a:cubicBezTo>
                  <a:cubicBezTo>
                    <a:pt x="3245" y="2804"/>
                    <a:pt x="3546" y="2827"/>
                    <a:pt x="3546" y="2920"/>
                  </a:cubicBezTo>
                  <a:cubicBezTo>
                    <a:pt x="3546" y="3036"/>
                    <a:pt x="3616" y="3245"/>
                    <a:pt x="3824" y="3291"/>
                  </a:cubicBezTo>
                  <a:cubicBezTo>
                    <a:pt x="4033" y="3337"/>
                    <a:pt x="4056" y="3546"/>
                    <a:pt x="4195" y="3569"/>
                  </a:cubicBezTo>
                  <a:cubicBezTo>
                    <a:pt x="4334" y="3592"/>
                    <a:pt x="4357" y="3754"/>
                    <a:pt x="4288" y="3917"/>
                  </a:cubicBezTo>
                  <a:cubicBezTo>
                    <a:pt x="4218" y="4056"/>
                    <a:pt x="4288" y="4195"/>
                    <a:pt x="4612" y="4334"/>
                  </a:cubicBezTo>
                  <a:cubicBezTo>
                    <a:pt x="4960" y="4473"/>
                    <a:pt x="4798" y="4496"/>
                    <a:pt x="5076" y="4751"/>
                  </a:cubicBezTo>
                  <a:cubicBezTo>
                    <a:pt x="5331" y="5006"/>
                    <a:pt x="6096" y="5817"/>
                    <a:pt x="6258" y="6049"/>
                  </a:cubicBezTo>
                  <a:cubicBezTo>
                    <a:pt x="6397" y="6280"/>
                    <a:pt x="6443" y="6466"/>
                    <a:pt x="6513" y="6651"/>
                  </a:cubicBezTo>
                  <a:cubicBezTo>
                    <a:pt x="6582" y="6814"/>
                    <a:pt x="6397" y="6906"/>
                    <a:pt x="6490" y="7045"/>
                  </a:cubicBezTo>
                  <a:cubicBezTo>
                    <a:pt x="6582" y="7184"/>
                    <a:pt x="6304" y="7138"/>
                    <a:pt x="6327" y="7231"/>
                  </a:cubicBezTo>
                  <a:cubicBezTo>
                    <a:pt x="6327" y="7347"/>
                    <a:pt x="6490" y="7903"/>
                    <a:pt x="6744" y="7926"/>
                  </a:cubicBezTo>
                  <a:cubicBezTo>
                    <a:pt x="7023" y="7949"/>
                    <a:pt x="7324" y="8274"/>
                    <a:pt x="7532" y="8459"/>
                  </a:cubicBezTo>
                  <a:cubicBezTo>
                    <a:pt x="7764" y="8621"/>
                    <a:pt x="8089" y="8598"/>
                    <a:pt x="8413" y="8714"/>
                  </a:cubicBezTo>
                  <a:cubicBezTo>
                    <a:pt x="8738" y="8830"/>
                    <a:pt x="9016" y="9131"/>
                    <a:pt x="9502" y="9270"/>
                  </a:cubicBezTo>
                  <a:cubicBezTo>
                    <a:pt x="9966" y="9386"/>
                    <a:pt x="10429" y="9595"/>
                    <a:pt x="10731" y="9803"/>
                  </a:cubicBezTo>
                  <a:cubicBezTo>
                    <a:pt x="10848" y="9876"/>
                    <a:pt x="10977" y="9906"/>
                    <a:pt x="11115" y="9906"/>
                  </a:cubicBezTo>
                  <a:cubicBezTo>
                    <a:pt x="11332" y="9906"/>
                    <a:pt x="11575" y="9832"/>
                    <a:pt x="11843" y="9734"/>
                  </a:cubicBezTo>
                  <a:cubicBezTo>
                    <a:pt x="11953" y="9691"/>
                    <a:pt x="12057" y="9674"/>
                    <a:pt x="12155" y="9674"/>
                  </a:cubicBezTo>
                  <a:cubicBezTo>
                    <a:pt x="12425" y="9674"/>
                    <a:pt x="12646" y="9804"/>
                    <a:pt x="12816" y="9873"/>
                  </a:cubicBezTo>
                  <a:cubicBezTo>
                    <a:pt x="12955" y="9919"/>
                    <a:pt x="13187" y="10128"/>
                    <a:pt x="13419" y="10336"/>
                  </a:cubicBezTo>
                  <a:cubicBezTo>
                    <a:pt x="13628" y="10035"/>
                    <a:pt x="13836" y="9757"/>
                    <a:pt x="13859" y="9757"/>
                  </a:cubicBezTo>
                  <a:cubicBezTo>
                    <a:pt x="13894" y="9757"/>
                    <a:pt x="14062" y="9774"/>
                    <a:pt x="14230" y="9774"/>
                  </a:cubicBezTo>
                  <a:cubicBezTo>
                    <a:pt x="14398" y="9774"/>
                    <a:pt x="14566" y="9757"/>
                    <a:pt x="14601" y="9687"/>
                  </a:cubicBezTo>
                  <a:cubicBezTo>
                    <a:pt x="14647" y="9525"/>
                    <a:pt x="14137" y="9201"/>
                    <a:pt x="14207" y="9154"/>
                  </a:cubicBezTo>
                  <a:cubicBezTo>
                    <a:pt x="14253" y="9108"/>
                    <a:pt x="14276" y="8737"/>
                    <a:pt x="14369" y="8737"/>
                  </a:cubicBezTo>
                  <a:cubicBezTo>
                    <a:pt x="14431" y="8737"/>
                    <a:pt x="14833" y="8747"/>
                    <a:pt x="15107" y="8747"/>
                  </a:cubicBezTo>
                  <a:cubicBezTo>
                    <a:pt x="15245" y="8747"/>
                    <a:pt x="15350" y="8745"/>
                    <a:pt x="15366" y="8737"/>
                  </a:cubicBezTo>
                  <a:cubicBezTo>
                    <a:pt x="15412" y="8714"/>
                    <a:pt x="15574" y="8413"/>
                    <a:pt x="15713" y="8413"/>
                  </a:cubicBezTo>
                  <a:cubicBezTo>
                    <a:pt x="15721" y="8410"/>
                    <a:pt x="15728" y="8409"/>
                    <a:pt x="15736" y="8409"/>
                  </a:cubicBezTo>
                  <a:cubicBezTo>
                    <a:pt x="15802" y="8409"/>
                    <a:pt x="15885" y="8492"/>
                    <a:pt x="15968" y="8575"/>
                  </a:cubicBezTo>
                  <a:cubicBezTo>
                    <a:pt x="16130" y="8413"/>
                    <a:pt x="16177" y="8088"/>
                    <a:pt x="16223" y="7833"/>
                  </a:cubicBezTo>
                  <a:cubicBezTo>
                    <a:pt x="16246" y="7486"/>
                    <a:pt x="16130" y="7393"/>
                    <a:pt x="16316" y="7207"/>
                  </a:cubicBezTo>
                  <a:cubicBezTo>
                    <a:pt x="16478" y="7022"/>
                    <a:pt x="16663" y="7022"/>
                    <a:pt x="16617" y="6767"/>
                  </a:cubicBezTo>
                  <a:cubicBezTo>
                    <a:pt x="16600" y="6672"/>
                    <a:pt x="16557" y="6648"/>
                    <a:pt x="16498" y="6648"/>
                  </a:cubicBezTo>
                  <a:cubicBezTo>
                    <a:pt x="16439" y="6648"/>
                    <a:pt x="16364" y="6673"/>
                    <a:pt x="16285" y="6673"/>
                  </a:cubicBezTo>
                  <a:cubicBezTo>
                    <a:pt x="16234" y="6673"/>
                    <a:pt x="16182" y="6662"/>
                    <a:pt x="16130" y="6628"/>
                  </a:cubicBezTo>
                  <a:cubicBezTo>
                    <a:pt x="16067" y="6588"/>
                    <a:pt x="16006" y="6573"/>
                    <a:pt x="15933" y="6573"/>
                  </a:cubicBezTo>
                  <a:cubicBezTo>
                    <a:pt x="15793" y="6573"/>
                    <a:pt x="15608" y="6629"/>
                    <a:pt x="15273" y="6674"/>
                  </a:cubicBezTo>
                  <a:cubicBezTo>
                    <a:pt x="14786" y="6744"/>
                    <a:pt x="14555" y="6953"/>
                    <a:pt x="14578" y="7300"/>
                  </a:cubicBezTo>
                  <a:cubicBezTo>
                    <a:pt x="14601" y="7648"/>
                    <a:pt x="14392" y="7486"/>
                    <a:pt x="14415" y="7787"/>
                  </a:cubicBezTo>
                  <a:cubicBezTo>
                    <a:pt x="14439" y="8088"/>
                    <a:pt x="14021" y="8111"/>
                    <a:pt x="14045" y="8297"/>
                  </a:cubicBezTo>
                  <a:cubicBezTo>
                    <a:pt x="14052" y="8355"/>
                    <a:pt x="14025" y="8377"/>
                    <a:pt x="13981" y="8377"/>
                  </a:cubicBezTo>
                  <a:cubicBezTo>
                    <a:pt x="13886" y="8377"/>
                    <a:pt x="13714" y="8275"/>
                    <a:pt x="13651" y="8227"/>
                  </a:cubicBezTo>
                  <a:cubicBezTo>
                    <a:pt x="13644" y="8224"/>
                    <a:pt x="13633" y="8222"/>
                    <a:pt x="13617" y="8222"/>
                  </a:cubicBezTo>
                  <a:cubicBezTo>
                    <a:pt x="13414" y="8222"/>
                    <a:pt x="12504" y="8484"/>
                    <a:pt x="12353" y="8505"/>
                  </a:cubicBezTo>
                  <a:cubicBezTo>
                    <a:pt x="12348" y="8506"/>
                    <a:pt x="12343" y="8506"/>
                    <a:pt x="12338" y="8506"/>
                  </a:cubicBezTo>
                  <a:cubicBezTo>
                    <a:pt x="12201" y="8506"/>
                    <a:pt x="11969" y="8226"/>
                    <a:pt x="11772" y="8226"/>
                  </a:cubicBezTo>
                  <a:cubicBezTo>
                    <a:pt x="11765" y="8226"/>
                    <a:pt x="11758" y="8226"/>
                    <a:pt x="11750" y="8227"/>
                  </a:cubicBezTo>
                  <a:cubicBezTo>
                    <a:pt x="11542" y="8227"/>
                    <a:pt x="11449" y="7926"/>
                    <a:pt x="11426" y="7671"/>
                  </a:cubicBezTo>
                  <a:cubicBezTo>
                    <a:pt x="11403" y="7416"/>
                    <a:pt x="11009" y="7184"/>
                    <a:pt x="10846" y="6953"/>
                  </a:cubicBezTo>
                  <a:cubicBezTo>
                    <a:pt x="10684" y="6721"/>
                    <a:pt x="10661" y="6211"/>
                    <a:pt x="10638" y="5887"/>
                  </a:cubicBezTo>
                  <a:cubicBezTo>
                    <a:pt x="10638" y="5562"/>
                    <a:pt x="10592" y="5006"/>
                    <a:pt x="10823" y="4357"/>
                  </a:cubicBezTo>
                  <a:cubicBezTo>
                    <a:pt x="10846" y="4264"/>
                    <a:pt x="10870" y="4195"/>
                    <a:pt x="10870" y="4125"/>
                  </a:cubicBezTo>
                  <a:cubicBezTo>
                    <a:pt x="10777" y="4079"/>
                    <a:pt x="10707" y="4033"/>
                    <a:pt x="10638" y="4033"/>
                  </a:cubicBezTo>
                  <a:cubicBezTo>
                    <a:pt x="10630" y="4033"/>
                    <a:pt x="10621" y="4034"/>
                    <a:pt x="10612" y="4034"/>
                  </a:cubicBezTo>
                  <a:cubicBezTo>
                    <a:pt x="10393" y="4034"/>
                    <a:pt x="9962" y="3778"/>
                    <a:pt x="9873" y="3778"/>
                  </a:cubicBezTo>
                  <a:cubicBezTo>
                    <a:pt x="9780" y="3778"/>
                    <a:pt x="9804" y="3546"/>
                    <a:pt x="9711" y="3430"/>
                  </a:cubicBezTo>
                  <a:cubicBezTo>
                    <a:pt x="9641" y="3314"/>
                    <a:pt x="9688" y="3105"/>
                    <a:pt x="9595" y="3013"/>
                  </a:cubicBezTo>
                  <a:cubicBezTo>
                    <a:pt x="9479" y="2943"/>
                    <a:pt x="9178" y="2642"/>
                    <a:pt x="9062" y="2271"/>
                  </a:cubicBezTo>
                  <a:cubicBezTo>
                    <a:pt x="8969" y="1924"/>
                    <a:pt x="8344" y="1738"/>
                    <a:pt x="8112" y="1715"/>
                  </a:cubicBezTo>
                  <a:cubicBezTo>
                    <a:pt x="7880" y="1715"/>
                    <a:pt x="7741" y="2202"/>
                    <a:pt x="7671" y="2225"/>
                  </a:cubicBezTo>
                  <a:cubicBezTo>
                    <a:pt x="7669" y="2226"/>
                    <a:pt x="7665" y="2226"/>
                    <a:pt x="7661" y="2226"/>
                  </a:cubicBezTo>
                  <a:cubicBezTo>
                    <a:pt x="7567" y="2226"/>
                    <a:pt x="7157" y="1967"/>
                    <a:pt x="7046" y="1900"/>
                  </a:cubicBezTo>
                  <a:cubicBezTo>
                    <a:pt x="6907" y="1831"/>
                    <a:pt x="6837" y="1715"/>
                    <a:pt x="6837" y="1553"/>
                  </a:cubicBezTo>
                  <a:cubicBezTo>
                    <a:pt x="6837" y="1391"/>
                    <a:pt x="6582" y="1159"/>
                    <a:pt x="6490" y="1136"/>
                  </a:cubicBezTo>
                  <a:cubicBezTo>
                    <a:pt x="6420" y="1089"/>
                    <a:pt x="5887" y="579"/>
                    <a:pt x="5887" y="579"/>
                  </a:cubicBezTo>
                  <a:lnTo>
                    <a:pt x="5030" y="579"/>
                  </a:lnTo>
                  <a:lnTo>
                    <a:pt x="4844" y="811"/>
                  </a:lnTo>
                  <a:lnTo>
                    <a:pt x="3291" y="811"/>
                  </a:lnTo>
                  <a:cubicBezTo>
                    <a:pt x="3291" y="811"/>
                    <a:pt x="2086" y="371"/>
                    <a:pt x="1878" y="324"/>
                  </a:cubicBezTo>
                  <a:cubicBezTo>
                    <a:pt x="1646" y="278"/>
                    <a:pt x="1275" y="0"/>
                    <a:pt x="12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59"/>
            <p:cNvSpPr/>
            <p:nvPr/>
          </p:nvSpPr>
          <p:spPr>
            <a:xfrm>
              <a:off x="2710149" y="3807279"/>
              <a:ext cx="337907" cy="661264"/>
            </a:xfrm>
            <a:custGeom>
              <a:avLst/>
              <a:gdLst/>
              <a:ahLst/>
              <a:cxnLst/>
              <a:rect l="l" t="t" r="r" b="b"/>
              <a:pathLst>
                <a:path w="11078" h="21679" extrusionOk="0">
                  <a:moveTo>
                    <a:pt x="4202" y="0"/>
                  </a:moveTo>
                  <a:cubicBezTo>
                    <a:pt x="4158" y="0"/>
                    <a:pt x="4102" y="34"/>
                    <a:pt x="4009" y="135"/>
                  </a:cubicBezTo>
                  <a:cubicBezTo>
                    <a:pt x="3894" y="274"/>
                    <a:pt x="3731" y="390"/>
                    <a:pt x="3592" y="483"/>
                  </a:cubicBezTo>
                  <a:cubicBezTo>
                    <a:pt x="3592" y="737"/>
                    <a:pt x="3546" y="1039"/>
                    <a:pt x="3476" y="1108"/>
                  </a:cubicBezTo>
                  <a:cubicBezTo>
                    <a:pt x="3430" y="1224"/>
                    <a:pt x="2874" y="1479"/>
                    <a:pt x="2874" y="1595"/>
                  </a:cubicBezTo>
                  <a:cubicBezTo>
                    <a:pt x="2851" y="1734"/>
                    <a:pt x="2920" y="1919"/>
                    <a:pt x="2827" y="1989"/>
                  </a:cubicBezTo>
                  <a:cubicBezTo>
                    <a:pt x="2735" y="2082"/>
                    <a:pt x="3059" y="2499"/>
                    <a:pt x="2874" y="2591"/>
                  </a:cubicBezTo>
                  <a:cubicBezTo>
                    <a:pt x="2712" y="2684"/>
                    <a:pt x="3013" y="2846"/>
                    <a:pt x="2897" y="2962"/>
                  </a:cubicBezTo>
                  <a:cubicBezTo>
                    <a:pt x="2781" y="3055"/>
                    <a:pt x="2573" y="3101"/>
                    <a:pt x="2573" y="3217"/>
                  </a:cubicBezTo>
                  <a:cubicBezTo>
                    <a:pt x="2573" y="3333"/>
                    <a:pt x="2549" y="3611"/>
                    <a:pt x="2410" y="3681"/>
                  </a:cubicBezTo>
                  <a:cubicBezTo>
                    <a:pt x="2248" y="3750"/>
                    <a:pt x="2155" y="3982"/>
                    <a:pt x="2155" y="4167"/>
                  </a:cubicBezTo>
                  <a:cubicBezTo>
                    <a:pt x="2155" y="4353"/>
                    <a:pt x="1924" y="4237"/>
                    <a:pt x="2016" y="4469"/>
                  </a:cubicBezTo>
                  <a:cubicBezTo>
                    <a:pt x="2086" y="4700"/>
                    <a:pt x="2202" y="4979"/>
                    <a:pt x="2016" y="5025"/>
                  </a:cubicBezTo>
                  <a:cubicBezTo>
                    <a:pt x="1831" y="5071"/>
                    <a:pt x="1877" y="5442"/>
                    <a:pt x="1785" y="5442"/>
                  </a:cubicBezTo>
                  <a:cubicBezTo>
                    <a:pt x="1692" y="5442"/>
                    <a:pt x="1646" y="5836"/>
                    <a:pt x="1785" y="6045"/>
                  </a:cubicBezTo>
                  <a:cubicBezTo>
                    <a:pt x="1924" y="6230"/>
                    <a:pt x="1970" y="6392"/>
                    <a:pt x="1970" y="6578"/>
                  </a:cubicBezTo>
                  <a:cubicBezTo>
                    <a:pt x="1970" y="6763"/>
                    <a:pt x="2155" y="6856"/>
                    <a:pt x="2086" y="7041"/>
                  </a:cubicBezTo>
                  <a:cubicBezTo>
                    <a:pt x="2016" y="7250"/>
                    <a:pt x="2063" y="7435"/>
                    <a:pt x="1947" y="7505"/>
                  </a:cubicBezTo>
                  <a:cubicBezTo>
                    <a:pt x="1831" y="7597"/>
                    <a:pt x="1924" y="7829"/>
                    <a:pt x="1785" y="7899"/>
                  </a:cubicBezTo>
                  <a:cubicBezTo>
                    <a:pt x="1622" y="7968"/>
                    <a:pt x="1900" y="8501"/>
                    <a:pt x="1785" y="8594"/>
                  </a:cubicBezTo>
                  <a:cubicBezTo>
                    <a:pt x="1669" y="8687"/>
                    <a:pt x="1367" y="8779"/>
                    <a:pt x="1367" y="9127"/>
                  </a:cubicBezTo>
                  <a:cubicBezTo>
                    <a:pt x="1367" y="9498"/>
                    <a:pt x="1414" y="9706"/>
                    <a:pt x="1391" y="9845"/>
                  </a:cubicBezTo>
                  <a:cubicBezTo>
                    <a:pt x="1344" y="9984"/>
                    <a:pt x="1553" y="9961"/>
                    <a:pt x="1506" y="10170"/>
                  </a:cubicBezTo>
                  <a:cubicBezTo>
                    <a:pt x="1483" y="10378"/>
                    <a:pt x="1228" y="10239"/>
                    <a:pt x="1205" y="10378"/>
                  </a:cubicBezTo>
                  <a:cubicBezTo>
                    <a:pt x="1182" y="10517"/>
                    <a:pt x="1275" y="10772"/>
                    <a:pt x="1182" y="10795"/>
                  </a:cubicBezTo>
                  <a:cubicBezTo>
                    <a:pt x="1066" y="10819"/>
                    <a:pt x="1020" y="10911"/>
                    <a:pt x="1020" y="11143"/>
                  </a:cubicBezTo>
                  <a:cubicBezTo>
                    <a:pt x="1020" y="11375"/>
                    <a:pt x="904" y="11398"/>
                    <a:pt x="881" y="11514"/>
                  </a:cubicBezTo>
                  <a:cubicBezTo>
                    <a:pt x="858" y="11630"/>
                    <a:pt x="997" y="11769"/>
                    <a:pt x="997" y="11885"/>
                  </a:cubicBezTo>
                  <a:cubicBezTo>
                    <a:pt x="997" y="12024"/>
                    <a:pt x="1066" y="12464"/>
                    <a:pt x="950" y="12487"/>
                  </a:cubicBezTo>
                  <a:cubicBezTo>
                    <a:pt x="834" y="12487"/>
                    <a:pt x="788" y="12997"/>
                    <a:pt x="881" y="13043"/>
                  </a:cubicBezTo>
                  <a:cubicBezTo>
                    <a:pt x="973" y="13113"/>
                    <a:pt x="973" y="13252"/>
                    <a:pt x="927" y="13345"/>
                  </a:cubicBezTo>
                  <a:cubicBezTo>
                    <a:pt x="881" y="13437"/>
                    <a:pt x="1159" y="13553"/>
                    <a:pt x="1020" y="13692"/>
                  </a:cubicBezTo>
                  <a:cubicBezTo>
                    <a:pt x="880" y="13812"/>
                    <a:pt x="947" y="13984"/>
                    <a:pt x="1102" y="13984"/>
                  </a:cubicBezTo>
                  <a:cubicBezTo>
                    <a:pt x="1127" y="13984"/>
                    <a:pt x="1153" y="13980"/>
                    <a:pt x="1182" y="13970"/>
                  </a:cubicBezTo>
                  <a:cubicBezTo>
                    <a:pt x="1194" y="13967"/>
                    <a:pt x="1205" y="13966"/>
                    <a:pt x="1216" y="13966"/>
                  </a:cubicBezTo>
                  <a:cubicBezTo>
                    <a:pt x="1356" y="13966"/>
                    <a:pt x="1424" y="14225"/>
                    <a:pt x="1252" y="14225"/>
                  </a:cubicBezTo>
                  <a:cubicBezTo>
                    <a:pt x="1066" y="14225"/>
                    <a:pt x="904" y="14225"/>
                    <a:pt x="1043" y="14341"/>
                  </a:cubicBezTo>
                  <a:cubicBezTo>
                    <a:pt x="1182" y="14457"/>
                    <a:pt x="1344" y="14619"/>
                    <a:pt x="1112" y="14689"/>
                  </a:cubicBezTo>
                  <a:cubicBezTo>
                    <a:pt x="904" y="14782"/>
                    <a:pt x="1089" y="14921"/>
                    <a:pt x="1043" y="15129"/>
                  </a:cubicBezTo>
                  <a:cubicBezTo>
                    <a:pt x="997" y="15315"/>
                    <a:pt x="1182" y="15500"/>
                    <a:pt x="1020" y="15546"/>
                  </a:cubicBezTo>
                  <a:cubicBezTo>
                    <a:pt x="858" y="15593"/>
                    <a:pt x="1089" y="15894"/>
                    <a:pt x="858" y="15917"/>
                  </a:cubicBezTo>
                  <a:cubicBezTo>
                    <a:pt x="626" y="15964"/>
                    <a:pt x="788" y="16172"/>
                    <a:pt x="626" y="16288"/>
                  </a:cubicBezTo>
                  <a:cubicBezTo>
                    <a:pt x="487" y="16404"/>
                    <a:pt x="834" y="16589"/>
                    <a:pt x="649" y="16705"/>
                  </a:cubicBezTo>
                  <a:cubicBezTo>
                    <a:pt x="464" y="16821"/>
                    <a:pt x="603" y="17076"/>
                    <a:pt x="417" y="17076"/>
                  </a:cubicBezTo>
                  <a:cubicBezTo>
                    <a:pt x="232" y="17076"/>
                    <a:pt x="139" y="17331"/>
                    <a:pt x="116" y="17447"/>
                  </a:cubicBezTo>
                  <a:cubicBezTo>
                    <a:pt x="116" y="17563"/>
                    <a:pt x="0" y="17794"/>
                    <a:pt x="139" y="17957"/>
                  </a:cubicBezTo>
                  <a:cubicBezTo>
                    <a:pt x="278" y="18119"/>
                    <a:pt x="116" y="18258"/>
                    <a:pt x="232" y="18327"/>
                  </a:cubicBezTo>
                  <a:cubicBezTo>
                    <a:pt x="371" y="18374"/>
                    <a:pt x="811" y="18281"/>
                    <a:pt x="742" y="18490"/>
                  </a:cubicBezTo>
                  <a:cubicBezTo>
                    <a:pt x="672" y="18675"/>
                    <a:pt x="695" y="19115"/>
                    <a:pt x="788" y="19115"/>
                  </a:cubicBezTo>
                  <a:cubicBezTo>
                    <a:pt x="854" y="19115"/>
                    <a:pt x="899" y="19326"/>
                    <a:pt x="1024" y="19326"/>
                  </a:cubicBezTo>
                  <a:cubicBezTo>
                    <a:pt x="1030" y="19326"/>
                    <a:pt x="1036" y="19325"/>
                    <a:pt x="1043" y="19324"/>
                  </a:cubicBezTo>
                  <a:cubicBezTo>
                    <a:pt x="1136" y="19324"/>
                    <a:pt x="1424" y="19293"/>
                    <a:pt x="1682" y="19293"/>
                  </a:cubicBezTo>
                  <a:cubicBezTo>
                    <a:pt x="1810" y="19293"/>
                    <a:pt x="1931" y="19301"/>
                    <a:pt x="2016" y="19324"/>
                  </a:cubicBezTo>
                  <a:cubicBezTo>
                    <a:pt x="2132" y="19347"/>
                    <a:pt x="2225" y="19417"/>
                    <a:pt x="2294" y="19486"/>
                  </a:cubicBezTo>
                  <a:cubicBezTo>
                    <a:pt x="2315" y="19476"/>
                    <a:pt x="2339" y="19472"/>
                    <a:pt x="2366" y="19472"/>
                  </a:cubicBezTo>
                  <a:cubicBezTo>
                    <a:pt x="2496" y="19472"/>
                    <a:pt x="2687" y="19570"/>
                    <a:pt x="2782" y="19570"/>
                  </a:cubicBezTo>
                  <a:cubicBezTo>
                    <a:pt x="2802" y="19570"/>
                    <a:pt x="2817" y="19566"/>
                    <a:pt x="2827" y="19556"/>
                  </a:cubicBezTo>
                  <a:cubicBezTo>
                    <a:pt x="2920" y="19463"/>
                    <a:pt x="2526" y="19162"/>
                    <a:pt x="2526" y="19046"/>
                  </a:cubicBezTo>
                  <a:cubicBezTo>
                    <a:pt x="2549" y="18930"/>
                    <a:pt x="2480" y="18768"/>
                    <a:pt x="2480" y="18629"/>
                  </a:cubicBezTo>
                  <a:cubicBezTo>
                    <a:pt x="2480" y="18513"/>
                    <a:pt x="2410" y="18258"/>
                    <a:pt x="2596" y="18119"/>
                  </a:cubicBezTo>
                  <a:cubicBezTo>
                    <a:pt x="2744" y="18013"/>
                    <a:pt x="2757" y="17907"/>
                    <a:pt x="2846" y="17907"/>
                  </a:cubicBezTo>
                  <a:cubicBezTo>
                    <a:pt x="2854" y="17907"/>
                    <a:pt x="2864" y="17908"/>
                    <a:pt x="2874" y="17910"/>
                  </a:cubicBezTo>
                  <a:cubicBezTo>
                    <a:pt x="2883" y="17912"/>
                    <a:pt x="2893" y="17913"/>
                    <a:pt x="2904" y="17913"/>
                  </a:cubicBezTo>
                  <a:cubicBezTo>
                    <a:pt x="3023" y="17913"/>
                    <a:pt x="3200" y="17793"/>
                    <a:pt x="3221" y="17516"/>
                  </a:cubicBezTo>
                  <a:cubicBezTo>
                    <a:pt x="3221" y="17238"/>
                    <a:pt x="3360" y="17122"/>
                    <a:pt x="3592" y="16914"/>
                  </a:cubicBezTo>
                  <a:cubicBezTo>
                    <a:pt x="3870" y="16682"/>
                    <a:pt x="4311" y="16473"/>
                    <a:pt x="4241" y="16381"/>
                  </a:cubicBezTo>
                  <a:cubicBezTo>
                    <a:pt x="4195" y="16288"/>
                    <a:pt x="4334" y="15964"/>
                    <a:pt x="4334" y="15848"/>
                  </a:cubicBezTo>
                  <a:cubicBezTo>
                    <a:pt x="4334" y="15732"/>
                    <a:pt x="3940" y="15755"/>
                    <a:pt x="3801" y="15709"/>
                  </a:cubicBezTo>
                  <a:cubicBezTo>
                    <a:pt x="3662" y="15662"/>
                    <a:pt x="3175" y="15315"/>
                    <a:pt x="3430" y="14874"/>
                  </a:cubicBezTo>
                  <a:cubicBezTo>
                    <a:pt x="3662" y="14411"/>
                    <a:pt x="4172" y="14364"/>
                    <a:pt x="4311" y="14364"/>
                  </a:cubicBezTo>
                  <a:cubicBezTo>
                    <a:pt x="4450" y="14341"/>
                    <a:pt x="4334" y="14133"/>
                    <a:pt x="4450" y="14063"/>
                  </a:cubicBezTo>
                  <a:cubicBezTo>
                    <a:pt x="4566" y="13994"/>
                    <a:pt x="4589" y="13878"/>
                    <a:pt x="4589" y="13692"/>
                  </a:cubicBezTo>
                  <a:cubicBezTo>
                    <a:pt x="4589" y="13484"/>
                    <a:pt x="4589" y="13159"/>
                    <a:pt x="4797" y="13136"/>
                  </a:cubicBezTo>
                  <a:cubicBezTo>
                    <a:pt x="5029" y="13113"/>
                    <a:pt x="5075" y="12997"/>
                    <a:pt x="4960" y="12951"/>
                  </a:cubicBezTo>
                  <a:cubicBezTo>
                    <a:pt x="4821" y="12928"/>
                    <a:pt x="4751" y="12765"/>
                    <a:pt x="4983" y="12742"/>
                  </a:cubicBezTo>
                  <a:cubicBezTo>
                    <a:pt x="4994" y="12741"/>
                    <a:pt x="5004" y="12740"/>
                    <a:pt x="5013" y="12740"/>
                  </a:cubicBezTo>
                  <a:cubicBezTo>
                    <a:pt x="5185" y="12740"/>
                    <a:pt x="5130" y="12928"/>
                    <a:pt x="5284" y="12928"/>
                  </a:cubicBezTo>
                  <a:cubicBezTo>
                    <a:pt x="5423" y="12928"/>
                    <a:pt x="5701" y="12649"/>
                    <a:pt x="5493" y="12510"/>
                  </a:cubicBezTo>
                  <a:cubicBezTo>
                    <a:pt x="5439" y="12469"/>
                    <a:pt x="5396" y="12453"/>
                    <a:pt x="5360" y="12453"/>
                  </a:cubicBezTo>
                  <a:cubicBezTo>
                    <a:pt x="5256" y="12453"/>
                    <a:pt x="5208" y="12586"/>
                    <a:pt x="5122" y="12603"/>
                  </a:cubicBezTo>
                  <a:cubicBezTo>
                    <a:pt x="5115" y="12605"/>
                    <a:pt x="5108" y="12605"/>
                    <a:pt x="5102" y="12605"/>
                  </a:cubicBezTo>
                  <a:cubicBezTo>
                    <a:pt x="4995" y="12605"/>
                    <a:pt x="4908" y="12441"/>
                    <a:pt x="4821" y="12441"/>
                  </a:cubicBezTo>
                  <a:cubicBezTo>
                    <a:pt x="4705" y="12441"/>
                    <a:pt x="4774" y="12140"/>
                    <a:pt x="4728" y="12047"/>
                  </a:cubicBezTo>
                  <a:cubicBezTo>
                    <a:pt x="4681" y="11931"/>
                    <a:pt x="4612" y="11676"/>
                    <a:pt x="4705" y="11537"/>
                  </a:cubicBezTo>
                  <a:cubicBezTo>
                    <a:pt x="4720" y="11514"/>
                    <a:pt x="4744" y="11504"/>
                    <a:pt x="4776" y="11504"/>
                  </a:cubicBezTo>
                  <a:cubicBezTo>
                    <a:pt x="4934" y="11504"/>
                    <a:pt x="5276" y="11750"/>
                    <a:pt x="5585" y="11769"/>
                  </a:cubicBezTo>
                  <a:cubicBezTo>
                    <a:pt x="5603" y="11770"/>
                    <a:pt x="5621" y="11771"/>
                    <a:pt x="5639" y="11771"/>
                  </a:cubicBezTo>
                  <a:cubicBezTo>
                    <a:pt x="5961" y="11771"/>
                    <a:pt x="6211" y="11576"/>
                    <a:pt x="6211" y="11444"/>
                  </a:cubicBezTo>
                  <a:cubicBezTo>
                    <a:pt x="6211" y="11305"/>
                    <a:pt x="6026" y="11074"/>
                    <a:pt x="6257" y="10935"/>
                  </a:cubicBezTo>
                  <a:cubicBezTo>
                    <a:pt x="6466" y="10772"/>
                    <a:pt x="6304" y="10726"/>
                    <a:pt x="6234" y="10541"/>
                  </a:cubicBezTo>
                  <a:cubicBezTo>
                    <a:pt x="6181" y="10382"/>
                    <a:pt x="6263" y="10276"/>
                    <a:pt x="6346" y="10276"/>
                  </a:cubicBezTo>
                  <a:cubicBezTo>
                    <a:pt x="6372" y="10276"/>
                    <a:pt x="6398" y="10287"/>
                    <a:pt x="6420" y="10309"/>
                  </a:cubicBezTo>
                  <a:cubicBezTo>
                    <a:pt x="6453" y="10351"/>
                    <a:pt x="6568" y="10368"/>
                    <a:pt x="6730" y="10368"/>
                  </a:cubicBezTo>
                  <a:cubicBezTo>
                    <a:pt x="7017" y="10368"/>
                    <a:pt x="7449" y="10313"/>
                    <a:pt x="7833" y="10239"/>
                  </a:cubicBezTo>
                  <a:cubicBezTo>
                    <a:pt x="8436" y="10123"/>
                    <a:pt x="8830" y="9892"/>
                    <a:pt x="8876" y="9729"/>
                  </a:cubicBezTo>
                  <a:cubicBezTo>
                    <a:pt x="8923" y="9567"/>
                    <a:pt x="9293" y="9150"/>
                    <a:pt x="9363" y="9011"/>
                  </a:cubicBezTo>
                  <a:cubicBezTo>
                    <a:pt x="9456" y="8872"/>
                    <a:pt x="9386" y="8687"/>
                    <a:pt x="9154" y="8640"/>
                  </a:cubicBezTo>
                  <a:cubicBezTo>
                    <a:pt x="8899" y="8617"/>
                    <a:pt x="8923" y="8339"/>
                    <a:pt x="9038" y="8177"/>
                  </a:cubicBezTo>
                  <a:cubicBezTo>
                    <a:pt x="9177" y="8014"/>
                    <a:pt x="8969" y="7875"/>
                    <a:pt x="8737" y="7852"/>
                  </a:cubicBezTo>
                  <a:cubicBezTo>
                    <a:pt x="8505" y="7829"/>
                    <a:pt x="8158" y="7667"/>
                    <a:pt x="8366" y="7481"/>
                  </a:cubicBezTo>
                  <a:cubicBezTo>
                    <a:pt x="8421" y="7427"/>
                    <a:pt x="8459" y="7405"/>
                    <a:pt x="8491" y="7405"/>
                  </a:cubicBezTo>
                  <a:cubicBezTo>
                    <a:pt x="8513" y="7405"/>
                    <a:pt x="8533" y="7416"/>
                    <a:pt x="8552" y="7435"/>
                  </a:cubicBezTo>
                  <a:cubicBezTo>
                    <a:pt x="8598" y="7342"/>
                    <a:pt x="8621" y="7227"/>
                    <a:pt x="8598" y="7203"/>
                  </a:cubicBezTo>
                  <a:cubicBezTo>
                    <a:pt x="8552" y="7157"/>
                    <a:pt x="8413" y="7227"/>
                    <a:pt x="8436" y="6879"/>
                  </a:cubicBezTo>
                  <a:cubicBezTo>
                    <a:pt x="8436" y="6531"/>
                    <a:pt x="8575" y="6601"/>
                    <a:pt x="8575" y="6160"/>
                  </a:cubicBezTo>
                  <a:cubicBezTo>
                    <a:pt x="8598" y="5720"/>
                    <a:pt x="8760" y="5465"/>
                    <a:pt x="8760" y="5233"/>
                  </a:cubicBezTo>
                  <a:cubicBezTo>
                    <a:pt x="8760" y="5002"/>
                    <a:pt x="9177" y="4724"/>
                    <a:pt x="9409" y="4353"/>
                  </a:cubicBezTo>
                  <a:cubicBezTo>
                    <a:pt x="9641" y="3959"/>
                    <a:pt x="10151" y="3495"/>
                    <a:pt x="10359" y="3356"/>
                  </a:cubicBezTo>
                  <a:cubicBezTo>
                    <a:pt x="10568" y="3217"/>
                    <a:pt x="10962" y="3101"/>
                    <a:pt x="11031" y="2985"/>
                  </a:cubicBezTo>
                  <a:cubicBezTo>
                    <a:pt x="11078" y="2870"/>
                    <a:pt x="11031" y="2197"/>
                    <a:pt x="10916" y="2151"/>
                  </a:cubicBezTo>
                  <a:cubicBezTo>
                    <a:pt x="10869" y="2128"/>
                    <a:pt x="10707" y="2128"/>
                    <a:pt x="10568" y="2128"/>
                  </a:cubicBezTo>
                  <a:cubicBezTo>
                    <a:pt x="10568" y="2151"/>
                    <a:pt x="10568" y="2174"/>
                    <a:pt x="10568" y="2174"/>
                  </a:cubicBezTo>
                  <a:cubicBezTo>
                    <a:pt x="10591" y="2402"/>
                    <a:pt x="10457" y="2986"/>
                    <a:pt x="10299" y="2986"/>
                  </a:cubicBezTo>
                  <a:cubicBezTo>
                    <a:pt x="10296" y="2986"/>
                    <a:pt x="10293" y="2986"/>
                    <a:pt x="10290" y="2985"/>
                  </a:cubicBezTo>
                  <a:cubicBezTo>
                    <a:pt x="10283" y="2985"/>
                    <a:pt x="10277" y="2984"/>
                    <a:pt x="10270" y="2984"/>
                  </a:cubicBezTo>
                  <a:cubicBezTo>
                    <a:pt x="10129" y="2984"/>
                    <a:pt x="10005" y="3199"/>
                    <a:pt x="9900" y="3199"/>
                  </a:cubicBezTo>
                  <a:cubicBezTo>
                    <a:pt x="9891" y="3199"/>
                    <a:pt x="9882" y="3198"/>
                    <a:pt x="9873" y="3194"/>
                  </a:cubicBezTo>
                  <a:cubicBezTo>
                    <a:pt x="9866" y="3193"/>
                    <a:pt x="9859" y="3192"/>
                    <a:pt x="9852" y="3192"/>
                  </a:cubicBezTo>
                  <a:cubicBezTo>
                    <a:pt x="9745" y="3192"/>
                    <a:pt x="9613" y="3319"/>
                    <a:pt x="9487" y="3319"/>
                  </a:cubicBezTo>
                  <a:cubicBezTo>
                    <a:pt x="9453" y="3319"/>
                    <a:pt x="9419" y="3310"/>
                    <a:pt x="9386" y="3287"/>
                  </a:cubicBezTo>
                  <a:cubicBezTo>
                    <a:pt x="9341" y="3261"/>
                    <a:pt x="9291" y="3253"/>
                    <a:pt x="9239" y="3253"/>
                  </a:cubicBezTo>
                  <a:cubicBezTo>
                    <a:pt x="9155" y="3253"/>
                    <a:pt x="9066" y="3274"/>
                    <a:pt x="8986" y="3274"/>
                  </a:cubicBezTo>
                  <a:cubicBezTo>
                    <a:pt x="8937" y="3274"/>
                    <a:pt x="8891" y="3266"/>
                    <a:pt x="8853" y="3240"/>
                  </a:cubicBezTo>
                  <a:cubicBezTo>
                    <a:pt x="8737" y="3171"/>
                    <a:pt x="8343" y="3240"/>
                    <a:pt x="8343" y="3125"/>
                  </a:cubicBezTo>
                  <a:cubicBezTo>
                    <a:pt x="8343" y="3032"/>
                    <a:pt x="8529" y="3055"/>
                    <a:pt x="8529" y="2777"/>
                  </a:cubicBezTo>
                  <a:cubicBezTo>
                    <a:pt x="8529" y="2476"/>
                    <a:pt x="9015" y="2151"/>
                    <a:pt x="8969" y="2035"/>
                  </a:cubicBezTo>
                  <a:cubicBezTo>
                    <a:pt x="8899" y="1919"/>
                    <a:pt x="8065" y="1664"/>
                    <a:pt x="7949" y="1525"/>
                  </a:cubicBezTo>
                  <a:cubicBezTo>
                    <a:pt x="7833" y="1363"/>
                    <a:pt x="7671" y="1247"/>
                    <a:pt x="7347" y="1201"/>
                  </a:cubicBezTo>
                  <a:cubicBezTo>
                    <a:pt x="6999" y="1178"/>
                    <a:pt x="7022" y="1016"/>
                    <a:pt x="6721" y="830"/>
                  </a:cubicBezTo>
                  <a:cubicBezTo>
                    <a:pt x="6489" y="691"/>
                    <a:pt x="6095" y="274"/>
                    <a:pt x="5979" y="65"/>
                  </a:cubicBezTo>
                  <a:cubicBezTo>
                    <a:pt x="5853" y="51"/>
                    <a:pt x="5700" y="29"/>
                    <a:pt x="5584" y="29"/>
                  </a:cubicBezTo>
                  <a:cubicBezTo>
                    <a:pt x="5510" y="29"/>
                    <a:pt x="5450" y="38"/>
                    <a:pt x="5423" y="65"/>
                  </a:cubicBezTo>
                  <a:cubicBezTo>
                    <a:pt x="5367" y="141"/>
                    <a:pt x="5264" y="445"/>
                    <a:pt x="5178" y="445"/>
                  </a:cubicBezTo>
                  <a:cubicBezTo>
                    <a:pt x="5158" y="445"/>
                    <a:pt x="5139" y="429"/>
                    <a:pt x="5122" y="390"/>
                  </a:cubicBezTo>
                  <a:cubicBezTo>
                    <a:pt x="5006" y="158"/>
                    <a:pt x="4728" y="158"/>
                    <a:pt x="4473" y="135"/>
                  </a:cubicBezTo>
                  <a:cubicBezTo>
                    <a:pt x="4325" y="105"/>
                    <a:pt x="4281" y="0"/>
                    <a:pt x="4202" y="0"/>
                  </a:cubicBezTo>
                  <a:close/>
                  <a:moveTo>
                    <a:pt x="2712" y="19787"/>
                  </a:moveTo>
                  <a:cubicBezTo>
                    <a:pt x="2712" y="20112"/>
                    <a:pt x="2642" y="21572"/>
                    <a:pt x="2735" y="21595"/>
                  </a:cubicBezTo>
                  <a:cubicBezTo>
                    <a:pt x="2774" y="21595"/>
                    <a:pt x="3003" y="21565"/>
                    <a:pt x="3227" y="21565"/>
                  </a:cubicBezTo>
                  <a:cubicBezTo>
                    <a:pt x="3395" y="21565"/>
                    <a:pt x="3559" y="21582"/>
                    <a:pt x="3639" y="21641"/>
                  </a:cubicBezTo>
                  <a:cubicBezTo>
                    <a:pt x="3681" y="21656"/>
                    <a:pt x="3740" y="21678"/>
                    <a:pt x="3796" y="21678"/>
                  </a:cubicBezTo>
                  <a:cubicBezTo>
                    <a:pt x="3832" y="21678"/>
                    <a:pt x="3866" y="21669"/>
                    <a:pt x="3894" y="21641"/>
                  </a:cubicBezTo>
                  <a:cubicBezTo>
                    <a:pt x="4009" y="21502"/>
                    <a:pt x="4380" y="21572"/>
                    <a:pt x="4566" y="21456"/>
                  </a:cubicBezTo>
                  <a:cubicBezTo>
                    <a:pt x="4774" y="21317"/>
                    <a:pt x="4519" y="21294"/>
                    <a:pt x="4218" y="21271"/>
                  </a:cubicBezTo>
                  <a:cubicBezTo>
                    <a:pt x="3917" y="21271"/>
                    <a:pt x="3314" y="20714"/>
                    <a:pt x="3129" y="20575"/>
                  </a:cubicBezTo>
                  <a:cubicBezTo>
                    <a:pt x="2968" y="20435"/>
                    <a:pt x="3051" y="20311"/>
                    <a:pt x="2940" y="20311"/>
                  </a:cubicBezTo>
                  <a:cubicBezTo>
                    <a:pt x="2923" y="20311"/>
                    <a:pt x="2901" y="20314"/>
                    <a:pt x="2874" y="20320"/>
                  </a:cubicBezTo>
                  <a:cubicBezTo>
                    <a:pt x="2862" y="20322"/>
                    <a:pt x="2851" y="20322"/>
                    <a:pt x="2840" y="20322"/>
                  </a:cubicBezTo>
                  <a:cubicBezTo>
                    <a:pt x="2657" y="20322"/>
                    <a:pt x="2788" y="20133"/>
                    <a:pt x="2920" y="20089"/>
                  </a:cubicBezTo>
                  <a:cubicBezTo>
                    <a:pt x="3013" y="20019"/>
                    <a:pt x="2874" y="19811"/>
                    <a:pt x="2712" y="1978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59"/>
            <p:cNvSpPr/>
            <p:nvPr/>
          </p:nvSpPr>
          <p:spPr>
            <a:xfrm>
              <a:off x="2674431" y="3730750"/>
              <a:ext cx="146717" cy="750270"/>
            </a:xfrm>
            <a:custGeom>
              <a:avLst/>
              <a:gdLst/>
              <a:ahLst/>
              <a:cxnLst/>
              <a:rect l="l" t="t" r="r" b="b"/>
              <a:pathLst>
                <a:path w="4810" h="24597" extrusionOk="0">
                  <a:moveTo>
                    <a:pt x="4782" y="24136"/>
                  </a:moveTo>
                  <a:cubicBezTo>
                    <a:pt x="4792" y="24140"/>
                    <a:pt x="4801" y="24145"/>
                    <a:pt x="4810" y="24150"/>
                  </a:cubicBezTo>
                  <a:cubicBezTo>
                    <a:pt x="4802" y="24143"/>
                    <a:pt x="4792" y="24138"/>
                    <a:pt x="4782" y="24136"/>
                  </a:cubicBezTo>
                  <a:close/>
                  <a:moveTo>
                    <a:pt x="3442" y="0"/>
                  </a:moveTo>
                  <a:cubicBezTo>
                    <a:pt x="3435" y="0"/>
                    <a:pt x="3428" y="8"/>
                    <a:pt x="3419" y="25"/>
                  </a:cubicBezTo>
                  <a:cubicBezTo>
                    <a:pt x="3373" y="95"/>
                    <a:pt x="3350" y="373"/>
                    <a:pt x="3187" y="465"/>
                  </a:cubicBezTo>
                  <a:cubicBezTo>
                    <a:pt x="3164" y="465"/>
                    <a:pt x="3118" y="512"/>
                    <a:pt x="3071" y="535"/>
                  </a:cubicBezTo>
                  <a:cubicBezTo>
                    <a:pt x="3071" y="674"/>
                    <a:pt x="3025" y="906"/>
                    <a:pt x="3071" y="1045"/>
                  </a:cubicBezTo>
                  <a:cubicBezTo>
                    <a:pt x="3141" y="1207"/>
                    <a:pt x="3187" y="2111"/>
                    <a:pt x="3118" y="2435"/>
                  </a:cubicBezTo>
                  <a:cubicBezTo>
                    <a:pt x="3048" y="2783"/>
                    <a:pt x="2979" y="3061"/>
                    <a:pt x="2909" y="3270"/>
                  </a:cubicBezTo>
                  <a:cubicBezTo>
                    <a:pt x="2817" y="3478"/>
                    <a:pt x="3071" y="3478"/>
                    <a:pt x="2979" y="3571"/>
                  </a:cubicBezTo>
                  <a:cubicBezTo>
                    <a:pt x="2886" y="3664"/>
                    <a:pt x="2909" y="3919"/>
                    <a:pt x="2909" y="4313"/>
                  </a:cubicBezTo>
                  <a:cubicBezTo>
                    <a:pt x="2909" y="4683"/>
                    <a:pt x="2677" y="5355"/>
                    <a:pt x="2677" y="5564"/>
                  </a:cubicBezTo>
                  <a:cubicBezTo>
                    <a:pt x="2654" y="5749"/>
                    <a:pt x="2492" y="5888"/>
                    <a:pt x="2515" y="6120"/>
                  </a:cubicBezTo>
                  <a:cubicBezTo>
                    <a:pt x="2538" y="6352"/>
                    <a:pt x="2423" y="6491"/>
                    <a:pt x="2283" y="6607"/>
                  </a:cubicBezTo>
                  <a:cubicBezTo>
                    <a:pt x="2144" y="6700"/>
                    <a:pt x="2492" y="7047"/>
                    <a:pt x="2492" y="7256"/>
                  </a:cubicBezTo>
                  <a:cubicBezTo>
                    <a:pt x="2469" y="7441"/>
                    <a:pt x="2214" y="7534"/>
                    <a:pt x="2283" y="7835"/>
                  </a:cubicBezTo>
                  <a:cubicBezTo>
                    <a:pt x="2353" y="8229"/>
                    <a:pt x="2283" y="8901"/>
                    <a:pt x="2283" y="9040"/>
                  </a:cubicBezTo>
                  <a:cubicBezTo>
                    <a:pt x="2283" y="9179"/>
                    <a:pt x="2121" y="9156"/>
                    <a:pt x="2168" y="9411"/>
                  </a:cubicBezTo>
                  <a:cubicBezTo>
                    <a:pt x="2191" y="9666"/>
                    <a:pt x="2005" y="9736"/>
                    <a:pt x="1959" y="10106"/>
                  </a:cubicBezTo>
                  <a:cubicBezTo>
                    <a:pt x="1936" y="10454"/>
                    <a:pt x="1658" y="10987"/>
                    <a:pt x="1542" y="11265"/>
                  </a:cubicBezTo>
                  <a:cubicBezTo>
                    <a:pt x="1426" y="11543"/>
                    <a:pt x="1426" y="11705"/>
                    <a:pt x="1287" y="11705"/>
                  </a:cubicBezTo>
                  <a:cubicBezTo>
                    <a:pt x="1148" y="11705"/>
                    <a:pt x="1102" y="11868"/>
                    <a:pt x="1217" y="12099"/>
                  </a:cubicBezTo>
                  <a:cubicBezTo>
                    <a:pt x="1333" y="12354"/>
                    <a:pt x="1148" y="12540"/>
                    <a:pt x="1287" y="12795"/>
                  </a:cubicBezTo>
                  <a:cubicBezTo>
                    <a:pt x="1426" y="13026"/>
                    <a:pt x="1380" y="13119"/>
                    <a:pt x="1310" y="13351"/>
                  </a:cubicBezTo>
                  <a:cubicBezTo>
                    <a:pt x="1241" y="13583"/>
                    <a:pt x="1148" y="13583"/>
                    <a:pt x="1148" y="13814"/>
                  </a:cubicBezTo>
                  <a:cubicBezTo>
                    <a:pt x="1148" y="14023"/>
                    <a:pt x="962" y="14208"/>
                    <a:pt x="1055" y="14440"/>
                  </a:cubicBezTo>
                  <a:cubicBezTo>
                    <a:pt x="1171" y="14695"/>
                    <a:pt x="1148" y="14788"/>
                    <a:pt x="1009" y="14788"/>
                  </a:cubicBezTo>
                  <a:cubicBezTo>
                    <a:pt x="893" y="14788"/>
                    <a:pt x="823" y="14973"/>
                    <a:pt x="777" y="15367"/>
                  </a:cubicBezTo>
                  <a:cubicBezTo>
                    <a:pt x="740" y="15684"/>
                    <a:pt x="748" y="15746"/>
                    <a:pt x="897" y="15746"/>
                  </a:cubicBezTo>
                  <a:cubicBezTo>
                    <a:pt x="933" y="15746"/>
                    <a:pt x="978" y="15742"/>
                    <a:pt x="1032" y="15738"/>
                  </a:cubicBezTo>
                  <a:cubicBezTo>
                    <a:pt x="1333" y="15715"/>
                    <a:pt x="1102" y="14741"/>
                    <a:pt x="1287" y="14741"/>
                  </a:cubicBezTo>
                  <a:cubicBezTo>
                    <a:pt x="1472" y="14741"/>
                    <a:pt x="1310" y="14602"/>
                    <a:pt x="1496" y="14556"/>
                  </a:cubicBezTo>
                  <a:cubicBezTo>
                    <a:pt x="1520" y="14547"/>
                    <a:pt x="1538" y="14543"/>
                    <a:pt x="1551" y="14543"/>
                  </a:cubicBezTo>
                  <a:cubicBezTo>
                    <a:pt x="1644" y="14543"/>
                    <a:pt x="1534" y="14721"/>
                    <a:pt x="1635" y="14741"/>
                  </a:cubicBezTo>
                  <a:cubicBezTo>
                    <a:pt x="1750" y="14788"/>
                    <a:pt x="1843" y="14880"/>
                    <a:pt x="1681" y="14996"/>
                  </a:cubicBezTo>
                  <a:cubicBezTo>
                    <a:pt x="1496" y="15112"/>
                    <a:pt x="1704" y="15321"/>
                    <a:pt x="1635" y="15460"/>
                  </a:cubicBezTo>
                  <a:cubicBezTo>
                    <a:pt x="1542" y="15599"/>
                    <a:pt x="1426" y="15738"/>
                    <a:pt x="1496" y="15900"/>
                  </a:cubicBezTo>
                  <a:cubicBezTo>
                    <a:pt x="1565" y="16039"/>
                    <a:pt x="1403" y="16039"/>
                    <a:pt x="1403" y="16248"/>
                  </a:cubicBezTo>
                  <a:cubicBezTo>
                    <a:pt x="1380" y="16456"/>
                    <a:pt x="1496" y="16456"/>
                    <a:pt x="1426" y="16503"/>
                  </a:cubicBezTo>
                  <a:cubicBezTo>
                    <a:pt x="1333" y="16549"/>
                    <a:pt x="1519" y="16711"/>
                    <a:pt x="1403" y="16734"/>
                  </a:cubicBezTo>
                  <a:cubicBezTo>
                    <a:pt x="1287" y="16758"/>
                    <a:pt x="1356" y="16920"/>
                    <a:pt x="1426" y="17059"/>
                  </a:cubicBezTo>
                  <a:cubicBezTo>
                    <a:pt x="1496" y="17221"/>
                    <a:pt x="1264" y="17128"/>
                    <a:pt x="1148" y="17221"/>
                  </a:cubicBezTo>
                  <a:cubicBezTo>
                    <a:pt x="1032" y="17314"/>
                    <a:pt x="1264" y="17453"/>
                    <a:pt x="1194" y="17592"/>
                  </a:cubicBezTo>
                  <a:cubicBezTo>
                    <a:pt x="1178" y="17625"/>
                    <a:pt x="1154" y="17639"/>
                    <a:pt x="1127" y="17639"/>
                  </a:cubicBezTo>
                  <a:cubicBezTo>
                    <a:pt x="1041" y="17639"/>
                    <a:pt x="917" y="17506"/>
                    <a:pt x="847" y="17453"/>
                  </a:cubicBezTo>
                  <a:cubicBezTo>
                    <a:pt x="777" y="17360"/>
                    <a:pt x="986" y="17221"/>
                    <a:pt x="1102" y="17082"/>
                  </a:cubicBezTo>
                  <a:cubicBezTo>
                    <a:pt x="1185" y="16956"/>
                    <a:pt x="1023" y="16678"/>
                    <a:pt x="853" y="16678"/>
                  </a:cubicBezTo>
                  <a:cubicBezTo>
                    <a:pt x="836" y="16678"/>
                    <a:pt x="818" y="16681"/>
                    <a:pt x="800" y="16688"/>
                  </a:cubicBezTo>
                  <a:cubicBezTo>
                    <a:pt x="615" y="16758"/>
                    <a:pt x="986" y="16966"/>
                    <a:pt x="986" y="17128"/>
                  </a:cubicBezTo>
                  <a:cubicBezTo>
                    <a:pt x="986" y="17173"/>
                    <a:pt x="955" y="17184"/>
                    <a:pt x="913" y="17184"/>
                  </a:cubicBezTo>
                  <a:cubicBezTo>
                    <a:pt x="872" y="17184"/>
                    <a:pt x="819" y="17173"/>
                    <a:pt x="778" y="17173"/>
                  </a:cubicBezTo>
                  <a:cubicBezTo>
                    <a:pt x="732" y="17173"/>
                    <a:pt x="699" y="17187"/>
                    <a:pt x="708" y="17244"/>
                  </a:cubicBezTo>
                  <a:cubicBezTo>
                    <a:pt x="708" y="17430"/>
                    <a:pt x="499" y="17360"/>
                    <a:pt x="383" y="17476"/>
                  </a:cubicBezTo>
                  <a:cubicBezTo>
                    <a:pt x="267" y="17592"/>
                    <a:pt x="522" y="17708"/>
                    <a:pt x="406" y="17754"/>
                  </a:cubicBezTo>
                  <a:cubicBezTo>
                    <a:pt x="290" y="17777"/>
                    <a:pt x="82" y="17963"/>
                    <a:pt x="59" y="18079"/>
                  </a:cubicBezTo>
                  <a:cubicBezTo>
                    <a:pt x="59" y="18142"/>
                    <a:pt x="101" y="18178"/>
                    <a:pt x="138" y="18178"/>
                  </a:cubicBezTo>
                  <a:cubicBezTo>
                    <a:pt x="169" y="18178"/>
                    <a:pt x="198" y="18154"/>
                    <a:pt x="198" y="18102"/>
                  </a:cubicBezTo>
                  <a:cubicBezTo>
                    <a:pt x="198" y="18039"/>
                    <a:pt x="252" y="17997"/>
                    <a:pt x="313" y="17997"/>
                  </a:cubicBezTo>
                  <a:cubicBezTo>
                    <a:pt x="364" y="17997"/>
                    <a:pt x="421" y="18027"/>
                    <a:pt x="453" y="18102"/>
                  </a:cubicBezTo>
                  <a:cubicBezTo>
                    <a:pt x="476" y="18157"/>
                    <a:pt x="500" y="18175"/>
                    <a:pt x="529" y="18175"/>
                  </a:cubicBezTo>
                  <a:cubicBezTo>
                    <a:pt x="577" y="18175"/>
                    <a:pt x="640" y="18123"/>
                    <a:pt x="740" y="18123"/>
                  </a:cubicBezTo>
                  <a:cubicBezTo>
                    <a:pt x="752" y="18123"/>
                    <a:pt x="764" y="18123"/>
                    <a:pt x="777" y="18125"/>
                  </a:cubicBezTo>
                  <a:cubicBezTo>
                    <a:pt x="932" y="18169"/>
                    <a:pt x="918" y="18404"/>
                    <a:pt x="835" y="18404"/>
                  </a:cubicBezTo>
                  <a:cubicBezTo>
                    <a:pt x="831" y="18404"/>
                    <a:pt x="827" y="18404"/>
                    <a:pt x="823" y="18403"/>
                  </a:cubicBezTo>
                  <a:cubicBezTo>
                    <a:pt x="731" y="18403"/>
                    <a:pt x="615" y="18565"/>
                    <a:pt x="638" y="18751"/>
                  </a:cubicBezTo>
                  <a:cubicBezTo>
                    <a:pt x="646" y="18815"/>
                    <a:pt x="694" y="18835"/>
                    <a:pt x="758" y="18835"/>
                  </a:cubicBezTo>
                  <a:cubicBezTo>
                    <a:pt x="857" y="18835"/>
                    <a:pt x="994" y="18789"/>
                    <a:pt x="1091" y="18789"/>
                  </a:cubicBezTo>
                  <a:cubicBezTo>
                    <a:pt x="1112" y="18789"/>
                    <a:pt x="1131" y="18792"/>
                    <a:pt x="1148" y="18797"/>
                  </a:cubicBezTo>
                  <a:cubicBezTo>
                    <a:pt x="1291" y="18838"/>
                    <a:pt x="1272" y="19041"/>
                    <a:pt x="1202" y="19041"/>
                  </a:cubicBezTo>
                  <a:cubicBezTo>
                    <a:pt x="1192" y="19041"/>
                    <a:pt x="1182" y="19037"/>
                    <a:pt x="1171" y="19029"/>
                  </a:cubicBezTo>
                  <a:cubicBezTo>
                    <a:pt x="1107" y="18964"/>
                    <a:pt x="997" y="18877"/>
                    <a:pt x="905" y="18877"/>
                  </a:cubicBezTo>
                  <a:cubicBezTo>
                    <a:pt x="865" y="18877"/>
                    <a:pt x="828" y="18894"/>
                    <a:pt x="800" y="18936"/>
                  </a:cubicBezTo>
                  <a:cubicBezTo>
                    <a:pt x="770" y="18997"/>
                    <a:pt x="725" y="19018"/>
                    <a:pt x="675" y="19018"/>
                  </a:cubicBezTo>
                  <a:cubicBezTo>
                    <a:pt x="612" y="19018"/>
                    <a:pt x="541" y="18985"/>
                    <a:pt x="476" y="18959"/>
                  </a:cubicBezTo>
                  <a:cubicBezTo>
                    <a:pt x="466" y="18955"/>
                    <a:pt x="455" y="18954"/>
                    <a:pt x="443" y="18954"/>
                  </a:cubicBezTo>
                  <a:cubicBezTo>
                    <a:pt x="302" y="18954"/>
                    <a:pt x="1" y="19175"/>
                    <a:pt x="128" y="19260"/>
                  </a:cubicBezTo>
                  <a:cubicBezTo>
                    <a:pt x="244" y="19353"/>
                    <a:pt x="244" y="19515"/>
                    <a:pt x="314" y="19515"/>
                  </a:cubicBezTo>
                  <a:cubicBezTo>
                    <a:pt x="406" y="19492"/>
                    <a:pt x="545" y="19423"/>
                    <a:pt x="592" y="19330"/>
                  </a:cubicBezTo>
                  <a:cubicBezTo>
                    <a:pt x="617" y="19279"/>
                    <a:pt x="679" y="19227"/>
                    <a:pt x="732" y="19227"/>
                  </a:cubicBezTo>
                  <a:cubicBezTo>
                    <a:pt x="775" y="19227"/>
                    <a:pt x="813" y="19260"/>
                    <a:pt x="823" y="19353"/>
                  </a:cubicBezTo>
                  <a:cubicBezTo>
                    <a:pt x="823" y="19585"/>
                    <a:pt x="592" y="19469"/>
                    <a:pt x="545" y="19585"/>
                  </a:cubicBezTo>
                  <a:cubicBezTo>
                    <a:pt x="499" y="19724"/>
                    <a:pt x="406" y="19817"/>
                    <a:pt x="244" y="19909"/>
                  </a:cubicBezTo>
                  <a:cubicBezTo>
                    <a:pt x="126" y="20008"/>
                    <a:pt x="208" y="20156"/>
                    <a:pt x="321" y="20156"/>
                  </a:cubicBezTo>
                  <a:cubicBezTo>
                    <a:pt x="341" y="20156"/>
                    <a:pt x="362" y="20152"/>
                    <a:pt x="383" y="20141"/>
                  </a:cubicBezTo>
                  <a:cubicBezTo>
                    <a:pt x="395" y="20137"/>
                    <a:pt x="403" y="20134"/>
                    <a:pt x="410" y="20134"/>
                  </a:cubicBezTo>
                  <a:cubicBezTo>
                    <a:pt x="470" y="20134"/>
                    <a:pt x="353" y="20306"/>
                    <a:pt x="499" y="20327"/>
                  </a:cubicBezTo>
                  <a:cubicBezTo>
                    <a:pt x="513" y="20329"/>
                    <a:pt x="526" y="20330"/>
                    <a:pt x="538" y="20330"/>
                  </a:cubicBezTo>
                  <a:cubicBezTo>
                    <a:pt x="669" y="20330"/>
                    <a:pt x="706" y="20222"/>
                    <a:pt x="684" y="20095"/>
                  </a:cubicBezTo>
                  <a:cubicBezTo>
                    <a:pt x="647" y="20001"/>
                    <a:pt x="715" y="19802"/>
                    <a:pt x="828" y="19802"/>
                  </a:cubicBezTo>
                  <a:cubicBezTo>
                    <a:pt x="855" y="19802"/>
                    <a:pt x="885" y="19813"/>
                    <a:pt x="916" y="19840"/>
                  </a:cubicBezTo>
                  <a:cubicBezTo>
                    <a:pt x="1055" y="19979"/>
                    <a:pt x="823" y="20118"/>
                    <a:pt x="823" y="20234"/>
                  </a:cubicBezTo>
                  <a:cubicBezTo>
                    <a:pt x="823" y="20350"/>
                    <a:pt x="754" y="20512"/>
                    <a:pt x="754" y="20651"/>
                  </a:cubicBezTo>
                  <a:cubicBezTo>
                    <a:pt x="754" y="20767"/>
                    <a:pt x="592" y="20697"/>
                    <a:pt x="615" y="20860"/>
                  </a:cubicBezTo>
                  <a:cubicBezTo>
                    <a:pt x="615" y="20999"/>
                    <a:pt x="267" y="20906"/>
                    <a:pt x="429" y="20999"/>
                  </a:cubicBezTo>
                  <a:cubicBezTo>
                    <a:pt x="569" y="21091"/>
                    <a:pt x="337" y="21230"/>
                    <a:pt x="406" y="21323"/>
                  </a:cubicBezTo>
                  <a:cubicBezTo>
                    <a:pt x="422" y="21339"/>
                    <a:pt x="437" y="21345"/>
                    <a:pt x="452" y="21345"/>
                  </a:cubicBezTo>
                  <a:cubicBezTo>
                    <a:pt x="516" y="21345"/>
                    <a:pt x="577" y="21224"/>
                    <a:pt x="671" y="21224"/>
                  </a:cubicBezTo>
                  <a:cubicBezTo>
                    <a:pt x="682" y="21224"/>
                    <a:pt x="695" y="21226"/>
                    <a:pt x="708" y="21230"/>
                  </a:cubicBezTo>
                  <a:cubicBezTo>
                    <a:pt x="781" y="21260"/>
                    <a:pt x="799" y="21289"/>
                    <a:pt x="849" y="21289"/>
                  </a:cubicBezTo>
                  <a:cubicBezTo>
                    <a:pt x="878" y="21289"/>
                    <a:pt x="918" y="21279"/>
                    <a:pt x="986" y="21254"/>
                  </a:cubicBezTo>
                  <a:cubicBezTo>
                    <a:pt x="1008" y="21244"/>
                    <a:pt x="1030" y="21239"/>
                    <a:pt x="1049" y="21239"/>
                  </a:cubicBezTo>
                  <a:cubicBezTo>
                    <a:pt x="1169" y="21239"/>
                    <a:pt x="1218" y="21399"/>
                    <a:pt x="1078" y="21439"/>
                  </a:cubicBezTo>
                  <a:cubicBezTo>
                    <a:pt x="939" y="21485"/>
                    <a:pt x="754" y="21671"/>
                    <a:pt x="823" y="21694"/>
                  </a:cubicBezTo>
                  <a:cubicBezTo>
                    <a:pt x="830" y="21695"/>
                    <a:pt x="837" y="21696"/>
                    <a:pt x="844" y="21696"/>
                  </a:cubicBezTo>
                  <a:cubicBezTo>
                    <a:pt x="905" y="21696"/>
                    <a:pt x="994" y="21644"/>
                    <a:pt x="1068" y="21644"/>
                  </a:cubicBezTo>
                  <a:cubicBezTo>
                    <a:pt x="1110" y="21644"/>
                    <a:pt x="1147" y="21662"/>
                    <a:pt x="1171" y="21717"/>
                  </a:cubicBezTo>
                  <a:cubicBezTo>
                    <a:pt x="1191" y="21787"/>
                    <a:pt x="1224" y="21818"/>
                    <a:pt x="1255" y="21818"/>
                  </a:cubicBezTo>
                  <a:cubicBezTo>
                    <a:pt x="1296" y="21818"/>
                    <a:pt x="1333" y="21763"/>
                    <a:pt x="1333" y="21671"/>
                  </a:cubicBezTo>
                  <a:cubicBezTo>
                    <a:pt x="1341" y="21611"/>
                    <a:pt x="1375" y="21587"/>
                    <a:pt x="1419" y="21587"/>
                  </a:cubicBezTo>
                  <a:cubicBezTo>
                    <a:pt x="1514" y="21587"/>
                    <a:pt x="1657" y="21692"/>
                    <a:pt x="1704" y="21787"/>
                  </a:cubicBezTo>
                  <a:cubicBezTo>
                    <a:pt x="1742" y="21901"/>
                    <a:pt x="1498" y="21984"/>
                    <a:pt x="1320" y="21984"/>
                  </a:cubicBezTo>
                  <a:cubicBezTo>
                    <a:pt x="1281" y="21984"/>
                    <a:pt x="1246" y="21980"/>
                    <a:pt x="1217" y="21972"/>
                  </a:cubicBezTo>
                  <a:cubicBezTo>
                    <a:pt x="1208" y="21971"/>
                    <a:pt x="1198" y="21970"/>
                    <a:pt x="1189" y="21970"/>
                  </a:cubicBezTo>
                  <a:cubicBezTo>
                    <a:pt x="1023" y="21970"/>
                    <a:pt x="945" y="22165"/>
                    <a:pt x="1055" y="22296"/>
                  </a:cubicBezTo>
                  <a:cubicBezTo>
                    <a:pt x="1090" y="22345"/>
                    <a:pt x="1127" y="22365"/>
                    <a:pt x="1166" y="22365"/>
                  </a:cubicBezTo>
                  <a:cubicBezTo>
                    <a:pt x="1255" y="22365"/>
                    <a:pt x="1352" y="22261"/>
                    <a:pt x="1449" y="22181"/>
                  </a:cubicBezTo>
                  <a:cubicBezTo>
                    <a:pt x="1511" y="22119"/>
                    <a:pt x="1672" y="22089"/>
                    <a:pt x="1837" y="22089"/>
                  </a:cubicBezTo>
                  <a:cubicBezTo>
                    <a:pt x="2045" y="22089"/>
                    <a:pt x="2258" y="22136"/>
                    <a:pt x="2283" y="22227"/>
                  </a:cubicBezTo>
                  <a:cubicBezTo>
                    <a:pt x="2304" y="22288"/>
                    <a:pt x="2248" y="22300"/>
                    <a:pt x="2177" y="22300"/>
                  </a:cubicBezTo>
                  <a:cubicBezTo>
                    <a:pt x="2132" y="22300"/>
                    <a:pt x="2081" y="22295"/>
                    <a:pt x="2040" y="22295"/>
                  </a:cubicBezTo>
                  <a:cubicBezTo>
                    <a:pt x="1998" y="22295"/>
                    <a:pt x="1966" y="22300"/>
                    <a:pt x="1959" y="22320"/>
                  </a:cubicBezTo>
                  <a:cubicBezTo>
                    <a:pt x="1928" y="22381"/>
                    <a:pt x="1794" y="22433"/>
                    <a:pt x="1702" y="22433"/>
                  </a:cubicBezTo>
                  <a:cubicBezTo>
                    <a:pt x="1655" y="22433"/>
                    <a:pt x="1619" y="22420"/>
                    <a:pt x="1611" y="22389"/>
                  </a:cubicBezTo>
                  <a:cubicBezTo>
                    <a:pt x="1601" y="22368"/>
                    <a:pt x="1580" y="22359"/>
                    <a:pt x="1554" y="22359"/>
                  </a:cubicBezTo>
                  <a:cubicBezTo>
                    <a:pt x="1463" y="22359"/>
                    <a:pt x="1310" y="22467"/>
                    <a:pt x="1310" y="22575"/>
                  </a:cubicBezTo>
                  <a:cubicBezTo>
                    <a:pt x="1287" y="22737"/>
                    <a:pt x="1102" y="22737"/>
                    <a:pt x="1310" y="22806"/>
                  </a:cubicBezTo>
                  <a:cubicBezTo>
                    <a:pt x="1328" y="22810"/>
                    <a:pt x="1344" y="22812"/>
                    <a:pt x="1359" y="22812"/>
                  </a:cubicBezTo>
                  <a:cubicBezTo>
                    <a:pt x="1526" y="22812"/>
                    <a:pt x="1502" y="22596"/>
                    <a:pt x="1780" y="22596"/>
                  </a:cubicBezTo>
                  <a:cubicBezTo>
                    <a:pt x="1793" y="22596"/>
                    <a:pt x="1806" y="22597"/>
                    <a:pt x="1820" y="22598"/>
                  </a:cubicBezTo>
                  <a:cubicBezTo>
                    <a:pt x="1831" y="22598"/>
                    <a:pt x="1841" y="22599"/>
                    <a:pt x="1851" y="22599"/>
                  </a:cubicBezTo>
                  <a:cubicBezTo>
                    <a:pt x="2083" y="22599"/>
                    <a:pt x="2241" y="22415"/>
                    <a:pt x="2342" y="22415"/>
                  </a:cubicBezTo>
                  <a:cubicBezTo>
                    <a:pt x="2374" y="22415"/>
                    <a:pt x="2401" y="22433"/>
                    <a:pt x="2423" y="22482"/>
                  </a:cubicBezTo>
                  <a:cubicBezTo>
                    <a:pt x="2494" y="22624"/>
                    <a:pt x="2292" y="22753"/>
                    <a:pt x="2142" y="22753"/>
                  </a:cubicBezTo>
                  <a:cubicBezTo>
                    <a:pt x="2096" y="22753"/>
                    <a:pt x="2056" y="22741"/>
                    <a:pt x="2029" y="22714"/>
                  </a:cubicBezTo>
                  <a:cubicBezTo>
                    <a:pt x="1997" y="22682"/>
                    <a:pt x="1964" y="22668"/>
                    <a:pt x="1932" y="22668"/>
                  </a:cubicBezTo>
                  <a:cubicBezTo>
                    <a:pt x="1825" y="22668"/>
                    <a:pt x="1733" y="22825"/>
                    <a:pt x="1750" y="22969"/>
                  </a:cubicBezTo>
                  <a:cubicBezTo>
                    <a:pt x="1750" y="23021"/>
                    <a:pt x="1719" y="23040"/>
                    <a:pt x="1670" y="23040"/>
                  </a:cubicBezTo>
                  <a:cubicBezTo>
                    <a:pt x="1543" y="23040"/>
                    <a:pt x="1298" y="22916"/>
                    <a:pt x="1148" y="22899"/>
                  </a:cubicBezTo>
                  <a:cubicBezTo>
                    <a:pt x="1138" y="22898"/>
                    <a:pt x="1130" y="22897"/>
                    <a:pt x="1121" y="22897"/>
                  </a:cubicBezTo>
                  <a:cubicBezTo>
                    <a:pt x="972" y="22897"/>
                    <a:pt x="1064" y="23094"/>
                    <a:pt x="1217" y="23270"/>
                  </a:cubicBezTo>
                  <a:cubicBezTo>
                    <a:pt x="1273" y="23333"/>
                    <a:pt x="1323" y="23351"/>
                    <a:pt x="1372" y="23351"/>
                  </a:cubicBezTo>
                  <a:cubicBezTo>
                    <a:pt x="1432" y="23351"/>
                    <a:pt x="1490" y="23325"/>
                    <a:pt x="1555" y="23325"/>
                  </a:cubicBezTo>
                  <a:cubicBezTo>
                    <a:pt x="1594" y="23325"/>
                    <a:pt x="1635" y="23334"/>
                    <a:pt x="1681" y="23362"/>
                  </a:cubicBezTo>
                  <a:cubicBezTo>
                    <a:pt x="1835" y="23465"/>
                    <a:pt x="1875" y="23568"/>
                    <a:pt x="1951" y="23568"/>
                  </a:cubicBezTo>
                  <a:cubicBezTo>
                    <a:pt x="1978" y="23568"/>
                    <a:pt x="2009" y="23555"/>
                    <a:pt x="2052" y="23525"/>
                  </a:cubicBezTo>
                  <a:cubicBezTo>
                    <a:pt x="2191" y="23386"/>
                    <a:pt x="2052" y="23386"/>
                    <a:pt x="1936" y="23339"/>
                  </a:cubicBezTo>
                  <a:cubicBezTo>
                    <a:pt x="1863" y="23284"/>
                    <a:pt x="1905" y="23143"/>
                    <a:pt x="2040" y="23143"/>
                  </a:cubicBezTo>
                  <a:cubicBezTo>
                    <a:pt x="2076" y="23143"/>
                    <a:pt x="2119" y="23153"/>
                    <a:pt x="2168" y="23177"/>
                  </a:cubicBezTo>
                  <a:cubicBezTo>
                    <a:pt x="2212" y="23199"/>
                    <a:pt x="2257" y="23210"/>
                    <a:pt x="2301" y="23210"/>
                  </a:cubicBezTo>
                  <a:cubicBezTo>
                    <a:pt x="2485" y="23210"/>
                    <a:pt x="2641" y="23027"/>
                    <a:pt x="2585" y="22783"/>
                  </a:cubicBezTo>
                  <a:cubicBezTo>
                    <a:pt x="2515" y="22505"/>
                    <a:pt x="2793" y="22366"/>
                    <a:pt x="3071" y="22273"/>
                  </a:cubicBezTo>
                  <a:cubicBezTo>
                    <a:pt x="3110" y="22260"/>
                    <a:pt x="3141" y="22255"/>
                    <a:pt x="3165" y="22255"/>
                  </a:cubicBezTo>
                  <a:cubicBezTo>
                    <a:pt x="3309" y="22255"/>
                    <a:pt x="3181" y="22468"/>
                    <a:pt x="3002" y="22528"/>
                  </a:cubicBezTo>
                  <a:cubicBezTo>
                    <a:pt x="2793" y="22621"/>
                    <a:pt x="2747" y="22690"/>
                    <a:pt x="2909" y="22853"/>
                  </a:cubicBezTo>
                  <a:cubicBezTo>
                    <a:pt x="2948" y="22892"/>
                    <a:pt x="2990" y="22905"/>
                    <a:pt x="3033" y="22905"/>
                  </a:cubicBezTo>
                  <a:cubicBezTo>
                    <a:pt x="3130" y="22905"/>
                    <a:pt x="3232" y="22835"/>
                    <a:pt x="3322" y="22835"/>
                  </a:cubicBezTo>
                  <a:cubicBezTo>
                    <a:pt x="3357" y="22835"/>
                    <a:pt x="3389" y="22846"/>
                    <a:pt x="3419" y="22876"/>
                  </a:cubicBezTo>
                  <a:cubicBezTo>
                    <a:pt x="3535" y="23015"/>
                    <a:pt x="3164" y="22992"/>
                    <a:pt x="3095" y="23108"/>
                  </a:cubicBezTo>
                  <a:cubicBezTo>
                    <a:pt x="3048" y="23247"/>
                    <a:pt x="3326" y="23409"/>
                    <a:pt x="3118" y="23502"/>
                  </a:cubicBezTo>
                  <a:cubicBezTo>
                    <a:pt x="3102" y="23510"/>
                    <a:pt x="3088" y="23513"/>
                    <a:pt x="3076" y="23513"/>
                  </a:cubicBezTo>
                  <a:cubicBezTo>
                    <a:pt x="2947" y="23513"/>
                    <a:pt x="3015" y="23104"/>
                    <a:pt x="2909" y="23061"/>
                  </a:cubicBezTo>
                  <a:cubicBezTo>
                    <a:pt x="2887" y="23054"/>
                    <a:pt x="2865" y="23050"/>
                    <a:pt x="2846" y="23050"/>
                  </a:cubicBezTo>
                  <a:cubicBezTo>
                    <a:pt x="2746" y="23050"/>
                    <a:pt x="2696" y="23153"/>
                    <a:pt x="2793" y="23386"/>
                  </a:cubicBezTo>
                  <a:cubicBezTo>
                    <a:pt x="2833" y="23481"/>
                    <a:pt x="2829" y="23516"/>
                    <a:pt x="2802" y="23516"/>
                  </a:cubicBezTo>
                  <a:cubicBezTo>
                    <a:pt x="2749" y="23516"/>
                    <a:pt x="2607" y="23385"/>
                    <a:pt x="2515" y="23293"/>
                  </a:cubicBezTo>
                  <a:cubicBezTo>
                    <a:pt x="2490" y="23267"/>
                    <a:pt x="2462" y="23257"/>
                    <a:pt x="2436" y="23257"/>
                  </a:cubicBezTo>
                  <a:cubicBezTo>
                    <a:pt x="2342" y="23257"/>
                    <a:pt x="2268" y="23393"/>
                    <a:pt x="2376" y="23502"/>
                  </a:cubicBezTo>
                  <a:cubicBezTo>
                    <a:pt x="2515" y="23641"/>
                    <a:pt x="2098" y="23502"/>
                    <a:pt x="2098" y="23733"/>
                  </a:cubicBezTo>
                  <a:cubicBezTo>
                    <a:pt x="2098" y="23812"/>
                    <a:pt x="2125" y="23835"/>
                    <a:pt x="2169" y="23835"/>
                  </a:cubicBezTo>
                  <a:cubicBezTo>
                    <a:pt x="2228" y="23835"/>
                    <a:pt x="2318" y="23795"/>
                    <a:pt x="2419" y="23795"/>
                  </a:cubicBezTo>
                  <a:cubicBezTo>
                    <a:pt x="2443" y="23795"/>
                    <a:pt x="2467" y="23797"/>
                    <a:pt x="2492" y="23803"/>
                  </a:cubicBezTo>
                  <a:cubicBezTo>
                    <a:pt x="2724" y="23849"/>
                    <a:pt x="2631" y="24174"/>
                    <a:pt x="2770" y="24289"/>
                  </a:cubicBezTo>
                  <a:cubicBezTo>
                    <a:pt x="2787" y="24301"/>
                    <a:pt x="2800" y="24307"/>
                    <a:pt x="2811" y="24307"/>
                  </a:cubicBezTo>
                  <a:cubicBezTo>
                    <a:pt x="2907" y="24307"/>
                    <a:pt x="2812" y="23893"/>
                    <a:pt x="2979" y="23872"/>
                  </a:cubicBezTo>
                  <a:cubicBezTo>
                    <a:pt x="2987" y="23870"/>
                    <a:pt x="2994" y="23869"/>
                    <a:pt x="3001" y="23869"/>
                  </a:cubicBezTo>
                  <a:cubicBezTo>
                    <a:pt x="3126" y="23869"/>
                    <a:pt x="2997" y="24272"/>
                    <a:pt x="3350" y="24382"/>
                  </a:cubicBezTo>
                  <a:cubicBezTo>
                    <a:pt x="3436" y="24408"/>
                    <a:pt x="3486" y="24419"/>
                    <a:pt x="3513" y="24419"/>
                  </a:cubicBezTo>
                  <a:cubicBezTo>
                    <a:pt x="3607" y="24419"/>
                    <a:pt x="3414" y="24282"/>
                    <a:pt x="3558" y="24174"/>
                  </a:cubicBezTo>
                  <a:cubicBezTo>
                    <a:pt x="3575" y="24161"/>
                    <a:pt x="3593" y="24156"/>
                    <a:pt x="3612" y="24156"/>
                  </a:cubicBezTo>
                  <a:cubicBezTo>
                    <a:pt x="3769" y="24156"/>
                    <a:pt x="3969" y="24549"/>
                    <a:pt x="4114" y="24591"/>
                  </a:cubicBezTo>
                  <a:cubicBezTo>
                    <a:pt x="4129" y="24595"/>
                    <a:pt x="4143" y="24596"/>
                    <a:pt x="4154" y="24596"/>
                  </a:cubicBezTo>
                  <a:cubicBezTo>
                    <a:pt x="4281" y="24596"/>
                    <a:pt x="4173" y="24371"/>
                    <a:pt x="4045" y="24243"/>
                  </a:cubicBezTo>
                  <a:cubicBezTo>
                    <a:pt x="3997" y="24177"/>
                    <a:pt x="4012" y="24153"/>
                    <a:pt x="4059" y="24153"/>
                  </a:cubicBezTo>
                  <a:cubicBezTo>
                    <a:pt x="4126" y="24153"/>
                    <a:pt x="4260" y="24202"/>
                    <a:pt x="4369" y="24243"/>
                  </a:cubicBezTo>
                  <a:cubicBezTo>
                    <a:pt x="4450" y="24263"/>
                    <a:pt x="4522" y="24279"/>
                    <a:pt x="4581" y="24279"/>
                  </a:cubicBezTo>
                  <a:cubicBezTo>
                    <a:pt x="4658" y="24279"/>
                    <a:pt x="4714" y="24252"/>
                    <a:pt x="4740" y="24174"/>
                  </a:cubicBezTo>
                  <a:cubicBezTo>
                    <a:pt x="4740" y="24146"/>
                    <a:pt x="4756" y="24135"/>
                    <a:pt x="4774" y="24135"/>
                  </a:cubicBezTo>
                  <a:cubicBezTo>
                    <a:pt x="4777" y="24135"/>
                    <a:pt x="4779" y="24136"/>
                    <a:pt x="4782" y="24136"/>
                  </a:cubicBezTo>
                  <a:lnTo>
                    <a:pt x="4782" y="24136"/>
                  </a:lnTo>
                  <a:cubicBezTo>
                    <a:pt x="4691" y="24095"/>
                    <a:pt x="4533" y="24083"/>
                    <a:pt x="4375" y="24083"/>
                  </a:cubicBezTo>
                  <a:cubicBezTo>
                    <a:pt x="4165" y="24083"/>
                    <a:pt x="3956" y="24104"/>
                    <a:pt x="3906" y="24104"/>
                  </a:cubicBezTo>
                  <a:cubicBezTo>
                    <a:pt x="3813" y="24081"/>
                    <a:pt x="3883" y="22644"/>
                    <a:pt x="3906" y="22296"/>
                  </a:cubicBezTo>
                  <a:lnTo>
                    <a:pt x="3859" y="22296"/>
                  </a:lnTo>
                  <a:cubicBezTo>
                    <a:pt x="3816" y="22296"/>
                    <a:pt x="3760" y="22300"/>
                    <a:pt x="3701" y="22300"/>
                  </a:cubicBezTo>
                  <a:cubicBezTo>
                    <a:pt x="3541" y="22300"/>
                    <a:pt x="3368" y="22275"/>
                    <a:pt x="3419" y="22088"/>
                  </a:cubicBezTo>
                  <a:cubicBezTo>
                    <a:pt x="3419" y="22042"/>
                    <a:pt x="3442" y="22018"/>
                    <a:pt x="3465" y="22018"/>
                  </a:cubicBezTo>
                  <a:cubicBezTo>
                    <a:pt x="3396" y="21949"/>
                    <a:pt x="3303" y="21879"/>
                    <a:pt x="3187" y="21833"/>
                  </a:cubicBezTo>
                  <a:cubicBezTo>
                    <a:pt x="3107" y="21811"/>
                    <a:pt x="2991" y="21803"/>
                    <a:pt x="2867" y="21803"/>
                  </a:cubicBezTo>
                  <a:cubicBezTo>
                    <a:pt x="2599" y="21803"/>
                    <a:pt x="2293" y="21840"/>
                    <a:pt x="2214" y="21856"/>
                  </a:cubicBezTo>
                  <a:cubicBezTo>
                    <a:pt x="2075" y="21856"/>
                    <a:pt x="2029" y="21624"/>
                    <a:pt x="1936" y="21624"/>
                  </a:cubicBezTo>
                  <a:cubicBezTo>
                    <a:pt x="1866" y="21624"/>
                    <a:pt x="1843" y="21184"/>
                    <a:pt x="1913" y="20999"/>
                  </a:cubicBezTo>
                  <a:cubicBezTo>
                    <a:pt x="1982" y="20790"/>
                    <a:pt x="1542" y="20906"/>
                    <a:pt x="1403" y="20836"/>
                  </a:cubicBezTo>
                  <a:cubicBezTo>
                    <a:pt x="1264" y="20767"/>
                    <a:pt x="1449" y="20628"/>
                    <a:pt x="1310" y="20466"/>
                  </a:cubicBezTo>
                  <a:cubicBezTo>
                    <a:pt x="1148" y="20303"/>
                    <a:pt x="1264" y="20072"/>
                    <a:pt x="1287" y="19956"/>
                  </a:cubicBezTo>
                  <a:cubicBezTo>
                    <a:pt x="1310" y="19840"/>
                    <a:pt x="1403" y="19608"/>
                    <a:pt x="1588" y="19608"/>
                  </a:cubicBezTo>
                  <a:cubicBezTo>
                    <a:pt x="1774" y="19608"/>
                    <a:pt x="1635" y="19330"/>
                    <a:pt x="1820" y="19214"/>
                  </a:cubicBezTo>
                  <a:cubicBezTo>
                    <a:pt x="1982" y="19098"/>
                    <a:pt x="1658" y="18913"/>
                    <a:pt x="1797" y="18797"/>
                  </a:cubicBezTo>
                  <a:cubicBezTo>
                    <a:pt x="1936" y="18681"/>
                    <a:pt x="1797" y="18473"/>
                    <a:pt x="2029" y="18426"/>
                  </a:cubicBezTo>
                  <a:cubicBezTo>
                    <a:pt x="2260" y="18403"/>
                    <a:pt x="2029" y="18102"/>
                    <a:pt x="2191" y="18055"/>
                  </a:cubicBezTo>
                  <a:cubicBezTo>
                    <a:pt x="2353" y="18009"/>
                    <a:pt x="2168" y="17824"/>
                    <a:pt x="2214" y="17638"/>
                  </a:cubicBezTo>
                  <a:cubicBezTo>
                    <a:pt x="2260" y="17430"/>
                    <a:pt x="2075" y="17291"/>
                    <a:pt x="2283" y="17198"/>
                  </a:cubicBezTo>
                  <a:cubicBezTo>
                    <a:pt x="2492" y="17128"/>
                    <a:pt x="2353" y="16966"/>
                    <a:pt x="2214" y="16850"/>
                  </a:cubicBezTo>
                  <a:cubicBezTo>
                    <a:pt x="2052" y="16734"/>
                    <a:pt x="2237" y="16734"/>
                    <a:pt x="2423" y="16734"/>
                  </a:cubicBezTo>
                  <a:cubicBezTo>
                    <a:pt x="2595" y="16734"/>
                    <a:pt x="2507" y="16475"/>
                    <a:pt x="2364" y="16475"/>
                  </a:cubicBezTo>
                  <a:cubicBezTo>
                    <a:pt x="2353" y="16475"/>
                    <a:pt x="2341" y="16476"/>
                    <a:pt x="2330" y="16479"/>
                  </a:cubicBezTo>
                  <a:cubicBezTo>
                    <a:pt x="2304" y="16489"/>
                    <a:pt x="2280" y="16493"/>
                    <a:pt x="2258" y="16493"/>
                  </a:cubicBezTo>
                  <a:cubicBezTo>
                    <a:pt x="2118" y="16493"/>
                    <a:pt x="2048" y="16321"/>
                    <a:pt x="2168" y="16201"/>
                  </a:cubicBezTo>
                  <a:cubicBezTo>
                    <a:pt x="2330" y="16062"/>
                    <a:pt x="2052" y="15946"/>
                    <a:pt x="2098" y="15854"/>
                  </a:cubicBezTo>
                  <a:cubicBezTo>
                    <a:pt x="2144" y="15761"/>
                    <a:pt x="2144" y="15622"/>
                    <a:pt x="2052" y="15552"/>
                  </a:cubicBezTo>
                  <a:cubicBezTo>
                    <a:pt x="1936" y="15506"/>
                    <a:pt x="2005" y="14996"/>
                    <a:pt x="2121" y="14996"/>
                  </a:cubicBezTo>
                  <a:cubicBezTo>
                    <a:pt x="2237" y="14973"/>
                    <a:pt x="2168" y="14533"/>
                    <a:pt x="2168" y="14394"/>
                  </a:cubicBezTo>
                  <a:cubicBezTo>
                    <a:pt x="2168" y="14278"/>
                    <a:pt x="2029" y="14139"/>
                    <a:pt x="2052" y="14023"/>
                  </a:cubicBezTo>
                  <a:cubicBezTo>
                    <a:pt x="2052" y="13907"/>
                    <a:pt x="2191" y="13884"/>
                    <a:pt x="2191" y="13652"/>
                  </a:cubicBezTo>
                  <a:cubicBezTo>
                    <a:pt x="2191" y="13420"/>
                    <a:pt x="2237" y="13328"/>
                    <a:pt x="2330" y="13304"/>
                  </a:cubicBezTo>
                  <a:cubicBezTo>
                    <a:pt x="2446" y="13281"/>
                    <a:pt x="2353" y="13026"/>
                    <a:pt x="2376" y="12887"/>
                  </a:cubicBezTo>
                  <a:cubicBezTo>
                    <a:pt x="2376" y="12748"/>
                    <a:pt x="2654" y="12887"/>
                    <a:pt x="2677" y="12679"/>
                  </a:cubicBezTo>
                  <a:cubicBezTo>
                    <a:pt x="2724" y="12470"/>
                    <a:pt x="2515" y="12493"/>
                    <a:pt x="2562" y="12354"/>
                  </a:cubicBezTo>
                  <a:cubicBezTo>
                    <a:pt x="2585" y="12215"/>
                    <a:pt x="2538" y="12007"/>
                    <a:pt x="2538" y="11636"/>
                  </a:cubicBezTo>
                  <a:cubicBezTo>
                    <a:pt x="2538" y="11288"/>
                    <a:pt x="2840" y="11196"/>
                    <a:pt x="2956" y="11103"/>
                  </a:cubicBezTo>
                  <a:cubicBezTo>
                    <a:pt x="3071" y="11010"/>
                    <a:pt x="2793" y="10477"/>
                    <a:pt x="2956" y="10408"/>
                  </a:cubicBezTo>
                  <a:cubicBezTo>
                    <a:pt x="3095" y="10338"/>
                    <a:pt x="3002" y="10106"/>
                    <a:pt x="3118" y="10014"/>
                  </a:cubicBezTo>
                  <a:cubicBezTo>
                    <a:pt x="3234" y="9944"/>
                    <a:pt x="3187" y="9759"/>
                    <a:pt x="3257" y="9550"/>
                  </a:cubicBezTo>
                  <a:cubicBezTo>
                    <a:pt x="3326" y="9365"/>
                    <a:pt x="3118" y="9272"/>
                    <a:pt x="3118" y="9087"/>
                  </a:cubicBezTo>
                  <a:cubicBezTo>
                    <a:pt x="3118" y="8901"/>
                    <a:pt x="3095" y="8739"/>
                    <a:pt x="2956" y="8554"/>
                  </a:cubicBezTo>
                  <a:cubicBezTo>
                    <a:pt x="2793" y="8345"/>
                    <a:pt x="2840" y="7951"/>
                    <a:pt x="2956" y="7951"/>
                  </a:cubicBezTo>
                  <a:cubicBezTo>
                    <a:pt x="3048" y="7951"/>
                    <a:pt x="3002" y="7580"/>
                    <a:pt x="3187" y="7534"/>
                  </a:cubicBezTo>
                  <a:cubicBezTo>
                    <a:pt x="3350" y="7488"/>
                    <a:pt x="3257" y="7209"/>
                    <a:pt x="3187" y="6978"/>
                  </a:cubicBezTo>
                  <a:cubicBezTo>
                    <a:pt x="3095" y="6746"/>
                    <a:pt x="3326" y="6862"/>
                    <a:pt x="3326" y="6676"/>
                  </a:cubicBezTo>
                  <a:cubicBezTo>
                    <a:pt x="3326" y="6491"/>
                    <a:pt x="3419" y="6259"/>
                    <a:pt x="3581" y="6190"/>
                  </a:cubicBezTo>
                  <a:cubicBezTo>
                    <a:pt x="3720" y="6120"/>
                    <a:pt x="3744" y="5842"/>
                    <a:pt x="3744" y="5726"/>
                  </a:cubicBezTo>
                  <a:cubicBezTo>
                    <a:pt x="3744" y="5610"/>
                    <a:pt x="3952" y="5564"/>
                    <a:pt x="4068" y="5471"/>
                  </a:cubicBezTo>
                  <a:cubicBezTo>
                    <a:pt x="4184" y="5355"/>
                    <a:pt x="3859" y="5193"/>
                    <a:pt x="4045" y="5100"/>
                  </a:cubicBezTo>
                  <a:cubicBezTo>
                    <a:pt x="4230" y="5008"/>
                    <a:pt x="3906" y="4591"/>
                    <a:pt x="3998" y="4498"/>
                  </a:cubicBezTo>
                  <a:cubicBezTo>
                    <a:pt x="4091" y="4428"/>
                    <a:pt x="4022" y="4243"/>
                    <a:pt x="4022" y="4104"/>
                  </a:cubicBezTo>
                  <a:cubicBezTo>
                    <a:pt x="4045" y="3988"/>
                    <a:pt x="4578" y="3733"/>
                    <a:pt x="4647" y="3617"/>
                  </a:cubicBezTo>
                  <a:cubicBezTo>
                    <a:pt x="4694" y="3548"/>
                    <a:pt x="4740" y="3246"/>
                    <a:pt x="4763" y="2992"/>
                  </a:cubicBezTo>
                  <a:lnTo>
                    <a:pt x="4763" y="2992"/>
                  </a:lnTo>
                  <a:cubicBezTo>
                    <a:pt x="4647" y="3058"/>
                    <a:pt x="4531" y="3112"/>
                    <a:pt x="4466" y="3112"/>
                  </a:cubicBezTo>
                  <a:cubicBezTo>
                    <a:pt x="4440" y="3112"/>
                    <a:pt x="4422" y="3104"/>
                    <a:pt x="4416" y="3084"/>
                  </a:cubicBezTo>
                  <a:cubicBezTo>
                    <a:pt x="4369" y="2968"/>
                    <a:pt x="4439" y="2644"/>
                    <a:pt x="4300" y="2482"/>
                  </a:cubicBezTo>
                  <a:cubicBezTo>
                    <a:pt x="4137" y="2343"/>
                    <a:pt x="4253" y="2065"/>
                    <a:pt x="4091" y="1995"/>
                  </a:cubicBezTo>
                  <a:cubicBezTo>
                    <a:pt x="3952" y="1925"/>
                    <a:pt x="3767" y="1624"/>
                    <a:pt x="3906" y="1532"/>
                  </a:cubicBezTo>
                  <a:cubicBezTo>
                    <a:pt x="4045" y="1439"/>
                    <a:pt x="3906" y="1253"/>
                    <a:pt x="4022" y="1161"/>
                  </a:cubicBezTo>
                  <a:cubicBezTo>
                    <a:pt x="4137" y="1045"/>
                    <a:pt x="3952" y="1045"/>
                    <a:pt x="3790" y="836"/>
                  </a:cubicBezTo>
                  <a:cubicBezTo>
                    <a:pt x="3628" y="651"/>
                    <a:pt x="3859" y="396"/>
                    <a:pt x="3651" y="257"/>
                  </a:cubicBezTo>
                  <a:cubicBezTo>
                    <a:pt x="3500" y="144"/>
                    <a:pt x="3472" y="0"/>
                    <a:pt x="3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59"/>
            <p:cNvSpPr/>
            <p:nvPr/>
          </p:nvSpPr>
          <p:spPr>
            <a:xfrm>
              <a:off x="4217209" y="3807127"/>
              <a:ext cx="267232" cy="234473"/>
            </a:xfrm>
            <a:custGeom>
              <a:avLst/>
              <a:gdLst/>
              <a:ahLst/>
              <a:cxnLst/>
              <a:rect l="l" t="t" r="r" b="b"/>
              <a:pathLst>
                <a:path w="8761" h="7687" extrusionOk="0">
                  <a:moveTo>
                    <a:pt x="6424" y="3828"/>
                  </a:moveTo>
                  <a:cubicBezTo>
                    <a:pt x="6466" y="3828"/>
                    <a:pt x="6498" y="3841"/>
                    <a:pt x="6513" y="3871"/>
                  </a:cubicBezTo>
                  <a:cubicBezTo>
                    <a:pt x="6582" y="3987"/>
                    <a:pt x="6884" y="4149"/>
                    <a:pt x="6884" y="4288"/>
                  </a:cubicBezTo>
                  <a:cubicBezTo>
                    <a:pt x="6884" y="4427"/>
                    <a:pt x="6675" y="4543"/>
                    <a:pt x="6675" y="4682"/>
                  </a:cubicBezTo>
                  <a:cubicBezTo>
                    <a:pt x="6675" y="4718"/>
                    <a:pt x="6649" y="4727"/>
                    <a:pt x="6611" y="4727"/>
                  </a:cubicBezTo>
                  <a:cubicBezTo>
                    <a:pt x="6568" y="4727"/>
                    <a:pt x="6508" y="4715"/>
                    <a:pt x="6454" y="4715"/>
                  </a:cubicBezTo>
                  <a:cubicBezTo>
                    <a:pt x="6400" y="4715"/>
                    <a:pt x="6351" y="4727"/>
                    <a:pt x="6327" y="4775"/>
                  </a:cubicBezTo>
                  <a:cubicBezTo>
                    <a:pt x="6258" y="4891"/>
                    <a:pt x="6188" y="5053"/>
                    <a:pt x="6188" y="5053"/>
                  </a:cubicBezTo>
                  <a:lnTo>
                    <a:pt x="5957" y="5030"/>
                  </a:lnTo>
                  <a:lnTo>
                    <a:pt x="5632" y="4566"/>
                  </a:lnTo>
                  <a:cubicBezTo>
                    <a:pt x="5632" y="4566"/>
                    <a:pt x="5910" y="4219"/>
                    <a:pt x="5957" y="4080"/>
                  </a:cubicBezTo>
                  <a:cubicBezTo>
                    <a:pt x="6011" y="3989"/>
                    <a:pt x="6277" y="3828"/>
                    <a:pt x="6424" y="3828"/>
                  </a:cubicBezTo>
                  <a:close/>
                  <a:moveTo>
                    <a:pt x="6745" y="1"/>
                  </a:moveTo>
                  <a:cubicBezTo>
                    <a:pt x="6675" y="94"/>
                    <a:pt x="6605" y="209"/>
                    <a:pt x="6559" y="256"/>
                  </a:cubicBezTo>
                  <a:cubicBezTo>
                    <a:pt x="6466" y="348"/>
                    <a:pt x="6258" y="302"/>
                    <a:pt x="6212" y="464"/>
                  </a:cubicBezTo>
                  <a:cubicBezTo>
                    <a:pt x="6188" y="627"/>
                    <a:pt x="5910" y="789"/>
                    <a:pt x="5771" y="789"/>
                  </a:cubicBezTo>
                  <a:cubicBezTo>
                    <a:pt x="5655" y="789"/>
                    <a:pt x="5563" y="997"/>
                    <a:pt x="5563" y="1160"/>
                  </a:cubicBezTo>
                  <a:cubicBezTo>
                    <a:pt x="5563" y="1299"/>
                    <a:pt x="5308" y="1484"/>
                    <a:pt x="5076" y="1484"/>
                  </a:cubicBezTo>
                  <a:cubicBezTo>
                    <a:pt x="4867" y="1484"/>
                    <a:pt x="4937" y="1669"/>
                    <a:pt x="4867" y="1901"/>
                  </a:cubicBezTo>
                  <a:cubicBezTo>
                    <a:pt x="4821" y="2110"/>
                    <a:pt x="4705" y="2133"/>
                    <a:pt x="4357" y="2133"/>
                  </a:cubicBezTo>
                  <a:cubicBezTo>
                    <a:pt x="4010" y="2133"/>
                    <a:pt x="3987" y="2110"/>
                    <a:pt x="3709" y="1924"/>
                  </a:cubicBezTo>
                  <a:cubicBezTo>
                    <a:pt x="3650" y="1885"/>
                    <a:pt x="3600" y="1869"/>
                    <a:pt x="3559" y="1869"/>
                  </a:cubicBezTo>
                  <a:cubicBezTo>
                    <a:pt x="3403" y="1869"/>
                    <a:pt x="3356" y="2098"/>
                    <a:pt x="3338" y="2226"/>
                  </a:cubicBezTo>
                  <a:cubicBezTo>
                    <a:pt x="3315" y="2365"/>
                    <a:pt x="2967" y="2643"/>
                    <a:pt x="2851" y="2782"/>
                  </a:cubicBezTo>
                  <a:cubicBezTo>
                    <a:pt x="2808" y="2834"/>
                    <a:pt x="2741" y="2850"/>
                    <a:pt x="2667" y="2850"/>
                  </a:cubicBezTo>
                  <a:cubicBezTo>
                    <a:pt x="2543" y="2850"/>
                    <a:pt x="2396" y="2805"/>
                    <a:pt x="2295" y="2805"/>
                  </a:cubicBezTo>
                  <a:cubicBezTo>
                    <a:pt x="2133" y="2805"/>
                    <a:pt x="2202" y="2666"/>
                    <a:pt x="2202" y="2573"/>
                  </a:cubicBezTo>
                  <a:cubicBezTo>
                    <a:pt x="2202" y="2481"/>
                    <a:pt x="2272" y="2550"/>
                    <a:pt x="2318" y="2434"/>
                  </a:cubicBezTo>
                  <a:cubicBezTo>
                    <a:pt x="2341" y="2342"/>
                    <a:pt x="2202" y="1994"/>
                    <a:pt x="2133" y="1832"/>
                  </a:cubicBezTo>
                  <a:cubicBezTo>
                    <a:pt x="2110" y="1762"/>
                    <a:pt x="1994" y="1693"/>
                    <a:pt x="1878" y="1646"/>
                  </a:cubicBezTo>
                  <a:lnTo>
                    <a:pt x="1878" y="3663"/>
                  </a:lnTo>
                  <a:cubicBezTo>
                    <a:pt x="1878" y="3825"/>
                    <a:pt x="1576" y="3917"/>
                    <a:pt x="1507" y="4010"/>
                  </a:cubicBezTo>
                  <a:cubicBezTo>
                    <a:pt x="1488" y="4047"/>
                    <a:pt x="1411" y="4058"/>
                    <a:pt x="1309" y="4058"/>
                  </a:cubicBezTo>
                  <a:cubicBezTo>
                    <a:pt x="1157" y="4058"/>
                    <a:pt x="951" y="4033"/>
                    <a:pt x="812" y="4033"/>
                  </a:cubicBezTo>
                  <a:cubicBezTo>
                    <a:pt x="603" y="4033"/>
                    <a:pt x="649" y="3802"/>
                    <a:pt x="534" y="3639"/>
                  </a:cubicBezTo>
                  <a:cubicBezTo>
                    <a:pt x="503" y="3597"/>
                    <a:pt x="468" y="3580"/>
                    <a:pt x="433" y="3580"/>
                  </a:cubicBezTo>
                  <a:cubicBezTo>
                    <a:pt x="333" y="3580"/>
                    <a:pt x="232" y="3716"/>
                    <a:pt x="232" y="3802"/>
                  </a:cubicBezTo>
                  <a:cubicBezTo>
                    <a:pt x="232" y="3853"/>
                    <a:pt x="197" y="3869"/>
                    <a:pt x="146" y="3869"/>
                  </a:cubicBezTo>
                  <a:cubicBezTo>
                    <a:pt x="104" y="3869"/>
                    <a:pt x="52" y="3858"/>
                    <a:pt x="1" y="3848"/>
                  </a:cubicBezTo>
                  <a:lnTo>
                    <a:pt x="1" y="3848"/>
                  </a:lnTo>
                  <a:cubicBezTo>
                    <a:pt x="163" y="4149"/>
                    <a:pt x="325" y="4474"/>
                    <a:pt x="395" y="4729"/>
                  </a:cubicBezTo>
                  <a:cubicBezTo>
                    <a:pt x="534" y="5169"/>
                    <a:pt x="835" y="5563"/>
                    <a:pt x="928" y="5818"/>
                  </a:cubicBezTo>
                  <a:cubicBezTo>
                    <a:pt x="997" y="6073"/>
                    <a:pt x="1090" y="6304"/>
                    <a:pt x="928" y="6328"/>
                  </a:cubicBezTo>
                  <a:cubicBezTo>
                    <a:pt x="765" y="6351"/>
                    <a:pt x="765" y="6490"/>
                    <a:pt x="928" y="6768"/>
                  </a:cubicBezTo>
                  <a:cubicBezTo>
                    <a:pt x="1113" y="7046"/>
                    <a:pt x="951" y="7208"/>
                    <a:pt x="1113" y="7232"/>
                  </a:cubicBezTo>
                  <a:cubicBezTo>
                    <a:pt x="1275" y="7278"/>
                    <a:pt x="1229" y="7371"/>
                    <a:pt x="1345" y="7371"/>
                  </a:cubicBezTo>
                  <a:cubicBezTo>
                    <a:pt x="1461" y="7371"/>
                    <a:pt x="1553" y="7510"/>
                    <a:pt x="1623" y="7602"/>
                  </a:cubicBezTo>
                  <a:cubicBezTo>
                    <a:pt x="1667" y="7658"/>
                    <a:pt x="1732" y="7687"/>
                    <a:pt x="1799" y="7687"/>
                  </a:cubicBezTo>
                  <a:cubicBezTo>
                    <a:pt x="1871" y="7687"/>
                    <a:pt x="1945" y="7652"/>
                    <a:pt x="1994" y="7579"/>
                  </a:cubicBezTo>
                  <a:cubicBezTo>
                    <a:pt x="2086" y="7463"/>
                    <a:pt x="2341" y="7417"/>
                    <a:pt x="2643" y="7417"/>
                  </a:cubicBezTo>
                  <a:cubicBezTo>
                    <a:pt x="2921" y="7417"/>
                    <a:pt x="2851" y="7301"/>
                    <a:pt x="3129" y="7208"/>
                  </a:cubicBezTo>
                  <a:cubicBezTo>
                    <a:pt x="3278" y="7171"/>
                    <a:pt x="3440" y="7147"/>
                    <a:pt x="3594" y="7147"/>
                  </a:cubicBezTo>
                  <a:cubicBezTo>
                    <a:pt x="3728" y="7147"/>
                    <a:pt x="3856" y="7165"/>
                    <a:pt x="3964" y="7208"/>
                  </a:cubicBezTo>
                  <a:cubicBezTo>
                    <a:pt x="4038" y="7229"/>
                    <a:pt x="4105" y="7237"/>
                    <a:pt x="4165" y="7237"/>
                  </a:cubicBezTo>
                  <a:cubicBezTo>
                    <a:pt x="4309" y="7237"/>
                    <a:pt x="4415" y="7188"/>
                    <a:pt x="4497" y="7139"/>
                  </a:cubicBezTo>
                  <a:cubicBezTo>
                    <a:pt x="4517" y="7127"/>
                    <a:pt x="4539" y="7122"/>
                    <a:pt x="4564" y="7122"/>
                  </a:cubicBezTo>
                  <a:cubicBezTo>
                    <a:pt x="4629" y="7122"/>
                    <a:pt x="4704" y="7155"/>
                    <a:pt x="4761" y="7155"/>
                  </a:cubicBezTo>
                  <a:cubicBezTo>
                    <a:pt x="4804" y="7155"/>
                    <a:pt x="4836" y="7136"/>
                    <a:pt x="4844" y="7069"/>
                  </a:cubicBezTo>
                  <a:cubicBezTo>
                    <a:pt x="4863" y="6921"/>
                    <a:pt x="5015" y="6906"/>
                    <a:pt x="5182" y="6906"/>
                  </a:cubicBezTo>
                  <a:cubicBezTo>
                    <a:pt x="5223" y="6906"/>
                    <a:pt x="5266" y="6907"/>
                    <a:pt x="5308" y="6907"/>
                  </a:cubicBezTo>
                  <a:cubicBezTo>
                    <a:pt x="5516" y="6907"/>
                    <a:pt x="6026" y="6583"/>
                    <a:pt x="6420" y="6212"/>
                  </a:cubicBezTo>
                  <a:cubicBezTo>
                    <a:pt x="6837" y="5818"/>
                    <a:pt x="7486" y="4984"/>
                    <a:pt x="7718" y="4613"/>
                  </a:cubicBezTo>
                  <a:cubicBezTo>
                    <a:pt x="7950" y="4242"/>
                    <a:pt x="8320" y="3917"/>
                    <a:pt x="8506" y="3732"/>
                  </a:cubicBezTo>
                  <a:cubicBezTo>
                    <a:pt x="8645" y="3616"/>
                    <a:pt x="8714" y="3176"/>
                    <a:pt x="8761" y="2851"/>
                  </a:cubicBezTo>
                  <a:cubicBezTo>
                    <a:pt x="8724" y="2847"/>
                    <a:pt x="8686" y="2845"/>
                    <a:pt x="8649" y="2845"/>
                  </a:cubicBezTo>
                  <a:cubicBezTo>
                    <a:pt x="8500" y="2845"/>
                    <a:pt x="8367" y="2875"/>
                    <a:pt x="8367" y="2875"/>
                  </a:cubicBezTo>
                  <a:cubicBezTo>
                    <a:pt x="8367" y="2875"/>
                    <a:pt x="8367" y="2851"/>
                    <a:pt x="8344" y="2805"/>
                  </a:cubicBezTo>
                  <a:cubicBezTo>
                    <a:pt x="8320" y="2851"/>
                    <a:pt x="8274" y="2898"/>
                    <a:pt x="8251" y="2967"/>
                  </a:cubicBezTo>
                  <a:cubicBezTo>
                    <a:pt x="8251" y="3083"/>
                    <a:pt x="8135" y="3083"/>
                    <a:pt x="7950" y="3083"/>
                  </a:cubicBezTo>
                  <a:cubicBezTo>
                    <a:pt x="7787" y="3060"/>
                    <a:pt x="7625" y="2643"/>
                    <a:pt x="7625" y="2573"/>
                  </a:cubicBezTo>
                  <a:cubicBezTo>
                    <a:pt x="7625" y="2504"/>
                    <a:pt x="7857" y="2179"/>
                    <a:pt x="7996" y="2179"/>
                  </a:cubicBezTo>
                  <a:cubicBezTo>
                    <a:pt x="8066" y="2179"/>
                    <a:pt x="8205" y="2272"/>
                    <a:pt x="8297" y="2342"/>
                  </a:cubicBezTo>
                  <a:cubicBezTo>
                    <a:pt x="8297" y="2295"/>
                    <a:pt x="8297" y="2249"/>
                    <a:pt x="8297" y="2249"/>
                  </a:cubicBezTo>
                  <a:cubicBezTo>
                    <a:pt x="8320" y="2156"/>
                    <a:pt x="8390" y="1322"/>
                    <a:pt x="8251" y="1252"/>
                  </a:cubicBezTo>
                  <a:cubicBezTo>
                    <a:pt x="8112" y="1160"/>
                    <a:pt x="7950" y="302"/>
                    <a:pt x="7903" y="233"/>
                  </a:cubicBezTo>
                  <a:cubicBezTo>
                    <a:pt x="7857" y="140"/>
                    <a:pt x="7324" y="186"/>
                    <a:pt x="7254" y="94"/>
                  </a:cubicBezTo>
                  <a:cubicBezTo>
                    <a:pt x="7231" y="47"/>
                    <a:pt x="7104" y="47"/>
                    <a:pt x="6982" y="47"/>
                  </a:cubicBezTo>
                  <a:cubicBezTo>
                    <a:pt x="6860" y="47"/>
                    <a:pt x="6745" y="47"/>
                    <a:pt x="6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4" name="Google Shape;8804;p59"/>
            <p:cNvSpPr/>
            <p:nvPr/>
          </p:nvSpPr>
          <p:spPr>
            <a:xfrm>
              <a:off x="5811230" y="3616703"/>
              <a:ext cx="685025" cy="605566"/>
            </a:xfrm>
            <a:custGeom>
              <a:avLst/>
              <a:gdLst/>
              <a:ahLst/>
              <a:cxnLst/>
              <a:rect l="l" t="t" r="r" b="b"/>
              <a:pathLst>
                <a:path w="22458" h="19853" extrusionOk="0">
                  <a:moveTo>
                    <a:pt x="9980" y="410"/>
                  </a:moveTo>
                  <a:cubicBezTo>
                    <a:pt x="9733" y="410"/>
                    <a:pt x="9322" y="535"/>
                    <a:pt x="9456" y="635"/>
                  </a:cubicBezTo>
                  <a:cubicBezTo>
                    <a:pt x="9485" y="659"/>
                    <a:pt x="9544" y="669"/>
                    <a:pt x="9617" y="669"/>
                  </a:cubicBezTo>
                  <a:cubicBezTo>
                    <a:pt x="9834" y="669"/>
                    <a:pt x="10169" y="578"/>
                    <a:pt x="10151" y="473"/>
                  </a:cubicBezTo>
                  <a:cubicBezTo>
                    <a:pt x="10145" y="428"/>
                    <a:pt x="10075" y="410"/>
                    <a:pt x="9980" y="410"/>
                  </a:cubicBezTo>
                  <a:close/>
                  <a:moveTo>
                    <a:pt x="13372" y="14641"/>
                  </a:moveTo>
                  <a:cubicBezTo>
                    <a:pt x="13154" y="14641"/>
                    <a:pt x="12809" y="14734"/>
                    <a:pt x="12886" y="14795"/>
                  </a:cubicBezTo>
                  <a:cubicBezTo>
                    <a:pt x="12942" y="14852"/>
                    <a:pt x="13049" y="14878"/>
                    <a:pt x="13159" y="14878"/>
                  </a:cubicBezTo>
                  <a:cubicBezTo>
                    <a:pt x="13321" y="14878"/>
                    <a:pt x="13494" y="14822"/>
                    <a:pt x="13535" y="14726"/>
                  </a:cubicBezTo>
                  <a:cubicBezTo>
                    <a:pt x="13558" y="14664"/>
                    <a:pt x="13481" y="14641"/>
                    <a:pt x="13372" y="14641"/>
                  </a:cubicBezTo>
                  <a:close/>
                  <a:moveTo>
                    <a:pt x="16268" y="0"/>
                  </a:moveTo>
                  <a:cubicBezTo>
                    <a:pt x="16173" y="0"/>
                    <a:pt x="15945" y="280"/>
                    <a:pt x="15945" y="427"/>
                  </a:cubicBezTo>
                  <a:cubicBezTo>
                    <a:pt x="15968" y="566"/>
                    <a:pt x="15922" y="751"/>
                    <a:pt x="15829" y="844"/>
                  </a:cubicBezTo>
                  <a:cubicBezTo>
                    <a:pt x="15713" y="960"/>
                    <a:pt x="15899" y="1331"/>
                    <a:pt x="15737" y="1470"/>
                  </a:cubicBezTo>
                  <a:cubicBezTo>
                    <a:pt x="15597" y="1586"/>
                    <a:pt x="15737" y="2119"/>
                    <a:pt x="15690" y="2420"/>
                  </a:cubicBezTo>
                  <a:cubicBezTo>
                    <a:pt x="15667" y="2744"/>
                    <a:pt x="15667" y="3069"/>
                    <a:pt x="15528" y="3277"/>
                  </a:cubicBezTo>
                  <a:cubicBezTo>
                    <a:pt x="15389" y="3463"/>
                    <a:pt x="15366" y="3810"/>
                    <a:pt x="15064" y="3903"/>
                  </a:cubicBezTo>
                  <a:cubicBezTo>
                    <a:pt x="15012" y="3925"/>
                    <a:pt x="14956" y="3934"/>
                    <a:pt x="14899" y="3934"/>
                  </a:cubicBezTo>
                  <a:cubicBezTo>
                    <a:pt x="14652" y="3934"/>
                    <a:pt x="14392" y="3757"/>
                    <a:pt x="14392" y="3625"/>
                  </a:cubicBezTo>
                  <a:cubicBezTo>
                    <a:pt x="14414" y="3498"/>
                    <a:pt x="14145" y="3390"/>
                    <a:pt x="13974" y="3390"/>
                  </a:cubicBezTo>
                  <a:cubicBezTo>
                    <a:pt x="13958" y="3390"/>
                    <a:pt x="13943" y="3391"/>
                    <a:pt x="13929" y="3393"/>
                  </a:cubicBezTo>
                  <a:cubicBezTo>
                    <a:pt x="13920" y="3394"/>
                    <a:pt x="13912" y="3395"/>
                    <a:pt x="13904" y="3395"/>
                  </a:cubicBezTo>
                  <a:cubicBezTo>
                    <a:pt x="13734" y="3395"/>
                    <a:pt x="13639" y="3175"/>
                    <a:pt x="13396" y="2976"/>
                  </a:cubicBezTo>
                  <a:cubicBezTo>
                    <a:pt x="13298" y="2903"/>
                    <a:pt x="13209" y="2887"/>
                    <a:pt x="13131" y="2887"/>
                  </a:cubicBezTo>
                  <a:cubicBezTo>
                    <a:pt x="13071" y="2887"/>
                    <a:pt x="13018" y="2896"/>
                    <a:pt x="12974" y="2896"/>
                  </a:cubicBezTo>
                  <a:cubicBezTo>
                    <a:pt x="12912" y="2896"/>
                    <a:pt x="12866" y="2878"/>
                    <a:pt x="12840" y="2791"/>
                  </a:cubicBezTo>
                  <a:cubicBezTo>
                    <a:pt x="12747" y="2536"/>
                    <a:pt x="12654" y="2513"/>
                    <a:pt x="12469" y="2374"/>
                  </a:cubicBezTo>
                  <a:cubicBezTo>
                    <a:pt x="12260" y="2235"/>
                    <a:pt x="12330" y="2235"/>
                    <a:pt x="12515" y="2096"/>
                  </a:cubicBezTo>
                  <a:cubicBezTo>
                    <a:pt x="12701" y="1980"/>
                    <a:pt x="12654" y="1794"/>
                    <a:pt x="12562" y="1655"/>
                  </a:cubicBezTo>
                  <a:cubicBezTo>
                    <a:pt x="12469" y="1493"/>
                    <a:pt x="12677" y="1516"/>
                    <a:pt x="12909" y="1400"/>
                  </a:cubicBezTo>
                  <a:cubicBezTo>
                    <a:pt x="13164" y="1261"/>
                    <a:pt x="12909" y="1099"/>
                    <a:pt x="13095" y="1029"/>
                  </a:cubicBezTo>
                  <a:cubicBezTo>
                    <a:pt x="13280" y="960"/>
                    <a:pt x="13164" y="798"/>
                    <a:pt x="12979" y="751"/>
                  </a:cubicBezTo>
                  <a:cubicBezTo>
                    <a:pt x="12969" y="750"/>
                    <a:pt x="12960" y="750"/>
                    <a:pt x="12951" y="750"/>
                  </a:cubicBezTo>
                  <a:cubicBezTo>
                    <a:pt x="12776" y="750"/>
                    <a:pt x="12836" y="961"/>
                    <a:pt x="12770" y="983"/>
                  </a:cubicBezTo>
                  <a:cubicBezTo>
                    <a:pt x="12768" y="984"/>
                    <a:pt x="12765" y="984"/>
                    <a:pt x="12763" y="984"/>
                  </a:cubicBezTo>
                  <a:cubicBezTo>
                    <a:pt x="12696" y="984"/>
                    <a:pt x="12629" y="682"/>
                    <a:pt x="12562" y="682"/>
                  </a:cubicBezTo>
                  <a:cubicBezTo>
                    <a:pt x="12505" y="701"/>
                    <a:pt x="12356" y="904"/>
                    <a:pt x="12228" y="904"/>
                  </a:cubicBezTo>
                  <a:cubicBezTo>
                    <a:pt x="12199" y="904"/>
                    <a:pt x="12170" y="893"/>
                    <a:pt x="12144" y="867"/>
                  </a:cubicBezTo>
                  <a:cubicBezTo>
                    <a:pt x="12029" y="705"/>
                    <a:pt x="11356" y="566"/>
                    <a:pt x="11078" y="543"/>
                  </a:cubicBezTo>
                  <a:cubicBezTo>
                    <a:pt x="10846" y="501"/>
                    <a:pt x="10749" y="209"/>
                    <a:pt x="10611" y="209"/>
                  </a:cubicBezTo>
                  <a:cubicBezTo>
                    <a:pt x="10597" y="209"/>
                    <a:pt x="10583" y="212"/>
                    <a:pt x="10568" y="218"/>
                  </a:cubicBezTo>
                  <a:cubicBezTo>
                    <a:pt x="10429" y="288"/>
                    <a:pt x="10592" y="381"/>
                    <a:pt x="10777" y="589"/>
                  </a:cubicBezTo>
                  <a:cubicBezTo>
                    <a:pt x="10929" y="741"/>
                    <a:pt x="10426" y="862"/>
                    <a:pt x="10112" y="862"/>
                  </a:cubicBezTo>
                  <a:cubicBezTo>
                    <a:pt x="10044" y="862"/>
                    <a:pt x="9984" y="857"/>
                    <a:pt x="9943" y="844"/>
                  </a:cubicBezTo>
                  <a:cubicBezTo>
                    <a:pt x="9907" y="830"/>
                    <a:pt x="9883" y="824"/>
                    <a:pt x="9868" y="824"/>
                  </a:cubicBezTo>
                  <a:cubicBezTo>
                    <a:pt x="9790" y="824"/>
                    <a:pt x="9940" y="985"/>
                    <a:pt x="9805" y="985"/>
                  </a:cubicBezTo>
                  <a:cubicBezTo>
                    <a:pt x="9798" y="985"/>
                    <a:pt x="9790" y="984"/>
                    <a:pt x="9781" y="983"/>
                  </a:cubicBezTo>
                  <a:cubicBezTo>
                    <a:pt x="9595" y="983"/>
                    <a:pt x="9572" y="1308"/>
                    <a:pt x="9410" y="1493"/>
                  </a:cubicBezTo>
                  <a:cubicBezTo>
                    <a:pt x="9247" y="1655"/>
                    <a:pt x="9363" y="1771"/>
                    <a:pt x="9178" y="1887"/>
                  </a:cubicBezTo>
                  <a:cubicBezTo>
                    <a:pt x="9016" y="2003"/>
                    <a:pt x="8993" y="2119"/>
                    <a:pt x="9201" y="2350"/>
                  </a:cubicBezTo>
                  <a:cubicBezTo>
                    <a:pt x="9311" y="2473"/>
                    <a:pt x="9279" y="2531"/>
                    <a:pt x="9197" y="2531"/>
                  </a:cubicBezTo>
                  <a:cubicBezTo>
                    <a:pt x="9124" y="2531"/>
                    <a:pt x="9011" y="2484"/>
                    <a:pt x="8923" y="2397"/>
                  </a:cubicBezTo>
                  <a:cubicBezTo>
                    <a:pt x="8833" y="2307"/>
                    <a:pt x="8749" y="2261"/>
                    <a:pt x="8685" y="2261"/>
                  </a:cubicBezTo>
                  <a:cubicBezTo>
                    <a:pt x="8618" y="2261"/>
                    <a:pt x="8575" y="2313"/>
                    <a:pt x="8575" y="2420"/>
                  </a:cubicBezTo>
                  <a:cubicBezTo>
                    <a:pt x="8584" y="2501"/>
                    <a:pt x="8555" y="2536"/>
                    <a:pt x="8518" y="2536"/>
                  </a:cubicBezTo>
                  <a:cubicBezTo>
                    <a:pt x="8458" y="2536"/>
                    <a:pt x="8376" y="2446"/>
                    <a:pt x="8390" y="2304"/>
                  </a:cubicBezTo>
                  <a:cubicBezTo>
                    <a:pt x="8436" y="2072"/>
                    <a:pt x="8135" y="2188"/>
                    <a:pt x="8089" y="2049"/>
                  </a:cubicBezTo>
                  <a:cubicBezTo>
                    <a:pt x="8042" y="1910"/>
                    <a:pt x="7787" y="1702"/>
                    <a:pt x="7625" y="1702"/>
                  </a:cubicBezTo>
                  <a:cubicBezTo>
                    <a:pt x="7486" y="1725"/>
                    <a:pt x="7486" y="1887"/>
                    <a:pt x="7324" y="1887"/>
                  </a:cubicBezTo>
                  <a:cubicBezTo>
                    <a:pt x="7162" y="1887"/>
                    <a:pt x="7115" y="1980"/>
                    <a:pt x="7139" y="2142"/>
                  </a:cubicBezTo>
                  <a:cubicBezTo>
                    <a:pt x="7146" y="2205"/>
                    <a:pt x="7122" y="2225"/>
                    <a:pt x="7079" y="2225"/>
                  </a:cubicBezTo>
                  <a:cubicBezTo>
                    <a:pt x="7004" y="2225"/>
                    <a:pt x="6871" y="2163"/>
                    <a:pt x="6756" y="2163"/>
                  </a:cubicBezTo>
                  <a:cubicBezTo>
                    <a:pt x="6744" y="2163"/>
                    <a:pt x="6733" y="2164"/>
                    <a:pt x="6721" y="2165"/>
                  </a:cubicBezTo>
                  <a:cubicBezTo>
                    <a:pt x="6536" y="2188"/>
                    <a:pt x="6721" y="2397"/>
                    <a:pt x="6629" y="2397"/>
                  </a:cubicBezTo>
                  <a:cubicBezTo>
                    <a:pt x="6536" y="2420"/>
                    <a:pt x="6536" y="2582"/>
                    <a:pt x="6374" y="2582"/>
                  </a:cubicBezTo>
                  <a:cubicBezTo>
                    <a:pt x="6212" y="2582"/>
                    <a:pt x="6235" y="2930"/>
                    <a:pt x="6258" y="3115"/>
                  </a:cubicBezTo>
                  <a:cubicBezTo>
                    <a:pt x="6264" y="3166"/>
                    <a:pt x="6250" y="3184"/>
                    <a:pt x="6222" y="3184"/>
                  </a:cubicBezTo>
                  <a:cubicBezTo>
                    <a:pt x="6157" y="3184"/>
                    <a:pt x="6020" y="3086"/>
                    <a:pt x="5908" y="3086"/>
                  </a:cubicBezTo>
                  <a:cubicBezTo>
                    <a:pt x="5893" y="3086"/>
                    <a:pt x="5878" y="3088"/>
                    <a:pt x="5864" y="3092"/>
                  </a:cubicBezTo>
                  <a:cubicBezTo>
                    <a:pt x="5702" y="3138"/>
                    <a:pt x="5910" y="3277"/>
                    <a:pt x="5957" y="3486"/>
                  </a:cubicBezTo>
                  <a:cubicBezTo>
                    <a:pt x="6003" y="3695"/>
                    <a:pt x="5864" y="3695"/>
                    <a:pt x="5771" y="3764"/>
                  </a:cubicBezTo>
                  <a:cubicBezTo>
                    <a:pt x="5763" y="3775"/>
                    <a:pt x="5753" y="3780"/>
                    <a:pt x="5743" y="3780"/>
                  </a:cubicBezTo>
                  <a:cubicBezTo>
                    <a:pt x="5670" y="3780"/>
                    <a:pt x="5563" y="3513"/>
                    <a:pt x="5563" y="3370"/>
                  </a:cubicBezTo>
                  <a:cubicBezTo>
                    <a:pt x="5563" y="3314"/>
                    <a:pt x="5543" y="3290"/>
                    <a:pt x="5511" y="3290"/>
                  </a:cubicBezTo>
                  <a:cubicBezTo>
                    <a:pt x="5436" y="3290"/>
                    <a:pt x="5291" y="3417"/>
                    <a:pt x="5145" y="3579"/>
                  </a:cubicBezTo>
                  <a:cubicBezTo>
                    <a:pt x="4914" y="3810"/>
                    <a:pt x="5215" y="4158"/>
                    <a:pt x="5122" y="4228"/>
                  </a:cubicBezTo>
                  <a:cubicBezTo>
                    <a:pt x="5030" y="4274"/>
                    <a:pt x="4589" y="4691"/>
                    <a:pt x="4334" y="4992"/>
                  </a:cubicBezTo>
                  <a:cubicBezTo>
                    <a:pt x="4079" y="5294"/>
                    <a:pt x="3523" y="5108"/>
                    <a:pt x="3361" y="5271"/>
                  </a:cubicBezTo>
                  <a:cubicBezTo>
                    <a:pt x="3199" y="5410"/>
                    <a:pt x="3013" y="5294"/>
                    <a:pt x="2828" y="5433"/>
                  </a:cubicBezTo>
                  <a:cubicBezTo>
                    <a:pt x="2703" y="5540"/>
                    <a:pt x="2494" y="5717"/>
                    <a:pt x="2385" y="5717"/>
                  </a:cubicBezTo>
                  <a:cubicBezTo>
                    <a:pt x="2352" y="5717"/>
                    <a:pt x="2329" y="5701"/>
                    <a:pt x="2318" y="5664"/>
                  </a:cubicBezTo>
                  <a:cubicBezTo>
                    <a:pt x="2303" y="5611"/>
                    <a:pt x="2248" y="5588"/>
                    <a:pt x="2175" y="5588"/>
                  </a:cubicBezTo>
                  <a:cubicBezTo>
                    <a:pt x="2023" y="5588"/>
                    <a:pt x="1794" y="5686"/>
                    <a:pt x="1669" y="5827"/>
                  </a:cubicBezTo>
                  <a:cubicBezTo>
                    <a:pt x="1484" y="6012"/>
                    <a:pt x="1183" y="6174"/>
                    <a:pt x="974" y="6198"/>
                  </a:cubicBezTo>
                  <a:cubicBezTo>
                    <a:pt x="789" y="6198"/>
                    <a:pt x="789" y="6522"/>
                    <a:pt x="696" y="6591"/>
                  </a:cubicBezTo>
                  <a:cubicBezTo>
                    <a:pt x="687" y="6598"/>
                    <a:pt x="679" y="6601"/>
                    <a:pt x="672" y="6601"/>
                  </a:cubicBezTo>
                  <a:cubicBezTo>
                    <a:pt x="607" y="6601"/>
                    <a:pt x="626" y="6330"/>
                    <a:pt x="626" y="6267"/>
                  </a:cubicBezTo>
                  <a:cubicBezTo>
                    <a:pt x="626" y="6253"/>
                    <a:pt x="622" y="6246"/>
                    <a:pt x="614" y="6246"/>
                  </a:cubicBezTo>
                  <a:cubicBezTo>
                    <a:pt x="571" y="6246"/>
                    <a:pt x="427" y="6445"/>
                    <a:pt x="348" y="6661"/>
                  </a:cubicBezTo>
                  <a:cubicBezTo>
                    <a:pt x="279" y="6916"/>
                    <a:pt x="557" y="7009"/>
                    <a:pt x="371" y="7264"/>
                  </a:cubicBezTo>
                  <a:cubicBezTo>
                    <a:pt x="186" y="7542"/>
                    <a:pt x="24" y="7797"/>
                    <a:pt x="279" y="8144"/>
                  </a:cubicBezTo>
                  <a:cubicBezTo>
                    <a:pt x="534" y="8492"/>
                    <a:pt x="673" y="8700"/>
                    <a:pt x="603" y="8863"/>
                  </a:cubicBezTo>
                  <a:cubicBezTo>
                    <a:pt x="589" y="8891"/>
                    <a:pt x="572" y="8903"/>
                    <a:pt x="554" y="8903"/>
                  </a:cubicBezTo>
                  <a:cubicBezTo>
                    <a:pt x="461" y="8903"/>
                    <a:pt x="332" y="8582"/>
                    <a:pt x="286" y="8582"/>
                  </a:cubicBezTo>
                  <a:cubicBezTo>
                    <a:pt x="283" y="8582"/>
                    <a:pt x="281" y="8583"/>
                    <a:pt x="279" y="8585"/>
                  </a:cubicBezTo>
                  <a:cubicBezTo>
                    <a:pt x="209" y="8654"/>
                    <a:pt x="510" y="8863"/>
                    <a:pt x="418" y="8979"/>
                  </a:cubicBezTo>
                  <a:cubicBezTo>
                    <a:pt x="411" y="8990"/>
                    <a:pt x="402" y="8995"/>
                    <a:pt x="392" y="8995"/>
                  </a:cubicBezTo>
                  <a:cubicBezTo>
                    <a:pt x="312" y="8995"/>
                    <a:pt x="141" y="8677"/>
                    <a:pt x="71" y="8677"/>
                  </a:cubicBezTo>
                  <a:cubicBezTo>
                    <a:pt x="61" y="8677"/>
                    <a:pt x="52" y="8684"/>
                    <a:pt x="47" y="8700"/>
                  </a:cubicBezTo>
                  <a:cubicBezTo>
                    <a:pt x="1" y="8793"/>
                    <a:pt x="580" y="9627"/>
                    <a:pt x="603" y="9929"/>
                  </a:cubicBezTo>
                  <a:cubicBezTo>
                    <a:pt x="603" y="10230"/>
                    <a:pt x="1090" y="10531"/>
                    <a:pt x="1067" y="10972"/>
                  </a:cubicBezTo>
                  <a:cubicBezTo>
                    <a:pt x="1020" y="11389"/>
                    <a:pt x="1461" y="12107"/>
                    <a:pt x="1530" y="12200"/>
                  </a:cubicBezTo>
                  <a:cubicBezTo>
                    <a:pt x="1623" y="12316"/>
                    <a:pt x="1368" y="12617"/>
                    <a:pt x="1414" y="12941"/>
                  </a:cubicBezTo>
                  <a:cubicBezTo>
                    <a:pt x="1461" y="13266"/>
                    <a:pt x="1298" y="13382"/>
                    <a:pt x="1113" y="13382"/>
                  </a:cubicBezTo>
                  <a:cubicBezTo>
                    <a:pt x="904" y="13382"/>
                    <a:pt x="1020" y="13729"/>
                    <a:pt x="1252" y="13753"/>
                  </a:cubicBezTo>
                  <a:cubicBezTo>
                    <a:pt x="1484" y="13776"/>
                    <a:pt x="1391" y="13938"/>
                    <a:pt x="1646" y="14100"/>
                  </a:cubicBezTo>
                  <a:cubicBezTo>
                    <a:pt x="1808" y="14203"/>
                    <a:pt x="2111" y="14222"/>
                    <a:pt x="2364" y="14222"/>
                  </a:cubicBezTo>
                  <a:cubicBezTo>
                    <a:pt x="2508" y="14222"/>
                    <a:pt x="2636" y="14216"/>
                    <a:pt x="2712" y="14216"/>
                  </a:cubicBezTo>
                  <a:cubicBezTo>
                    <a:pt x="2921" y="14216"/>
                    <a:pt x="2990" y="13892"/>
                    <a:pt x="3268" y="13892"/>
                  </a:cubicBezTo>
                  <a:cubicBezTo>
                    <a:pt x="3546" y="13868"/>
                    <a:pt x="3523" y="13776"/>
                    <a:pt x="3639" y="13614"/>
                  </a:cubicBezTo>
                  <a:cubicBezTo>
                    <a:pt x="3718" y="13521"/>
                    <a:pt x="3954" y="13497"/>
                    <a:pt x="4263" y="13497"/>
                  </a:cubicBezTo>
                  <a:cubicBezTo>
                    <a:pt x="4497" y="13497"/>
                    <a:pt x="4773" y="13511"/>
                    <a:pt x="5053" y="13521"/>
                  </a:cubicBezTo>
                  <a:cubicBezTo>
                    <a:pt x="5120" y="13526"/>
                    <a:pt x="5183" y="13528"/>
                    <a:pt x="5242" y="13528"/>
                  </a:cubicBezTo>
                  <a:cubicBezTo>
                    <a:pt x="5757" y="13528"/>
                    <a:pt x="5989" y="13353"/>
                    <a:pt x="6072" y="13104"/>
                  </a:cubicBezTo>
                  <a:cubicBezTo>
                    <a:pt x="6142" y="12872"/>
                    <a:pt x="6606" y="12872"/>
                    <a:pt x="6791" y="12687"/>
                  </a:cubicBezTo>
                  <a:cubicBezTo>
                    <a:pt x="6925" y="12569"/>
                    <a:pt x="7048" y="12537"/>
                    <a:pt x="7282" y="12537"/>
                  </a:cubicBezTo>
                  <a:cubicBezTo>
                    <a:pt x="7370" y="12537"/>
                    <a:pt x="7475" y="12541"/>
                    <a:pt x="7602" y="12547"/>
                  </a:cubicBezTo>
                  <a:cubicBezTo>
                    <a:pt x="7623" y="12548"/>
                    <a:pt x="7644" y="12549"/>
                    <a:pt x="7665" y="12549"/>
                  </a:cubicBezTo>
                  <a:cubicBezTo>
                    <a:pt x="8124" y="12549"/>
                    <a:pt x="8519" y="12311"/>
                    <a:pt x="8807" y="12200"/>
                  </a:cubicBezTo>
                  <a:cubicBezTo>
                    <a:pt x="9108" y="12061"/>
                    <a:pt x="9688" y="12107"/>
                    <a:pt x="9966" y="12038"/>
                  </a:cubicBezTo>
                  <a:cubicBezTo>
                    <a:pt x="9988" y="12033"/>
                    <a:pt x="10009" y="12030"/>
                    <a:pt x="10028" y="12030"/>
                  </a:cubicBezTo>
                  <a:cubicBezTo>
                    <a:pt x="10262" y="12030"/>
                    <a:pt x="10330" y="12366"/>
                    <a:pt x="10591" y="12366"/>
                  </a:cubicBezTo>
                  <a:cubicBezTo>
                    <a:pt x="10606" y="12366"/>
                    <a:pt x="10622" y="12364"/>
                    <a:pt x="10638" y="12362"/>
                  </a:cubicBezTo>
                  <a:cubicBezTo>
                    <a:pt x="10663" y="12360"/>
                    <a:pt x="10687" y="12359"/>
                    <a:pt x="10710" y="12359"/>
                  </a:cubicBezTo>
                  <a:cubicBezTo>
                    <a:pt x="10961" y="12359"/>
                    <a:pt x="11093" y="12457"/>
                    <a:pt x="11245" y="12457"/>
                  </a:cubicBezTo>
                  <a:cubicBezTo>
                    <a:pt x="11258" y="12457"/>
                    <a:pt x="11273" y="12457"/>
                    <a:pt x="11287" y="12455"/>
                  </a:cubicBezTo>
                  <a:cubicBezTo>
                    <a:pt x="11449" y="12455"/>
                    <a:pt x="11426" y="12571"/>
                    <a:pt x="11588" y="12617"/>
                  </a:cubicBezTo>
                  <a:cubicBezTo>
                    <a:pt x="11774" y="12640"/>
                    <a:pt x="11727" y="12802"/>
                    <a:pt x="11635" y="12941"/>
                  </a:cubicBezTo>
                  <a:cubicBezTo>
                    <a:pt x="11519" y="13104"/>
                    <a:pt x="11889" y="13104"/>
                    <a:pt x="12121" y="13405"/>
                  </a:cubicBezTo>
                  <a:cubicBezTo>
                    <a:pt x="12353" y="13729"/>
                    <a:pt x="12121" y="13776"/>
                    <a:pt x="12237" y="14008"/>
                  </a:cubicBezTo>
                  <a:cubicBezTo>
                    <a:pt x="12294" y="14112"/>
                    <a:pt x="12340" y="14162"/>
                    <a:pt x="12391" y="14162"/>
                  </a:cubicBezTo>
                  <a:cubicBezTo>
                    <a:pt x="12465" y="14162"/>
                    <a:pt x="12550" y="14060"/>
                    <a:pt x="12701" y="13868"/>
                  </a:cubicBezTo>
                  <a:cubicBezTo>
                    <a:pt x="12932" y="13521"/>
                    <a:pt x="13210" y="13729"/>
                    <a:pt x="13234" y="13451"/>
                  </a:cubicBezTo>
                  <a:cubicBezTo>
                    <a:pt x="13272" y="13200"/>
                    <a:pt x="13457" y="12931"/>
                    <a:pt x="13611" y="12931"/>
                  </a:cubicBezTo>
                  <a:cubicBezTo>
                    <a:pt x="13641" y="12931"/>
                    <a:pt x="13671" y="12942"/>
                    <a:pt x="13697" y="12965"/>
                  </a:cubicBezTo>
                  <a:cubicBezTo>
                    <a:pt x="13859" y="13104"/>
                    <a:pt x="13581" y="13173"/>
                    <a:pt x="13465" y="13753"/>
                  </a:cubicBezTo>
                  <a:cubicBezTo>
                    <a:pt x="13407" y="14104"/>
                    <a:pt x="13302" y="14113"/>
                    <a:pt x="13227" y="14113"/>
                  </a:cubicBezTo>
                  <a:cubicBezTo>
                    <a:pt x="13223" y="14113"/>
                    <a:pt x="13219" y="14113"/>
                    <a:pt x="13215" y="14113"/>
                  </a:cubicBezTo>
                  <a:cubicBezTo>
                    <a:pt x="13177" y="14113"/>
                    <a:pt x="13149" y="14116"/>
                    <a:pt x="13141" y="14170"/>
                  </a:cubicBezTo>
                  <a:cubicBezTo>
                    <a:pt x="13117" y="14253"/>
                    <a:pt x="13252" y="14312"/>
                    <a:pt x="13389" y="14312"/>
                  </a:cubicBezTo>
                  <a:cubicBezTo>
                    <a:pt x="13519" y="14312"/>
                    <a:pt x="13651" y="14259"/>
                    <a:pt x="13651" y="14123"/>
                  </a:cubicBezTo>
                  <a:cubicBezTo>
                    <a:pt x="13651" y="13936"/>
                    <a:pt x="13687" y="13811"/>
                    <a:pt x="13764" y="13811"/>
                  </a:cubicBezTo>
                  <a:cubicBezTo>
                    <a:pt x="13811" y="13811"/>
                    <a:pt x="13873" y="13856"/>
                    <a:pt x="13952" y="13961"/>
                  </a:cubicBezTo>
                  <a:cubicBezTo>
                    <a:pt x="14161" y="14216"/>
                    <a:pt x="13836" y="14448"/>
                    <a:pt x="13883" y="14564"/>
                  </a:cubicBezTo>
                  <a:cubicBezTo>
                    <a:pt x="13896" y="14598"/>
                    <a:pt x="13926" y="14610"/>
                    <a:pt x="13964" y="14610"/>
                  </a:cubicBezTo>
                  <a:cubicBezTo>
                    <a:pt x="14055" y="14610"/>
                    <a:pt x="14195" y="14541"/>
                    <a:pt x="14277" y="14541"/>
                  </a:cubicBezTo>
                  <a:cubicBezTo>
                    <a:pt x="14485" y="14564"/>
                    <a:pt x="14786" y="15027"/>
                    <a:pt x="14740" y="15282"/>
                  </a:cubicBezTo>
                  <a:cubicBezTo>
                    <a:pt x="14694" y="15537"/>
                    <a:pt x="14624" y="15792"/>
                    <a:pt x="15018" y="16001"/>
                  </a:cubicBezTo>
                  <a:cubicBezTo>
                    <a:pt x="15435" y="16209"/>
                    <a:pt x="15273" y="16232"/>
                    <a:pt x="15574" y="16232"/>
                  </a:cubicBezTo>
                  <a:cubicBezTo>
                    <a:pt x="15876" y="16232"/>
                    <a:pt x="16525" y="16487"/>
                    <a:pt x="16687" y="16626"/>
                  </a:cubicBezTo>
                  <a:cubicBezTo>
                    <a:pt x="16718" y="16653"/>
                    <a:pt x="16760" y="16665"/>
                    <a:pt x="16808" y="16665"/>
                  </a:cubicBezTo>
                  <a:cubicBezTo>
                    <a:pt x="17007" y="16665"/>
                    <a:pt x="17307" y="16456"/>
                    <a:pt x="17382" y="16232"/>
                  </a:cubicBezTo>
                  <a:cubicBezTo>
                    <a:pt x="17405" y="16132"/>
                    <a:pt x="17457" y="16096"/>
                    <a:pt x="17509" y="16096"/>
                  </a:cubicBezTo>
                  <a:cubicBezTo>
                    <a:pt x="17614" y="16096"/>
                    <a:pt x="17722" y="16240"/>
                    <a:pt x="17614" y="16302"/>
                  </a:cubicBezTo>
                  <a:cubicBezTo>
                    <a:pt x="17474" y="16389"/>
                    <a:pt x="17585" y="16543"/>
                    <a:pt x="17658" y="16543"/>
                  </a:cubicBezTo>
                  <a:cubicBezTo>
                    <a:pt x="17681" y="16543"/>
                    <a:pt x="17701" y="16527"/>
                    <a:pt x="17706" y="16487"/>
                  </a:cubicBezTo>
                  <a:cubicBezTo>
                    <a:pt x="17706" y="16380"/>
                    <a:pt x="17737" y="16283"/>
                    <a:pt x="17777" y="16283"/>
                  </a:cubicBezTo>
                  <a:cubicBezTo>
                    <a:pt x="17798" y="16283"/>
                    <a:pt x="17822" y="16309"/>
                    <a:pt x="17845" y="16371"/>
                  </a:cubicBezTo>
                  <a:cubicBezTo>
                    <a:pt x="17915" y="16557"/>
                    <a:pt x="18124" y="16557"/>
                    <a:pt x="18216" y="16696"/>
                  </a:cubicBezTo>
                  <a:cubicBezTo>
                    <a:pt x="18266" y="16795"/>
                    <a:pt x="18327" y="16882"/>
                    <a:pt x="18358" y="16882"/>
                  </a:cubicBezTo>
                  <a:cubicBezTo>
                    <a:pt x="18371" y="16882"/>
                    <a:pt x="18379" y="16868"/>
                    <a:pt x="18379" y="16835"/>
                  </a:cubicBezTo>
                  <a:cubicBezTo>
                    <a:pt x="18379" y="16719"/>
                    <a:pt x="18448" y="16603"/>
                    <a:pt x="18633" y="16534"/>
                  </a:cubicBezTo>
                  <a:cubicBezTo>
                    <a:pt x="18819" y="16464"/>
                    <a:pt x="18958" y="16325"/>
                    <a:pt x="19143" y="16163"/>
                  </a:cubicBezTo>
                  <a:cubicBezTo>
                    <a:pt x="19352" y="15977"/>
                    <a:pt x="20209" y="15954"/>
                    <a:pt x="20302" y="15954"/>
                  </a:cubicBezTo>
                  <a:cubicBezTo>
                    <a:pt x="20372" y="15954"/>
                    <a:pt x="20418" y="15213"/>
                    <a:pt x="20464" y="14842"/>
                  </a:cubicBezTo>
                  <a:cubicBezTo>
                    <a:pt x="20534" y="14471"/>
                    <a:pt x="20835" y="14402"/>
                    <a:pt x="20881" y="14008"/>
                  </a:cubicBezTo>
                  <a:cubicBezTo>
                    <a:pt x="20928" y="13614"/>
                    <a:pt x="21368" y="12872"/>
                    <a:pt x="21461" y="12826"/>
                  </a:cubicBezTo>
                  <a:cubicBezTo>
                    <a:pt x="21577" y="12802"/>
                    <a:pt x="21785" y="12687"/>
                    <a:pt x="21785" y="12455"/>
                  </a:cubicBezTo>
                  <a:cubicBezTo>
                    <a:pt x="21808" y="12223"/>
                    <a:pt x="22087" y="11968"/>
                    <a:pt x="22087" y="11690"/>
                  </a:cubicBezTo>
                  <a:cubicBezTo>
                    <a:pt x="22087" y="11412"/>
                    <a:pt x="22249" y="11087"/>
                    <a:pt x="22226" y="11018"/>
                  </a:cubicBezTo>
                  <a:cubicBezTo>
                    <a:pt x="22202" y="10925"/>
                    <a:pt x="22087" y="10647"/>
                    <a:pt x="22272" y="10462"/>
                  </a:cubicBezTo>
                  <a:cubicBezTo>
                    <a:pt x="22457" y="10253"/>
                    <a:pt x="22202" y="10021"/>
                    <a:pt x="22295" y="9952"/>
                  </a:cubicBezTo>
                  <a:cubicBezTo>
                    <a:pt x="22380" y="9888"/>
                    <a:pt x="22270" y="9550"/>
                    <a:pt x="22179" y="9550"/>
                  </a:cubicBezTo>
                  <a:cubicBezTo>
                    <a:pt x="22171" y="9550"/>
                    <a:pt x="22164" y="9552"/>
                    <a:pt x="22156" y="9558"/>
                  </a:cubicBezTo>
                  <a:cubicBezTo>
                    <a:pt x="22154" y="9559"/>
                    <a:pt x="22152" y="9560"/>
                    <a:pt x="22149" y="9560"/>
                  </a:cubicBezTo>
                  <a:cubicBezTo>
                    <a:pt x="22087" y="9560"/>
                    <a:pt x="22088" y="8922"/>
                    <a:pt x="22133" y="8631"/>
                  </a:cubicBezTo>
                  <a:cubicBezTo>
                    <a:pt x="22169" y="8473"/>
                    <a:pt x="22174" y="8410"/>
                    <a:pt x="22150" y="8410"/>
                  </a:cubicBezTo>
                  <a:cubicBezTo>
                    <a:pt x="22128" y="8410"/>
                    <a:pt x="22083" y="8461"/>
                    <a:pt x="22017" y="8538"/>
                  </a:cubicBezTo>
                  <a:cubicBezTo>
                    <a:pt x="21996" y="8556"/>
                    <a:pt x="21975" y="8564"/>
                    <a:pt x="21954" y="8564"/>
                  </a:cubicBezTo>
                  <a:cubicBezTo>
                    <a:pt x="21810" y="8564"/>
                    <a:pt x="21666" y="8199"/>
                    <a:pt x="21646" y="8098"/>
                  </a:cubicBezTo>
                  <a:cubicBezTo>
                    <a:pt x="21604" y="7992"/>
                    <a:pt x="21466" y="7695"/>
                    <a:pt x="21284" y="7695"/>
                  </a:cubicBezTo>
                  <a:cubicBezTo>
                    <a:pt x="21266" y="7695"/>
                    <a:pt x="21248" y="7698"/>
                    <a:pt x="21229" y="7704"/>
                  </a:cubicBezTo>
                  <a:cubicBezTo>
                    <a:pt x="21216" y="7707"/>
                    <a:pt x="21204" y="7708"/>
                    <a:pt x="21194" y="7708"/>
                  </a:cubicBezTo>
                  <a:cubicBezTo>
                    <a:pt x="21047" y="7708"/>
                    <a:pt x="21133" y="7445"/>
                    <a:pt x="20986" y="7445"/>
                  </a:cubicBezTo>
                  <a:cubicBezTo>
                    <a:pt x="20976" y="7445"/>
                    <a:pt x="20964" y="7446"/>
                    <a:pt x="20951" y="7449"/>
                  </a:cubicBezTo>
                  <a:cubicBezTo>
                    <a:pt x="20944" y="7450"/>
                    <a:pt x="20938" y="7450"/>
                    <a:pt x="20931" y="7450"/>
                  </a:cubicBezTo>
                  <a:cubicBezTo>
                    <a:pt x="20762" y="7450"/>
                    <a:pt x="20721" y="7160"/>
                    <a:pt x="20766" y="6870"/>
                  </a:cubicBezTo>
                  <a:cubicBezTo>
                    <a:pt x="20776" y="6739"/>
                    <a:pt x="20747" y="6716"/>
                    <a:pt x="20702" y="6716"/>
                  </a:cubicBezTo>
                  <a:cubicBezTo>
                    <a:pt x="20677" y="6716"/>
                    <a:pt x="20648" y="6723"/>
                    <a:pt x="20619" y="6723"/>
                  </a:cubicBezTo>
                  <a:cubicBezTo>
                    <a:pt x="20589" y="6723"/>
                    <a:pt x="20559" y="6715"/>
                    <a:pt x="20534" y="6684"/>
                  </a:cubicBezTo>
                  <a:cubicBezTo>
                    <a:pt x="20509" y="6643"/>
                    <a:pt x="20482" y="6628"/>
                    <a:pt x="20450" y="6628"/>
                  </a:cubicBezTo>
                  <a:cubicBezTo>
                    <a:pt x="20393" y="6628"/>
                    <a:pt x="20322" y="6677"/>
                    <a:pt x="20233" y="6707"/>
                  </a:cubicBezTo>
                  <a:cubicBezTo>
                    <a:pt x="20223" y="6711"/>
                    <a:pt x="20213" y="6712"/>
                    <a:pt x="20205" y="6712"/>
                  </a:cubicBezTo>
                  <a:cubicBezTo>
                    <a:pt x="20087" y="6712"/>
                    <a:pt x="20050" y="6444"/>
                    <a:pt x="20093" y="6337"/>
                  </a:cubicBezTo>
                  <a:cubicBezTo>
                    <a:pt x="20140" y="6221"/>
                    <a:pt x="20070" y="6082"/>
                    <a:pt x="19885" y="5943"/>
                  </a:cubicBezTo>
                  <a:cubicBezTo>
                    <a:pt x="19700" y="5804"/>
                    <a:pt x="19700" y="5688"/>
                    <a:pt x="19700" y="5549"/>
                  </a:cubicBezTo>
                  <a:cubicBezTo>
                    <a:pt x="19723" y="5386"/>
                    <a:pt x="18680" y="4853"/>
                    <a:pt x="18448" y="4807"/>
                  </a:cubicBezTo>
                  <a:cubicBezTo>
                    <a:pt x="18216" y="4761"/>
                    <a:pt x="18402" y="4506"/>
                    <a:pt x="18309" y="4413"/>
                  </a:cubicBezTo>
                  <a:cubicBezTo>
                    <a:pt x="18216" y="4343"/>
                    <a:pt x="18170" y="4019"/>
                    <a:pt x="18170" y="3764"/>
                  </a:cubicBezTo>
                  <a:cubicBezTo>
                    <a:pt x="18170" y="3486"/>
                    <a:pt x="17845" y="3416"/>
                    <a:pt x="17845" y="3185"/>
                  </a:cubicBezTo>
                  <a:cubicBezTo>
                    <a:pt x="17869" y="2976"/>
                    <a:pt x="17753" y="2768"/>
                    <a:pt x="17776" y="2513"/>
                  </a:cubicBezTo>
                  <a:cubicBezTo>
                    <a:pt x="17799" y="2281"/>
                    <a:pt x="17428" y="2211"/>
                    <a:pt x="17428" y="2096"/>
                  </a:cubicBezTo>
                  <a:cubicBezTo>
                    <a:pt x="17420" y="2045"/>
                    <a:pt x="17387" y="2028"/>
                    <a:pt x="17339" y="2028"/>
                  </a:cubicBezTo>
                  <a:cubicBezTo>
                    <a:pt x="17254" y="2028"/>
                    <a:pt x="17121" y="2081"/>
                    <a:pt x="16988" y="2096"/>
                  </a:cubicBezTo>
                  <a:cubicBezTo>
                    <a:pt x="16980" y="2096"/>
                    <a:pt x="16972" y="2097"/>
                    <a:pt x="16965" y="2097"/>
                  </a:cubicBezTo>
                  <a:cubicBezTo>
                    <a:pt x="16781" y="2097"/>
                    <a:pt x="16804" y="1830"/>
                    <a:pt x="16826" y="1562"/>
                  </a:cubicBezTo>
                  <a:cubicBezTo>
                    <a:pt x="16849" y="1284"/>
                    <a:pt x="16733" y="821"/>
                    <a:pt x="16571" y="682"/>
                  </a:cubicBezTo>
                  <a:cubicBezTo>
                    <a:pt x="16409" y="543"/>
                    <a:pt x="16385" y="79"/>
                    <a:pt x="16293" y="10"/>
                  </a:cubicBezTo>
                  <a:cubicBezTo>
                    <a:pt x="16286" y="3"/>
                    <a:pt x="16278" y="0"/>
                    <a:pt x="16268" y="0"/>
                  </a:cubicBezTo>
                  <a:close/>
                  <a:moveTo>
                    <a:pt x="17442" y="17900"/>
                  </a:moveTo>
                  <a:cubicBezTo>
                    <a:pt x="17437" y="17900"/>
                    <a:pt x="17432" y="17900"/>
                    <a:pt x="17428" y="17901"/>
                  </a:cubicBezTo>
                  <a:cubicBezTo>
                    <a:pt x="17289" y="17947"/>
                    <a:pt x="17845" y="18782"/>
                    <a:pt x="17683" y="18990"/>
                  </a:cubicBezTo>
                  <a:cubicBezTo>
                    <a:pt x="17498" y="19222"/>
                    <a:pt x="18170" y="19801"/>
                    <a:pt x="18402" y="19848"/>
                  </a:cubicBezTo>
                  <a:cubicBezTo>
                    <a:pt x="18420" y="19851"/>
                    <a:pt x="18436" y="19853"/>
                    <a:pt x="18450" y="19853"/>
                  </a:cubicBezTo>
                  <a:cubicBezTo>
                    <a:pt x="18613" y="19853"/>
                    <a:pt x="18559" y="19638"/>
                    <a:pt x="18685" y="19638"/>
                  </a:cubicBezTo>
                  <a:cubicBezTo>
                    <a:pt x="18690" y="19638"/>
                    <a:pt x="18696" y="19638"/>
                    <a:pt x="18703" y="19639"/>
                  </a:cubicBezTo>
                  <a:cubicBezTo>
                    <a:pt x="18865" y="19639"/>
                    <a:pt x="18796" y="19477"/>
                    <a:pt x="18819" y="19361"/>
                  </a:cubicBezTo>
                  <a:cubicBezTo>
                    <a:pt x="18824" y="19330"/>
                    <a:pt x="18836" y="19319"/>
                    <a:pt x="18853" y="19319"/>
                  </a:cubicBezTo>
                  <a:cubicBezTo>
                    <a:pt x="18903" y="19319"/>
                    <a:pt x="18998" y="19420"/>
                    <a:pt x="19091" y="19420"/>
                  </a:cubicBezTo>
                  <a:cubicBezTo>
                    <a:pt x="19108" y="19420"/>
                    <a:pt x="19126" y="19416"/>
                    <a:pt x="19143" y="19407"/>
                  </a:cubicBezTo>
                  <a:cubicBezTo>
                    <a:pt x="19282" y="19338"/>
                    <a:pt x="19097" y="18828"/>
                    <a:pt x="19306" y="18828"/>
                  </a:cubicBezTo>
                  <a:cubicBezTo>
                    <a:pt x="19491" y="18828"/>
                    <a:pt x="19329" y="18179"/>
                    <a:pt x="19282" y="17970"/>
                  </a:cubicBezTo>
                  <a:cubicBezTo>
                    <a:pt x="19268" y="17932"/>
                    <a:pt x="19233" y="17916"/>
                    <a:pt x="19185" y="17916"/>
                  </a:cubicBezTo>
                  <a:cubicBezTo>
                    <a:pt x="19000" y="17916"/>
                    <a:pt x="18612" y="18142"/>
                    <a:pt x="18355" y="18179"/>
                  </a:cubicBezTo>
                  <a:cubicBezTo>
                    <a:pt x="18344" y="18180"/>
                    <a:pt x="18333" y="18180"/>
                    <a:pt x="18321" y="18180"/>
                  </a:cubicBezTo>
                  <a:cubicBezTo>
                    <a:pt x="18009" y="18180"/>
                    <a:pt x="17573" y="17900"/>
                    <a:pt x="17442" y="1790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59"/>
            <p:cNvSpPr/>
            <p:nvPr/>
          </p:nvSpPr>
          <p:spPr>
            <a:xfrm>
              <a:off x="3804399" y="2778236"/>
              <a:ext cx="347820" cy="333362"/>
            </a:xfrm>
            <a:custGeom>
              <a:avLst/>
              <a:gdLst/>
              <a:ahLst/>
              <a:cxnLst/>
              <a:rect l="l" t="t" r="r" b="b"/>
              <a:pathLst>
                <a:path w="11403" h="10929" extrusionOk="0">
                  <a:moveTo>
                    <a:pt x="8870" y="0"/>
                  </a:moveTo>
                  <a:cubicBezTo>
                    <a:pt x="8746" y="0"/>
                    <a:pt x="8538" y="59"/>
                    <a:pt x="8390" y="59"/>
                  </a:cubicBezTo>
                  <a:cubicBezTo>
                    <a:pt x="8260" y="78"/>
                    <a:pt x="7951" y="260"/>
                    <a:pt x="7762" y="260"/>
                  </a:cubicBezTo>
                  <a:cubicBezTo>
                    <a:pt x="7715" y="260"/>
                    <a:pt x="7676" y="249"/>
                    <a:pt x="7648" y="222"/>
                  </a:cubicBezTo>
                  <a:cubicBezTo>
                    <a:pt x="7611" y="190"/>
                    <a:pt x="7505" y="177"/>
                    <a:pt x="7359" y="177"/>
                  </a:cubicBezTo>
                  <a:cubicBezTo>
                    <a:pt x="6864" y="177"/>
                    <a:pt x="5907" y="320"/>
                    <a:pt x="5585" y="337"/>
                  </a:cubicBezTo>
                  <a:cubicBezTo>
                    <a:pt x="5168" y="361"/>
                    <a:pt x="4983" y="801"/>
                    <a:pt x="4751" y="801"/>
                  </a:cubicBezTo>
                  <a:cubicBezTo>
                    <a:pt x="4496" y="801"/>
                    <a:pt x="4102" y="1010"/>
                    <a:pt x="3894" y="1241"/>
                  </a:cubicBezTo>
                  <a:cubicBezTo>
                    <a:pt x="3824" y="1311"/>
                    <a:pt x="3755" y="1334"/>
                    <a:pt x="3685" y="1334"/>
                  </a:cubicBezTo>
                  <a:cubicBezTo>
                    <a:pt x="3708" y="1404"/>
                    <a:pt x="3731" y="1450"/>
                    <a:pt x="3778" y="1496"/>
                  </a:cubicBezTo>
                  <a:cubicBezTo>
                    <a:pt x="3871" y="1658"/>
                    <a:pt x="3917" y="1844"/>
                    <a:pt x="3917" y="2076"/>
                  </a:cubicBezTo>
                  <a:cubicBezTo>
                    <a:pt x="3917" y="2284"/>
                    <a:pt x="3847" y="2539"/>
                    <a:pt x="3963" y="2562"/>
                  </a:cubicBezTo>
                  <a:cubicBezTo>
                    <a:pt x="4056" y="2585"/>
                    <a:pt x="4149" y="2840"/>
                    <a:pt x="4172" y="2933"/>
                  </a:cubicBezTo>
                  <a:cubicBezTo>
                    <a:pt x="4195" y="3026"/>
                    <a:pt x="4149" y="3165"/>
                    <a:pt x="4033" y="3165"/>
                  </a:cubicBezTo>
                  <a:cubicBezTo>
                    <a:pt x="3976" y="3165"/>
                    <a:pt x="3690" y="3130"/>
                    <a:pt x="3479" y="3130"/>
                  </a:cubicBezTo>
                  <a:cubicBezTo>
                    <a:pt x="3348" y="3130"/>
                    <a:pt x="3245" y="3143"/>
                    <a:pt x="3245" y="3188"/>
                  </a:cubicBezTo>
                  <a:cubicBezTo>
                    <a:pt x="3245" y="3304"/>
                    <a:pt x="3083" y="3397"/>
                    <a:pt x="2920" y="3397"/>
                  </a:cubicBezTo>
                  <a:cubicBezTo>
                    <a:pt x="2866" y="3397"/>
                    <a:pt x="2830" y="3391"/>
                    <a:pt x="2805" y="3391"/>
                  </a:cubicBezTo>
                  <a:cubicBezTo>
                    <a:pt x="2756" y="3391"/>
                    <a:pt x="2750" y="3412"/>
                    <a:pt x="2735" y="3536"/>
                  </a:cubicBezTo>
                  <a:cubicBezTo>
                    <a:pt x="2735" y="3698"/>
                    <a:pt x="2781" y="3860"/>
                    <a:pt x="2665" y="3860"/>
                  </a:cubicBezTo>
                  <a:cubicBezTo>
                    <a:pt x="2573" y="3860"/>
                    <a:pt x="2573" y="3999"/>
                    <a:pt x="2410" y="4022"/>
                  </a:cubicBezTo>
                  <a:cubicBezTo>
                    <a:pt x="2271" y="4045"/>
                    <a:pt x="2016" y="3999"/>
                    <a:pt x="2016" y="4161"/>
                  </a:cubicBezTo>
                  <a:cubicBezTo>
                    <a:pt x="2016" y="4324"/>
                    <a:pt x="1901" y="4463"/>
                    <a:pt x="1715" y="4486"/>
                  </a:cubicBezTo>
                  <a:cubicBezTo>
                    <a:pt x="1553" y="4532"/>
                    <a:pt x="1252" y="4463"/>
                    <a:pt x="1252" y="4602"/>
                  </a:cubicBezTo>
                  <a:cubicBezTo>
                    <a:pt x="1252" y="4663"/>
                    <a:pt x="1207" y="4675"/>
                    <a:pt x="1145" y="4675"/>
                  </a:cubicBezTo>
                  <a:cubicBezTo>
                    <a:pt x="1106" y="4675"/>
                    <a:pt x="1059" y="4670"/>
                    <a:pt x="1013" y="4670"/>
                  </a:cubicBezTo>
                  <a:cubicBezTo>
                    <a:pt x="967" y="4670"/>
                    <a:pt x="920" y="4675"/>
                    <a:pt x="881" y="4694"/>
                  </a:cubicBezTo>
                  <a:cubicBezTo>
                    <a:pt x="765" y="4787"/>
                    <a:pt x="23" y="5204"/>
                    <a:pt x="23" y="5274"/>
                  </a:cubicBezTo>
                  <a:cubicBezTo>
                    <a:pt x="0" y="5320"/>
                    <a:pt x="23" y="5668"/>
                    <a:pt x="23" y="6015"/>
                  </a:cubicBezTo>
                  <a:cubicBezTo>
                    <a:pt x="47" y="6062"/>
                    <a:pt x="70" y="6085"/>
                    <a:pt x="139" y="6108"/>
                  </a:cubicBezTo>
                  <a:cubicBezTo>
                    <a:pt x="394" y="6270"/>
                    <a:pt x="5284" y="9492"/>
                    <a:pt x="5446" y="9654"/>
                  </a:cubicBezTo>
                  <a:cubicBezTo>
                    <a:pt x="5585" y="9816"/>
                    <a:pt x="5771" y="10141"/>
                    <a:pt x="5771" y="10141"/>
                  </a:cubicBezTo>
                  <a:cubicBezTo>
                    <a:pt x="5771" y="10141"/>
                    <a:pt x="6119" y="10187"/>
                    <a:pt x="6397" y="10349"/>
                  </a:cubicBezTo>
                  <a:cubicBezTo>
                    <a:pt x="6675" y="10488"/>
                    <a:pt x="6675" y="10929"/>
                    <a:pt x="6675" y="10929"/>
                  </a:cubicBezTo>
                  <a:cubicBezTo>
                    <a:pt x="6675" y="10929"/>
                    <a:pt x="6999" y="10836"/>
                    <a:pt x="7208" y="10813"/>
                  </a:cubicBezTo>
                  <a:cubicBezTo>
                    <a:pt x="7393" y="10766"/>
                    <a:pt x="8042" y="10535"/>
                    <a:pt x="8042" y="10535"/>
                  </a:cubicBezTo>
                  <a:lnTo>
                    <a:pt x="9062" y="9723"/>
                  </a:lnTo>
                  <a:lnTo>
                    <a:pt x="11402" y="8263"/>
                  </a:lnTo>
                  <a:cubicBezTo>
                    <a:pt x="11333" y="8008"/>
                    <a:pt x="11240" y="7800"/>
                    <a:pt x="11124" y="7800"/>
                  </a:cubicBezTo>
                  <a:cubicBezTo>
                    <a:pt x="10985" y="7800"/>
                    <a:pt x="10893" y="7684"/>
                    <a:pt x="10730" y="7684"/>
                  </a:cubicBezTo>
                  <a:cubicBezTo>
                    <a:pt x="10568" y="7684"/>
                    <a:pt x="10360" y="7591"/>
                    <a:pt x="10336" y="7452"/>
                  </a:cubicBezTo>
                  <a:cubicBezTo>
                    <a:pt x="10313" y="7313"/>
                    <a:pt x="10406" y="7220"/>
                    <a:pt x="10290" y="7035"/>
                  </a:cubicBezTo>
                  <a:cubicBezTo>
                    <a:pt x="10151" y="6850"/>
                    <a:pt x="10035" y="6780"/>
                    <a:pt x="10035" y="6687"/>
                  </a:cubicBezTo>
                  <a:cubicBezTo>
                    <a:pt x="10035" y="6618"/>
                    <a:pt x="10244" y="6456"/>
                    <a:pt x="10267" y="6433"/>
                  </a:cubicBezTo>
                  <a:cubicBezTo>
                    <a:pt x="10313" y="6386"/>
                    <a:pt x="10197" y="6270"/>
                    <a:pt x="10197" y="6178"/>
                  </a:cubicBezTo>
                  <a:cubicBezTo>
                    <a:pt x="10197" y="6085"/>
                    <a:pt x="10105" y="5923"/>
                    <a:pt x="10197" y="5830"/>
                  </a:cubicBezTo>
                  <a:cubicBezTo>
                    <a:pt x="10267" y="5737"/>
                    <a:pt x="10336" y="5645"/>
                    <a:pt x="10244" y="5459"/>
                  </a:cubicBezTo>
                  <a:cubicBezTo>
                    <a:pt x="10151" y="5297"/>
                    <a:pt x="10360" y="5135"/>
                    <a:pt x="10244" y="4880"/>
                  </a:cubicBezTo>
                  <a:cubicBezTo>
                    <a:pt x="10151" y="4648"/>
                    <a:pt x="9989" y="4463"/>
                    <a:pt x="10012" y="4393"/>
                  </a:cubicBezTo>
                  <a:cubicBezTo>
                    <a:pt x="10012" y="4347"/>
                    <a:pt x="10058" y="4324"/>
                    <a:pt x="10128" y="4277"/>
                  </a:cubicBezTo>
                  <a:cubicBezTo>
                    <a:pt x="10105" y="4231"/>
                    <a:pt x="10081" y="4185"/>
                    <a:pt x="10081" y="4138"/>
                  </a:cubicBezTo>
                  <a:cubicBezTo>
                    <a:pt x="10081" y="3906"/>
                    <a:pt x="9919" y="3281"/>
                    <a:pt x="9827" y="3165"/>
                  </a:cubicBezTo>
                  <a:cubicBezTo>
                    <a:pt x="9734" y="3026"/>
                    <a:pt x="9409" y="2933"/>
                    <a:pt x="9409" y="2840"/>
                  </a:cubicBezTo>
                  <a:cubicBezTo>
                    <a:pt x="9409" y="2748"/>
                    <a:pt x="9409" y="2585"/>
                    <a:pt x="9178" y="2470"/>
                  </a:cubicBezTo>
                  <a:cubicBezTo>
                    <a:pt x="8946" y="2377"/>
                    <a:pt x="8807" y="1890"/>
                    <a:pt x="8946" y="1890"/>
                  </a:cubicBezTo>
                  <a:cubicBezTo>
                    <a:pt x="9085" y="1890"/>
                    <a:pt x="9178" y="1612"/>
                    <a:pt x="9294" y="1543"/>
                  </a:cubicBezTo>
                  <a:cubicBezTo>
                    <a:pt x="9433" y="1473"/>
                    <a:pt x="9595" y="1149"/>
                    <a:pt x="9456" y="963"/>
                  </a:cubicBezTo>
                  <a:cubicBezTo>
                    <a:pt x="9386" y="824"/>
                    <a:pt x="9433" y="430"/>
                    <a:pt x="9479" y="106"/>
                  </a:cubicBezTo>
                  <a:cubicBezTo>
                    <a:pt x="9247" y="106"/>
                    <a:pt x="9015" y="36"/>
                    <a:pt x="8946" y="13"/>
                  </a:cubicBezTo>
                  <a:cubicBezTo>
                    <a:pt x="8927" y="4"/>
                    <a:pt x="8901" y="0"/>
                    <a:pt x="88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59"/>
            <p:cNvSpPr/>
            <p:nvPr/>
          </p:nvSpPr>
          <p:spPr>
            <a:xfrm>
              <a:off x="4109050" y="2855681"/>
              <a:ext cx="253811" cy="243196"/>
            </a:xfrm>
            <a:custGeom>
              <a:avLst/>
              <a:gdLst/>
              <a:ahLst/>
              <a:cxnLst/>
              <a:rect l="l" t="t" r="r" b="b"/>
              <a:pathLst>
                <a:path w="8321" h="7973" extrusionOk="0">
                  <a:moveTo>
                    <a:pt x="1160" y="0"/>
                  </a:moveTo>
                  <a:cubicBezTo>
                    <a:pt x="1160" y="116"/>
                    <a:pt x="1136" y="232"/>
                    <a:pt x="1136" y="301"/>
                  </a:cubicBezTo>
                  <a:cubicBezTo>
                    <a:pt x="1160" y="464"/>
                    <a:pt x="974" y="440"/>
                    <a:pt x="928" y="464"/>
                  </a:cubicBezTo>
                  <a:cubicBezTo>
                    <a:pt x="858" y="487"/>
                    <a:pt x="580" y="788"/>
                    <a:pt x="511" y="858"/>
                  </a:cubicBezTo>
                  <a:cubicBezTo>
                    <a:pt x="418" y="927"/>
                    <a:pt x="418" y="1043"/>
                    <a:pt x="441" y="1089"/>
                  </a:cubicBezTo>
                  <a:cubicBezTo>
                    <a:pt x="487" y="1159"/>
                    <a:pt x="418" y="1391"/>
                    <a:pt x="348" y="1530"/>
                  </a:cubicBezTo>
                  <a:cubicBezTo>
                    <a:pt x="279" y="1669"/>
                    <a:pt x="24" y="1761"/>
                    <a:pt x="1" y="1854"/>
                  </a:cubicBezTo>
                  <a:cubicBezTo>
                    <a:pt x="1" y="1924"/>
                    <a:pt x="163" y="2109"/>
                    <a:pt x="256" y="2341"/>
                  </a:cubicBezTo>
                  <a:cubicBezTo>
                    <a:pt x="372" y="2596"/>
                    <a:pt x="163" y="2758"/>
                    <a:pt x="233" y="2920"/>
                  </a:cubicBezTo>
                  <a:cubicBezTo>
                    <a:pt x="325" y="3106"/>
                    <a:pt x="279" y="3198"/>
                    <a:pt x="209" y="3291"/>
                  </a:cubicBezTo>
                  <a:cubicBezTo>
                    <a:pt x="117" y="3384"/>
                    <a:pt x="209" y="3546"/>
                    <a:pt x="209" y="3639"/>
                  </a:cubicBezTo>
                  <a:cubicBezTo>
                    <a:pt x="209" y="3731"/>
                    <a:pt x="302" y="3847"/>
                    <a:pt x="279" y="3894"/>
                  </a:cubicBezTo>
                  <a:cubicBezTo>
                    <a:pt x="256" y="3917"/>
                    <a:pt x="47" y="4079"/>
                    <a:pt x="47" y="4148"/>
                  </a:cubicBezTo>
                  <a:cubicBezTo>
                    <a:pt x="47" y="4241"/>
                    <a:pt x="163" y="4311"/>
                    <a:pt x="279" y="4496"/>
                  </a:cubicBezTo>
                  <a:cubicBezTo>
                    <a:pt x="395" y="4681"/>
                    <a:pt x="325" y="4774"/>
                    <a:pt x="348" y="4913"/>
                  </a:cubicBezTo>
                  <a:cubicBezTo>
                    <a:pt x="372" y="5052"/>
                    <a:pt x="557" y="5145"/>
                    <a:pt x="719" y="5145"/>
                  </a:cubicBezTo>
                  <a:cubicBezTo>
                    <a:pt x="881" y="5145"/>
                    <a:pt x="974" y="5261"/>
                    <a:pt x="1136" y="5261"/>
                  </a:cubicBezTo>
                  <a:cubicBezTo>
                    <a:pt x="1252" y="5261"/>
                    <a:pt x="1322" y="5469"/>
                    <a:pt x="1391" y="5724"/>
                  </a:cubicBezTo>
                  <a:cubicBezTo>
                    <a:pt x="1461" y="5724"/>
                    <a:pt x="1994" y="5748"/>
                    <a:pt x="2202" y="5887"/>
                  </a:cubicBezTo>
                  <a:cubicBezTo>
                    <a:pt x="2434" y="6026"/>
                    <a:pt x="2550" y="6234"/>
                    <a:pt x="2550" y="6234"/>
                  </a:cubicBezTo>
                  <a:lnTo>
                    <a:pt x="3477" y="5724"/>
                  </a:lnTo>
                  <a:lnTo>
                    <a:pt x="7649" y="7972"/>
                  </a:lnTo>
                  <a:lnTo>
                    <a:pt x="7649" y="7671"/>
                  </a:lnTo>
                  <a:lnTo>
                    <a:pt x="8135" y="7671"/>
                  </a:lnTo>
                  <a:lnTo>
                    <a:pt x="8135" y="2318"/>
                  </a:lnTo>
                  <a:cubicBezTo>
                    <a:pt x="8135" y="1947"/>
                    <a:pt x="7973" y="1715"/>
                    <a:pt x="8135" y="1506"/>
                  </a:cubicBezTo>
                  <a:cubicBezTo>
                    <a:pt x="8321" y="1321"/>
                    <a:pt x="8089" y="1205"/>
                    <a:pt x="8205" y="834"/>
                  </a:cubicBezTo>
                  <a:cubicBezTo>
                    <a:pt x="8228" y="811"/>
                    <a:pt x="8251" y="765"/>
                    <a:pt x="8251" y="719"/>
                  </a:cubicBezTo>
                  <a:cubicBezTo>
                    <a:pt x="8251" y="695"/>
                    <a:pt x="8251" y="695"/>
                    <a:pt x="8251" y="695"/>
                  </a:cubicBezTo>
                  <a:cubicBezTo>
                    <a:pt x="8205" y="579"/>
                    <a:pt x="7996" y="556"/>
                    <a:pt x="7510" y="487"/>
                  </a:cubicBezTo>
                  <a:cubicBezTo>
                    <a:pt x="7023" y="417"/>
                    <a:pt x="7208" y="93"/>
                    <a:pt x="6675" y="70"/>
                  </a:cubicBezTo>
                  <a:cubicBezTo>
                    <a:pt x="6649" y="67"/>
                    <a:pt x="6622" y="66"/>
                    <a:pt x="6595" y="66"/>
                  </a:cubicBezTo>
                  <a:cubicBezTo>
                    <a:pt x="6077" y="66"/>
                    <a:pt x="5470" y="475"/>
                    <a:pt x="5470" y="695"/>
                  </a:cubicBezTo>
                  <a:cubicBezTo>
                    <a:pt x="5447" y="904"/>
                    <a:pt x="5702" y="1159"/>
                    <a:pt x="5540" y="1391"/>
                  </a:cubicBezTo>
                  <a:cubicBezTo>
                    <a:pt x="5442" y="1512"/>
                    <a:pt x="5288" y="1576"/>
                    <a:pt x="5122" y="1576"/>
                  </a:cubicBezTo>
                  <a:cubicBezTo>
                    <a:pt x="4973" y="1576"/>
                    <a:pt x="4814" y="1524"/>
                    <a:pt x="4682" y="1414"/>
                  </a:cubicBezTo>
                  <a:cubicBezTo>
                    <a:pt x="4427" y="1159"/>
                    <a:pt x="4010" y="1043"/>
                    <a:pt x="3686" y="1043"/>
                  </a:cubicBezTo>
                  <a:cubicBezTo>
                    <a:pt x="3361" y="1043"/>
                    <a:pt x="3129" y="834"/>
                    <a:pt x="3153" y="649"/>
                  </a:cubicBezTo>
                  <a:cubicBezTo>
                    <a:pt x="3176" y="487"/>
                    <a:pt x="3060" y="394"/>
                    <a:pt x="2782" y="348"/>
                  </a:cubicBezTo>
                  <a:cubicBezTo>
                    <a:pt x="2549" y="290"/>
                    <a:pt x="2349" y="118"/>
                    <a:pt x="2004" y="118"/>
                  </a:cubicBezTo>
                  <a:cubicBezTo>
                    <a:pt x="1937" y="118"/>
                    <a:pt x="1864" y="124"/>
                    <a:pt x="1785" y="139"/>
                  </a:cubicBezTo>
                  <a:cubicBezTo>
                    <a:pt x="1738" y="148"/>
                    <a:pt x="1693" y="151"/>
                    <a:pt x="1650" y="151"/>
                  </a:cubicBezTo>
                  <a:cubicBezTo>
                    <a:pt x="1455" y="151"/>
                    <a:pt x="1292" y="76"/>
                    <a:pt x="1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59"/>
            <p:cNvSpPr/>
            <p:nvPr/>
          </p:nvSpPr>
          <p:spPr>
            <a:xfrm>
              <a:off x="1581951" y="1538395"/>
              <a:ext cx="1484496" cy="1139177"/>
            </a:xfrm>
            <a:custGeom>
              <a:avLst/>
              <a:gdLst/>
              <a:ahLst/>
              <a:cxnLst/>
              <a:rect l="l" t="t" r="r" b="b"/>
              <a:pathLst>
                <a:path w="48668" h="37347" extrusionOk="0">
                  <a:moveTo>
                    <a:pt x="22677" y="4097"/>
                  </a:moveTo>
                  <a:cubicBezTo>
                    <a:pt x="22574" y="4097"/>
                    <a:pt x="22529" y="4130"/>
                    <a:pt x="22619" y="4206"/>
                  </a:cubicBezTo>
                  <a:cubicBezTo>
                    <a:pt x="22743" y="4312"/>
                    <a:pt x="23000" y="4578"/>
                    <a:pt x="23187" y="4578"/>
                  </a:cubicBezTo>
                  <a:cubicBezTo>
                    <a:pt x="23246" y="4578"/>
                    <a:pt x="23299" y="4551"/>
                    <a:pt x="23338" y="4485"/>
                  </a:cubicBezTo>
                  <a:cubicBezTo>
                    <a:pt x="23468" y="4274"/>
                    <a:pt x="22917" y="4097"/>
                    <a:pt x="22677" y="4097"/>
                  </a:cubicBezTo>
                  <a:close/>
                  <a:moveTo>
                    <a:pt x="16773" y="5804"/>
                  </a:moveTo>
                  <a:cubicBezTo>
                    <a:pt x="16602" y="5804"/>
                    <a:pt x="16446" y="5830"/>
                    <a:pt x="16362" y="5875"/>
                  </a:cubicBezTo>
                  <a:cubicBezTo>
                    <a:pt x="16130" y="6037"/>
                    <a:pt x="15018" y="6084"/>
                    <a:pt x="15319" y="6315"/>
                  </a:cubicBezTo>
                  <a:cubicBezTo>
                    <a:pt x="15375" y="6364"/>
                    <a:pt x="15435" y="6379"/>
                    <a:pt x="15498" y="6379"/>
                  </a:cubicBezTo>
                  <a:cubicBezTo>
                    <a:pt x="15603" y="6379"/>
                    <a:pt x="15716" y="6337"/>
                    <a:pt x="15831" y="6337"/>
                  </a:cubicBezTo>
                  <a:cubicBezTo>
                    <a:pt x="15877" y="6337"/>
                    <a:pt x="15922" y="6344"/>
                    <a:pt x="15968" y="6362"/>
                  </a:cubicBezTo>
                  <a:cubicBezTo>
                    <a:pt x="16003" y="6375"/>
                    <a:pt x="16038" y="6380"/>
                    <a:pt x="16072" y="6380"/>
                  </a:cubicBezTo>
                  <a:cubicBezTo>
                    <a:pt x="16238" y="6380"/>
                    <a:pt x="16390" y="6255"/>
                    <a:pt x="16516" y="6255"/>
                  </a:cubicBezTo>
                  <a:cubicBezTo>
                    <a:pt x="16552" y="6255"/>
                    <a:pt x="16586" y="6265"/>
                    <a:pt x="16617" y="6292"/>
                  </a:cubicBezTo>
                  <a:cubicBezTo>
                    <a:pt x="16712" y="6363"/>
                    <a:pt x="16952" y="6434"/>
                    <a:pt x="17164" y="6434"/>
                  </a:cubicBezTo>
                  <a:cubicBezTo>
                    <a:pt x="17367" y="6434"/>
                    <a:pt x="17544" y="6369"/>
                    <a:pt x="17544" y="6176"/>
                  </a:cubicBezTo>
                  <a:cubicBezTo>
                    <a:pt x="17544" y="5912"/>
                    <a:pt x="17125" y="5804"/>
                    <a:pt x="16773" y="5804"/>
                  </a:cubicBezTo>
                  <a:close/>
                  <a:moveTo>
                    <a:pt x="26011" y="2366"/>
                  </a:moveTo>
                  <a:cubicBezTo>
                    <a:pt x="25724" y="2366"/>
                    <a:pt x="25585" y="2520"/>
                    <a:pt x="25818" y="2561"/>
                  </a:cubicBezTo>
                  <a:cubicBezTo>
                    <a:pt x="26167" y="2627"/>
                    <a:pt x="26167" y="2795"/>
                    <a:pt x="25914" y="2795"/>
                  </a:cubicBezTo>
                  <a:cubicBezTo>
                    <a:pt x="25898" y="2795"/>
                    <a:pt x="25882" y="2794"/>
                    <a:pt x="25864" y="2793"/>
                  </a:cubicBezTo>
                  <a:cubicBezTo>
                    <a:pt x="25815" y="2789"/>
                    <a:pt x="25760" y="2787"/>
                    <a:pt x="25705" y="2787"/>
                  </a:cubicBezTo>
                  <a:cubicBezTo>
                    <a:pt x="25396" y="2787"/>
                    <a:pt x="25061" y="2848"/>
                    <a:pt x="25493" y="3025"/>
                  </a:cubicBezTo>
                  <a:cubicBezTo>
                    <a:pt x="26003" y="3210"/>
                    <a:pt x="25447" y="3279"/>
                    <a:pt x="25030" y="3279"/>
                  </a:cubicBezTo>
                  <a:cubicBezTo>
                    <a:pt x="24636" y="3279"/>
                    <a:pt x="24589" y="3813"/>
                    <a:pt x="25122" y="3882"/>
                  </a:cubicBezTo>
                  <a:cubicBezTo>
                    <a:pt x="25571" y="3960"/>
                    <a:pt x="25379" y="4186"/>
                    <a:pt x="25044" y="4186"/>
                  </a:cubicBezTo>
                  <a:cubicBezTo>
                    <a:pt x="24981" y="4186"/>
                    <a:pt x="24914" y="4178"/>
                    <a:pt x="24844" y="4160"/>
                  </a:cubicBezTo>
                  <a:cubicBezTo>
                    <a:pt x="24757" y="4137"/>
                    <a:pt x="24682" y="4127"/>
                    <a:pt x="24620" y="4127"/>
                  </a:cubicBezTo>
                  <a:cubicBezTo>
                    <a:pt x="24370" y="4127"/>
                    <a:pt x="24343" y="4294"/>
                    <a:pt x="24659" y="4461"/>
                  </a:cubicBezTo>
                  <a:cubicBezTo>
                    <a:pt x="25007" y="4624"/>
                    <a:pt x="24798" y="4855"/>
                    <a:pt x="25192" y="5041"/>
                  </a:cubicBezTo>
                  <a:cubicBezTo>
                    <a:pt x="25260" y="5070"/>
                    <a:pt x="25353" y="5082"/>
                    <a:pt x="25461" y="5082"/>
                  </a:cubicBezTo>
                  <a:cubicBezTo>
                    <a:pt x="25779" y="5082"/>
                    <a:pt x="26225" y="4985"/>
                    <a:pt x="26512" y="4985"/>
                  </a:cubicBezTo>
                  <a:cubicBezTo>
                    <a:pt x="26660" y="4985"/>
                    <a:pt x="26765" y="5010"/>
                    <a:pt x="26791" y="5087"/>
                  </a:cubicBezTo>
                  <a:cubicBezTo>
                    <a:pt x="26884" y="5342"/>
                    <a:pt x="25655" y="5365"/>
                    <a:pt x="25818" y="5551"/>
                  </a:cubicBezTo>
                  <a:cubicBezTo>
                    <a:pt x="25980" y="5713"/>
                    <a:pt x="26675" y="5968"/>
                    <a:pt x="26582" y="6130"/>
                  </a:cubicBezTo>
                  <a:cubicBezTo>
                    <a:pt x="26508" y="6242"/>
                    <a:pt x="27307" y="6535"/>
                    <a:pt x="27692" y="6535"/>
                  </a:cubicBezTo>
                  <a:cubicBezTo>
                    <a:pt x="27785" y="6535"/>
                    <a:pt x="27853" y="6518"/>
                    <a:pt x="27880" y="6478"/>
                  </a:cubicBezTo>
                  <a:cubicBezTo>
                    <a:pt x="27936" y="6388"/>
                    <a:pt x="28045" y="6353"/>
                    <a:pt x="28177" y="6353"/>
                  </a:cubicBezTo>
                  <a:cubicBezTo>
                    <a:pt x="28320" y="6353"/>
                    <a:pt x="28489" y="6394"/>
                    <a:pt x="28645" y="6454"/>
                  </a:cubicBezTo>
                  <a:cubicBezTo>
                    <a:pt x="28669" y="6465"/>
                    <a:pt x="28691" y="6469"/>
                    <a:pt x="28712" y="6469"/>
                  </a:cubicBezTo>
                  <a:cubicBezTo>
                    <a:pt x="28953" y="6469"/>
                    <a:pt x="29001" y="5837"/>
                    <a:pt x="29158" y="5837"/>
                  </a:cubicBezTo>
                  <a:cubicBezTo>
                    <a:pt x="29172" y="5837"/>
                    <a:pt x="29186" y="5842"/>
                    <a:pt x="29201" y="5852"/>
                  </a:cubicBezTo>
                  <a:cubicBezTo>
                    <a:pt x="29232" y="5870"/>
                    <a:pt x="29258" y="5879"/>
                    <a:pt x="29282" y="5879"/>
                  </a:cubicBezTo>
                  <a:cubicBezTo>
                    <a:pt x="29433" y="5879"/>
                    <a:pt x="29456" y="5529"/>
                    <a:pt x="29757" y="5388"/>
                  </a:cubicBezTo>
                  <a:cubicBezTo>
                    <a:pt x="30128" y="5249"/>
                    <a:pt x="30638" y="5249"/>
                    <a:pt x="30684" y="5087"/>
                  </a:cubicBezTo>
                  <a:cubicBezTo>
                    <a:pt x="30705" y="4965"/>
                    <a:pt x="30617" y="4824"/>
                    <a:pt x="30295" y="4824"/>
                  </a:cubicBezTo>
                  <a:cubicBezTo>
                    <a:pt x="30252" y="4824"/>
                    <a:pt x="30204" y="4827"/>
                    <a:pt x="30151" y="4832"/>
                  </a:cubicBezTo>
                  <a:cubicBezTo>
                    <a:pt x="30101" y="4838"/>
                    <a:pt x="30052" y="4840"/>
                    <a:pt x="30006" y="4840"/>
                  </a:cubicBezTo>
                  <a:cubicBezTo>
                    <a:pt x="29653" y="4840"/>
                    <a:pt x="29454" y="4690"/>
                    <a:pt x="29618" y="4485"/>
                  </a:cubicBezTo>
                  <a:cubicBezTo>
                    <a:pt x="29804" y="4230"/>
                    <a:pt x="29132" y="4160"/>
                    <a:pt x="29363" y="3975"/>
                  </a:cubicBezTo>
                  <a:cubicBezTo>
                    <a:pt x="29526" y="3842"/>
                    <a:pt x="29302" y="3718"/>
                    <a:pt x="29137" y="3718"/>
                  </a:cubicBezTo>
                  <a:cubicBezTo>
                    <a:pt x="29043" y="3718"/>
                    <a:pt x="28967" y="3758"/>
                    <a:pt x="28993" y="3859"/>
                  </a:cubicBezTo>
                  <a:cubicBezTo>
                    <a:pt x="29014" y="3952"/>
                    <a:pt x="28980" y="3990"/>
                    <a:pt x="28921" y="3990"/>
                  </a:cubicBezTo>
                  <a:cubicBezTo>
                    <a:pt x="28788" y="3990"/>
                    <a:pt x="28531" y="3803"/>
                    <a:pt x="28483" y="3627"/>
                  </a:cubicBezTo>
                  <a:cubicBezTo>
                    <a:pt x="28413" y="3349"/>
                    <a:pt x="27417" y="3256"/>
                    <a:pt x="26745" y="2677"/>
                  </a:cubicBezTo>
                  <a:cubicBezTo>
                    <a:pt x="26479" y="2440"/>
                    <a:pt x="26210" y="2366"/>
                    <a:pt x="26011" y="2366"/>
                  </a:cubicBezTo>
                  <a:close/>
                  <a:moveTo>
                    <a:pt x="23768" y="5642"/>
                  </a:moveTo>
                  <a:cubicBezTo>
                    <a:pt x="23719" y="5642"/>
                    <a:pt x="23682" y="5656"/>
                    <a:pt x="23662" y="5690"/>
                  </a:cubicBezTo>
                  <a:cubicBezTo>
                    <a:pt x="23523" y="5898"/>
                    <a:pt x="23987" y="6848"/>
                    <a:pt x="24358" y="6848"/>
                  </a:cubicBezTo>
                  <a:cubicBezTo>
                    <a:pt x="24728" y="6848"/>
                    <a:pt x="25007" y="6802"/>
                    <a:pt x="25331" y="6686"/>
                  </a:cubicBezTo>
                  <a:cubicBezTo>
                    <a:pt x="25655" y="6547"/>
                    <a:pt x="25169" y="6547"/>
                    <a:pt x="25377" y="6269"/>
                  </a:cubicBezTo>
                  <a:cubicBezTo>
                    <a:pt x="25512" y="6074"/>
                    <a:pt x="25250" y="5996"/>
                    <a:pt x="25036" y="5996"/>
                  </a:cubicBezTo>
                  <a:cubicBezTo>
                    <a:pt x="24918" y="5996"/>
                    <a:pt x="24814" y="6019"/>
                    <a:pt x="24798" y="6061"/>
                  </a:cubicBezTo>
                  <a:cubicBezTo>
                    <a:pt x="24795" y="6066"/>
                    <a:pt x="24788" y="6069"/>
                    <a:pt x="24779" y="6069"/>
                  </a:cubicBezTo>
                  <a:cubicBezTo>
                    <a:pt x="24657" y="6069"/>
                    <a:pt x="24035" y="5642"/>
                    <a:pt x="23768" y="5642"/>
                  </a:cubicBezTo>
                  <a:close/>
                  <a:moveTo>
                    <a:pt x="20283" y="4960"/>
                  </a:moveTo>
                  <a:cubicBezTo>
                    <a:pt x="20020" y="4960"/>
                    <a:pt x="19773" y="4989"/>
                    <a:pt x="19653" y="5041"/>
                  </a:cubicBezTo>
                  <a:cubicBezTo>
                    <a:pt x="19389" y="5142"/>
                    <a:pt x="19641" y="5653"/>
                    <a:pt x="19910" y="5653"/>
                  </a:cubicBezTo>
                  <a:cubicBezTo>
                    <a:pt x="19948" y="5653"/>
                    <a:pt x="19987" y="5643"/>
                    <a:pt x="20024" y="5620"/>
                  </a:cubicBezTo>
                  <a:cubicBezTo>
                    <a:pt x="20087" y="5573"/>
                    <a:pt x="20163" y="5553"/>
                    <a:pt x="20242" y="5553"/>
                  </a:cubicBezTo>
                  <a:cubicBezTo>
                    <a:pt x="20512" y="5553"/>
                    <a:pt x="20814" y="5783"/>
                    <a:pt x="20742" y="5945"/>
                  </a:cubicBezTo>
                  <a:cubicBezTo>
                    <a:pt x="20708" y="6029"/>
                    <a:pt x="20576" y="6049"/>
                    <a:pt x="20424" y="6049"/>
                  </a:cubicBezTo>
                  <a:cubicBezTo>
                    <a:pt x="20292" y="6049"/>
                    <a:pt x="20144" y="6034"/>
                    <a:pt x="20037" y="6034"/>
                  </a:cubicBezTo>
                  <a:cubicBezTo>
                    <a:pt x="19931" y="6034"/>
                    <a:pt x="19863" y="6048"/>
                    <a:pt x="19885" y="6107"/>
                  </a:cubicBezTo>
                  <a:cubicBezTo>
                    <a:pt x="19903" y="6161"/>
                    <a:pt x="19963" y="6342"/>
                    <a:pt x="20264" y="6342"/>
                  </a:cubicBezTo>
                  <a:cubicBezTo>
                    <a:pt x="20349" y="6342"/>
                    <a:pt x="20453" y="6328"/>
                    <a:pt x="20580" y="6292"/>
                  </a:cubicBezTo>
                  <a:cubicBezTo>
                    <a:pt x="20758" y="6242"/>
                    <a:pt x="20928" y="6219"/>
                    <a:pt x="21088" y="6219"/>
                  </a:cubicBezTo>
                  <a:cubicBezTo>
                    <a:pt x="21450" y="6219"/>
                    <a:pt x="21767" y="6339"/>
                    <a:pt x="22040" y="6547"/>
                  </a:cubicBezTo>
                  <a:cubicBezTo>
                    <a:pt x="22262" y="6741"/>
                    <a:pt x="22484" y="6861"/>
                    <a:pt x="22681" y="6861"/>
                  </a:cubicBezTo>
                  <a:cubicBezTo>
                    <a:pt x="22813" y="6861"/>
                    <a:pt x="22934" y="6807"/>
                    <a:pt x="23037" y="6686"/>
                  </a:cubicBezTo>
                  <a:cubicBezTo>
                    <a:pt x="23315" y="6362"/>
                    <a:pt x="22712" y="6315"/>
                    <a:pt x="22828" y="6084"/>
                  </a:cubicBezTo>
                  <a:cubicBezTo>
                    <a:pt x="22944" y="5829"/>
                    <a:pt x="22434" y="5690"/>
                    <a:pt x="22179" y="5690"/>
                  </a:cubicBezTo>
                  <a:cubicBezTo>
                    <a:pt x="21925" y="5690"/>
                    <a:pt x="21826" y="5284"/>
                    <a:pt x="21652" y="5284"/>
                  </a:cubicBezTo>
                  <a:cubicBezTo>
                    <a:pt x="21635" y="5284"/>
                    <a:pt x="21618" y="5288"/>
                    <a:pt x="21600" y="5296"/>
                  </a:cubicBezTo>
                  <a:cubicBezTo>
                    <a:pt x="21466" y="5349"/>
                    <a:pt x="21364" y="5433"/>
                    <a:pt x="21301" y="5433"/>
                  </a:cubicBezTo>
                  <a:cubicBezTo>
                    <a:pt x="21254" y="5433"/>
                    <a:pt x="21229" y="5387"/>
                    <a:pt x="21229" y="5249"/>
                  </a:cubicBezTo>
                  <a:cubicBezTo>
                    <a:pt x="21229" y="5045"/>
                    <a:pt x="20732" y="4960"/>
                    <a:pt x="20283" y="4960"/>
                  </a:cubicBezTo>
                  <a:close/>
                  <a:moveTo>
                    <a:pt x="14722" y="6730"/>
                  </a:moveTo>
                  <a:cubicBezTo>
                    <a:pt x="14543" y="6730"/>
                    <a:pt x="14385" y="6762"/>
                    <a:pt x="14415" y="6802"/>
                  </a:cubicBezTo>
                  <a:cubicBezTo>
                    <a:pt x="14537" y="6939"/>
                    <a:pt x="14768" y="7085"/>
                    <a:pt x="14945" y="7085"/>
                  </a:cubicBezTo>
                  <a:cubicBezTo>
                    <a:pt x="15039" y="7085"/>
                    <a:pt x="15117" y="7045"/>
                    <a:pt x="15157" y="6941"/>
                  </a:cubicBezTo>
                  <a:cubicBezTo>
                    <a:pt x="15223" y="6784"/>
                    <a:pt x="14954" y="6730"/>
                    <a:pt x="14722" y="6730"/>
                  </a:cubicBezTo>
                  <a:close/>
                  <a:moveTo>
                    <a:pt x="26094" y="6922"/>
                  </a:moveTo>
                  <a:cubicBezTo>
                    <a:pt x="25594" y="6922"/>
                    <a:pt x="24491" y="7101"/>
                    <a:pt x="24728" y="7266"/>
                  </a:cubicBezTo>
                  <a:cubicBezTo>
                    <a:pt x="24853" y="7361"/>
                    <a:pt x="25022" y="7398"/>
                    <a:pt x="25204" y="7398"/>
                  </a:cubicBezTo>
                  <a:cubicBezTo>
                    <a:pt x="25730" y="7398"/>
                    <a:pt x="26362" y="7085"/>
                    <a:pt x="26327" y="6964"/>
                  </a:cubicBezTo>
                  <a:cubicBezTo>
                    <a:pt x="26318" y="6935"/>
                    <a:pt x="26227" y="6922"/>
                    <a:pt x="26094" y="6922"/>
                  </a:cubicBezTo>
                  <a:close/>
                  <a:moveTo>
                    <a:pt x="17004" y="6604"/>
                  </a:moveTo>
                  <a:cubicBezTo>
                    <a:pt x="16951" y="6604"/>
                    <a:pt x="16891" y="6608"/>
                    <a:pt x="16826" y="6617"/>
                  </a:cubicBezTo>
                  <a:cubicBezTo>
                    <a:pt x="16316" y="6686"/>
                    <a:pt x="15435" y="6686"/>
                    <a:pt x="15435" y="7057"/>
                  </a:cubicBezTo>
                  <a:cubicBezTo>
                    <a:pt x="15435" y="7335"/>
                    <a:pt x="15621" y="7474"/>
                    <a:pt x="16177" y="7521"/>
                  </a:cubicBezTo>
                  <a:cubicBezTo>
                    <a:pt x="16201" y="7523"/>
                    <a:pt x="16225" y="7524"/>
                    <a:pt x="16249" y="7524"/>
                  </a:cubicBezTo>
                  <a:cubicBezTo>
                    <a:pt x="16774" y="7524"/>
                    <a:pt x="17208" y="7057"/>
                    <a:pt x="16942" y="7057"/>
                  </a:cubicBezTo>
                  <a:cubicBezTo>
                    <a:pt x="16687" y="7034"/>
                    <a:pt x="16849" y="6872"/>
                    <a:pt x="17173" y="6825"/>
                  </a:cubicBezTo>
                  <a:cubicBezTo>
                    <a:pt x="17436" y="6785"/>
                    <a:pt x="17364" y="6604"/>
                    <a:pt x="17004" y="6604"/>
                  </a:cubicBezTo>
                  <a:close/>
                  <a:moveTo>
                    <a:pt x="27877" y="7109"/>
                  </a:moveTo>
                  <a:cubicBezTo>
                    <a:pt x="27525" y="7109"/>
                    <a:pt x="27247" y="7436"/>
                    <a:pt x="27602" y="7567"/>
                  </a:cubicBezTo>
                  <a:cubicBezTo>
                    <a:pt x="27673" y="7596"/>
                    <a:pt x="27750" y="7609"/>
                    <a:pt x="27825" y="7609"/>
                  </a:cubicBezTo>
                  <a:cubicBezTo>
                    <a:pt x="28171" y="7609"/>
                    <a:pt x="28496" y="7344"/>
                    <a:pt x="28135" y="7173"/>
                  </a:cubicBezTo>
                  <a:cubicBezTo>
                    <a:pt x="28050" y="7128"/>
                    <a:pt x="27961" y="7109"/>
                    <a:pt x="27877" y="7109"/>
                  </a:cubicBezTo>
                  <a:close/>
                  <a:moveTo>
                    <a:pt x="19478" y="6898"/>
                  </a:moveTo>
                  <a:cubicBezTo>
                    <a:pt x="19422" y="6898"/>
                    <a:pt x="19383" y="6925"/>
                    <a:pt x="19375" y="6988"/>
                  </a:cubicBezTo>
                  <a:cubicBezTo>
                    <a:pt x="19337" y="7293"/>
                    <a:pt x="19770" y="7724"/>
                    <a:pt x="20041" y="7724"/>
                  </a:cubicBezTo>
                  <a:cubicBezTo>
                    <a:pt x="20099" y="7724"/>
                    <a:pt x="20149" y="7705"/>
                    <a:pt x="20186" y="7660"/>
                  </a:cubicBezTo>
                  <a:cubicBezTo>
                    <a:pt x="20357" y="7451"/>
                    <a:pt x="19733" y="6898"/>
                    <a:pt x="19478" y="6898"/>
                  </a:cubicBezTo>
                  <a:close/>
                  <a:moveTo>
                    <a:pt x="37803" y="1"/>
                  </a:moveTo>
                  <a:cubicBezTo>
                    <a:pt x="37497" y="1"/>
                    <a:pt x="37180" y="157"/>
                    <a:pt x="37243" y="313"/>
                  </a:cubicBezTo>
                  <a:cubicBezTo>
                    <a:pt x="37288" y="415"/>
                    <a:pt x="37262" y="467"/>
                    <a:pt x="37188" y="467"/>
                  </a:cubicBezTo>
                  <a:cubicBezTo>
                    <a:pt x="37111" y="467"/>
                    <a:pt x="36980" y="409"/>
                    <a:pt x="36826" y="290"/>
                  </a:cubicBezTo>
                  <a:cubicBezTo>
                    <a:pt x="36735" y="206"/>
                    <a:pt x="36611" y="180"/>
                    <a:pt x="36469" y="180"/>
                  </a:cubicBezTo>
                  <a:cubicBezTo>
                    <a:pt x="36229" y="180"/>
                    <a:pt x="35935" y="255"/>
                    <a:pt x="35656" y="255"/>
                  </a:cubicBezTo>
                  <a:cubicBezTo>
                    <a:pt x="35597" y="255"/>
                    <a:pt x="35539" y="252"/>
                    <a:pt x="35482" y="244"/>
                  </a:cubicBezTo>
                  <a:cubicBezTo>
                    <a:pt x="35436" y="235"/>
                    <a:pt x="35397" y="232"/>
                    <a:pt x="35362" y="232"/>
                  </a:cubicBezTo>
                  <a:cubicBezTo>
                    <a:pt x="35080" y="232"/>
                    <a:pt x="35098" y="469"/>
                    <a:pt x="34874" y="469"/>
                  </a:cubicBezTo>
                  <a:cubicBezTo>
                    <a:pt x="34813" y="469"/>
                    <a:pt x="34733" y="451"/>
                    <a:pt x="34624" y="406"/>
                  </a:cubicBezTo>
                  <a:cubicBezTo>
                    <a:pt x="34382" y="295"/>
                    <a:pt x="34132" y="259"/>
                    <a:pt x="33939" y="259"/>
                  </a:cubicBezTo>
                  <a:cubicBezTo>
                    <a:pt x="33689" y="259"/>
                    <a:pt x="33536" y="320"/>
                    <a:pt x="33628" y="359"/>
                  </a:cubicBezTo>
                  <a:cubicBezTo>
                    <a:pt x="33759" y="416"/>
                    <a:pt x="33647" y="517"/>
                    <a:pt x="33477" y="517"/>
                  </a:cubicBezTo>
                  <a:cubicBezTo>
                    <a:pt x="33437" y="517"/>
                    <a:pt x="33394" y="512"/>
                    <a:pt x="33350" y="498"/>
                  </a:cubicBezTo>
                  <a:cubicBezTo>
                    <a:pt x="33295" y="484"/>
                    <a:pt x="33242" y="476"/>
                    <a:pt x="33195" y="476"/>
                  </a:cubicBezTo>
                  <a:cubicBezTo>
                    <a:pt x="33020" y="476"/>
                    <a:pt x="32911" y="576"/>
                    <a:pt x="33002" y="777"/>
                  </a:cubicBezTo>
                  <a:cubicBezTo>
                    <a:pt x="33037" y="847"/>
                    <a:pt x="32967" y="866"/>
                    <a:pt x="32851" y="866"/>
                  </a:cubicBezTo>
                  <a:cubicBezTo>
                    <a:pt x="32720" y="866"/>
                    <a:pt x="32531" y="842"/>
                    <a:pt x="32375" y="842"/>
                  </a:cubicBezTo>
                  <a:cubicBezTo>
                    <a:pt x="32220" y="842"/>
                    <a:pt x="32098" y="866"/>
                    <a:pt x="32098" y="962"/>
                  </a:cubicBezTo>
                  <a:cubicBezTo>
                    <a:pt x="32098" y="1127"/>
                    <a:pt x="31953" y="1252"/>
                    <a:pt x="31769" y="1252"/>
                  </a:cubicBezTo>
                  <a:cubicBezTo>
                    <a:pt x="31669" y="1252"/>
                    <a:pt x="31556" y="1215"/>
                    <a:pt x="31449" y="1124"/>
                  </a:cubicBezTo>
                  <a:cubicBezTo>
                    <a:pt x="31285" y="987"/>
                    <a:pt x="30895" y="907"/>
                    <a:pt x="30655" y="907"/>
                  </a:cubicBezTo>
                  <a:cubicBezTo>
                    <a:pt x="30489" y="907"/>
                    <a:pt x="30394" y="946"/>
                    <a:pt x="30499" y="1031"/>
                  </a:cubicBezTo>
                  <a:cubicBezTo>
                    <a:pt x="30777" y="1240"/>
                    <a:pt x="29688" y="1124"/>
                    <a:pt x="29966" y="1356"/>
                  </a:cubicBezTo>
                  <a:cubicBezTo>
                    <a:pt x="30198" y="1516"/>
                    <a:pt x="29867" y="1650"/>
                    <a:pt x="29702" y="1650"/>
                  </a:cubicBezTo>
                  <a:cubicBezTo>
                    <a:pt x="29653" y="1650"/>
                    <a:pt x="29618" y="1638"/>
                    <a:pt x="29618" y="1611"/>
                  </a:cubicBezTo>
                  <a:cubicBezTo>
                    <a:pt x="29618" y="1531"/>
                    <a:pt x="29330" y="1406"/>
                    <a:pt x="29068" y="1406"/>
                  </a:cubicBezTo>
                  <a:cubicBezTo>
                    <a:pt x="28951" y="1406"/>
                    <a:pt x="28839" y="1431"/>
                    <a:pt x="28761" y="1495"/>
                  </a:cubicBezTo>
                  <a:cubicBezTo>
                    <a:pt x="28572" y="1665"/>
                    <a:pt x="28476" y="1880"/>
                    <a:pt x="28384" y="1880"/>
                  </a:cubicBezTo>
                  <a:cubicBezTo>
                    <a:pt x="28363" y="1880"/>
                    <a:pt x="28342" y="1869"/>
                    <a:pt x="28321" y="1843"/>
                  </a:cubicBezTo>
                  <a:cubicBezTo>
                    <a:pt x="28273" y="1777"/>
                    <a:pt x="28157" y="1745"/>
                    <a:pt x="28001" y="1745"/>
                  </a:cubicBezTo>
                  <a:cubicBezTo>
                    <a:pt x="27774" y="1745"/>
                    <a:pt x="27464" y="1812"/>
                    <a:pt x="27162" y="1935"/>
                  </a:cubicBezTo>
                  <a:cubicBezTo>
                    <a:pt x="26833" y="2055"/>
                    <a:pt x="26967" y="2155"/>
                    <a:pt x="27191" y="2155"/>
                  </a:cubicBezTo>
                  <a:cubicBezTo>
                    <a:pt x="27314" y="2155"/>
                    <a:pt x="27464" y="2125"/>
                    <a:pt x="27579" y="2051"/>
                  </a:cubicBezTo>
                  <a:cubicBezTo>
                    <a:pt x="27707" y="1975"/>
                    <a:pt x="27822" y="1945"/>
                    <a:pt x="27903" y="1945"/>
                  </a:cubicBezTo>
                  <a:cubicBezTo>
                    <a:pt x="28042" y="1945"/>
                    <a:pt x="28079" y="2033"/>
                    <a:pt x="27903" y="2121"/>
                  </a:cubicBezTo>
                  <a:cubicBezTo>
                    <a:pt x="27628" y="2248"/>
                    <a:pt x="27682" y="2355"/>
                    <a:pt x="28011" y="2355"/>
                  </a:cubicBezTo>
                  <a:cubicBezTo>
                    <a:pt x="28042" y="2355"/>
                    <a:pt x="28076" y="2354"/>
                    <a:pt x="28112" y="2352"/>
                  </a:cubicBezTo>
                  <a:cubicBezTo>
                    <a:pt x="28160" y="2347"/>
                    <a:pt x="28195" y="2345"/>
                    <a:pt x="28219" y="2345"/>
                  </a:cubicBezTo>
                  <a:cubicBezTo>
                    <a:pt x="28403" y="2345"/>
                    <a:pt x="27950" y="2495"/>
                    <a:pt x="27950" y="2700"/>
                  </a:cubicBezTo>
                  <a:cubicBezTo>
                    <a:pt x="27950" y="2955"/>
                    <a:pt x="28436" y="2793"/>
                    <a:pt x="28460" y="3048"/>
                  </a:cubicBezTo>
                  <a:cubicBezTo>
                    <a:pt x="28473" y="3179"/>
                    <a:pt x="28813" y="3266"/>
                    <a:pt x="29160" y="3266"/>
                  </a:cubicBezTo>
                  <a:cubicBezTo>
                    <a:pt x="29426" y="3266"/>
                    <a:pt x="29696" y="3215"/>
                    <a:pt x="29827" y="3094"/>
                  </a:cubicBezTo>
                  <a:cubicBezTo>
                    <a:pt x="29915" y="3012"/>
                    <a:pt x="29970" y="2980"/>
                    <a:pt x="30004" y="2980"/>
                  </a:cubicBezTo>
                  <a:cubicBezTo>
                    <a:pt x="30095" y="2980"/>
                    <a:pt x="30029" y="3214"/>
                    <a:pt x="30012" y="3349"/>
                  </a:cubicBezTo>
                  <a:cubicBezTo>
                    <a:pt x="29997" y="3485"/>
                    <a:pt x="30634" y="3602"/>
                    <a:pt x="31097" y="3602"/>
                  </a:cubicBezTo>
                  <a:cubicBezTo>
                    <a:pt x="31343" y="3602"/>
                    <a:pt x="31541" y="3569"/>
                    <a:pt x="31565" y="3488"/>
                  </a:cubicBezTo>
                  <a:cubicBezTo>
                    <a:pt x="31600" y="3361"/>
                    <a:pt x="31669" y="3320"/>
                    <a:pt x="31768" y="3320"/>
                  </a:cubicBezTo>
                  <a:cubicBezTo>
                    <a:pt x="31866" y="3320"/>
                    <a:pt x="31994" y="3361"/>
                    <a:pt x="32144" y="3395"/>
                  </a:cubicBezTo>
                  <a:cubicBezTo>
                    <a:pt x="32176" y="3406"/>
                    <a:pt x="32221" y="3411"/>
                    <a:pt x="32278" y="3411"/>
                  </a:cubicBezTo>
                  <a:cubicBezTo>
                    <a:pt x="32727" y="3411"/>
                    <a:pt x="33862" y="3107"/>
                    <a:pt x="33883" y="2839"/>
                  </a:cubicBezTo>
                  <a:cubicBezTo>
                    <a:pt x="33888" y="2777"/>
                    <a:pt x="33914" y="2751"/>
                    <a:pt x="33946" y="2751"/>
                  </a:cubicBezTo>
                  <a:cubicBezTo>
                    <a:pt x="34057" y="2751"/>
                    <a:pt x="34243" y="3069"/>
                    <a:pt x="33883" y="3303"/>
                  </a:cubicBezTo>
                  <a:cubicBezTo>
                    <a:pt x="33419" y="3627"/>
                    <a:pt x="32492" y="3581"/>
                    <a:pt x="32098" y="3697"/>
                  </a:cubicBezTo>
                  <a:cubicBezTo>
                    <a:pt x="31681" y="3813"/>
                    <a:pt x="32353" y="4114"/>
                    <a:pt x="32770" y="4415"/>
                  </a:cubicBezTo>
                  <a:cubicBezTo>
                    <a:pt x="32922" y="4534"/>
                    <a:pt x="32893" y="4587"/>
                    <a:pt x="32774" y="4587"/>
                  </a:cubicBezTo>
                  <a:cubicBezTo>
                    <a:pt x="32568" y="4587"/>
                    <a:pt x="32093" y="4425"/>
                    <a:pt x="31843" y="4160"/>
                  </a:cubicBezTo>
                  <a:cubicBezTo>
                    <a:pt x="31524" y="3823"/>
                    <a:pt x="30902" y="3758"/>
                    <a:pt x="30430" y="3758"/>
                  </a:cubicBezTo>
                  <a:cubicBezTo>
                    <a:pt x="30319" y="3758"/>
                    <a:pt x="30217" y="3762"/>
                    <a:pt x="30128" y="3766"/>
                  </a:cubicBezTo>
                  <a:cubicBezTo>
                    <a:pt x="29665" y="3789"/>
                    <a:pt x="29804" y="4647"/>
                    <a:pt x="30151" y="4647"/>
                  </a:cubicBezTo>
                  <a:cubicBezTo>
                    <a:pt x="30499" y="4647"/>
                    <a:pt x="30823" y="4763"/>
                    <a:pt x="31171" y="5296"/>
                  </a:cubicBezTo>
                  <a:cubicBezTo>
                    <a:pt x="31496" y="5829"/>
                    <a:pt x="32237" y="5713"/>
                    <a:pt x="32237" y="5945"/>
                  </a:cubicBezTo>
                  <a:cubicBezTo>
                    <a:pt x="32237" y="6001"/>
                    <a:pt x="32191" y="6023"/>
                    <a:pt x="32114" y="6023"/>
                  </a:cubicBezTo>
                  <a:cubicBezTo>
                    <a:pt x="31840" y="6023"/>
                    <a:pt x="31170" y="5739"/>
                    <a:pt x="30754" y="5667"/>
                  </a:cubicBezTo>
                  <a:cubicBezTo>
                    <a:pt x="30692" y="5656"/>
                    <a:pt x="30625" y="5651"/>
                    <a:pt x="30556" y="5651"/>
                  </a:cubicBezTo>
                  <a:cubicBezTo>
                    <a:pt x="30032" y="5651"/>
                    <a:pt x="29361" y="5944"/>
                    <a:pt x="29340" y="6292"/>
                  </a:cubicBezTo>
                  <a:cubicBezTo>
                    <a:pt x="29329" y="6486"/>
                    <a:pt x="29519" y="6573"/>
                    <a:pt x="29779" y="6573"/>
                  </a:cubicBezTo>
                  <a:cubicBezTo>
                    <a:pt x="30048" y="6573"/>
                    <a:pt x="30390" y="6480"/>
                    <a:pt x="30661" y="6315"/>
                  </a:cubicBezTo>
                  <a:cubicBezTo>
                    <a:pt x="30800" y="6231"/>
                    <a:pt x="30876" y="6197"/>
                    <a:pt x="30908" y="6197"/>
                  </a:cubicBezTo>
                  <a:cubicBezTo>
                    <a:pt x="30999" y="6197"/>
                    <a:pt x="30734" y="6474"/>
                    <a:pt x="30545" y="6663"/>
                  </a:cubicBezTo>
                  <a:cubicBezTo>
                    <a:pt x="30267" y="6895"/>
                    <a:pt x="31171" y="7080"/>
                    <a:pt x="31171" y="7381"/>
                  </a:cubicBezTo>
                  <a:cubicBezTo>
                    <a:pt x="31171" y="7500"/>
                    <a:pt x="31053" y="7551"/>
                    <a:pt x="30911" y="7551"/>
                  </a:cubicBezTo>
                  <a:cubicBezTo>
                    <a:pt x="30719" y="7551"/>
                    <a:pt x="30483" y="7458"/>
                    <a:pt x="30429" y="7312"/>
                  </a:cubicBezTo>
                  <a:cubicBezTo>
                    <a:pt x="30366" y="7056"/>
                    <a:pt x="30164" y="6820"/>
                    <a:pt x="29645" y="6820"/>
                  </a:cubicBezTo>
                  <a:cubicBezTo>
                    <a:pt x="29600" y="6820"/>
                    <a:pt x="29552" y="6822"/>
                    <a:pt x="29502" y="6825"/>
                  </a:cubicBezTo>
                  <a:cubicBezTo>
                    <a:pt x="28877" y="6872"/>
                    <a:pt x="29039" y="7312"/>
                    <a:pt x="29433" y="7358"/>
                  </a:cubicBezTo>
                  <a:cubicBezTo>
                    <a:pt x="29804" y="7405"/>
                    <a:pt x="29827" y="7706"/>
                    <a:pt x="29410" y="7706"/>
                  </a:cubicBezTo>
                  <a:cubicBezTo>
                    <a:pt x="28969" y="7706"/>
                    <a:pt x="27973" y="7961"/>
                    <a:pt x="28274" y="8262"/>
                  </a:cubicBezTo>
                  <a:cubicBezTo>
                    <a:pt x="28407" y="8377"/>
                    <a:pt x="28668" y="8404"/>
                    <a:pt x="28953" y="8404"/>
                  </a:cubicBezTo>
                  <a:cubicBezTo>
                    <a:pt x="29209" y="8404"/>
                    <a:pt x="29484" y="8382"/>
                    <a:pt x="29703" y="8382"/>
                  </a:cubicBezTo>
                  <a:cubicBezTo>
                    <a:pt x="29879" y="8382"/>
                    <a:pt x="30018" y="8397"/>
                    <a:pt x="30082" y="8448"/>
                  </a:cubicBezTo>
                  <a:cubicBezTo>
                    <a:pt x="30201" y="8553"/>
                    <a:pt x="30449" y="8622"/>
                    <a:pt x="30670" y="8622"/>
                  </a:cubicBezTo>
                  <a:cubicBezTo>
                    <a:pt x="30835" y="8622"/>
                    <a:pt x="30986" y="8583"/>
                    <a:pt x="31055" y="8494"/>
                  </a:cubicBezTo>
                  <a:cubicBezTo>
                    <a:pt x="31129" y="8383"/>
                    <a:pt x="31300" y="8357"/>
                    <a:pt x="31517" y="8357"/>
                  </a:cubicBezTo>
                  <a:cubicBezTo>
                    <a:pt x="31710" y="8357"/>
                    <a:pt x="31939" y="8378"/>
                    <a:pt x="32168" y="8378"/>
                  </a:cubicBezTo>
                  <a:cubicBezTo>
                    <a:pt x="32654" y="8378"/>
                    <a:pt x="32770" y="8448"/>
                    <a:pt x="32979" y="8633"/>
                  </a:cubicBezTo>
                  <a:cubicBezTo>
                    <a:pt x="33076" y="8720"/>
                    <a:pt x="33197" y="8759"/>
                    <a:pt x="33326" y="8759"/>
                  </a:cubicBezTo>
                  <a:cubicBezTo>
                    <a:pt x="33505" y="8759"/>
                    <a:pt x="33698" y="8685"/>
                    <a:pt x="33859" y="8563"/>
                  </a:cubicBezTo>
                  <a:cubicBezTo>
                    <a:pt x="34114" y="8378"/>
                    <a:pt x="34114" y="8378"/>
                    <a:pt x="34462" y="8378"/>
                  </a:cubicBezTo>
                  <a:cubicBezTo>
                    <a:pt x="34810" y="8378"/>
                    <a:pt x="34879" y="8146"/>
                    <a:pt x="34717" y="7891"/>
                  </a:cubicBezTo>
                  <a:cubicBezTo>
                    <a:pt x="34672" y="7824"/>
                    <a:pt x="34612" y="7800"/>
                    <a:pt x="34546" y="7800"/>
                  </a:cubicBezTo>
                  <a:cubicBezTo>
                    <a:pt x="34389" y="7800"/>
                    <a:pt x="34198" y="7937"/>
                    <a:pt x="34102" y="7937"/>
                  </a:cubicBezTo>
                  <a:cubicBezTo>
                    <a:pt x="34073" y="7937"/>
                    <a:pt x="34053" y="7924"/>
                    <a:pt x="34045" y="7891"/>
                  </a:cubicBezTo>
                  <a:cubicBezTo>
                    <a:pt x="34012" y="7727"/>
                    <a:pt x="33793" y="7633"/>
                    <a:pt x="33430" y="7633"/>
                  </a:cubicBezTo>
                  <a:cubicBezTo>
                    <a:pt x="33280" y="7633"/>
                    <a:pt x="33105" y="7649"/>
                    <a:pt x="32909" y="7683"/>
                  </a:cubicBezTo>
                  <a:cubicBezTo>
                    <a:pt x="32855" y="7690"/>
                    <a:pt x="32807" y="7694"/>
                    <a:pt x="32765" y="7694"/>
                  </a:cubicBezTo>
                  <a:cubicBezTo>
                    <a:pt x="32335" y="7694"/>
                    <a:pt x="32500" y="7342"/>
                    <a:pt x="32814" y="7342"/>
                  </a:cubicBezTo>
                  <a:cubicBezTo>
                    <a:pt x="32851" y="7342"/>
                    <a:pt x="32891" y="7347"/>
                    <a:pt x="32932" y="7358"/>
                  </a:cubicBezTo>
                  <a:cubicBezTo>
                    <a:pt x="33101" y="7405"/>
                    <a:pt x="33292" y="7425"/>
                    <a:pt x="33490" y="7425"/>
                  </a:cubicBezTo>
                  <a:cubicBezTo>
                    <a:pt x="33784" y="7425"/>
                    <a:pt x="34093" y="7381"/>
                    <a:pt x="34369" y="7312"/>
                  </a:cubicBezTo>
                  <a:cubicBezTo>
                    <a:pt x="34833" y="7196"/>
                    <a:pt x="34462" y="6964"/>
                    <a:pt x="34462" y="6779"/>
                  </a:cubicBezTo>
                  <a:cubicBezTo>
                    <a:pt x="34462" y="6690"/>
                    <a:pt x="34568" y="6664"/>
                    <a:pt x="34725" y="6664"/>
                  </a:cubicBezTo>
                  <a:cubicBezTo>
                    <a:pt x="34933" y="6664"/>
                    <a:pt x="35230" y="6709"/>
                    <a:pt x="35482" y="6709"/>
                  </a:cubicBezTo>
                  <a:cubicBezTo>
                    <a:pt x="35922" y="6709"/>
                    <a:pt x="36548" y="5991"/>
                    <a:pt x="36571" y="5597"/>
                  </a:cubicBezTo>
                  <a:cubicBezTo>
                    <a:pt x="36587" y="5308"/>
                    <a:pt x="36114" y="5264"/>
                    <a:pt x="35660" y="5264"/>
                  </a:cubicBezTo>
                  <a:cubicBezTo>
                    <a:pt x="35459" y="5264"/>
                    <a:pt x="35261" y="5273"/>
                    <a:pt x="35111" y="5273"/>
                  </a:cubicBezTo>
                  <a:cubicBezTo>
                    <a:pt x="34653" y="5273"/>
                    <a:pt x="35344" y="4944"/>
                    <a:pt x="36200" y="4944"/>
                  </a:cubicBezTo>
                  <a:cubicBezTo>
                    <a:pt x="36254" y="4944"/>
                    <a:pt x="36308" y="4945"/>
                    <a:pt x="36362" y="4948"/>
                  </a:cubicBezTo>
                  <a:cubicBezTo>
                    <a:pt x="36412" y="4951"/>
                    <a:pt x="36458" y="4952"/>
                    <a:pt x="36500" y="4952"/>
                  </a:cubicBezTo>
                  <a:cubicBezTo>
                    <a:pt x="37225" y="4952"/>
                    <a:pt x="36881" y="4592"/>
                    <a:pt x="37034" y="4438"/>
                  </a:cubicBezTo>
                  <a:cubicBezTo>
                    <a:pt x="37064" y="4413"/>
                    <a:pt x="37103" y="4403"/>
                    <a:pt x="37149" y="4403"/>
                  </a:cubicBezTo>
                  <a:cubicBezTo>
                    <a:pt x="37318" y="4403"/>
                    <a:pt x="37588" y="4533"/>
                    <a:pt x="37885" y="4533"/>
                  </a:cubicBezTo>
                  <a:cubicBezTo>
                    <a:pt x="37956" y="4533"/>
                    <a:pt x="38028" y="4526"/>
                    <a:pt x="38100" y="4508"/>
                  </a:cubicBezTo>
                  <a:cubicBezTo>
                    <a:pt x="38564" y="4415"/>
                    <a:pt x="38240" y="4044"/>
                    <a:pt x="38564" y="4044"/>
                  </a:cubicBezTo>
                  <a:cubicBezTo>
                    <a:pt x="38773" y="4044"/>
                    <a:pt x="39282" y="3697"/>
                    <a:pt x="40279" y="3140"/>
                  </a:cubicBezTo>
                  <a:cubicBezTo>
                    <a:pt x="41275" y="2584"/>
                    <a:pt x="42040" y="2677"/>
                    <a:pt x="42087" y="2352"/>
                  </a:cubicBezTo>
                  <a:cubicBezTo>
                    <a:pt x="42103" y="2246"/>
                    <a:pt x="41937" y="2215"/>
                    <a:pt x="41705" y="2215"/>
                  </a:cubicBezTo>
                  <a:cubicBezTo>
                    <a:pt x="41374" y="2215"/>
                    <a:pt x="40907" y="2278"/>
                    <a:pt x="40638" y="2278"/>
                  </a:cubicBezTo>
                  <a:cubicBezTo>
                    <a:pt x="40562" y="2278"/>
                    <a:pt x="40501" y="2273"/>
                    <a:pt x="40464" y="2260"/>
                  </a:cubicBezTo>
                  <a:cubicBezTo>
                    <a:pt x="40260" y="2178"/>
                    <a:pt x="41192" y="1970"/>
                    <a:pt x="41621" y="1970"/>
                  </a:cubicBezTo>
                  <a:cubicBezTo>
                    <a:pt x="41679" y="1970"/>
                    <a:pt x="41727" y="1974"/>
                    <a:pt x="41762" y="1982"/>
                  </a:cubicBezTo>
                  <a:cubicBezTo>
                    <a:pt x="41820" y="1996"/>
                    <a:pt x="41882" y="2005"/>
                    <a:pt x="41954" y="2005"/>
                  </a:cubicBezTo>
                  <a:cubicBezTo>
                    <a:pt x="42229" y="2005"/>
                    <a:pt x="42641" y="1881"/>
                    <a:pt x="43431" y="1495"/>
                  </a:cubicBezTo>
                  <a:cubicBezTo>
                    <a:pt x="44255" y="1092"/>
                    <a:pt x="44096" y="943"/>
                    <a:pt x="43780" y="943"/>
                  </a:cubicBezTo>
                  <a:cubicBezTo>
                    <a:pt x="43715" y="943"/>
                    <a:pt x="43642" y="950"/>
                    <a:pt x="43570" y="962"/>
                  </a:cubicBezTo>
                  <a:cubicBezTo>
                    <a:pt x="43498" y="974"/>
                    <a:pt x="43425" y="980"/>
                    <a:pt x="43354" y="980"/>
                  </a:cubicBezTo>
                  <a:cubicBezTo>
                    <a:pt x="43008" y="980"/>
                    <a:pt x="42693" y="845"/>
                    <a:pt x="42712" y="614"/>
                  </a:cubicBezTo>
                  <a:cubicBezTo>
                    <a:pt x="42722" y="510"/>
                    <a:pt x="42622" y="487"/>
                    <a:pt x="42500" y="487"/>
                  </a:cubicBezTo>
                  <a:cubicBezTo>
                    <a:pt x="42406" y="487"/>
                    <a:pt x="42298" y="501"/>
                    <a:pt x="42216" y="501"/>
                  </a:cubicBezTo>
                  <a:cubicBezTo>
                    <a:pt x="42145" y="501"/>
                    <a:pt x="42093" y="490"/>
                    <a:pt x="42087" y="452"/>
                  </a:cubicBezTo>
                  <a:cubicBezTo>
                    <a:pt x="42079" y="404"/>
                    <a:pt x="42004" y="381"/>
                    <a:pt x="41883" y="381"/>
                  </a:cubicBezTo>
                  <a:cubicBezTo>
                    <a:pt x="41656" y="381"/>
                    <a:pt x="41267" y="463"/>
                    <a:pt x="40858" y="614"/>
                  </a:cubicBezTo>
                  <a:cubicBezTo>
                    <a:pt x="40731" y="666"/>
                    <a:pt x="40653" y="687"/>
                    <a:pt x="40613" y="687"/>
                  </a:cubicBezTo>
                  <a:cubicBezTo>
                    <a:pt x="40455" y="687"/>
                    <a:pt x="40864" y="364"/>
                    <a:pt x="41067" y="290"/>
                  </a:cubicBezTo>
                  <a:cubicBezTo>
                    <a:pt x="41345" y="174"/>
                    <a:pt x="39468" y="290"/>
                    <a:pt x="39143" y="58"/>
                  </a:cubicBezTo>
                  <a:cubicBezTo>
                    <a:pt x="39095" y="25"/>
                    <a:pt x="39046" y="12"/>
                    <a:pt x="38995" y="12"/>
                  </a:cubicBezTo>
                  <a:cubicBezTo>
                    <a:pt x="38795" y="12"/>
                    <a:pt x="38578" y="216"/>
                    <a:pt x="38384" y="216"/>
                  </a:cubicBezTo>
                  <a:cubicBezTo>
                    <a:pt x="38317" y="216"/>
                    <a:pt x="38253" y="192"/>
                    <a:pt x="38193" y="128"/>
                  </a:cubicBezTo>
                  <a:cubicBezTo>
                    <a:pt x="38095" y="37"/>
                    <a:pt x="37950" y="1"/>
                    <a:pt x="37803" y="1"/>
                  </a:cubicBezTo>
                  <a:close/>
                  <a:moveTo>
                    <a:pt x="13522" y="7191"/>
                  </a:moveTo>
                  <a:cubicBezTo>
                    <a:pt x="13401" y="7191"/>
                    <a:pt x="13349" y="7371"/>
                    <a:pt x="13349" y="7474"/>
                  </a:cubicBezTo>
                  <a:cubicBezTo>
                    <a:pt x="13349" y="7528"/>
                    <a:pt x="13298" y="7549"/>
                    <a:pt x="13219" y="7549"/>
                  </a:cubicBezTo>
                  <a:cubicBezTo>
                    <a:pt x="13061" y="7549"/>
                    <a:pt x="12793" y="7466"/>
                    <a:pt x="12608" y="7405"/>
                  </a:cubicBezTo>
                  <a:cubicBezTo>
                    <a:pt x="12583" y="7396"/>
                    <a:pt x="12557" y="7391"/>
                    <a:pt x="12530" y="7391"/>
                  </a:cubicBezTo>
                  <a:cubicBezTo>
                    <a:pt x="12284" y="7391"/>
                    <a:pt x="11967" y="7747"/>
                    <a:pt x="11611" y="7915"/>
                  </a:cubicBezTo>
                  <a:cubicBezTo>
                    <a:pt x="11253" y="8116"/>
                    <a:pt x="11219" y="8426"/>
                    <a:pt x="10883" y="8426"/>
                  </a:cubicBezTo>
                  <a:cubicBezTo>
                    <a:pt x="10871" y="8426"/>
                    <a:pt x="10859" y="8425"/>
                    <a:pt x="10846" y="8424"/>
                  </a:cubicBezTo>
                  <a:cubicBezTo>
                    <a:pt x="10835" y="8424"/>
                    <a:pt x="10822" y="8423"/>
                    <a:pt x="10810" y="8423"/>
                  </a:cubicBezTo>
                  <a:cubicBezTo>
                    <a:pt x="10442" y="8423"/>
                    <a:pt x="9948" y="8751"/>
                    <a:pt x="10105" y="8818"/>
                  </a:cubicBezTo>
                  <a:cubicBezTo>
                    <a:pt x="10267" y="8879"/>
                    <a:pt x="10145" y="9136"/>
                    <a:pt x="10253" y="9136"/>
                  </a:cubicBezTo>
                  <a:cubicBezTo>
                    <a:pt x="10268" y="9136"/>
                    <a:pt x="10288" y="9131"/>
                    <a:pt x="10313" y="9120"/>
                  </a:cubicBezTo>
                  <a:cubicBezTo>
                    <a:pt x="10437" y="9058"/>
                    <a:pt x="10499" y="9027"/>
                    <a:pt x="10568" y="9027"/>
                  </a:cubicBezTo>
                  <a:cubicBezTo>
                    <a:pt x="10602" y="9027"/>
                    <a:pt x="10638" y="9035"/>
                    <a:pt x="10684" y="9050"/>
                  </a:cubicBezTo>
                  <a:cubicBezTo>
                    <a:pt x="10729" y="9065"/>
                    <a:pt x="10767" y="9071"/>
                    <a:pt x="10801" y="9071"/>
                  </a:cubicBezTo>
                  <a:cubicBezTo>
                    <a:pt x="10979" y="9071"/>
                    <a:pt x="11027" y="8892"/>
                    <a:pt x="11125" y="8795"/>
                  </a:cubicBezTo>
                  <a:cubicBezTo>
                    <a:pt x="11135" y="8784"/>
                    <a:pt x="11145" y="8779"/>
                    <a:pt x="11153" y="8779"/>
                  </a:cubicBezTo>
                  <a:cubicBezTo>
                    <a:pt x="11235" y="8779"/>
                    <a:pt x="11225" y="9236"/>
                    <a:pt x="11519" y="9236"/>
                  </a:cubicBezTo>
                  <a:cubicBezTo>
                    <a:pt x="11742" y="9236"/>
                    <a:pt x="11734" y="8790"/>
                    <a:pt x="11901" y="8790"/>
                  </a:cubicBezTo>
                  <a:cubicBezTo>
                    <a:pt x="11924" y="8790"/>
                    <a:pt x="11951" y="8798"/>
                    <a:pt x="11982" y="8818"/>
                  </a:cubicBezTo>
                  <a:cubicBezTo>
                    <a:pt x="12037" y="8857"/>
                    <a:pt x="12084" y="8873"/>
                    <a:pt x="12125" y="8873"/>
                  </a:cubicBezTo>
                  <a:cubicBezTo>
                    <a:pt x="12255" y="8873"/>
                    <a:pt x="12318" y="8705"/>
                    <a:pt x="12353" y="8563"/>
                  </a:cubicBezTo>
                  <a:cubicBezTo>
                    <a:pt x="12399" y="8401"/>
                    <a:pt x="12399" y="8123"/>
                    <a:pt x="12654" y="8054"/>
                  </a:cubicBezTo>
                  <a:cubicBezTo>
                    <a:pt x="12672" y="8051"/>
                    <a:pt x="12688" y="8049"/>
                    <a:pt x="12702" y="8049"/>
                  </a:cubicBezTo>
                  <a:cubicBezTo>
                    <a:pt x="12904" y="8049"/>
                    <a:pt x="12710" y="8345"/>
                    <a:pt x="12840" y="8540"/>
                  </a:cubicBezTo>
                  <a:cubicBezTo>
                    <a:pt x="12892" y="8646"/>
                    <a:pt x="12960" y="8685"/>
                    <a:pt x="13029" y="8685"/>
                  </a:cubicBezTo>
                  <a:cubicBezTo>
                    <a:pt x="13171" y="8685"/>
                    <a:pt x="13318" y="8518"/>
                    <a:pt x="13349" y="8424"/>
                  </a:cubicBezTo>
                  <a:cubicBezTo>
                    <a:pt x="13373" y="8285"/>
                    <a:pt x="13790" y="8378"/>
                    <a:pt x="13767" y="8216"/>
                  </a:cubicBezTo>
                  <a:cubicBezTo>
                    <a:pt x="13743" y="8030"/>
                    <a:pt x="13906" y="7984"/>
                    <a:pt x="13767" y="7799"/>
                  </a:cubicBezTo>
                  <a:cubicBezTo>
                    <a:pt x="13651" y="7613"/>
                    <a:pt x="13975" y="7660"/>
                    <a:pt x="14114" y="7497"/>
                  </a:cubicBezTo>
                  <a:cubicBezTo>
                    <a:pt x="14253" y="7358"/>
                    <a:pt x="13929" y="7474"/>
                    <a:pt x="13674" y="7266"/>
                  </a:cubicBezTo>
                  <a:cubicBezTo>
                    <a:pt x="13614" y="7212"/>
                    <a:pt x="13564" y="7191"/>
                    <a:pt x="13522" y="7191"/>
                  </a:cubicBezTo>
                  <a:close/>
                  <a:moveTo>
                    <a:pt x="12928" y="8897"/>
                  </a:moveTo>
                  <a:cubicBezTo>
                    <a:pt x="12718" y="8897"/>
                    <a:pt x="11938" y="9470"/>
                    <a:pt x="12121" y="9490"/>
                  </a:cubicBezTo>
                  <a:cubicBezTo>
                    <a:pt x="12145" y="9493"/>
                    <a:pt x="12169" y="9494"/>
                    <a:pt x="12193" y="9494"/>
                  </a:cubicBezTo>
                  <a:cubicBezTo>
                    <a:pt x="12608" y="9494"/>
                    <a:pt x="13000" y="9131"/>
                    <a:pt x="12979" y="8934"/>
                  </a:cubicBezTo>
                  <a:cubicBezTo>
                    <a:pt x="12976" y="8909"/>
                    <a:pt x="12957" y="8897"/>
                    <a:pt x="12928" y="8897"/>
                  </a:cubicBezTo>
                  <a:close/>
                  <a:moveTo>
                    <a:pt x="20266" y="9579"/>
                  </a:moveTo>
                  <a:cubicBezTo>
                    <a:pt x="20195" y="9579"/>
                    <a:pt x="20130" y="9613"/>
                    <a:pt x="20093" y="9699"/>
                  </a:cubicBezTo>
                  <a:cubicBezTo>
                    <a:pt x="19999" y="9936"/>
                    <a:pt x="20194" y="10065"/>
                    <a:pt x="20379" y="10065"/>
                  </a:cubicBezTo>
                  <a:cubicBezTo>
                    <a:pt x="20466" y="10065"/>
                    <a:pt x="20551" y="10036"/>
                    <a:pt x="20603" y="9977"/>
                  </a:cubicBezTo>
                  <a:cubicBezTo>
                    <a:pt x="20722" y="9841"/>
                    <a:pt x="20466" y="9579"/>
                    <a:pt x="20266" y="9579"/>
                  </a:cubicBezTo>
                  <a:close/>
                  <a:moveTo>
                    <a:pt x="22179" y="8022"/>
                  </a:moveTo>
                  <a:cubicBezTo>
                    <a:pt x="21953" y="8022"/>
                    <a:pt x="22202" y="8438"/>
                    <a:pt x="22504" y="8679"/>
                  </a:cubicBezTo>
                  <a:cubicBezTo>
                    <a:pt x="22629" y="8795"/>
                    <a:pt x="22630" y="8846"/>
                    <a:pt x="22559" y="8846"/>
                  </a:cubicBezTo>
                  <a:cubicBezTo>
                    <a:pt x="22446" y="8846"/>
                    <a:pt x="22149" y="8717"/>
                    <a:pt x="21878" y="8517"/>
                  </a:cubicBezTo>
                  <a:cubicBezTo>
                    <a:pt x="21774" y="8444"/>
                    <a:pt x="21695" y="8415"/>
                    <a:pt x="21639" y="8415"/>
                  </a:cubicBezTo>
                  <a:cubicBezTo>
                    <a:pt x="21443" y="8415"/>
                    <a:pt x="21508" y="8767"/>
                    <a:pt x="21669" y="8911"/>
                  </a:cubicBezTo>
                  <a:cubicBezTo>
                    <a:pt x="21810" y="9010"/>
                    <a:pt x="21762" y="9143"/>
                    <a:pt x="21640" y="9143"/>
                  </a:cubicBezTo>
                  <a:cubicBezTo>
                    <a:pt x="21562" y="9143"/>
                    <a:pt x="21454" y="9088"/>
                    <a:pt x="21345" y="8934"/>
                  </a:cubicBezTo>
                  <a:cubicBezTo>
                    <a:pt x="21044" y="8540"/>
                    <a:pt x="20904" y="8123"/>
                    <a:pt x="20441" y="8100"/>
                  </a:cubicBezTo>
                  <a:cubicBezTo>
                    <a:pt x="20430" y="8099"/>
                    <a:pt x="20420" y="8099"/>
                    <a:pt x="20410" y="8099"/>
                  </a:cubicBezTo>
                  <a:cubicBezTo>
                    <a:pt x="19987" y="8099"/>
                    <a:pt x="20190" y="8569"/>
                    <a:pt x="20371" y="8795"/>
                  </a:cubicBezTo>
                  <a:cubicBezTo>
                    <a:pt x="20603" y="9096"/>
                    <a:pt x="20858" y="9166"/>
                    <a:pt x="21229" y="9398"/>
                  </a:cubicBezTo>
                  <a:cubicBezTo>
                    <a:pt x="21333" y="9453"/>
                    <a:pt x="21454" y="9473"/>
                    <a:pt x="21581" y="9473"/>
                  </a:cubicBezTo>
                  <a:cubicBezTo>
                    <a:pt x="21881" y="9473"/>
                    <a:pt x="22214" y="9364"/>
                    <a:pt x="22442" y="9364"/>
                  </a:cubicBezTo>
                  <a:cubicBezTo>
                    <a:pt x="22481" y="9364"/>
                    <a:pt x="22518" y="9367"/>
                    <a:pt x="22550" y="9375"/>
                  </a:cubicBezTo>
                  <a:cubicBezTo>
                    <a:pt x="22828" y="9444"/>
                    <a:pt x="22225" y="9815"/>
                    <a:pt x="22434" y="10047"/>
                  </a:cubicBezTo>
                  <a:cubicBezTo>
                    <a:pt x="22508" y="10148"/>
                    <a:pt x="22636" y="10180"/>
                    <a:pt x="22791" y="10180"/>
                  </a:cubicBezTo>
                  <a:cubicBezTo>
                    <a:pt x="23025" y="10180"/>
                    <a:pt x="23318" y="10107"/>
                    <a:pt x="23570" y="10093"/>
                  </a:cubicBezTo>
                  <a:cubicBezTo>
                    <a:pt x="23987" y="10070"/>
                    <a:pt x="23778" y="9838"/>
                    <a:pt x="24033" y="9653"/>
                  </a:cubicBezTo>
                  <a:cubicBezTo>
                    <a:pt x="24265" y="9490"/>
                    <a:pt x="23778" y="9514"/>
                    <a:pt x="23987" y="9096"/>
                  </a:cubicBezTo>
                  <a:cubicBezTo>
                    <a:pt x="24144" y="8763"/>
                    <a:pt x="23585" y="8229"/>
                    <a:pt x="23397" y="8229"/>
                  </a:cubicBezTo>
                  <a:cubicBezTo>
                    <a:pt x="23363" y="8229"/>
                    <a:pt x="23341" y="8246"/>
                    <a:pt x="23338" y="8285"/>
                  </a:cubicBezTo>
                  <a:cubicBezTo>
                    <a:pt x="23332" y="8348"/>
                    <a:pt x="23286" y="8373"/>
                    <a:pt x="23215" y="8373"/>
                  </a:cubicBezTo>
                  <a:cubicBezTo>
                    <a:pt x="23022" y="8373"/>
                    <a:pt x="22639" y="8189"/>
                    <a:pt x="22318" y="8054"/>
                  </a:cubicBezTo>
                  <a:cubicBezTo>
                    <a:pt x="22260" y="8032"/>
                    <a:pt x="22214" y="8022"/>
                    <a:pt x="22179" y="8022"/>
                  </a:cubicBezTo>
                  <a:close/>
                  <a:moveTo>
                    <a:pt x="25461" y="9483"/>
                  </a:moveTo>
                  <a:cubicBezTo>
                    <a:pt x="24937" y="9483"/>
                    <a:pt x="24254" y="10004"/>
                    <a:pt x="24404" y="10116"/>
                  </a:cubicBezTo>
                  <a:cubicBezTo>
                    <a:pt x="24625" y="10293"/>
                    <a:pt x="25520" y="10512"/>
                    <a:pt x="25984" y="10512"/>
                  </a:cubicBezTo>
                  <a:cubicBezTo>
                    <a:pt x="26007" y="10512"/>
                    <a:pt x="26029" y="10511"/>
                    <a:pt x="26049" y="10510"/>
                  </a:cubicBezTo>
                  <a:cubicBezTo>
                    <a:pt x="26490" y="10487"/>
                    <a:pt x="26281" y="9954"/>
                    <a:pt x="25794" y="9583"/>
                  </a:cubicBezTo>
                  <a:cubicBezTo>
                    <a:pt x="25701" y="9512"/>
                    <a:pt x="25586" y="9483"/>
                    <a:pt x="25461" y="9483"/>
                  </a:cubicBezTo>
                  <a:close/>
                  <a:moveTo>
                    <a:pt x="25102" y="7806"/>
                  </a:moveTo>
                  <a:cubicBezTo>
                    <a:pt x="24677" y="7806"/>
                    <a:pt x="24285" y="7900"/>
                    <a:pt x="24427" y="8100"/>
                  </a:cubicBezTo>
                  <a:cubicBezTo>
                    <a:pt x="24577" y="8306"/>
                    <a:pt x="25516" y="8679"/>
                    <a:pt x="25955" y="8679"/>
                  </a:cubicBezTo>
                  <a:cubicBezTo>
                    <a:pt x="26058" y="8679"/>
                    <a:pt x="26134" y="8658"/>
                    <a:pt x="26165" y="8610"/>
                  </a:cubicBezTo>
                  <a:cubicBezTo>
                    <a:pt x="26189" y="8570"/>
                    <a:pt x="26220" y="8553"/>
                    <a:pt x="26255" y="8553"/>
                  </a:cubicBezTo>
                  <a:cubicBezTo>
                    <a:pt x="26427" y="8553"/>
                    <a:pt x="26711" y="8955"/>
                    <a:pt x="26884" y="9166"/>
                  </a:cubicBezTo>
                  <a:cubicBezTo>
                    <a:pt x="27092" y="9444"/>
                    <a:pt x="26745" y="9537"/>
                    <a:pt x="26907" y="10023"/>
                  </a:cubicBezTo>
                  <a:cubicBezTo>
                    <a:pt x="26988" y="10267"/>
                    <a:pt x="27081" y="10302"/>
                    <a:pt x="27185" y="10302"/>
                  </a:cubicBezTo>
                  <a:cubicBezTo>
                    <a:pt x="27227" y="10302"/>
                    <a:pt x="27270" y="10296"/>
                    <a:pt x="27316" y="10296"/>
                  </a:cubicBezTo>
                  <a:cubicBezTo>
                    <a:pt x="27384" y="10296"/>
                    <a:pt x="27456" y="10309"/>
                    <a:pt x="27533" y="10371"/>
                  </a:cubicBezTo>
                  <a:cubicBezTo>
                    <a:pt x="27697" y="10490"/>
                    <a:pt x="27928" y="10581"/>
                    <a:pt x="28134" y="10581"/>
                  </a:cubicBezTo>
                  <a:cubicBezTo>
                    <a:pt x="28248" y="10581"/>
                    <a:pt x="28354" y="10553"/>
                    <a:pt x="28436" y="10487"/>
                  </a:cubicBezTo>
                  <a:cubicBezTo>
                    <a:pt x="28580" y="10359"/>
                    <a:pt x="28669" y="10243"/>
                    <a:pt x="28740" y="10243"/>
                  </a:cubicBezTo>
                  <a:cubicBezTo>
                    <a:pt x="28773" y="10243"/>
                    <a:pt x="28801" y="10267"/>
                    <a:pt x="28830" y="10325"/>
                  </a:cubicBezTo>
                  <a:cubicBezTo>
                    <a:pt x="28946" y="10580"/>
                    <a:pt x="29479" y="10626"/>
                    <a:pt x="30638" y="10649"/>
                  </a:cubicBezTo>
                  <a:cubicBezTo>
                    <a:pt x="30664" y="10650"/>
                    <a:pt x="30689" y="10650"/>
                    <a:pt x="30714" y="10650"/>
                  </a:cubicBezTo>
                  <a:cubicBezTo>
                    <a:pt x="31598" y="10650"/>
                    <a:pt x="31576" y="10321"/>
                    <a:pt x="31720" y="10321"/>
                  </a:cubicBezTo>
                  <a:cubicBezTo>
                    <a:pt x="31750" y="10321"/>
                    <a:pt x="31788" y="10336"/>
                    <a:pt x="31843" y="10371"/>
                  </a:cubicBezTo>
                  <a:cubicBezTo>
                    <a:pt x="32059" y="10486"/>
                    <a:pt x="32435" y="10530"/>
                    <a:pt x="32772" y="10530"/>
                  </a:cubicBezTo>
                  <a:cubicBezTo>
                    <a:pt x="32979" y="10530"/>
                    <a:pt x="33171" y="10513"/>
                    <a:pt x="33303" y="10487"/>
                  </a:cubicBezTo>
                  <a:cubicBezTo>
                    <a:pt x="33651" y="10417"/>
                    <a:pt x="33813" y="9884"/>
                    <a:pt x="33790" y="9606"/>
                  </a:cubicBezTo>
                  <a:cubicBezTo>
                    <a:pt x="33774" y="9434"/>
                    <a:pt x="32577" y="9271"/>
                    <a:pt x="31663" y="9271"/>
                  </a:cubicBezTo>
                  <a:cubicBezTo>
                    <a:pt x="31228" y="9271"/>
                    <a:pt x="30857" y="9308"/>
                    <a:pt x="30708" y="9398"/>
                  </a:cubicBezTo>
                  <a:cubicBezTo>
                    <a:pt x="30580" y="9468"/>
                    <a:pt x="30433" y="9491"/>
                    <a:pt x="30279" y="9491"/>
                  </a:cubicBezTo>
                  <a:cubicBezTo>
                    <a:pt x="29996" y="9491"/>
                    <a:pt x="29689" y="9413"/>
                    <a:pt x="29438" y="9413"/>
                  </a:cubicBezTo>
                  <a:cubicBezTo>
                    <a:pt x="29332" y="9413"/>
                    <a:pt x="29235" y="9427"/>
                    <a:pt x="29155" y="9467"/>
                  </a:cubicBezTo>
                  <a:cubicBezTo>
                    <a:pt x="29092" y="9501"/>
                    <a:pt x="29044" y="9515"/>
                    <a:pt x="29004" y="9515"/>
                  </a:cubicBezTo>
                  <a:cubicBezTo>
                    <a:pt x="28824" y="9515"/>
                    <a:pt x="28806" y="9231"/>
                    <a:pt x="28274" y="9212"/>
                  </a:cubicBezTo>
                  <a:cubicBezTo>
                    <a:pt x="27602" y="9189"/>
                    <a:pt x="28321" y="8842"/>
                    <a:pt x="28436" y="8702"/>
                  </a:cubicBezTo>
                  <a:cubicBezTo>
                    <a:pt x="28540" y="8558"/>
                    <a:pt x="27667" y="8247"/>
                    <a:pt x="27148" y="8247"/>
                  </a:cubicBezTo>
                  <a:cubicBezTo>
                    <a:pt x="27085" y="8247"/>
                    <a:pt x="27027" y="8252"/>
                    <a:pt x="26976" y="8262"/>
                  </a:cubicBezTo>
                  <a:cubicBezTo>
                    <a:pt x="26909" y="8276"/>
                    <a:pt x="26845" y="8282"/>
                    <a:pt x="26785" y="8282"/>
                  </a:cubicBezTo>
                  <a:cubicBezTo>
                    <a:pt x="26434" y="8282"/>
                    <a:pt x="26194" y="8073"/>
                    <a:pt x="25818" y="7915"/>
                  </a:cubicBezTo>
                  <a:cubicBezTo>
                    <a:pt x="25648" y="7843"/>
                    <a:pt x="25368" y="7806"/>
                    <a:pt x="25102" y="7806"/>
                  </a:cubicBezTo>
                  <a:close/>
                  <a:moveTo>
                    <a:pt x="17773" y="8073"/>
                  </a:moveTo>
                  <a:cubicBezTo>
                    <a:pt x="17760" y="8073"/>
                    <a:pt x="17745" y="8074"/>
                    <a:pt x="17729" y="8077"/>
                  </a:cubicBezTo>
                  <a:cubicBezTo>
                    <a:pt x="17405" y="8123"/>
                    <a:pt x="16733" y="8633"/>
                    <a:pt x="17150" y="8679"/>
                  </a:cubicBezTo>
                  <a:cubicBezTo>
                    <a:pt x="17544" y="8726"/>
                    <a:pt x="17405" y="8957"/>
                    <a:pt x="17196" y="9050"/>
                  </a:cubicBezTo>
                  <a:cubicBezTo>
                    <a:pt x="16965" y="9143"/>
                    <a:pt x="17706" y="9305"/>
                    <a:pt x="17614" y="9467"/>
                  </a:cubicBezTo>
                  <a:cubicBezTo>
                    <a:pt x="17580" y="9508"/>
                    <a:pt x="17461" y="9527"/>
                    <a:pt x="17308" y="9527"/>
                  </a:cubicBezTo>
                  <a:cubicBezTo>
                    <a:pt x="16939" y="9527"/>
                    <a:pt x="16372" y="9416"/>
                    <a:pt x="16339" y="9236"/>
                  </a:cubicBezTo>
                  <a:cubicBezTo>
                    <a:pt x="16297" y="9025"/>
                    <a:pt x="15569" y="8643"/>
                    <a:pt x="15174" y="8643"/>
                  </a:cubicBezTo>
                  <a:cubicBezTo>
                    <a:pt x="15134" y="8643"/>
                    <a:pt x="15097" y="8648"/>
                    <a:pt x="15064" y="8656"/>
                  </a:cubicBezTo>
                  <a:cubicBezTo>
                    <a:pt x="15023" y="8666"/>
                    <a:pt x="14988" y="8671"/>
                    <a:pt x="14959" y="8671"/>
                  </a:cubicBezTo>
                  <a:cubicBezTo>
                    <a:pt x="14718" y="8671"/>
                    <a:pt x="14794" y="8375"/>
                    <a:pt x="14485" y="8355"/>
                  </a:cubicBezTo>
                  <a:cubicBezTo>
                    <a:pt x="14472" y="8354"/>
                    <a:pt x="14460" y="8354"/>
                    <a:pt x="14448" y="8354"/>
                  </a:cubicBezTo>
                  <a:cubicBezTo>
                    <a:pt x="14122" y="8354"/>
                    <a:pt x="14218" y="8658"/>
                    <a:pt x="13882" y="8702"/>
                  </a:cubicBezTo>
                  <a:cubicBezTo>
                    <a:pt x="13558" y="8726"/>
                    <a:pt x="13581" y="9050"/>
                    <a:pt x="13975" y="9050"/>
                  </a:cubicBezTo>
                  <a:cubicBezTo>
                    <a:pt x="14312" y="9050"/>
                    <a:pt x="14439" y="9146"/>
                    <a:pt x="14041" y="9146"/>
                  </a:cubicBezTo>
                  <a:cubicBezTo>
                    <a:pt x="14001" y="9146"/>
                    <a:pt x="13956" y="9145"/>
                    <a:pt x="13906" y="9143"/>
                  </a:cubicBezTo>
                  <a:cubicBezTo>
                    <a:pt x="13893" y="9142"/>
                    <a:pt x="13880" y="9142"/>
                    <a:pt x="13867" y="9142"/>
                  </a:cubicBezTo>
                  <a:cubicBezTo>
                    <a:pt x="13386" y="9142"/>
                    <a:pt x="13167" y="9525"/>
                    <a:pt x="13423" y="9525"/>
                  </a:cubicBezTo>
                  <a:cubicBezTo>
                    <a:pt x="13448" y="9525"/>
                    <a:pt x="13477" y="9522"/>
                    <a:pt x="13512" y="9514"/>
                  </a:cubicBezTo>
                  <a:cubicBezTo>
                    <a:pt x="13697" y="9467"/>
                    <a:pt x="13906" y="9444"/>
                    <a:pt x="14033" y="9444"/>
                  </a:cubicBezTo>
                  <a:cubicBezTo>
                    <a:pt x="14161" y="9444"/>
                    <a:pt x="14207" y="9467"/>
                    <a:pt x="14068" y="9514"/>
                  </a:cubicBezTo>
                  <a:cubicBezTo>
                    <a:pt x="13767" y="9606"/>
                    <a:pt x="12979" y="9676"/>
                    <a:pt x="13094" y="9838"/>
                  </a:cubicBezTo>
                  <a:cubicBezTo>
                    <a:pt x="13164" y="9931"/>
                    <a:pt x="13488" y="9908"/>
                    <a:pt x="13790" y="10023"/>
                  </a:cubicBezTo>
                  <a:cubicBezTo>
                    <a:pt x="13952" y="10081"/>
                    <a:pt x="14079" y="10128"/>
                    <a:pt x="14198" y="10128"/>
                  </a:cubicBezTo>
                  <a:cubicBezTo>
                    <a:pt x="14317" y="10128"/>
                    <a:pt x="14427" y="10081"/>
                    <a:pt x="14554" y="9954"/>
                  </a:cubicBezTo>
                  <a:cubicBezTo>
                    <a:pt x="14706" y="9772"/>
                    <a:pt x="14897" y="9600"/>
                    <a:pt x="14973" y="9600"/>
                  </a:cubicBezTo>
                  <a:cubicBezTo>
                    <a:pt x="15012" y="9600"/>
                    <a:pt x="15020" y="9648"/>
                    <a:pt x="14972" y="9769"/>
                  </a:cubicBezTo>
                  <a:cubicBezTo>
                    <a:pt x="14924" y="9922"/>
                    <a:pt x="14983" y="9968"/>
                    <a:pt x="15114" y="9968"/>
                  </a:cubicBezTo>
                  <a:cubicBezTo>
                    <a:pt x="15301" y="9968"/>
                    <a:pt x="15634" y="9875"/>
                    <a:pt x="16015" y="9861"/>
                  </a:cubicBezTo>
                  <a:cubicBezTo>
                    <a:pt x="16034" y="9861"/>
                    <a:pt x="16052" y="9860"/>
                    <a:pt x="16069" y="9860"/>
                  </a:cubicBezTo>
                  <a:cubicBezTo>
                    <a:pt x="16642" y="9860"/>
                    <a:pt x="15879" y="10233"/>
                    <a:pt x="15227" y="10278"/>
                  </a:cubicBezTo>
                  <a:cubicBezTo>
                    <a:pt x="14554" y="10348"/>
                    <a:pt x="14670" y="10672"/>
                    <a:pt x="15203" y="10788"/>
                  </a:cubicBezTo>
                  <a:cubicBezTo>
                    <a:pt x="15270" y="10806"/>
                    <a:pt x="15347" y="10814"/>
                    <a:pt x="15430" y="10814"/>
                  </a:cubicBezTo>
                  <a:cubicBezTo>
                    <a:pt x="16008" y="10814"/>
                    <a:pt x="16907" y="10429"/>
                    <a:pt x="17150" y="10186"/>
                  </a:cubicBezTo>
                  <a:cubicBezTo>
                    <a:pt x="17214" y="10122"/>
                    <a:pt x="17278" y="10100"/>
                    <a:pt x="17341" y="10100"/>
                  </a:cubicBezTo>
                  <a:cubicBezTo>
                    <a:pt x="17478" y="10100"/>
                    <a:pt x="17614" y="10200"/>
                    <a:pt x="17751" y="10200"/>
                  </a:cubicBezTo>
                  <a:cubicBezTo>
                    <a:pt x="17806" y="10200"/>
                    <a:pt x="17860" y="10184"/>
                    <a:pt x="17915" y="10139"/>
                  </a:cubicBezTo>
                  <a:cubicBezTo>
                    <a:pt x="18008" y="10078"/>
                    <a:pt x="18126" y="10060"/>
                    <a:pt x="18259" y="10060"/>
                  </a:cubicBezTo>
                  <a:cubicBezTo>
                    <a:pt x="18445" y="10060"/>
                    <a:pt x="18660" y="10095"/>
                    <a:pt x="18873" y="10095"/>
                  </a:cubicBezTo>
                  <a:cubicBezTo>
                    <a:pt x="18964" y="10095"/>
                    <a:pt x="19055" y="10088"/>
                    <a:pt x="19143" y="10070"/>
                  </a:cubicBezTo>
                  <a:cubicBezTo>
                    <a:pt x="19607" y="9977"/>
                    <a:pt x="19676" y="9096"/>
                    <a:pt x="19352" y="8957"/>
                  </a:cubicBezTo>
                  <a:cubicBezTo>
                    <a:pt x="19287" y="8932"/>
                    <a:pt x="19235" y="8921"/>
                    <a:pt x="19191" y="8921"/>
                  </a:cubicBezTo>
                  <a:cubicBezTo>
                    <a:pt x="18995" y="8921"/>
                    <a:pt x="18957" y="9128"/>
                    <a:pt x="18749" y="9166"/>
                  </a:cubicBezTo>
                  <a:cubicBezTo>
                    <a:pt x="18731" y="9169"/>
                    <a:pt x="18714" y="9170"/>
                    <a:pt x="18697" y="9170"/>
                  </a:cubicBezTo>
                  <a:cubicBezTo>
                    <a:pt x="18453" y="9170"/>
                    <a:pt x="18318" y="8873"/>
                    <a:pt x="18123" y="8656"/>
                  </a:cubicBezTo>
                  <a:cubicBezTo>
                    <a:pt x="17904" y="8458"/>
                    <a:pt x="18017" y="8073"/>
                    <a:pt x="17773" y="8073"/>
                  </a:cubicBezTo>
                  <a:close/>
                  <a:moveTo>
                    <a:pt x="33287" y="11386"/>
                  </a:moveTo>
                  <a:cubicBezTo>
                    <a:pt x="33192" y="11386"/>
                    <a:pt x="33116" y="11417"/>
                    <a:pt x="33071" y="11507"/>
                  </a:cubicBezTo>
                  <a:cubicBezTo>
                    <a:pt x="32932" y="11808"/>
                    <a:pt x="33396" y="11808"/>
                    <a:pt x="33419" y="12179"/>
                  </a:cubicBezTo>
                  <a:cubicBezTo>
                    <a:pt x="33435" y="12426"/>
                    <a:pt x="33646" y="12560"/>
                    <a:pt x="33888" y="12560"/>
                  </a:cubicBezTo>
                  <a:cubicBezTo>
                    <a:pt x="34009" y="12560"/>
                    <a:pt x="34138" y="12526"/>
                    <a:pt x="34253" y="12457"/>
                  </a:cubicBezTo>
                  <a:cubicBezTo>
                    <a:pt x="34374" y="12371"/>
                    <a:pt x="34584" y="12355"/>
                    <a:pt x="34801" y="12355"/>
                  </a:cubicBezTo>
                  <a:cubicBezTo>
                    <a:pt x="34925" y="12355"/>
                    <a:pt x="35051" y="12360"/>
                    <a:pt x="35164" y="12360"/>
                  </a:cubicBezTo>
                  <a:cubicBezTo>
                    <a:pt x="35383" y="12360"/>
                    <a:pt x="35551" y="12341"/>
                    <a:pt x="35551" y="12225"/>
                  </a:cubicBezTo>
                  <a:cubicBezTo>
                    <a:pt x="35551" y="11987"/>
                    <a:pt x="34661" y="11546"/>
                    <a:pt x="34242" y="11546"/>
                  </a:cubicBezTo>
                  <a:cubicBezTo>
                    <a:pt x="34212" y="11546"/>
                    <a:pt x="34185" y="11548"/>
                    <a:pt x="34161" y="11553"/>
                  </a:cubicBezTo>
                  <a:cubicBezTo>
                    <a:pt x="34135" y="11558"/>
                    <a:pt x="34107" y="11561"/>
                    <a:pt x="34079" y="11561"/>
                  </a:cubicBezTo>
                  <a:cubicBezTo>
                    <a:pt x="33833" y="11561"/>
                    <a:pt x="33509" y="11386"/>
                    <a:pt x="33287" y="11386"/>
                  </a:cubicBezTo>
                  <a:close/>
                  <a:moveTo>
                    <a:pt x="23740" y="10986"/>
                  </a:moveTo>
                  <a:cubicBezTo>
                    <a:pt x="23462" y="10986"/>
                    <a:pt x="22914" y="11153"/>
                    <a:pt x="23176" y="11252"/>
                  </a:cubicBezTo>
                  <a:cubicBezTo>
                    <a:pt x="23414" y="11356"/>
                    <a:pt x="23355" y="11470"/>
                    <a:pt x="23190" y="11470"/>
                  </a:cubicBezTo>
                  <a:cubicBezTo>
                    <a:pt x="23099" y="11470"/>
                    <a:pt x="22975" y="11435"/>
                    <a:pt x="22851" y="11344"/>
                  </a:cubicBezTo>
                  <a:cubicBezTo>
                    <a:pt x="22783" y="11295"/>
                    <a:pt x="22686" y="11274"/>
                    <a:pt x="22579" y="11274"/>
                  </a:cubicBezTo>
                  <a:cubicBezTo>
                    <a:pt x="22183" y="11274"/>
                    <a:pt x="21650" y="11566"/>
                    <a:pt x="21924" y="11785"/>
                  </a:cubicBezTo>
                  <a:cubicBezTo>
                    <a:pt x="22179" y="12017"/>
                    <a:pt x="22990" y="11646"/>
                    <a:pt x="22527" y="12271"/>
                  </a:cubicBezTo>
                  <a:cubicBezTo>
                    <a:pt x="22393" y="12452"/>
                    <a:pt x="22281" y="12515"/>
                    <a:pt x="22179" y="12515"/>
                  </a:cubicBezTo>
                  <a:cubicBezTo>
                    <a:pt x="21941" y="12515"/>
                    <a:pt x="21758" y="12174"/>
                    <a:pt x="21490" y="12174"/>
                  </a:cubicBezTo>
                  <a:cubicBezTo>
                    <a:pt x="21473" y="12174"/>
                    <a:pt x="21455" y="12176"/>
                    <a:pt x="21438" y="12179"/>
                  </a:cubicBezTo>
                  <a:cubicBezTo>
                    <a:pt x="20997" y="12248"/>
                    <a:pt x="21183" y="12781"/>
                    <a:pt x="21832" y="12967"/>
                  </a:cubicBezTo>
                  <a:cubicBezTo>
                    <a:pt x="22504" y="13175"/>
                    <a:pt x="22411" y="13546"/>
                    <a:pt x="22944" y="13894"/>
                  </a:cubicBezTo>
                  <a:cubicBezTo>
                    <a:pt x="23063" y="13976"/>
                    <a:pt x="23147" y="14008"/>
                    <a:pt x="23213" y="14008"/>
                  </a:cubicBezTo>
                  <a:cubicBezTo>
                    <a:pt x="23437" y="14008"/>
                    <a:pt x="23449" y="13638"/>
                    <a:pt x="23886" y="13638"/>
                  </a:cubicBezTo>
                  <a:cubicBezTo>
                    <a:pt x="23896" y="13638"/>
                    <a:pt x="23907" y="13638"/>
                    <a:pt x="23917" y="13639"/>
                  </a:cubicBezTo>
                  <a:cubicBezTo>
                    <a:pt x="23924" y="13639"/>
                    <a:pt x="23931" y="13639"/>
                    <a:pt x="23938" y="13639"/>
                  </a:cubicBezTo>
                  <a:cubicBezTo>
                    <a:pt x="24521" y="13639"/>
                    <a:pt x="24567" y="12661"/>
                    <a:pt x="24659" y="12295"/>
                  </a:cubicBezTo>
                  <a:cubicBezTo>
                    <a:pt x="24707" y="12114"/>
                    <a:pt x="24574" y="12034"/>
                    <a:pt x="24454" y="12034"/>
                  </a:cubicBezTo>
                  <a:cubicBezTo>
                    <a:pt x="24344" y="12034"/>
                    <a:pt x="24244" y="12103"/>
                    <a:pt x="24311" y="12225"/>
                  </a:cubicBezTo>
                  <a:cubicBezTo>
                    <a:pt x="24406" y="12414"/>
                    <a:pt x="24361" y="12593"/>
                    <a:pt x="24308" y="12593"/>
                  </a:cubicBezTo>
                  <a:cubicBezTo>
                    <a:pt x="24283" y="12593"/>
                    <a:pt x="24257" y="12553"/>
                    <a:pt x="24242" y="12457"/>
                  </a:cubicBezTo>
                  <a:cubicBezTo>
                    <a:pt x="24221" y="12310"/>
                    <a:pt x="24114" y="12291"/>
                    <a:pt x="23988" y="12291"/>
                  </a:cubicBezTo>
                  <a:cubicBezTo>
                    <a:pt x="23946" y="12291"/>
                    <a:pt x="23902" y="12293"/>
                    <a:pt x="23858" y="12293"/>
                  </a:cubicBezTo>
                  <a:cubicBezTo>
                    <a:pt x="23745" y="12293"/>
                    <a:pt x="23634" y="12279"/>
                    <a:pt x="23570" y="12179"/>
                  </a:cubicBezTo>
                  <a:cubicBezTo>
                    <a:pt x="23384" y="11947"/>
                    <a:pt x="24103" y="11924"/>
                    <a:pt x="24265" y="11599"/>
                  </a:cubicBezTo>
                  <a:cubicBezTo>
                    <a:pt x="24427" y="11275"/>
                    <a:pt x="23709" y="11321"/>
                    <a:pt x="23871" y="11090"/>
                  </a:cubicBezTo>
                  <a:cubicBezTo>
                    <a:pt x="23925" y="11015"/>
                    <a:pt x="23856" y="10986"/>
                    <a:pt x="23740" y="10986"/>
                  </a:cubicBezTo>
                  <a:close/>
                  <a:moveTo>
                    <a:pt x="10801" y="10558"/>
                  </a:moveTo>
                  <a:cubicBezTo>
                    <a:pt x="10478" y="10558"/>
                    <a:pt x="9441" y="10858"/>
                    <a:pt x="9178" y="10858"/>
                  </a:cubicBezTo>
                  <a:cubicBezTo>
                    <a:pt x="8853" y="10858"/>
                    <a:pt x="9201" y="11182"/>
                    <a:pt x="9410" y="11368"/>
                  </a:cubicBezTo>
                  <a:cubicBezTo>
                    <a:pt x="9618" y="11530"/>
                    <a:pt x="8877" y="12063"/>
                    <a:pt x="9016" y="12179"/>
                  </a:cubicBezTo>
                  <a:cubicBezTo>
                    <a:pt x="9178" y="12295"/>
                    <a:pt x="8877" y="12619"/>
                    <a:pt x="8529" y="13013"/>
                  </a:cubicBezTo>
                  <a:cubicBezTo>
                    <a:pt x="8204" y="13384"/>
                    <a:pt x="8784" y="13361"/>
                    <a:pt x="9224" y="13477"/>
                  </a:cubicBezTo>
                  <a:cubicBezTo>
                    <a:pt x="9665" y="13569"/>
                    <a:pt x="9711" y="14334"/>
                    <a:pt x="9989" y="14334"/>
                  </a:cubicBezTo>
                  <a:cubicBezTo>
                    <a:pt x="10198" y="14334"/>
                    <a:pt x="10035" y="14102"/>
                    <a:pt x="10360" y="14102"/>
                  </a:cubicBezTo>
                  <a:cubicBezTo>
                    <a:pt x="10643" y="14102"/>
                    <a:pt x="10598" y="13938"/>
                    <a:pt x="10843" y="13938"/>
                  </a:cubicBezTo>
                  <a:cubicBezTo>
                    <a:pt x="10859" y="13938"/>
                    <a:pt x="10875" y="13939"/>
                    <a:pt x="10893" y="13940"/>
                  </a:cubicBezTo>
                  <a:cubicBezTo>
                    <a:pt x="10919" y="13942"/>
                    <a:pt x="10946" y="13943"/>
                    <a:pt x="10972" y="13943"/>
                  </a:cubicBezTo>
                  <a:cubicBezTo>
                    <a:pt x="11217" y="13943"/>
                    <a:pt x="11426" y="13840"/>
                    <a:pt x="11426" y="13546"/>
                  </a:cubicBezTo>
                  <a:cubicBezTo>
                    <a:pt x="11426" y="13198"/>
                    <a:pt x="11634" y="13083"/>
                    <a:pt x="11936" y="13013"/>
                  </a:cubicBezTo>
                  <a:cubicBezTo>
                    <a:pt x="12214" y="12944"/>
                    <a:pt x="11959" y="12573"/>
                    <a:pt x="12376" y="12480"/>
                  </a:cubicBezTo>
                  <a:cubicBezTo>
                    <a:pt x="12770" y="12364"/>
                    <a:pt x="13906" y="11901"/>
                    <a:pt x="14114" y="11738"/>
                  </a:cubicBezTo>
                  <a:cubicBezTo>
                    <a:pt x="14300" y="11599"/>
                    <a:pt x="13859" y="11414"/>
                    <a:pt x="13442" y="11136"/>
                  </a:cubicBezTo>
                  <a:cubicBezTo>
                    <a:pt x="13179" y="10983"/>
                    <a:pt x="12949" y="10897"/>
                    <a:pt x="12732" y="10897"/>
                  </a:cubicBezTo>
                  <a:cubicBezTo>
                    <a:pt x="12586" y="10897"/>
                    <a:pt x="12446" y="10936"/>
                    <a:pt x="12306" y="11020"/>
                  </a:cubicBezTo>
                  <a:cubicBezTo>
                    <a:pt x="12245" y="11059"/>
                    <a:pt x="12205" y="11075"/>
                    <a:pt x="12177" y="11075"/>
                  </a:cubicBezTo>
                  <a:cubicBezTo>
                    <a:pt x="12080" y="11075"/>
                    <a:pt x="12153" y="10878"/>
                    <a:pt x="12060" y="10878"/>
                  </a:cubicBezTo>
                  <a:cubicBezTo>
                    <a:pt x="12041" y="10878"/>
                    <a:pt x="12016" y="10885"/>
                    <a:pt x="11982" y="10904"/>
                  </a:cubicBezTo>
                  <a:cubicBezTo>
                    <a:pt x="11941" y="10921"/>
                    <a:pt x="11890" y="10929"/>
                    <a:pt x="11834" y="10929"/>
                  </a:cubicBezTo>
                  <a:cubicBezTo>
                    <a:pt x="11505" y="10929"/>
                    <a:pt x="10972" y="10678"/>
                    <a:pt x="10893" y="10580"/>
                  </a:cubicBezTo>
                  <a:cubicBezTo>
                    <a:pt x="10881" y="10565"/>
                    <a:pt x="10849" y="10558"/>
                    <a:pt x="10801" y="10558"/>
                  </a:cubicBezTo>
                  <a:close/>
                  <a:moveTo>
                    <a:pt x="19629" y="11416"/>
                  </a:moveTo>
                  <a:cubicBezTo>
                    <a:pt x="19226" y="11416"/>
                    <a:pt x="18786" y="11641"/>
                    <a:pt x="18842" y="11715"/>
                  </a:cubicBezTo>
                  <a:cubicBezTo>
                    <a:pt x="18911" y="11808"/>
                    <a:pt x="19514" y="12156"/>
                    <a:pt x="19514" y="12295"/>
                  </a:cubicBezTo>
                  <a:cubicBezTo>
                    <a:pt x="19514" y="12310"/>
                    <a:pt x="19507" y="12317"/>
                    <a:pt x="19494" y="12317"/>
                  </a:cubicBezTo>
                  <a:cubicBezTo>
                    <a:pt x="19406" y="12317"/>
                    <a:pt x="19047" y="11994"/>
                    <a:pt x="18848" y="11994"/>
                  </a:cubicBezTo>
                  <a:cubicBezTo>
                    <a:pt x="18819" y="11994"/>
                    <a:pt x="18793" y="12001"/>
                    <a:pt x="18772" y="12017"/>
                  </a:cubicBezTo>
                  <a:cubicBezTo>
                    <a:pt x="18743" y="12033"/>
                    <a:pt x="18713" y="12040"/>
                    <a:pt x="18684" y="12040"/>
                  </a:cubicBezTo>
                  <a:cubicBezTo>
                    <a:pt x="18561" y="12040"/>
                    <a:pt x="18441" y="11925"/>
                    <a:pt x="18332" y="11925"/>
                  </a:cubicBezTo>
                  <a:cubicBezTo>
                    <a:pt x="18283" y="11925"/>
                    <a:pt x="18236" y="11948"/>
                    <a:pt x="18193" y="12017"/>
                  </a:cubicBezTo>
                  <a:cubicBezTo>
                    <a:pt x="18008" y="12248"/>
                    <a:pt x="18402" y="13106"/>
                    <a:pt x="18541" y="13338"/>
                  </a:cubicBezTo>
                  <a:cubicBezTo>
                    <a:pt x="18680" y="13592"/>
                    <a:pt x="18402" y="13592"/>
                    <a:pt x="18216" y="13639"/>
                  </a:cubicBezTo>
                  <a:cubicBezTo>
                    <a:pt x="18210" y="13640"/>
                    <a:pt x="18204" y="13641"/>
                    <a:pt x="18198" y="13641"/>
                  </a:cubicBezTo>
                  <a:cubicBezTo>
                    <a:pt x="18006" y="13641"/>
                    <a:pt x="17979" y="12936"/>
                    <a:pt x="17799" y="12689"/>
                  </a:cubicBezTo>
                  <a:cubicBezTo>
                    <a:pt x="17635" y="12470"/>
                    <a:pt x="17128" y="12237"/>
                    <a:pt x="16896" y="12237"/>
                  </a:cubicBezTo>
                  <a:cubicBezTo>
                    <a:pt x="16832" y="12237"/>
                    <a:pt x="16789" y="12255"/>
                    <a:pt x="16779" y="12295"/>
                  </a:cubicBezTo>
                  <a:cubicBezTo>
                    <a:pt x="16733" y="12480"/>
                    <a:pt x="17266" y="12480"/>
                    <a:pt x="17196" y="12758"/>
                  </a:cubicBezTo>
                  <a:cubicBezTo>
                    <a:pt x="17179" y="12822"/>
                    <a:pt x="17147" y="12844"/>
                    <a:pt x="17105" y="12844"/>
                  </a:cubicBezTo>
                  <a:cubicBezTo>
                    <a:pt x="17015" y="12844"/>
                    <a:pt x="16879" y="12744"/>
                    <a:pt x="16738" y="12744"/>
                  </a:cubicBezTo>
                  <a:cubicBezTo>
                    <a:pt x="16682" y="12744"/>
                    <a:pt x="16625" y="12760"/>
                    <a:pt x="16571" y="12804"/>
                  </a:cubicBezTo>
                  <a:cubicBezTo>
                    <a:pt x="16474" y="12877"/>
                    <a:pt x="16416" y="12908"/>
                    <a:pt x="16384" y="12908"/>
                  </a:cubicBezTo>
                  <a:cubicBezTo>
                    <a:pt x="16325" y="12908"/>
                    <a:pt x="16355" y="12801"/>
                    <a:pt x="16385" y="12665"/>
                  </a:cubicBezTo>
                  <a:cubicBezTo>
                    <a:pt x="16428" y="12454"/>
                    <a:pt x="16064" y="12242"/>
                    <a:pt x="15648" y="12242"/>
                  </a:cubicBezTo>
                  <a:cubicBezTo>
                    <a:pt x="15608" y="12242"/>
                    <a:pt x="15568" y="12244"/>
                    <a:pt x="15528" y="12248"/>
                  </a:cubicBezTo>
                  <a:cubicBezTo>
                    <a:pt x="15041" y="12295"/>
                    <a:pt x="15296" y="12642"/>
                    <a:pt x="15157" y="12758"/>
                  </a:cubicBezTo>
                  <a:cubicBezTo>
                    <a:pt x="15126" y="12784"/>
                    <a:pt x="15064" y="12795"/>
                    <a:pt x="14992" y="12795"/>
                  </a:cubicBezTo>
                  <a:cubicBezTo>
                    <a:pt x="14745" y="12795"/>
                    <a:pt x="14381" y="12668"/>
                    <a:pt x="14740" y="12596"/>
                  </a:cubicBezTo>
                  <a:cubicBezTo>
                    <a:pt x="15203" y="12503"/>
                    <a:pt x="15018" y="12225"/>
                    <a:pt x="14833" y="11970"/>
                  </a:cubicBezTo>
                  <a:cubicBezTo>
                    <a:pt x="14788" y="11895"/>
                    <a:pt x="14722" y="11863"/>
                    <a:pt x="14634" y="11863"/>
                  </a:cubicBezTo>
                  <a:cubicBezTo>
                    <a:pt x="14398" y="11863"/>
                    <a:pt x="14005" y="12086"/>
                    <a:pt x="13465" y="12271"/>
                  </a:cubicBezTo>
                  <a:cubicBezTo>
                    <a:pt x="12700" y="12550"/>
                    <a:pt x="12376" y="12828"/>
                    <a:pt x="12469" y="12851"/>
                  </a:cubicBezTo>
                  <a:cubicBezTo>
                    <a:pt x="12561" y="12874"/>
                    <a:pt x="12585" y="13013"/>
                    <a:pt x="12283" y="13245"/>
                  </a:cubicBezTo>
                  <a:cubicBezTo>
                    <a:pt x="12005" y="13500"/>
                    <a:pt x="12283" y="13708"/>
                    <a:pt x="12561" y="13708"/>
                  </a:cubicBezTo>
                  <a:cubicBezTo>
                    <a:pt x="12816" y="13708"/>
                    <a:pt x="12585" y="13917"/>
                    <a:pt x="12770" y="13963"/>
                  </a:cubicBezTo>
                  <a:cubicBezTo>
                    <a:pt x="12785" y="13969"/>
                    <a:pt x="12805" y="13972"/>
                    <a:pt x="12829" y="13972"/>
                  </a:cubicBezTo>
                  <a:cubicBezTo>
                    <a:pt x="13043" y="13972"/>
                    <a:pt x="13571" y="13761"/>
                    <a:pt x="13888" y="13761"/>
                  </a:cubicBezTo>
                  <a:cubicBezTo>
                    <a:pt x="13961" y="13761"/>
                    <a:pt x="14024" y="13773"/>
                    <a:pt x="14068" y="13801"/>
                  </a:cubicBezTo>
                  <a:cubicBezTo>
                    <a:pt x="14300" y="13963"/>
                    <a:pt x="12631" y="14079"/>
                    <a:pt x="12631" y="14357"/>
                  </a:cubicBezTo>
                  <a:cubicBezTo>
                    <a:pt x="12631" y="14592"/>
                    <a:pt x="13194" y="14742"/>
                    <a:pt x="13761" y="14742"/>
                  </a:cubicBezTo>
                  <a:cubicBezTo>
                    <a:pt x="13921" y="14742"/>
                    <a:pt x="14082" y="14730"/>
                    <a:pt x="14230" y="14705"/>
                  </a:cubicBezTo>
                  <a:cubicBezTo>
                    <a:pt x="14374" y="14675"/>
                    <a:pt x="14542" y="14662"/>
                    <a:pt x="14717" y="14662"/>
                  </a:cubicBezTo>
                  <a:cubicBezTo>
                    <a:pt x="15356" y="14662"/>
                    <a:pt x="16084" y="14832"/>
                    <a:pt x="16084" y="14960"/>
                  </a:cubicBezTo>
                  <a:cubicBezTo>
                    <a:pt x="16084" y="15052"/>
                    <a:pt x="15830" y="15077"/>
                    <a:pt x="15499" y="15077"/>
                  </a:cubicBezTo>
                  <a:cubicBezTo>
                    <a:pt x="15248" y="15077"/>
                    <a:pt x="14954" y="15062"/>
                    <a:pt x="14694" y="15052"/>
                  </a:cubicBezTo>
                  <a:cubicBezTo>
                    <a:pt x="14663" y="15051"/>
                    <a:pt x="14630" y="15051"/>
                    <a:pt x="14597" y="15051"/>
                  </a:cubicBezTo>
                  <a:cubicBezTo>
                    <a:pt x="13987" y="15051"/>
                    <a:pt x="13050" y="15247"/>
                    <a:pt x="13094" y="15423"/>
                  </a:cubicBezTo>
                  <a:cubicBezTo>
                    <a:pt x="13141" y="15632"/>
                    <a:pt x="13210" y="15632"/>
                    <a:pt x="13836" y="15933"/>
                  </a:cubicBezTo>
                  <a:cubicBezTo>
                    <a:pt x="14019" y="16015"/>
                    <a:pt x="14207" y="16036"/>
                    <a:pt x="14379" y="16036"/>
                  </a:cubicBezTo>
                  <a:cubicBezTo>
                    <a:pt x="14578" y="16036"/>
                    <a:pt x="14757" y="16008"/>
                    <a:pt x="14889" y="16008"/>
                  </a:cubicBezTo>
                  <a:cubicBezTo>
                    <a:pt x="15033" y="16008"/>
                    <a:pt x="15119" y="16042"/>
                    <a:pt x="15111" y="16188"/>
                  </a:cubicBezTo>
                  <a:cubicBezTo>
                    <a:pt x="15088" y="16605"/>
                    <a:pt x="15435" y="16698"/>
                    <a:pt x="16293" y="16721"/>
                  </a:cubicBezTo>
                  <a:cubicBezTo>
                    <a:pt x="16316" y="16722"/>
                    <a:pt x="16340" y="16722"/>
                    <a:pt x="16363" y="16722"/>
                  </a:cubicBezTo>
                  <a:cubicBezTo>
                    <a:pt x="17126" y="16722"/>
                    <a:pt x="17510" y="16372"/>
                    <a:pt x="17902" y="16372"/>
                  </a:cubicBezTo>
                  <a:cubicBezTo>
                    <a:pt x="17914" y="16372"/>
                    <a:pt x="17926" y="16373"/>
                    <a:pt x="17938" y="16373"/>
                  </a:cubicBezTo>
                  <a:cubicBezTo>
                    <a:pt x="17986" y="16376"/>
                    <a:pt x="18031" y="16378"/>
                    <a:pt x="18073" y="16378"/>
                  </a:cubicBezTo>
                  <a:cubicBezTo>
                    <a:pt x="18398" y="16378"/>
                    <a:pt x="18562" y="16292"/>
                    <a:pt x="18726" y="16026"/>
                  </a:cubicBezTo>
                  <a:cubicBezTo>
                    <a:pt x="18809" y="15915"/>
                    <a:pt x="18885" y="15874"/>
                    <a:pt x="18950" y="15874"/>
                  </a:cubicBezTo>
                  <a:cubicBezTo>
                    <a:pt x="19046" y="15874"/>
                    <a:pt x="19115" y="15966"/>
                    <a:pt x="19143" y="16049"/>
                  </a:cubicBezTo>
                  <a:cubicBezTo>
                    <a:pt x="19190" y="16188"/>
                    <a:pt x="19723" y="16165"/>
                    <a:pt x="19862" y="16304"/>
                  </a:cubicBezTo>
                  <a:cubicBezTo>
                    <a:pt x="20002" y="16444"/>
                    <a:pt x="20297" y="16499"/>
                    <a:pt x="20613" y="16499"/>
                  </a:cubicBezTo>
                  <a:cubicBezTo>
                    <a:pt x="20976" y="16499"/>
                    <a:pt x="21366" y="16426"/>
                    <a:pt x="21577" y="16327"/>
                  </a:cubicBezTo>
                  <a:cubicBezTo>
                    <a:pt x="21897" y="16157"/>
                    <a:pt x="21573" y="15773"/>
                    <a:pt x="21342" y="15773"/>
                  </a:cubicBezTo>
                  <a:cubicBezTo>
                    <a:pt x="21288" y="15773"/>
                    <a:pt x="21240" y="15793"/>
                    <a:pt x="21206" y="15840"/>
                  </a:cubicBezTo>
                  <a:cubicBezTo>
                    <a:pt x="21132" y="15932"/>
                    <a:pt x="21063" y="15966"/>
                    <a:pt x="21001" y="15966"/>
                  </a:cubicBezTo>
                  <a:cubicBezTo>
                    <a:pt x="20907" y="15966"/>
                    <a:pt x="20831" y="15887"/>
                    <a:pt x="20789" y="15817"/>
                  </a:cubicBezTo>
                  <a:cubicBezTo>
                    <a:pt x="20742" y="15701"/>
                    <a:pt x="21183" y="15632"/>
                    <a:pt x="21322" y="15446"/>
                  </a:cubicBezTo>
                  <a:cubicBezTo>
                    <a:pt x="21345" y="15423"/>
                    <a:pt x="21378" y="15414"/>
                    <a:pt x="21417" y="15414"/>
                  </a:cubicBezTo>
                  <a:cubicBezTo>
                    <a:pt x="21571" y="15414"/>
                    <a:pt x="21823" y="15562"/>
                    <a:pt x="21977" y="15562"/>
                  </a:cubicBezTo>
                  <a:cubicBezTo>
                    <a:pt x="22051" y="15562"/>
                    <a:pt x="22103" y="15527"/>
                    <a:pt x="22110" y="15423"/>
                  </a:cubicBezTo>
                  <a:cubicBezTo>
                    <a:pt x="22133" y="15052"/>
                    <a:pt x="21438" y="14890"/>
                    <a:pt x="21136" y="14705"/>
                  </a:cubicBezTo>
                  <a:cubicBezTo>
                    <a:pt x="20858" y="14496"/>
                    <a:pt x="20719" y="14612"/>
                    <a:pt x="20256" y="14265"/>
                  </a:cubicBezTo>
                  <a:cubicBezTo>
                    <a:pt x="19815" y="13917"/>
                    <a:pt x="20395" y="13755"/>
                    <a:pt x="20047" y="13477"/>
                  </a:cubicBezTo>
                  <a:cubicBezTo>
                    <a:pt x="19699" y="13222"/>
                    <a:pt x="19584" y="12480"/>
                    <a:pt x="19838" y="12248"/>
                  </a:cubicBezTo>
                  <a:cubicBezTo>
                    <a:pt x="20070" y="11993"/>
                    <a:pt x="20348" y="11646"/>
                    <a:pt x="19908" y="11460"/>
                  </a:cubicBezTo>
                  <a:cubicBezTo>
                    <a:pt x="19822" y="11429"/>
                    <a:pt x="19727" y="11416"/>
                    <a:pt x="19629" y="11416"/>
                  </a:cubicBezTo>
                  <a:close/>
                  <a:moveTo>
                    <a:pt x="35647" y="16899"/>
                  </a:moveTo>
                  <a:cubicBezTo>
                    <a:pt x="35590" y="16899"/>
                    <a:pt x="35534" y="16902"/>
                    <a:pt x="35482" y="16906"/>
                  </a:cubicBezTo>
                  <a:cubicBezTo>
                    <a:pt x="35227" y="16930"/>
                    <a:pt x="34763" y="17347"/>
                    <a:pt x="34995" y="17764"/>
                  </a:cubicBezTo>
                  <a:cubicBezTo>
                    <a:pt x="35093" y="17915"/>
                    <a:pt x="35239" y="17964"/>
                    <a:pt x="35397" y="17964"/>
                  </a:cubicBezTo>
                  <a:cubicBezTo>
                    <a:pt x="35651" y="17964"/>
                    <a:pt x="35936" y="17839"/>
                    <a:pt x="36107" y="17810"/>
                  </a:cubicBezTo>
                  <a:cubicBezTo>
                    <a:pt x="36409" y="17764"/>
                    <a:pt x="36339" y="17300"/>
                    <a:pt x="36177" y="17069"/>
                  </a:cubicBezTo>
                  <a:cubicBezTo>
                    <a:pt x="36085" y="16940"/>
                    <a:pt x="35862" y="16899"/>
                    <a:pt x="35647" y="16899"/>
                  </a:cubicBezTo>
                  <a:close/>
                  <a:moveTo>
                    <a:pt x="11723" y="18253"/>
                  </a:moveTo>
                  <a:cubicBezTo>
                    <a:pt x="11837" y="18253"/>
                    <a:pt x="11918" y="18273"/>
                    <a:pt x="11936" y="18320"/>
                  </a:cubicBezTo>
                  <a:cubicBezTo>
                    <a:pt x="12028" y="18529"/>
                    <a:pt x="11379" y="18645"/>
                    <a:pt x="11681" y="18830"/>
                  </a:cubicBezTo>
                  <a:cubicBezTo>
                    <a:pt x="11789" y="18884"/>
                    <a:pt x="11915" y="18907"/>
                    <a:pt x="12040" y="18907"/>
                  </a:cubicBezTo>
                  <a:cubicBezTo>
                    <a:pt x="12288" y="18907"/>
                    <a:pt x="12531" y="18815"/>
                    <a:pt x="12608" y="18691"/>
                  </a:cubicBezTo>
                  <a:cubicBezTo>
                    <a:pt x="12650" y="18623"/>
                    <a:pt x="12746" y="18586"/>
                    <a:pt x="12833" y="18586"/>
                  </a:cubicBezTo>
                  <a:cubicBezTo>
                    <a:pt x="12985" y="18586"/>
                    <a:pt x="13115" y="18696"/>
                    <a:pt x="12909" y="18946"/>
                  </a:cubicBezTo>
                  <a:cubicBezTo>
                    <a:pt x="12648" y="19262"/>
                    <a:pt x="12537" y="19355"/>
                    <a:pt x="12336" y="19355"/>
                  </a:cubicBezTo>
                  <a:cubicBezTo>
                    <a:pt x="12286" y="19355"/>
                    <a:pt x="12231" y="19349"/>
                    <a:pt x="12167" y="19340"/>
                  </a:cubicBezTo>
                  <a:cubicBezTo>
                    <a:pt x="12113" y="19328"/>
                    <a:pt x="12063" y="19323"/>
                    <a:pt x="12016" y="19323"/>
                  </a:cubicBezTo>
                  <a:cubicBezTo>
                    <a:pt x="11784" y="19323"/>
                    <a:pt x="11661" y="19452"/>
                    <a:pt x="11797" y="19548"/>
                  </a:cubicBezTo>
                  <a:cubicBezTo>
                    <a:pt x="11959" y="19664"/>
                    <a:pt x="11982" y="19757"/>
                    <a:pt x="11634" y="19850"/>
                  </a:cubicBezTo>
                  <a:cubicBezTo>
                    <a:pt x="11324" y="19916"/>
                    <a:pt x="11098" y="20152"/>
                    <a:pt x="10958" y="20152"/>
                  </a:cubicBezTo>
                  <a:cubicBezTo>
                    <a:pt x="10951" y="20152"/>
                    <a:pt x="10945" y="20152"/>
                    <a:pt x="10939" y="20151"/>
                  </a:cubicBezTo>
                  <a:cubicBezTo>
                    <a:pt x="10800" y="20128"/>
                    <a:pt x="11519" y="19618"/>
                    <a:pt x="11333" y="19479"/>
                  </a:cubicBezTo>
                  <a:cubicBezTo>
                    <a:pt x="11305" y="19458"/>
                    <a:pt x="11271" y="19448"/>
                    <a:pt x="11233" y="19448"/>
                  </a:cubicBezTo>
                  <a:cubicBezTo>
                    <a:pt x="11023" y="19448"/>
                    <a:pt x="10704" y="19735"/>
                    <a:pt x="10684" y="19873"/>
                  </a:cubicBezTo>
                  <a:cubicBezTo>
                    <a:pt x="10684" y="20035"/>
                    <a:pt x="10383" y="20035"/>
                    <a:pt x="10198" y="20035"/>
                  </a:cubicBezTo>
                  <a:cubicBezTo>
                    <a:pt x="10012" y="20035"/>
                    <a:pt x="9780" y="19850"/>
                    <a:pt x="9966" y="19827"/>
                  </a:cubicBezTo>
                  <a:cubicBezTo>
                    <a:pt x="10151" y="19803"/>
                    <a:pt x="10012" y="19618"/>
                    <a:pt x="10267" y="19502"/>
                  </a:cubicBezTo>
                  <a:cubicBezTo>
                    <a:pt x="10522" y="19409"/>
                    <a:pt x="10221" y="19270"/>
                    <a:pt x="10290" y="19154"/>
                  </a:cubicBezTo>
                  <a:cubicBezTo>
                    <a:pt x="10309" y="19136"/>
                    <a:pt x="10344" y="19129"/>
                    <a:pt x="10389" y="19129"/>
                  </a:cubicBezTo>
                  <a:cubicBezTo>
                    <a:pt x="10492" y="19129"/>
                    <a:pt x="10647" y="19165"/>
                    <a:pt x="10757" y="19165"/>
                  </a:cubicBezTo>
                  <a:cubicBezTo>
                    <a:pt x="10836" y="19165"/>
                    <a:pt x="10893" y="19147"/>
                    <a:pt x="10893" y="19085"/>
                  </a:cubicBezTo>
                  <a:cubicBezTo>
                    <a:pt x="10893" y="18924"/>
                    <a:pt x="10591" y="18791"/>
                    <a:pt x="10367" y="18791"/>
                  </a:cubicBezTo>
                  <a:cubicBezTo>
                    <a:pt x="10300" y="18791"/>
                    <a:pt x="10240" y="18803"/>
                    <a:pt x="10198" y="18830"/>
                  </a:cubicBezTo>
                  <a:cubicBezTo>
                    <a:pt x="10077" y="18916"/>
                    <a:pt x="9817" y="19091"/>
                    <a:pt x="9502" y="19091"/>
                  </a:cubicBezTo>
                  <a:cubicBezTo>
                    <a:pt x="9392" y="19091"/>
                    <a:pt x="9275" y="19069"/>
                    <a:pt x="9155" y="19015"/>
                  </a:cubicBezTo>
                  <a:cubicBezTo>
                    <a:pt x="8992" y="18946"/>
                    <a:pt x="10360" y="18807"/>
                    <a:pt x="10592" y="18598"/>
                  </a:cubicBezTo>
                  <a:cubicBezTo>
                    <a:pt x="10764" y="18426"/>
                    <a:pt x="11388" y="18253"/>
                    <a:pt x="11723" y="18253"/>
                  </a:cubicBezTo>
                  <a:close/>
                  <a:moveTo>
                    <a:pt x="30663" y="19226"/>
                  </a:moveTo>
                  <a:cubicBezTo>
                    <a:pt x="30491" y="19226"/>
                    <a:pt x="30214" y="19425"/>
                    <a:pt x="30198" y="19711"/>
                  </a:cubicBezTo>
                  <a:cubicBezTo>
                    <a:pt x="30175" y="20151"/>
                    <a:pt x="29943" y="20058"/>
                    <a:pt x="30059" y="20475"/>
                  </a:cubicBezTo>
                  <a:cubicBezTo>
                    <a:pt x="30175" y="20869"/>
                    <a:pt x="29526" y="20985"/>
                    <a:pt x="29595" y="21194"/>
                  </a:cubicBezTo>
                  <a:cubicBezTo>
                    <a:pt x="29617" y="21259"/>
                    <a:pt x="29663" y="21281"/>
                    <a:pt x="29725" y="21281"/>
                  </a:cubicBezTo>
                  <a:cubicBezTo>
                    <a:pt x="29862" y="21281"/>
                    <a:pt x="30075" y="21171"/>
                    <a:pt x="30267" y="21171"/>
                  </a:cubicBezTo>
                  <a:cubicBezTo>
                    <a:pt x="30569" y="21171"/>
                    <a:pt x="30198" y="21588"/>
                    <a:pt x="30569" y="21611"/>
                  </a:cubicBezTo>
                  <a:cubicBezTo>
                    <a:pt x="30577" y="21612"/>
                    <a:pt x="30587" y="21612"/>
                    <a:pt x="30596" y="21612"/>
                  </a:cubicBezTo>
                  <a:cubicBezTo>
                    <a:pt x="30879" y="21612"/>
                    <a:pt x="31360" y="21281"/>
                    <a:pt x="31472" y="21101"/>
                  </a:cubicBezTo>
                  <a:cubicBezTo>
                    <a:pt x="31551" y="20997"/>
                    <a:pt x="31659" y="20922"/>
                    <a:pt x="31800" y="20922"/>
                  </a:cubicBezTo>
                  <a:cubicBezTo>
                    <a:pt x="31909" y="20922"/>
                    <a:pt x="32039" y="20967"/>
                    <a:pt x="32191" y="21078"/>
                  </a:cubicBezTo>
                  <a:cubicBezTo>
                    <a:pt x="32361" y="21200"/>
                    <a:pt x="32646" y="21264"/>
                    <a:pt x="32886" y="21264"/>
                  </a:cubicBezTo>
                  <a:cubicBezTo>
                    <a:pt x="33102" y="21264"/>
                    <a:pt x="33281" y="21211"/>
                    <a:pt x="33303" y="21101"/>
                  </a:cubicBezTo>
                  <a:cubicBezTo>
                    <a:pt x="33350" y="20846"/>
                    <a:pt x="32492" y="20754"/>
                    <a:pt x="32562" y="20499"/>
                  </a:cubicBezTo>
                  <a:cubicBezTo>
                    <a:pt x="32608" y="20221"/>
                    <a:pt x="31750" y="20012"/>
                    <a:pt x="31472" y="19873"/>
                  </a:cubicBezTo>
                  <a:cubicBezTo>
                    <a:pt x="31217" y="19711"/>
                    <a:pt x="30800" y="19641"/>
                    <a:pt x="30800" y="19363"/>
                  </a:cubicBezTo>
                  <a:cubicBezTo>
                    <a:pt x="30800" y="19268"/>
                    <a:pt x="30743" y="19226"/>
                    <a:pt x="30663" y="19226"/>
                  </a:cubicBezTo>
                  <a:close/>
                  <a:moveTo>
                    <a:pt x="32373" y="21780"/>
                  </a:moveTo>
                  <a:cubicBezTo>
                    <a:pt x="32065" y="21780"/>
                    <a:pt x="31150" y="22185"/>
                    <a:pt x="31565" y="22422"/>
                  </a:cubicBezTo>
                  <a:cubicBezTo>
                    <a:pt x="31624" y="22463"/>
                    <a:pt x="31689" y="22481"/>
                    <a:pt x="31756" y="22481"/>
                  </a:cubicBezTo>
                  <a:cubicBezTo>
                    <a:pt x="32105" y="22481"/>
                    <a:pt x="32508" y="21995"/>
                    <a:pt x="32469" y="21820"/>
                  </a:cubicBezTo>
                  <a:cubicBezTo>
                    <a:pt x="32462" y="21792"/>
                    <a:pt x="32427" y="21780"/>
                    <a:pt x="32373" y="21780"/>
                  </a:cubicBezTo>
                  <a:close/>
                  <a:moveTo>
                    <a:pt x="30417" y="11364"/>
                  </a:moveTo>
                  <a:cubicBezTo>
                    <a:pt x="29956" y="11364"/>
                    <a:pt x="29198" y="11532"/>
                    <a:pt x="28668" y="12017"/>
                  </a:cubicBezTo>
                  <a:cubicBezTo>
                    <a:pt x="27880" y="12735"/>
                    <a:pt x="28112" y="13708"/>
                    <a:pt x="28158" y="13894"/>
                  </a:cubicBezTo>
                  <a:cubicBezTo>
                    <a:pt x="28205" y="14102"/>
                    <a:pt x="28923" y="14010"/>
                    <a:pt x="29317" y="14125"/>
                  </a:cubicBezTo>
                  <a:cubicBezTo>
                    <a:pt x="29684" y="14227"/>
                    <a:pt x="29567" y="14365"/>
                    <a:pt x="29312" y="14365"/>
                  </a:cubicBezTo>
                  <a:cubicBezTo>
                    <a:pt x="29277" y="14365"/>
                    <a:pt x="29240" y="14363"/>
                    <a:pt x="29201" y="14357"/>
                  </a:cubicBezTo>
                  <a:cubicBezTo>
                    <a:pt x="29044" y="14333"/>
                    <a:pt x="28823" y="14296"/>
                    <a:pt x="28652" y="14296"/>
                  </a:cubicBezTo>
                  <a:cubicBezTo>
                    <a:pt x="28495" y="14296"/>
                    <a:pt x="28379" y="14327"/>
                    <a:pt x="28390" y="14427"/>
                  </a:cubicBezTo>
                  <a:cubicBezTo>
                    <a:pt x="28411" y="14631"/>
                    <a:pt x="28918" y="14980"/>
                    <a:pt x="29307" y="14980"/>
                  </a:cubicBezTo>
                  <a:cubicBezTo>
                    <a:pt x="29360" y="14980"/>
                    <a:pt x="29410" y="14973"/>
                    <a:pt x="29456" y="14960"/>
                  </a:cubicBezTo>
                  <a:cubicBezTo>
                    <a:pt x="29600" y="14924"/>
                    <a:pt x="29688" y="14902"/>
                    <a:pt x="29752" y="14902"/>
                  </a:cubicBezTo>
                  <a:cubicBezTo>
                    <a:pt x="29855" y="14902"/>
                    <a:pt x="29899" y="14957"/>
                    <a:pt x="30012" y="15099"/>
                  </a:cubicBezTo>
                  <a:cubicBezTo>
                    <a:pt x="30175" y="15307"/>
                    <a:pt x="30638" y="15238"/>
                    <a:pt x="31102" y="15261"/>
                  </a:cubicBezTo>
                  <a:cubicBezTo>
                    <a:pt x="31565" y="15284"/>
                    <a:pt x="32098" y="15446"/>
                    <a:pt x="32307" y="15470"/>
                  </a:cubicBezTo>
                  <a:cubicBezTo>
                    <a:pt x="32322" y="15471"/>
                    <a:pt x="32338" y="15472"/>
                    <a:pt x="32354" y="15472"/>
                  </a:cubicBezTo>
                  <a:cubicBezTo>
                    <a:pt x="32556" y="15472"/>
                    <a:pt x="32799" y="15345"/>
                    <a:pt x="32863" y="15238"/>
                  </a:cubicBezTo>
                  <a:cubicBezTo>
                    <a:pt x="32874" y="15219"/>
                    <a:pt x="32907" y="15211"/>
                    <a:pt x="32956" y="15211"/>
                  </a:cubicBezTo>
                  <a:cubicBezTo>
                    <a:pt x="33197" y="15211"/>
                    <a:pt x="33819" y="15401"/>
                    <a:pt x="34060" y="15401"/>
                  </a:cubicBezTo>
                  <a:cubicBezTo>
                    <a:pt x="34071" y="15401"/>
                    <a:pt x="34082" y="15401"/>
                    <a:pt x="34091" y="15400"/>
                  </a:cubicBezTo>
                  <a:cubicBezTo>
                    <a:pt x="34369" y="15377"/>
                    <a:pt x="34184" y="15145"/>
                    <a:pt x="34022" y="15076"/>
                  </a:cubicBezTo>
                  <a:cubicBezTo>
                    <a:pt x="33885" y="14998"/>
                    <a:pt x="33913" y="14771"/>
                    <a:pt x="34050" y="14771"/>
                  </a:cubicBezTo>
                  <a:cubicBezTo>
                    <a:pt x="34075" y="14771"/>
                    <a:pt x="34105" y="14779"/>
                    <a:pt x="34138" y="14798"/>
                  </a:cubicBezTo>
                  <a:cubicBezTo>
                    <a:pt x="34369" y="14913"/>
                    <a:pt x="34740" y="14983"/>
                    <a:pt x="34810" y="15215"/>
                  </a:cubicBezTo>
                  <a:cubicBezTo>
                    <a:pt x="34856" y="15400"/>
                    <a:pt x="35065" y="15307"/>
                    <a:pt x="35088" y="15470"/>
                  </a:cubicBezTo>
                  <a:cubicBezTo>
                    <a:pt x="35111" y="15655"/>
                    <a:pt x="35899" y="15840"/>
                    <a:pt x="35922" y="16026"/>
                  </a:cubicBezTo>
                  <a:cubicBezTo>
                    <a:pt x="35945" y="16234"/>
                    <a:pt x="35157" y="16327"/>
                    <a:pt x="35389" y="16489"/>
                  </a:cubicBezTo>
                  <a:cubicBezTo>
                    <a:pt x="35428" y="16524"/>
                    <a:pt x="35473" y="16539"/>
                    <a:pt x="35521" y="16539"/>
                  </a:cubicBezTo>
                  <a:cubicBezTo>
                    <a:pt x="35727" y="16539"/>
                    <a:pt x="35998" y="16276"/>
                    <a:pt x="36223" y="16258"/>
                  </a:cubicBezTo>
                  <a:cubicBezTo>
                    <a:pt x="36229" y="16257"/>
                    <a:pt x="36234" y="16257"/>
                    <a:pt x="36239" y="16257"/>
                  </a:cubicBezTo>
                  <a:cubicBezTo>
                    <a:pt x="36505" y="16257"/>
                    <a:pt x="36526" y="16800"/>
                    <a:pt x="36694" y="16800"/>
                  </a:cubicBezTo>
                  <a:cubicBezTo>
                    <a:pt x="36706" y="16800"/>
                    <a:pt x="36719" y="16797"/>
                    <a:pt x="36733" y="16791"/>
                  </a:cubicBezTo>
                  <a:cubicBezTo>
                    <a:pt x="36789" y="16765"/>
                    <a:pt x="36843" y="16752"/>
                    <a:pt x="36896" y="16752"/>
                  </a:cubicBezTo>
                  <a:cubicBezTo>
                    <a:pt x="37123" y="16752"/>
                    <a:pt x="37322" y="16984"/>
                    <a:pt x="37567" y="17324"/>
                  </a:cubicBezTo>
                  <a:cubicBezTo>
                    <a:pt x="37846" y="17718"/>
                    <a:pt x="37544" y="18112"/>
                    <a:pt x="37567" y="18251"/>
                  </a:cubicBezTo>
                  <a:cubicBezTo>
                    <a:pt x="37577" y="18318"/>
                    <a:pt x="37680" y="18350"/>
                    <a:pt x="37818" y="18350"/>
                  </a:cubicBezTo>
                  <a:cubicBezTo>
                    <a:pt x="38011" y="18350"/>
                    <a:pt x="38273" y="18289"/>
                    <a:pt x="38448" y="18181"/>
                  </a:cubicBezTo>
                  <a:cubicBezTo>
                    <a:pt x="38504" y="18153"/>
                    <a:pt x="38559" y="18141"/>
                    <a:pt x="38613" y="18141"/>
                  </a:cubicBezTo>
                  <a:cubicBezTo>
                    <a:pt x="38874" y="18141"/>
                    <a:pt x="39114" y="18425"/>
                    <a:pt x="39306" y="18598"/>
                  </a:cubicBezTo>
                  <a:cubicBezTo>
                    <a:pt x="39512" y="18767"/>
                    <a:pt x="38791" y="19043"/>
                    <a:pt x="38571" y="19043"/>
                  </a:cubicBezTo>
                  <a:cubicBezTo>
                    <a:pt x="38520" y="19043"/>
                    <a:pt x="38496" y="19027"/>
                    <a:pt x="38518" y="18992"/>
                  </a:cubicBezTo>
                  <a:cubicBezTo>
                    <a:pt x="38593" y="18823"/>
                    <a:pt x="38087" y="18408"/>
                    <a:pt x="37521" y="18408"/>
                  </a:cubicBezTo>
                  <a:cubicBezTo>
                    <a:pt x="37391" y="18408"/>
                    <a:pt x="37257" y="18430"/>
                    <a:pt x="37127" y="18482"/>
                  </a:cubicBezTo>
                  <a:cubicBezTo>
                    <a:pt x="36432" y="18737"/>
                    <a:pt x="36919" y="19154"/>
                    <a:pt x="36988" y="19409"/>
                  </a:cubicBezTo>
                  <a:cubicBezTo>
                    <a:pt x="37039" y="19578"/>
                    <a:pt x="36674" y="19746"/>
                    <a:pt x="36223" y="19746"/>
                  </a:cubicBezTo>
                  <a:cubicBezTo>
                    <a:pt x="36052" y="19746"/>
                    <a:pt x="35868" y="19722"/>
                    <a:pt x="35690" y="19664"/>
                  </a:cubicBezTo>
                  <a:cubicBezTo>
                    <a:pt x="35541" y="19616"/>
                    <a:pt x="35435" y="19598"/>
                    <a:pt x="35359" y="19598"/>
                  </a:cubicBezTo>
                  <a:cubicBezTo>
                    <a:pt x="35103" y="19598"/>
                    <a:pt x="35168" y="19803"/>
                    <a:pt x="34972" y="19803"/>
                  </a:cubicBezTo>
                  <a:cubicBezTo>
                    <a:pt x="34694" y="19803"/>
                    <a:pt x="34416" y="20221"/>
                    <a:pt x="34647" y="20499"/>
                  </a:cubicBezTo>
                  <a:cubicBezTo>
                    <a:pt x="34740" y="20591"/>
                    <a:pt x="34868" y="20619"/>
                    <a:pt x="35015" y="20619"/>
                  </a:cubicBezTo>
                  <a:cubicBezTo>
                    <a:pt x="35256" y="20619"/>
                    <a:pt x="35546" y="20543"/>
                    <a:pt x="35810" y="20543"/>
                  </a:cubicBezTo>
                  <a:cubicBezTo>
                    <a:pt x="35832" y="20543"/>
                    <a:pt x="35854" y="20544"/>
                    <a:pt x="35876" y="20545"/>
                  </a:cubicBezTo>
                  <a:cubicBezTo>
                    <a:pt x="36084" y="20557"/>
                    <a:pt x="36200" y="20591"/>
                    <a:pt x="36273" y="20591"/>
                  </a:cubicBezTo>
                  <a:cubicBezTo>
                    <a:pt x="36345" y="20591"/>
                    <a:pt x="36374" y="20557"/>
                    <a:pt x="36409" y="20429"/>
                  </a:cubicBezTo>
                  <a:cubicBezTo>
                    <a:pt x="36429" y="20326"/>
                    <a:pt x="36533" y="20292"/>
                    <a:pt x="36668" y="20292"/>
                  </a:cubicBezTo>
                  <a:cubicBezTo>
                    <a:pt x="36836" y="20292"/>
                    <a:pt x="37053" y="20344"/>
                    <a:pt x="37220" y="20383"/>
                  </a:cubicBezTo>
                  <a:cubicBezTo>
                    <a:pt x="37544" y="20452"/>
                    <a:pt x="37475" y="20893"/>
                    <a:pt x="37846" y="20939"/>
                  </a:cubicBezTo>
                  <a:cubicBezTo>
                    <a:pt x="38240" y="20985"/>
                    <a:pt x="37915" y="21379"/>
                    <a:pt x="38170" y="21657"/>
                  </a:cubicBezTo>
                  <a:cubicBezTo>
                    <a:pt x="38402" y="21912"/>
                    <a:pt x="39190" y="21773"/>
                    <a:pt x="39468" y="22051"/>
                  </a:cubicBezTo>
                  <a:cubicBezTo>
                    <a:pt x="39725" y="22308"/>
                    <a:pt x="40656" y="22768"/>
                    <a:pt x="41040" y="22768"/>
                  </a:cubicBezTo>
                  <a:cubicBezTo>
                    <a:pt x="41106" y="22768"/>
                    <a:pt x="41156" y="22754"/>
                    <a:pt x="41183" y="22723"/>
                  </a:cubicBezTo>
                  <a:cubicBezTo>
                    <a:pt x="41368" y="22469"/>
                    <a:pt x="40117" y="21356"/>
                    <a:pt x="39746" y="21263"/>
                  </a:cubicBezTo>
                  <a:cubicBezTo>
                    <a:pt x="39565" y="21218"/>
                    <a:pt x="39648" y="21168"/>
                    <a:pt x="39832" y="21168"/>
                  </a:cubicBezTo>
                  <a:cubicBezTo>
                    <a:pt x="40026" y="21168"/>
                    <a:pt x="40331" y="21224"/>
                    <a:pt x="40557" y="21402"/>
                  </a:cubicBezTo>
                  <a:cubicBezTo>
                    <a:pt x="40824" y="21616"/>
                    <a:pt x="41168" y="21760"/>
                    <a:pt x="41473" y="21760"/>
                  </a:cubicBezTo>
                  <a:cubicBezTo>
                    <a:pt x="41698" y="21760"/>
                    <a:pt x="41903" y="21682"/>
                    <a:pt x="42040" y="21495"/>
                  </a:cubicBezTo>
                  <a:cubicBezTo>
                    <a:pt x="42388" y="21078"/>
                    <a:pt x="41762" y="21194"/>
                    <a:pt x="41762" y="20869"/>
                  </a:cubicBezTo>
                  <a:cubicBezTo>
                    <a:pt x="41762" y="20568"/>
                    <a:pt x="41530" y="20128"/>
                    <a:pt x="41206" y="20128"/>
                  </a:cubicBezTo>
                  <a:cubicBezTo>
                    <a:pt x="40858" y="20128"/>
                    <a:pt x="39978" y="19456"/>
                    <a:pt x="40302" y="19294"/>
                  </a:cubicBezTo>
                  <a:cubicBezTo>
                    <a:pt x="40627" y="19154"/>
                    <a:pt x="40209" y="18969"/>
                    <a:pt x="40441" y="18691"/>
                  </a:cubicBezTo>
                  <a:cubicBezTo>
                    <a:pt x="40492" y="18640"/>
                    <a:pt x="40542" y="18620"/>
                    <a:pt x="40591" y="18620"/>
                  </a:cubicBezTo>
                  <a:cubicBezTo>
                    <a:pt x="40791" y="18620"/>
                    <a:pt x="40988" y="18951"/>
                    <a:pt x="41229" y="18969"/>
                  </a:cubicBezTo>
                  <a:cubicBezTo>
                    <a:pt x="41507" y="18992"/>
                    <a:pt x="41554" y="19363"/>
                    <a:pt x="42017" y="19734"/>
                  </a:cubicBezTo>
                  <a:cubicBezTo>
                    <a:pt x="42188" y="19879"/>
                    <a:pt x="42303" y="19936"/>
                    <a:pt x="42382" y="19936"/>
                  </a:cubicBezTo>
                  <a:cubicBezTo>
                    <a:pt x="42518" y="19936"/>
                    <a:pt x="42553" y="19770"/>
                    <a:pt x="42596" y="19595"/>
                  </a:cubicBezTo>
                  <a:cubicBezTo>
                    <a:pt x="42666" y="19340"/>
                    <a:pt x="43176" y="19548"/>
                    <a:pt x="43153" y="19270"/>
                  </a:cubicBezTo>
                  <a:cubicBezTo>
                    <a:pt x="43129" y="19015"/>
                    <a:pt x="43570" y="18691"/>
                    <a:pt x="43871" y="18575"/>
                  </a:cubicBezTo>
                  <a:cubicBezTo>
                    <a:pt x="44139" y="18463"/>
                    <a:pt x="43654" y="18180"/>
                    <a:pt x="43287" y="18180"/>
                  </a:cubicBezTo>
                  <a:cubicBezTo>
                    <a:pt x="43273" y="18180"/>
                    <a:pt x="43259" y="18180"/>
                    <a:pt x="43245" y="18181"/>
                  </a:cubicBezTo>
                  <a:cubicBezTo>
                    <a:pt x="43228" y="18182"/>
                    <a:pt x="43212" y="18183"/>
                    <a:pt x="43196" y="18183"/>
                  </a:cubicBezTo>
                  <a:cubicBezTo>
                    <a:pt x="42846" y="18183"/>
                    <a:pt x="42782" y="17942"/>
                    <a:pt x="42782" y="17787"/>
                  </a:cubicBezTo>
                  <a:cubicBezTo>
                    <a:pt x="42782" y="17616"/>
                    <a:pt x="42154" y="17269"/>
                    <a:pt x="41873" y="17269"/>
                  </a:cubicBezTo>
                  <a:cubicBezTo>
                    <a:pt x="41849" y="17269"/>
                    <a:pt x="41827" y="17272"/>
                    <a:pt x="41809" y="17277"/>
                  </a:cubicBezTo>
                  <a:cubicBezTo>
                    <a:pt x="41788" y="17283"/>
                    <a:pt x="41766" y="17285"/>
                    <a:pt x="41744" y="17285"/>
                  </a:cubicBezTo>
                  <a:cubicBezTo>
                    <a:pt x="41490" y="17285"/>
                    <a:pt x="41133" y="16951"/>
                    <a:pt x="40835" y="16930"/>
                  </a:cubicBezTo>
                  <a:cubicBezTo>
                    <a:pt x="40511" y="16906"/>
                    <a:pt x="40047" y="16675"/>
                    <a:pt x="40117" y="16327"/>
                  </a:cubicBezTo>
                  <a:cubicBezTo>
                    <a:pt x="40131" y="16218"/>
                    <a:pt x="40198" y="16187"/>
                    <a:pt x="40286" y="16187"/>
                  </a:cubicBezTo>
                  <a:cubicBezTo>
                    <a:pt x="40409" y="16187"/>
                    <a:pt x="40575" y="16249"/>
                    <a:pt x="40700" y="16249"/>
                  </a:cubicBezTo>
                  <a:cubicBezTo>
                    <a:pt x="40771" y="16249"/>
                    <a:pt x="40829" y="16229"/>
                    <a:pt x="40858" y="16165"/>
                  </a:cubicBezTo>
                  <a:cubicBezTo>
                    <a:pt x="40974" y="15887"/>
                    <a:pt x="40256" y="16026"/>
                    <a:pt x="40233" y="15840"/>
                  </a:cubicBezTo>
                  <a:cubicBezTo>
                    <a:pt x="40209" y="15655"/>
                    <a:pt x="40395" y="15725"/>
                    <a:pt x="40534" y="15609"/>
                  </a:cubicBezTo>
                  <a:cubicBezTo>
                    <a:pt x="40696" y="15470"/>
                    <a:pt x="40418" y="15238"/>
                    <a:pt x="40256" y="15145"/>
                  </a:cubicBezTo>
                  <a:cubicBezTo>
                    <a:pt x="40233" y="15132"/>
                    <a:pt x="40212" y="15126"/>
                    <a:pt x="40193" y="15126"/>
                  </a:cubicBezTo>
                  <a:cubicBezTo>
                    <a:pt x="40077" y="15126"/>
                    <a:pt x="40021" y="15331"/>
                    <a:pt x="39862" y="15331"/>
                  </a:cubicBezTo>
                  <a:cubicBezTo>
                    <a:pt x="39700" y="15331"/>
                    <a:pt x="39839" y="15076"/>
                    <a:pt x="39954" y="14890"/>
                  </a:cubicBezTo>
                  <a:cubicBezTo>
                    <a:pt x="40068" y="14758"/>
                    <a:pt x="39627" y="14611"/>
                    <a:pt x="39310" y="14611"/>
                  </a:cubicBezTo>
                  <a:cubicBezTo>
                    <a:pt x="39238" y="14611"/>
                    <a:pt x="39172" y="14618"/>
                    <a:pt x="39120" y="14635"/>
                  </a:cubicBezTo>
                  <a:cubicBezTo>
                    <a:pt x="39061" y="14654"/>
                    <a:pt x="39009" y="14662"/>
                    <a:pt x="38965" y="14662"/>
                  </a:cubicBezTo>
                  <a:cubicBezTo>
                    <a:pt x="38786" y="14662"/>
                    <a:pt x="38726" y="14525"/>
                    <a:pt x="38726" y="14357"/>
                  </a:cubicBezTo>
                  <a:cubicBezTo>
                    <a:pt x="38726" y="14302"/>
                    <a:pt x="38681" y="14280"/>
                    <a:pt x="38613" y="14280"/>
                  </a:cubicBezTo>
                  <a:cubicBezTo>
                    <a:pt x="38452" y="14280"/>
                    <a:pt x="38161" y="14405"/>
                    <a:pt x="38031" y="14519"/>
                  </a:cubicBezTo>
                  <a:cubicBezTo>
                    <a:pt x="37992" y="14545"/>
                    <a:pt x="37952" y="14556"/>
                    <a:pt x="37915" y="14556"/>
                  </a:cubicBezTo>
                  <a:cubicBezTo>
                    <a:pt x="37752" y="14556"/>
                    <a:pt x="37634" y="14353"/>
                    <a:pt x="37822" y="14334"/>
                  </a:cubicBezTo>
                  <a:cubicBezTo>
                    <a:pt x="38077" y="14311"/>
                    <a:pt x="38355" y="14125"/>
                    <a:pt x="38286" y="13894"/>
                  </a:cubicBezTo>
                  <a:cubicBezTo>
                    <a:pt x="38251" y="13789"/>
                    <a:pt x="38077" y="13731"/>
                    <a:pt x="37898" y="13731"/>
                  </a:cubicBezTo>
                  <a:cubicBezTo>
                    <a:pt x="37718" y="13731"/>
                    <a:pt x="37533" y="13789"/>
                    <a:pt x="37475" y="13917"/>
                  </a:cubicBezTo>
                  <a:cubicBezTo>
                    <a:pt x="37448" y="13970"/>
                    <a:pt x="37408" y="13993"/>
                    <a:pt x="37360" y="13993"/>
                  </a:cubicBezTo>
                  <a:cubicBezTo>
                    <a:pt x="37158" y="13993"/>
                    <a:pt x="36826" y="13594"/>
                    <a:pt x="36826" y="13407"/>
                  </a:cubicBezTo>
                  <a:cubicBezTo>
                    <a:pt x="36826" y="13198"/>
                    <a:pt x="36061" y="13384"/>
                    <a:pt x="36154" y="13036"/>
                  </a:cubicBezTo>
                  <a:cubicBezTo>
                    <a:pt x="36246" y="12665"/>
                    <a:pt x="35273" y="12573"/>
                    <a:pt x="34995" y="12573"/>
                  </a:cubicBezTo>
                  <a:cubicBezTo>
                    <a:pt x="34740" y="12573"/>
                    <a:pt x="34346" y="12781"/>
                    <a:pt x="34392" y="13036"/>
                  </a:cubicBezTo>
                  <a:cubicBezTo>
                    <a:pt x="34411" y="13127"/>
                    <a:pt x="34369" y="13168"/>
                    <a:pt x="34308" y="13168"/>
                  </a:cubicBezTo>
                  <a:cubicBezTo>
                    <a:pt x="34214" y="13168"/>
                    <a:pt x="34073" y="13067"/>
                    <a:pt x="34045" y="12897"/>
                  </a:cubicBezTo>
                  <a:cubicBezTo>
                    <a:pt x="34036" y="12850"/>
                    <a:pt x="34007" y="12830"/>
                    <a:pt x="33963" y="12830"/>
                  </a:cubicBezTo>
                  <a:cubicBezTo>
                    <a:pt x="33773" y="12830"/>
                    <a:pt x="33315" y="13198"/>
                    <a:pt x="33164" y="13198"/>
                  </a:cubicBezTo>
                  <a:cubicBezTo>
                    <a:pt x="32956" y="13198"/>
                    <a:pt x="33280" y="12503"/>
                    <a:pt x="33187" y="12271"/>
                  </a:cubicBezTo>
                  <a:cubicBezTo>
                    <a:pt x="33095" y="12063"/>
                    <a:pt x="32932" y="11993"/>
                    <a:pt x="32793" y="11623"/>
                  </a:cubicBezTo>
                  <a:cubicBezTo>
                    <a:pt x="32733" y="11462"/>
                    <a:pt x="32559" y="11401"/>
                    <a:pt x="32367" y="11401"/>
                  </a:cubicBezTo>
                  <a:cubicBezTo>
                    <a:pt x="32116" y="11401"/>
                    <a:pt x="31832" y="11504"/>
                    <a:pt x="31727" y="11623"/>
                  </a:cubicBezTo>
                  <a:cubicBezTo>
                    <a:pt x="31542" y="11831"/>
                    <a:pt x="30893" y="11738"/>
                    <a:pt x="30569" y="12086"/>
                  </a:cubicBezTo>
                  <a:cubicBezTo>
                    <a:pt x="30221" y="12410"/>
                    <a:pt x="30592" y="12758"/>
                    <a:pt x="30731" y="12874"/>
                  </a:cubicBezTo>
                  <a:cubicBezTo>
                    <a:pt x="30870" y="13013"/>
                    <a:pt x="30221" y="13198"/>
                    <a:pt x="30453" y="13384"/>
                  </a:cubicBezTo>
                  <a:cubicBezTo>
                    <a:pt x="30661" y="13592"/>
                    <a:pt x="31009" y="13477"/>
                    <a:pt x="31032" y="13801"/>
                  </a:cubicBezTo>
                  <a:cubicBezTo>
                    <a:pt x="31038" y="13885"/>
                    <a:pt x="30987" y="13919"/>
                    <a:pt x="30905" y="13919"/>
                  </a:cubicBezTo>
                  <a:cubicBezTo>
                    <a:pt x="30672" y="13919"/>
                    <a:pt x="30191" y="13636"/>
                    <a:pt x="30105" y="13430"/>
                  </a:cubicBezTo>
                  <a:cubicBezTo>
                    <a:pt x="29989" y="13175"/>
                    <a:pt x="30151" y="12920"/>
                    <a:pt x="29989" y="12735"/>
                  </a:cubicBezTo>
                  <a:cubicBezTo>
                    <a:pt x="29804" y="12550"/>
                    <a:pt x="29966" y="12295"/>
                    <a:pt x="30267" y="11970"/>
                  </a:cubicBezTo>
                  <a:cubicBezTo>
                    <a:pt x="30592" y="11623"/>
                    <a:pt x="30823" y="11669"/>
                    <a:pt x="30823" y="11483"/>
                  </a:cubicBezTo>
                  <a:cubicBezTo>
                    <a:pt x="30823" y="11411"/>
                    <a:pt x="30662" y="11364"/>
                    <a:pt x="30417" y="11364"/>
                  </a:cubicBezTo>
                  <a:close/>
                  <a:moveTo>
                    <a:pt x="33791" y="22352"/>
                  </a:moveTo>
                  <a:cubicBezTo>
                    <a:pt x="33783" y="22352"/>
                    <a:pt x="33775" y="22352"/>
                    <a:pt x="33767" y="22353"/>
                  </a:cubicBezTo>
                  <a:cubicBezTo>
                    <a:pt x="33342" y="22375"/>
                    <a:pt x="33413" y="22958"/>
                    <a:pt x="33668" y="22958"/>
                  </a:cubicBezTo>
                  <a:cubicBezTo>
                    <a:pt x="33678" y="22958"/>
                    <a:pt x="33687" y="22957"/>
                    <a:pt x="33697" y="22955"/>
                  </a:cubicBezTo>
                  <a:cubicBezTo>
                    <a:pt x="33856" y="22932"/>
                    <a:pt x="34194" y="22352"/>
                    <a:pt x="33791" y="22352"/>
                  </a:cubicBezTo>
                  <a:close/>
                  <a:moveTo>
                    <a:pt x="17170" y="21948"/>
                  </a:moveTo>
                  <a:cubicBezTo>
                    <a:pt x="17244" y="21948"/>
                    <a:pt x="17289" y="21972"/>
                    <a:pt x="17289" y="22028"/>
                  </a:cubicBezTo>
                  <a:cubicBezTo>
                    <a:pt x="17289" y="22306"/>
                    <a:pt x="16362" y="22515"/>
                    <a:pt x="15968" y="22839"/>
                  </a:cubicBezTo>
                  <a:cubicBezTo>
                    <a:pt x="15597" y="23164"/>
                    <a:pt x="15621" y="23071"/>
                    <a:pt x="15296" y="23141"/>
                  </a:cubicBezTo>
                  <a:cubicBezTo>
                    <a:pt x="14972" y="23187"/>
                    <a:pt x="15227" y="23511"/>
                    <a:pt x="14833" y="23535"/>
                  </a:cubicBezTo>
                  <a:cubicBezTo>
                    <a:pt x="14686" y="23552"/>
                    <a:pt x="14461" y="23566"/>
                    <a:pt x="14230" y="23566"/>
                  </a:cubicBezTo>
                  <a:cubicBezTo>
                    <a:pt x="13842" y="23566"/>
                    <a:pt x="13437" y="23526"/>
                    <a:pt x="13349" y="23396"/>
                  </a:cubicBezTo>
                  <a:cubicBezTo>
                    <a:pt x="13303" y="23326"/>
                    <a:pt x="13882" y="23372"/>
                    <a:pt x="13906" y="23210"/>
                  </a:cubicBezTo>
                  <a:cubicBezTo>
                    <a:pt x="13952" y="23048"/>
                    <a:pt x="14114" y="22793"/>
                    <a:pt x="14346" y="22793"/>
                  </a:cubicBezTo>
                  <a:cubicBezTo>
                    <a:pt x="14601" y="22793"/>
                    <a:pt x="14578" y="22469"/>
                    <a:pt x="14184" y="22283"/>
                  </a:cubicBezTo>
                  <a:cubicBezTo>
                    <a:pt x="13961" y="22165"/>
                    <a:pt x="14168" y="22077"/>
                    <a:pt x="14432" y="22077"/>
                  </a:cubicBezTo>
                  <a:cubicBezTo>
                    <a:pt x="14635" y="22077"/>
                    <a:pt x="14871" y="22129"/>
                    <a:pt x="14972" y="22260"/>
                  </a:cubicBezTo>
                  <a:cubicBezTo>
                    <a:pt x="15122" y="22494"/>
                    <a:pt x="15370" y="22668"/>
                    <a:pt x="15583" y="22668"/>
                  </a:cubicBezTo>
                  <a:cubicBezTo>
                    <a:pt x="15665" y="22668"/>
                    <a:pt x="15742" y="22642"/>
                    <a:pt x="15806" y="22584"/>
                  </a:cubicBezTo>
                  <a:cubicBezTo>
                    <a:pt x="15975" y="22396"/>
                    <a:pt x="16849" y="21948"/>
                    <a:pt x="17170" y="21948"/>
                  </a:cubicBezTo>
                  <a:close/>
                  <a:moveTo>
                    <a:pt x="4796" y="29037"/>
                  </a:moveTo>
                  <a:cubicBezTo>
                    <a:pt x="4721" y="29037"/>
                    <a:pt x="4630" y="29062"/>
                    <a:pt x="4520" y="29120"/>
                  </a:cubicBezTo>
                  <a:cubicBezTo>
                    <a:pt x="4105" y="29338"/>
                    <a:pt x="5005" y="30337"/>
                    <a:pt x="5305" y="30337"/>
                  </a:cubicBezTo>
                  <a:cubicBezTo>
                    <a:pt x="5324" y="30337"/>
                    <a:pt x="5340" y="30333"/>
                    <a:pt x="5354" y="30325"/>
                  </a:cubicBezTo>
                  <a:cubicBezTo>
                    <a:pt x="5493" y="30209"/>
                    <a:pt x="5099" y="29746"/>
                    <a:pt x="5099" y="29467"/>
                  </a:cubicBezTo>
                  <a:cubicBezTo>
                    <a:pt x="5099" y="29259"/>
                    <a:pt x="5021" y="29037"/>
                    <a:pt x="4796" y="29037"/>
                  </a:cubicBezTo>
                  <a:close/>
                  <a:moveTo>
                    <a:pt x="23533" y="29120"/>
                  </a:moveTo>
                  <a:cubicBezTo>
                    <a:pt x="23637" y="29120"/>
                    <a:pt x="23737" y="29155"/>
                    <a:pt x="23801" y="29236"/>
                  </a:cubicBezTo>
                  <a:cubicBezTo>
                    <a:pt x="23987" y="29491"/>
                    <a:pt x="24288" y="30464"/>
                    <a:pt x="24450" y="30788"/>
                  </a:cubicBezTo>
                  <a:cubicBezTo>
                    <a:pt x="24636" y="31113"/>
                    <a:pt x="24636" y="31623"/>
                    <a:pt x="24404" y="31646"/>
                  </a:cubicBezTo>
                  <a:cubicBezTo>
                    <a:pt x="24400" y="31646"/>
                    <a:pt x="24396" y="31646"/>
                    <a:pt x="24393" y="31646"/>
                  </a:cubicBezTo>
                  <a:cubicBezTo>
                    <a:pt x="24157" y="31646"/>
                    <a:pt x="24420" y="30924"/>
                    <a:pt x="23940" y="30673"/>
                  </a:cubicBezTo>
                  <a:cubicBezTo>
                    <a:pt x="23384" y="30348"/>
                    <a:pt x="23129" y="29769"/>
                    <a:pt x="23129" y="29444"/>
                  </a:cubicBezTo>
                  <a:cubicBezTo>
                    <a:pt x="23129" y="29247"/>
                    <a:pt x="23337" y="29120"/>
                    <a:pt x="23533" y="29120"/>
                  </a:cubicBezTo>
                  <a:close/>
                  <a:moveTo>
                    <a:pt x="42270" y="32087"/>
                  </a:moveTo>
                  <a:cubicBezTo>
                    <a:pt x="42196" y="32087"/>
                    <a:pt x="42152" y="32101"/>
                    <a:pt x="42156" y="32133"/>
                  </a:cubicBezTo>
                  <a:cubicBezTo>
                    <a:pt x="42213" y="32285"/>
                    <a:pt x="43169" y="32706"/>
                    <a:pt x="43528" y="32706"/>
                  </a:cubicBezTo>
                  <a:cubicBezTo>
                    <a:pt x="43605" y="32706"/>
                    <a:pt x="43654" y="32687"/>
                    <a:pt x="43663" y="32642"/>
                  </a:cubicBezTo>
                  <a:cubicBezTo>
                    <a:pt x="43701" y="32412"/>
                    <a:pt x="42627" y="32087"/>
                    <a:pt x="42270" y="32087"/>
                  </a:cubicBezTo>
                  <a:close/>
                  <a:moveTo>
                    <a:pt x="7271" y="31390"/>
                  </a:moveTo>
                  <a:cubicBezTo>
                    <a:pt x="7200" y="31390"/>
                    <a:pt x="7134" y="31414"/>
                    <a:pt x="7069" y="31460"/>
                  </a:cubicBezTo>
                  <a:cubicBezTo>
                    <a:pt x="6907" y="31576"/>
                    <a:pt x="7254" y="31600"/>
                    <a:pt x="7231" y="31715"/>
                  </a:cubicBezTo>
                  <a:cubicBezTo>
                    <a:pt x="7231" y="31810"/>
                    <a:pt x="7309" y="31890"/>
                    <a:pt x="7414" y="31890"/>
                  </a:cubicBezTo>
                  <a:cubicBezTo>
                    <a:pt x="7437" y="31890"/>
                    <a:pt x="7461" y="31886"/>
                    <a:pt x="7486" y="31878"/>
                  </a:cubicBezTo>
                  <a:cubicBezTo>
                    <a:pt x="7492" y="31877"/>
                    <a:pt x="7498" y="31876"/>
                    <a:pt x="7504" y="31876"/>
                  </a:cubicBezTo>
                  <a:cubicBezTo>
                    <a:pt x="7654" y="31876"/>
                    <a:pt x="7724" y="32157"/>
                    <a:pt x="7880" y="32179"/>
                  </a:cubicBezTo>
                  <a:cubicBezTo>
                    <a:pt x="8019" y="32179"/>
                    <a:pt x="8065" y="32411"/>
                    <a:pt x="8228" y="32411"/>
                  </a:cubicBezTo>
                  <a:cubicBezTo>
                    <a:pt x="8413" y="32411"/>
                    <a:pt x="8436" y="32619"/>
                    <a:pt x="8529" y="32735"/>
                  </a:cubicBezTo>
                  <a:cubicBezTo>
                    <a:pt x="8598" y="32828"/>
                    <a:pt x="8807" y="32735"/>
                    <a:pt x="8807" y="32851"/>
                  </a:cubicBezTo>
                  <a:cubicBezTo>
                    <a:pt x="8807" y="32944"/>
                    <a:pt x="8992" y="33036"/>
                    <a:pt x="9039" y="33152"/>
                  </a:cubicBezTo>
                  <a:cubicBezTo>
                    <a:pt x="9230" y="33178"/>
                    <a:pt x="9399" y="33196"/>
                    <a:pt x="9556" y="33196"/>
                  </a:cubicBezTo>
                  <a:cubicBezTo>
                    <a:pt x="9685" y="33196"/>
                    <a:pt x="9804" y="33184"/>
                    <a:pt x="9919" y="33152"/>
                  </a:cubicBezTo>
                  <a:cubicBezTo>
                    <a:pt x="9919" y="33083"/>
                    <a:pt x="9943" y="32990"/>
                    <a:pt x="9966" y="32921"/>
                  </a:cubicBezTo>
                  <a:cubicBezTo>
                    <a:pt x="10059" y="32781"/>
                    <a:pt x="9780" y="32874"/>
                    <a:pt x="9618" y="32712"/>
                  </a:cubicBezTo>
                  <a:cubicBezTo>
                    <a:pt x="9479" y="32550"/>
                    <a:pt x="9062" y="32573"/>
                    <a:pt x="8992" y="32434"/>
                  </a:cubicBezTo>
                  <a:cubicBezTo>
                    <a:pt x="8947" y="32275"/>
                    <a:pt x="8567" y="31715"/>
                    <a:pt x="8378" y="31715"/>
                  </a:cubicBezTo>
                  <a:cubicBezTo>
                    <a:pt x="8374" y="31715"/>
                    <a:pt x="8370" y="31715"/>
                    <a:pt x="8367" y="31715"/>
                  </a:cubicBezTo>
                  <a:cubicBezTo>
                    <a:pt x="8325" y="31715"/>
                    <a:pt x="8281" y="31716"/>
                    <a:pt x="8234" y="31716"/>
                  </a:cubicBezTo>
                  <a:cubicBezTo>
                    <a:pt x="8049" y="31716"/>
                    <a:pt x="7834" y="31701"/>
                    <a:pt x="7648" y="31553"/>
                  </a:cubicBezTo>
                  <a:cubicBezTo>
                    <a:pt x="7496" y="31443"/>
                    <a:pt x="7377" y="31390"/>
                    <a:pt x="7271" y="31390"/>
                  </a:cubicBezTo>
                  <a:close/>
                  <a:moveTo>
                    <a:pt x="46861" y="30888"/>
                  </a:moveTo>
                  <a:cubicBezTo>
                    <a:pt x="46811" y="30888"/>
                    <a:pt x="46755" y="30899"/>
                    <a:pt x="46698" y="30927"/>
                  </a:cubicBezTo>
                  <a:cubicBezTo>
                    <a:pt x="46444" y="31020"/>
                    <a:pt x="45795" y="31901"/>
                    <a:pt x="45795" y="32156"/>
                  </a:cubicBezTo>
                  <a:cubicBezTo>
                    <a:pt x="45795" y="32379"/>
                    <a:pt x="45773" y="32667"/>
                    <a:pt x="45585" y="32667"/>
                  </a:cubicBezTo>
                  <a:cubicBezTo>
                    <a:pt x="45578" y="32667"/>
                    <a:pt x="45571" y="32666"/>
                    <a:pt x="45563" y="32666"/>
                  </a:cubicBezTo>
                  <a:cubicBezTo>
                    <a:pt x="45551" y="32664"/>
                    <a:pt x="45539" y="32664"/>
                    <a:pt x="45527" y="32664"/>
                  </a:cubicBezTo>
                  <a:cubicBezTo>
                    <a:pt x="45306" y="32664"/>
                    <a:pt x="45085" y="32858"/>
                    <a:pt x="45238" y="32990"/>
                  </a:cubicBezTo>
                  <a:cubicBezTo>
                    <a:pt x="45424" y="33129"/>
                    <a:pt x="44775" y="33477"/>
                    <a:pt x="45076" y="33662"/>
                  </a:cubicBezTo>
                  <a:cubicBezTo>
                    <a:pt x="45129" y="33683"/>
                    <a:pt x="45188" y="33691"/>
                    <a:pt x="45249" y="33691"/>
                  </a:cubicBezTo>
                  <a:cubicBezTo>
                    <a:pt x="45421" y="33691"/>
                    <a:pt x="45620" y="33630"/>
                    <a:pt x="45815" y="33630"/>
                  </a:cubicBezTo>
                  <a:cubicBezTo>
                    <a:pt x="45855" y="33630"/>
                    <a:pt x="45895" y="33633"/>
                    <a:pt x="45934" y="33639"/>
                  </a:cubicBezTo>
                  <a:cubicBezTo>
                    <a:pt x="46026" y="33647"/>
                    <a:pt x="46117" y="33654"/>
                    <a:pt x="46204" y="33654"/>
                  </a:cubicBezTo>
                  <a:cubicBezTo>
                    <a:pt x="46379" y="33654"/>
                    <a:pt x="46544" y="33623"/>
                    <a:pt x="46698" y="33500"/>
                  </a:cubicBezTo>
                  <a:cubicBezTo>
                    <a:pt x="46750" y="33467"/>
                    <a:pt x="46791" y="33454"/>
                    <a:pt x="46826" y="33454"/>
                  </a:cubicBezTo>
                  <a:cubicBezTo>
                    <a:pt x="46958" y="33454"/>
                    <a:pt x="47001" y="33640"/>
                    <a:pt x="47183" y="33640"/>
                  </a:cubicBezTo>
                  <a:cubicBezTo>
                    <a:pt x="47191" y="33640"/>
                    <a:pt x="47199" y="33640"/>
                    <a:pt x="47208" y="33639"/>
                  </a:cubicBezTo>
                  <a:cubicBezTo>
                    <a:pt x="47229" y="33635"/>
                    <a:pt x="47245" y="33633"/>
                    <a:pt x="47258" y="33633"/>
                  </a:cubicBezTo>
                  <a:cubicBezTo>
                    <a:pt x="47402" y="33633"/>
                    <a:pt x="47069" y="33863"/>
                    <a:pt x="47069" y="34033"/>
                  </a:cubicBezTo>
                  <a:cubicBezTo>
                    <a:pt x="47074" y="34068"/>
                    <a:pt x="47090" y="34083"/>
                    <a:pt x="47114" y="34083"/>
                  </a:cubicBezTo>
                  <a:cubicBezTo>
                    <a:pt x="47200" y="34083"/>
                    <a:pt x="47388" y="33897"/>
                    <a:pt x="47533" y="33824"/>
                  </a:cubicBezTo>
                  <a:cubicBezTo>
                    <a:pt x="47590" y="33799"/>
                    <a:pt x="47649" y="33788"/>
                    <a:pt x="47702" y="33788"/>
                  </a:cubicBezTo>
                  <a:cubicBezTo>
                    <a:pt x="47844" y="33788"/>
                    <a:pt x="47948" y="33869"/>
                    <a:pt x="47880" y="33987"/>
                  </a:cubicBezTo>
                  <a:cubicBezTo>
                    <a:pt x="47823" y="34088"/>
                    <a:pt x="48044" y="34189"/>
                    <a:pt x="48253" y="34189"/>
                  </a:cubicBezTo>
                  <a:cubicBezTo>
                    <a:pt x="48379" y="34189"/>
                    <a:pt x="48500" y="34152"/>
                    <a:pt x="48552" y="34056"/>
                  </a:cubicBezTo>
                  <a:cubicBezTo>
                    <a:pt x="48668" y="33845"/>
                    <a:pt x="48497" y="33523"/>
                    <a:pt x="48382" y="33523"/>
                  </a:cubicBezTo>
                  <a:cubicBezTo>
                    <a:pt x="48358" y="33523"/>
                    <a:pt x="48337" y="33537"/>
                    <a:pt x="48321" y="33569"/>
                  </a:cubicBezTo>
                  <a:cubicBezTo>
                    <a:pt x="48301" y="33609"/>
                    <a:pt x="48278" y="33625"/>
                    <a:pt x="48257" y="33625"/>
                  </a:cubicBezTo>
                  <a:cubicBezTo>
                    <a:pt x="48176" y="33625"/>
                    <a:pt x="48110" y="33396"/>
                    <a:pt x="48274" y="33268"/>
                  </a:cubicBezTo>
                  <a:cubicBezTo>
                    <a:pt x="48411" y="33162"/>
                    <a:pt x="48358" y="33105"/>
                    <a:pt x="48253" y="33105"/>
                  </a:cubicBezTo>
                  <a:cubicBezTo>
                    <a:pt x="48199" y="33105"/>
                    <a:pt x="48129" y="33120"/>
                    <a:pt x="48066" y="33152"/>
                  </a:cubicBezTo>
                  <a:cubicBezTo>
                    <a:pt x="48049" y="33160"/>
                    <a:pt x="48034" y="33163"/>
                    <a:pt x="48021" y="33163"/>
                  </a:cubicBezTo>
                  <a:cubicBezTo>
                    <a:pt x="47865" y="33163"/>
                    <a:pt x="47918" y="32705"/>
                    <a:pt x="48089" y="32619"/>
                  </a:cubicBezTo>
                  <a:cubicBezTo>
                    <a:pt x="48221" y="32553"/>
                    <a:pt x="47943" y="32429"/>
                    <a:pt x="47771" y="32429"/>
                  </a:cubicBezTo>
                  <a:cubicBezTo>
                    <a:pt x="47701" y="32429"/>
                    <a:pt x="47649" y="32450"/>
                    <a:pt x="47649" y="32503"/>
                  </a:cubicBezTo>
                  <a:cubicBezTo>
                    <a:pt x="47649" y="32571"/>
                    <a:pt x="47590" y="32598"/>
                    <a:pt x="47514" y="32598"/>
                  </a:cubicBezTo>
                  <a:cubicBezTo>
                    <a:pt x="47381" y="32598"/>
                    <a:pt x="47191" y="32514"/>
                    <a:pt x="47162" y="32411"/>
                  </a:cubicBezTo>
                  <a:cubicBezTo>
                    <a:pt x="47116" y="32248"/>
                    <a:pt x="46814" y="32202"/>
                    <a:pt x="46930" y="32086"/>
                  </a:cubicBezTo>
                  <a:cubicBezTo>
                    <a:pt x="46992" y="32024"/>
                    <a:pt x="46882" y="31976"/>
                    <a:pt x="46759" y="31976"/>
                  </a:cubicBezTo>
                  <a:cubicBezTo>
                    <a:pt x="46651" y="31976"/>
                    <a:pt x="46535" y="32012"/>
                    <a:pt x="46513" y="32109"/>
                  </a:cubicBezTo>
                  <a:cubicBezTo>
                    <a:pt x="46504" y="32148"/>
                    <a:pt x="46489" y="32164"/>
                    <a:pt x="46474" y="32164"/>
                  </a:cubicBezTo>
                  <a:cubicBezTo>
                    <a:pt x="46418" y="32164"/>
                    <a:pt x="46357" y="31918"/>
                    <a:pt x="46559" y="31715"/>
                  </a:cubicBezTo>
                  <a:cubicBezTo>
                    <a:pt x="46791" y="31460"/>
                    <a:pt x="46722" y="31229"/>
                    <a:pt x="46953" y="31090"/>
                  </a:cubicBezTo>
                  <a:cubicBezTo>
                    <a:pt x="47111" y="31002"/>
                    <a:pt x="47017" y="30888"/>
                    <a:pt x="46861" y="30888"/>
                  </a:cubicBezTo>
                  <a:close/>
                  <a:moveTo>
                    <a:pt x="26179" y="10993"/>
                  </a:moveTo>
                  <a:cubicBezTo>
                    <a:pt x="25800" y="10993"/>
                    <a:pt x="25252" y="11078"/>
                    <a:pt x="25169" y="11182"/>
                  </a:cubicBezTo>
                  <a:cubicBezTo>
                    <a:pt x="25076" y="11298"/>
                    <a:pt x="25354" y="11391"/>
                    <a:pt x="25308" y="11507"/>
                  </a:cubicBezTo>
                  <a:cubicBezTo>
                    <a:pt x="25297" y="11533"/>
                    <a:pt x="25279" y="11542"/>
                    <a:pt x="25256" y="11542"/>
                  </a:cubicBezTo>
                  <a:cubicBezTo>
                    <a:pt x="25185" y="11542"/>
                    <a:pt x="25069" y="11453"/>
                    <a:pt x="24992" y="11453"/>
                  </a:cubicBezTo>
                  <a:cubicBezTo>
                    <a:pt x="24980" y="11453"/>
                    <a:pt x="24970" y="11456"/>
                    <a:pt x="24960" y="11460"/>
                  </a:cubicBezTo>
                  <a:cubicBezTo>
                    <a:pt x="24867" y="11530"/>
                    <a:pt x="25007" y="11669"/>
                    <a:pt x="24960" y="12109"/>
                  </a:cubicBezTo>
                  <a:cubicBezTo>
                    <a:pt x="24914" y="12526"/>
                    <a:pt x="25053" y="12550"/>
                    <a:pt x="25169" y="12712"/>
                  </a:cubicBezTo>
                  <a:cubicBezTo>
                    <a:pt x="25285" y="12851"/>
                    <a:pt x="25261" y="13059"/>
                    <a:pt x="25261" y="13338"/>
                  </a:cubicBezTo>
                  <a:cubicBezTo>
                    <a:pt x="25261" y="13592"/>
                    <a:pt x="25007" y="13592"/>
                    <a:pt x="24914" y="13639"/>
                  </a:cubicBezTo>
                  <a:cubicBezTo>
                    <a:pt x="24844" y="13708"/>
                    <a:pt x="25146" y="13801"/>
                    <a:pt x="25099" y="13986"/>
                  </a:cubicBezTo>
                  <a:cubicBezTo>
                    <a:pt x="25089" y="14024"/>
                    <a:pt x="25067" y="14038"/>
                    <a:pt x="25038" y="14038"/>
                  </a:cubicBezTo>
                  <a:cubicBezTo>
                    <a:pt x="24950" y="14038"/>
                    <a:pt x="24796" y="13912"/>
                    <a:pt x="24676" y="13912"/>
                  </a:cubicBezTo>
                  <a:cubicBezTo>
                    <a:pt x="24662" y="13912"/>
                    <a:pt x="24648" y="13913"/>
                    <a:pt x="24636" y="13917"/>
                  </a:cubicBezTo>
                  <a:cubicBezTo>
                    <a:pt x="24497" y="13986"/>
                    <a:pt x="24381" y="14380"/>
                    <a:pt x="24543" y="14519"/>
                  </a:cubicBezTo>
                  <a:cubicBezTo>
                    <a:pt x="24682" y="14658"/>
                    <a:pt x="24752" y="14635"/>
                    <a:pt x="24636" y="14798"/>
                  </a:cubicBezTo>
                  <a:cubicBezTo>
                    <a:pt x="24520" y="14937"/>
                    <a:pt x="24381" y="15168"/>
                    <a:pt x="24659" y="15400"/>
                  </a:cubicBezTo>
                  <a:cubicBezTo>
                    <a:pt x="24960" y="15632"/>
                    <a:pt x="25493" y="15609"/>
                    <a:pt x="25771" y="15794"/>
                  </a:cubicBezTo>
                  <a:cubicBezTo>
                    <a:pt x="26049" y="15979"/>
                    <a:pt x="25655" y="15864"/>
                    <a:pt x="25771" y="16072"/>
                  </a:cubicBezTo>
                  <a:cubicBezTo>
                    <a:pt x="25864" y="16281"/>
                    <a:pt x="25586" y="16350"/>
                    <a:pt x="25586" y="16513"/>
                  </a:cubicBezTo>
                  <a:cubicBezTo>
                    <a:pt x="25594" y="16567"/>
                    <a:pt x="25609" y="16592"/>
                    <a:pt x="25632" y="16592"/>
                  </a:cubicBezTo>
                  <a:cubicBezTo>
                    <a:pt x="25679" y="16592"/>
                    <a:pt x="25756" y="16489"/>
                    <a:pt x="25864" y="16304"/>
                  </a:cubicBezTo>
                  <a:cubicBezTo>
                    <a:pt x="25899" y="16241"/>
                    <a:pt x="25932" y="16214"/>
                    <a:pt x="25961" y="16214"/>
                  </a:cubicBezTo>
                  <a:cubicBezTo>
                    <a:pt x="26052" y="16214"/>
                    <a:pt x="26113" y="16454"/>
                    <a:pt x="26096" y="16628"/>
                  </a:cubicBezTo>
                  <a:cubicBezTo>
                    <a:pt x="26096" y="16837"/>
                    <a:pt x="25887" y="16721"/>
                    <a:pt x="25725" y="16953"/>
                  </a:cubicBezTo>
                  <a:cubicBezTo>
                    <a:pt x="25605" y="17123"/>
                    <a:pt x="25499" y="17181"/>
                    <a:pt x="25358" y="17181"/>
                  </a:cubicBezTo>
                  <a:cubicBezTo>
                    <a:pt x="25308" y="17181"/>
                    <a:pt x="25253" y="17174"/>
                    <a:pt x="25192" y="17161"/>
                  </a:cubicBezTo>
                  <a:cubicBezTo>
                    <a:pt x="25178" y="17159"/>
                    <a:pt x="25166" y="17157"/>
                    <a:pt x="25155" y="17157"/>
                  </a:cubicBezTo>
                  <a:cubicBezTo>
                    <a:pt x="24976" y="17157"/>
                    <a:pt x="25105" y="17498"/>
                    <a:pt x="25192" y="17694"/>
                  </a:cubicBezTo>
                  <a:cubicBezTo>
                    <a:pt x="25261" y="17851"/>
                    <a:pt x="25214" y="17929"/>
                    <a:pt x="25068" y="17929"/>
                  </a:cubicBezTo>
                  <a:cubicBezTo>
                    <a:pt x="25020" y="17929"/>
                    <a:pt x="24960" y="17920"/>
                    <a:pt x="24891" y="17903"/>
                  </a:cubicBezTo>
                  <a:cubicBezTo>
                    <a:pt x="24636" y="17833"/>
                    <a:pt x="24473" y="17648"/>
                    <a:pt x="24613" y="17463"/>
                  </a:cubicBezTo>
                  <a:cubicBezTo>
                    <a:pt x="24746" y="17263"/>
                    <a:pt x="24836" y="17021"/>
                    <a:pt x="24701" y="17021"/>
                  </a:cubicBezTo>
                  <a:cubicBezTo>
                    <a:pt x="24695" y="17021"/>
                    <a:pt x="24689" y="17021"/>
                    <a:pt x="24682" y="17022"/>
                  </a:cubicBezTo>
                  <a:cubicBezTo>
                    <a:pt x="24650" y="17027"/>
                    <a:pt x="24609" y="17030"/>
                    <a:pt x="24564" y="17030"/>
                  </a:cubicBezTo>
                  <a:cubicBezTo>
                    <a:pt x="24383" y="17030"/>
                    <a:pt x="24130" y="16985"/>
                    <a:pt x="24056" y="16837"/>
                  </a:cubicBezTo>
                  <a:cubicBezTo>
                    <a:pt x="24001" y="16760"/>
                    <a:pt x="24014" y="16735"/>
                    <a:pt x="24077" y="16735"/>
                  </a:cubicBezTo>
                  <a:cubicBezTo>
                    <a:pt x="24147" y="16735"/>
                    <a:pt x="24279" y="16766"/>
                    <a:pt x="24450" y="16791"/>
                  </a:cubicBezTo>
                  <a:cubicBezTo>
                    <a:pt x="24464" y="16792"/>
                    <a:pt x="24477" y="16792"/>
                    <a:pt x="24489" y="16792"/>
                  </a:cubicBezTo>
                  <a:cubicBezTo>
                    <a:pt x="24752" y="16792"/>
                    <a:pt x="24508" y="16559"/>
                    <a:pt x="24752" y="16559"/>
                  </a:cubicBezTo>
                  <a:cubicBezTo>
                    <a:pt x="24891" y="16559"/>
                    <a:pt x="25013" y="16609"/>
                    <a:pt x="25134" y="16609"/>
                  </a:cubicBezTo>
                  <a:cubicBezTo>
                    <a:pt x="25214" y="16609"/>
                    <a:pt x="25294" y="16587"/>
                    <a:pt x="25377" y="16513"/>
                  </a:cubicBezTo>
                  <a:cubicBezTo>
                    <a:pt x="25567" y="16344"/>
                    <a:pt x="25296" y="16040"/>
                    <a:pt x="25123" y="16040"/>
                  </a:cubicBezTo>
                  <a:cubicBezTo>
                    <a:pt x="25106" y="16040"/>
                    <a:pt x="25090" y="16043"/>
                    <a:pt x="25076" y="16049"/>
                  </a:cubicBezTo>
                  <a:cubicBezTo>
                    <a:pt x="24979" y="16085"/>
                    <a:pt x="24863" y="16122"/>
                    <a:pt x="24775" y="16122"/>
                  </a:cubicBezTo>
                  <a:cubicBezTo>
                    <a:pt x="24694" y="16122"/>
                    <a:pt x="24636" y="16091"/>
                    <a:pt x="24636" y="16003"/>
                  </a:cubicBezTo>
                  <a:cubicBezTo>
                    <a:pt x="24636" y="15933"/>
                    <a:pt x="24687" y="15914"/>
                    <a:pt x="24759" y="15914"/>
                  </a:cubicBezTo>
                  <a:cubicBezTo>
                    <a:pt x="24838" y="15914"/>
                    <a:pt x="24940" y="15936"/>
                    <a:pt x="25026" y="15936"/>
                  </a:cubicBezTo>
                  <a:cubicBezTo>
                    <a:pt x="25043" y="15936"/>
                    <a:pt x="25060" y="15935"/>
                    <a:pt x="25076" y="15933"/>
                  </a:cubicBezTo>
                  <a:cubicBezTo>
                    <a:pt x="25222" y="15891"/>
                    <a:pt x="25030" y="15718"/>
                    <a:pt x="24821" y="15718"/>
                  </a:cubicBezTo>
                  <a:cubicBezTo>
                    <a:pt x="24798" y="15718"/>
                    <a:pt x="24774" y="15720"/>
                    <a:pt x="24752" y="15725"/>
                  </a:cubicBezTo>
                  <a:cubicBezTo>
                    <a:pt x="24647" y="15753"/>
                    <a:pt x="24557" y="15774"/>
                    <a:pt x="24476" y="15774"/>
                  </a:cubicBezTo>
                  <a:cubicBezTo>
                    <a:pt x="24359" y="15774"/>
                    <a:pt x="24258" y="15731"/>
                    <a:pt x="24149" y="15609"/>
                  </a:cubicBezTo>
                  <a:cubicBezTo>
                    <a:pt x="24047" y="15506"/>
                    <a:pt x="23910" y="15426"/>
                    <a:pt x="23790" y="15426"/>
                  </a:cubicBezTo>
                  <a:cubicBezTo>
                    <a:pt x="23666" y="15426"/>
                    <a:pt x="23559" y="15512"/>
                    <a:pt x="23523" y="15748"/>
                  </a:cubicBezTo>
                  <a:cubicBezTo>
                    <a:pt x="23431" y="16211"/>
                    <a:pt x="23083" y="15956"/>
                    <a:pt x="22967" y="16119"/>
                  </a:cubicBezTo>
                  <a:cubicBezTo>
                    <a:pt x="22828" y="16281"/>
                    <a:pt x="23129" y="16397"/>
                    <a:pt x="23454" y="16397"/>
                  </a:cubicBezTo>
                  <a:cubicBezTo>
                    <a:pt x="23778" y="16420"/>
                    <a:pt x="24010" y="16721"/>
                    <a:pt x="23848" y="16721"/>
                  </a:cubicBezTo>
                  <a:cubicBezTo>
                    <a:pt x="23732" y="16721"/>
                    <a:pt x="23761" y="16882"/>
                    <a:pt x="23666" y="16882"/>
                  </a:cubicBezTo>
                  <a:cubicBezTo>
                    <a:pt x="23648" y="16882"/>
                    <a:pt x="23624" y="16876"/>
                    <a:pt x="23593" y="16860"/>
                  </a:cubicBezTo>
                  <a:cubicBezTo>
                    <a:pt x="23548" y="16834"/>
                    <a:pt x="23502" y="16823"/>
                    <a:pt x="23463" y="16823"/>
                  </a:cubicBezTo>
                  <a:cubicBezTo>
                    <a:pt x="23362" y="16823"/>
                    <a:pt x="23301" y="16899"/>
                    <a:pt x="23384" y="16999"/>
                  </a:cubicBezTo>
                  <a:cubicBezTo>
                    <a:pt x="23500" y="17161"/>
                    <a:pt x="23338" y="17208"/>
                    <a:pt x="23338" y="17347"/>
                  </a:cubicBezTo>
                  <a:cubicBezTo>
                    <a:pt x="23346" y="17405"/>
                    <a:pt x="23316" y="17424"/>
                    <a:pt x="23262" y="17424"/>
                  </a:cubicBezTo>
                  <a:cubicBezTo>
                    <a:pt x="23165" y="17424"/>
                    <a:pt x="22992" y="17362"/>
                    <a:pt x="22828" y="17347"/>
                  </a:cubicBezTo>
                  <a:cubicBezTo>
                    <a:pt x="22801" y="17344"/>
                    <a:pt x="22771" y="17343"/>
                    <a:pt x="22740" y="17343"/>
                  </a:cubicBezTo>
                  <a:cubicBezTo>
                    <a:pt x="22475" y="17343"/>
                    <a:pt x="22072" y="17424"/>
                    <a:pt x="21762" y="17486"/>
                  </a:cubicBezTo>
                  <a:cubicBezTo>
                    <a:pt x="21696" y="17500"/>
                    <a:pt x="21627" y="17506"/>
                    <a:pt x="21559" y="17506"/>
                  </a:cubicBezTo>
                  <a:cubicBezTo>
                    <a:pt x="21288" y="17506"/>
                    <a:pt x="21015" y="17407"/>
                    <a:pt x="20904" y="17277"/>
                  </a:cubicBezTo>
                  <a:cubicBezTo>
                    <a:pt x="20796" y="17151"/>
                    <a:pt x="20660" y="17137"/>
                    <a:pt x="20485" y="17137"/>
                  </a:cubicBezTo>
                  <a:cubicBezTo>
                    <a:pt x="20435" y="17137"/>
                    <a:pt x="20382" y="17138"/>
                    <a:pt x="20325" y="17138"/>
                  </a:cubicBezTo>
                  <a:cubicBezTo>
                    <a:pt x="20093" y="17138"/>
                    <a:pt x="20163" y="16906"/>
                    <a:pt x="19838" y="16906"/>
                  </a:cubicBezTo>
                  <a:cubicBezTo>
                    <a:pt x="19537" y="16883"/>
                    <a:pt x="19607" y="16628"/>
                    <a:pt x="19560" y="16466"/>
                  </a:cubicBezTo>
                  <a:cubicBezTo>
                    <a:pt x="19550" y="16394"/>
                    <a:pt x="19421" y="16363"/>
                    <a:pt x="19261" y="16363"/>
                  </a:cubicBezTo>
                  <a:cubicBezTo>
                    <a:pt x="19060" y="16363"/>
                    <a:pt x="18809" y="16412"/>
                    <a:pt x="18680" y="16489"/>
                  </a:cubicBezTo>
                  <a:cubicBezTo>
                    <a:pt x="18448" y="16652"/>
                    <a:pt x="17984" y="16582"/>
                    <a:pt x="17869" y="16837"/>
                  </a:cubicBezTo>
                  <a:cubicBezTo>
                    <a:pt x="17782" y="17046"/>
                    <a:pt x="17890" y="17072"/>
                    <a:pt x="18009" y="17072"/>
                  </a:cubicBezTo>
                  <a:cubicBezTo>
                    <a:pt x="18048" y="17072"/>
                    <a:pt x="18089" y="17069"/>
                    <a:pt x="18123" y="17069"/>
                  </a:cubicBezTo>
                  <a:cubicBezTo>
                    <a:pt x="18290" y="17069"/>
                    <a:pt x="18288" y="16900"/>
                    <a:pt x="18540" y="16900"/>
                  </a:cubicBezTo>
                  <a:cubicBezTo>
                    <a:pt x="18568" y="16900"/>
                    <a:pt x="18599" y="16902"/>
                    <a:pt x="18633" y="16906"/>
                  </a:cubicBezTo>
                  <a:cubicBezTo>
                    <a:pt x="18652" y="16909"/>
                    <a:pt x="18670" y="16910"/>
                    <a:pt x="18687" y="16910"/>
                  </a:cubicBezTo>
                  <a:cubicBezTo>
                    <a:pt x="18938" y="16910"/>
                    <a:pt x="19144" y="16668"/>
                    <a:pt x="19281" y="16668"/>
                  </a:cubicBezTo>
                  <a:cubicBezTo>
                    <a:pt x="19307" y="16668"/>
                    <a:pt x="19331" y="16677"/>
                    <a:pt x="19352" y="16698"/>
                  </a:cubicBezTo>
                  <a:cubicBezTo>
                    <a:pt x="19491" y="16837"/>
                    <a:pt x="18772" y="17115"/>
                    <a:pt x="18448" y="17161"/>
                  </a:cubicBezTo>
                  <a:cubicBezTo>
                    <a:pt x="18147" y="17231"/>
                    <a:pt x="18216" y="17486"/>
                    <a:pt x="18517" y="17926"/>
                  </a:cubicBezTo>
                  <a:cubicBezTo>
                    <a:pt x="18819" y="18367"/>
                    <a:pt x="18378" y="18112"/>
                    <a:pt x="18378" y="18343"/>
                  </a:cubicBezTo>
                  <a:cubicBezTo>
                    <a:pt x="18378" y="18395"/>
                    <a:pt x="18344" y="18416"/>
                    <a:pt x="18295" y="18416"/>
                  </a:cubicBezTo>
                  <a:cubicBezTo>
                    <a:pt x="18150" y="18416"/>
                    <a:pt x="17880" y="18233"/>
                    <a:pt x="18054" y="18181"/>
                  </a:cubicBezTo>
                  <a:cubicBezTo>
                    <a:pt x="18286" y="18112"/>
                    <a:pt x="18170" y="17880"/>
                    <a:pt x="17984" y="17741"/>
                  </a:cubicBezTo>
                  <a:cubicBezTo>
                    <a:pt x="17799" y="17602"/>
                    <a:pt x="17683" y="17741"/>
                    <a:pt x="17706" y="17579"/>
                  </a:cubicBezTo>
                  <a:cubicBezTo>
                    <a:pt x="17715" y="17521"/>
                    <a:pt x="17694" y="17507"/>
                    <a:pt x="17655" y="17507"/>
                  </a:cubicBezTo>
                  <a:cubicBezTo>
                    <a:pt x="17619" y="17507"/>
                    <a:pt x="17569" y="17519"/>
                    <a:pt x="17513" y="17519"/>
                  </a:cubicBezTo>
                  <a:cubicBezTo>
                    <a:pt x="17457" y="17519"/>
                    <a:pt x="17395" y="17507"/>
                    <a:pt x="17336" y="17463"/>
                  </a:cubicBezTo>
                  <a:cubicBezTo>
                    <a:pt x="17225" y="17368"/>
                    <a:pt x="17146" y="17294"/>
                    <a:pt x="17034" y="17294"/>
                  </a:cubicBezTo>
                  <a:cubicBezTo>
                    <a:pt x="16982" y="17294"/>
                    <a:pt x="16922" y="17310"/>
                    <a:pt x="16849" y="17347"/>
                  </a:cubicBezTo>
                  <a:cubicBezTo>
                    <a:pt x="16640" y="17463"/>
                    <a:pt x="16362" y="17416"/>
                    <a:pt x="15852" y="17509"/>
                  </a:cubicBezTo>
                  <a:cubicBezTo>
                    <a:pt x="15662" y="17544"/>
                    <a:pt x="15415" y="17562"/>
                    <a:pt x="15170" y="17562"/>
                  </a:cubicBezTo>
                  <a:cubicBezTo>
                    <a:pt x="14758" y="17562"/>
                    <a:pt x="14355" y="17510"/>
                    <a:pt x="14253" y="17393"/>
                  </a:cubicBezTo>
                  <a:cubicBezTo>
                    <a:pt x="14081" y="17242"/>
                    <a:pt x="14590" y="16971"/>
                    <a:pt x="14811" y="16971"/>
                  </a:cubicBezTo>
                  <a:cubicBezTo>
                    <a:pt x="14828" y="16971"/>
                    <a:pt x="14843" y="16973"/>
                    <a:pt x="14856" y="16976"/>
                  </a:cubicBezTo>
                  <a:cubicBezTo>
                    <a:pt x="14872" y="16980"/>
                    <a:pt x="14886" y="16982"/>
                    <a:pt x="14897" y="16982"/>
                  </a:cubicBezTo>
                  <a:cubicBezTo>
                    <a:pt x="15020" y="16982"/>
                    <a:pt x="14901" y="16770"/>
                    <a:pt x="14647" y="16559"/>
                  </a:cubicBezTo>
                  <a:cubicBezTo>
                    <a:pt x="14447" y="16409"/>
                    <a:pt x="14078" y="16294"/>
                    <a:pt x="13887" y="16294"/>
                  </a:cubicBezTo>
                  <a:cubicBezTo>
                    <a:pt x="13814" y="16294"/>
                    <a:pt x="13767" y="16311"/>
                    <a:pt x="13767" y="16350"/>
                  </a:cubicBezTo>
                  <a:cubicBezTo>
                    <a:pt x="13774" y="16393"/>
                    <a:pt x="13743" y="16410"/>
                    <a:pt x="13684" y="16410"/>
                  </a:cubicBezTo>
                  <a:cubicBezTo>
                    <a:pt x="13553" y="16410"/>
                    <a:pt x="13282" y="16329"/>
                    <a:pt x="12979" y="16281"/>
                  </a:cubicBezTo>
                  <a:cubicBezTo>
                    <a:pt x="12515" y="16188"/>
                    <a:pt x="12469" y="16026"/>
                    <a:pt x="12167" y="16026"/>
                  </a:cubicBezTo>
                  <a:cubicBezTo>
                    <a:pt x="11889" y="16003"/>
                    <a:pt x="11449" y="15933"/>
                    <a:pt x="11101" y="15655"/>
                  </a:cubicBezTo>
                  <a:cubicBezTo>
                    <a:pt x="10958" y="15542"/>
                    <a:pt x="10720" y="15493"/>
                    <a:pt x="10491" y="15493"/>
                  </a:cubicBezTo>
                  <a:cubicBezTo>
                    <a:pt x="10201" y="15493"/>
                    <a:pt x="9925" y="15572"/>
                    <a:pt x="9873" y="15701"/>
                  </a:cubicBezTo>
                  <a:cubicBezTo>
                    <a:pt x="9775" y="15917"/>
                    <a:pt x="9577" y="15934"/>
                    <a:pt x="9365" y="15934"/>
                  </a:cubicBezTo>
                  <a:cubicBezTo>
                    <a:pt x="9326" y="15934"/>
                    <a:pt x="9287" y="15933"/>
                    <a:pt x="9247" y="15933"/>
                  </a:cubicBezTo>
                  <a:cubicBezTo>
                    <a:pt x="8969" y="15933"/>
                    <a:pt x="9363" y="15632"/>
                    <a:pt x="9271" y="15585"/>
                  </a:cubicBezTo>
                  <a:cubicBezTo>
                    <a:pt x="9131" y="15516"/>
                    <a:pt x="9271" y="15192"/>
                    <a:pt x="9085" y="15168"/>
                  </a:cubicBezTo>
                  <a:cubicBezTo>
                    <a:pt x="9082" y="15168"/>
                    <a:pt x="9079" y="15168"/>
                    <a:pt x="9076" y="15168"/>
                  </a:cubicBezTo>
                  <a:cubicBezTo>
                    <a:pt x="8875" y="15168"/>
                    <a:pt x="8714" y="15934"/>
                    <a:pt x="8359" y="15934"/>
                  </a:cubicBezTo>
                  <a:cubicBezTo>
                    <a:pt x="8354" y="15934"/>
                    <a:pt x="8349" y="15933"/>
                    <a:pt x="8344" y="15933"/>
                  </a:cubicBezTo>
                  <a:cubicBezTo>
                    <a:pt x="7973" y="15910"/>
                    <a:pt x="7811" y="15076"/>
                    <a:pt x="7509" y="14844"/>
                  </a:cubicBezTo>
                  <a:cubicBezTo>
                    <a:pt x="7371" y="14748"/>
                    <a:pt x="7238" y="14692"/>
                    <a:pt x="7159" y="14692"/>
                  </a:cubicBezTo>
                  <a:cubicBezTo>
                    <a:pt x="7065" y="14692"/>
                    <a:pt x="7047" y="14771"/>
                    <a:pt x="7185" y="14960"/>
                  </a:cubicBezTo>
                  <a:cubicBezTo>
                    <a:pt x="7440" y="15284"/>
                    <a:pt x="6976" y="15052"/>
                    <a:pt x="6999" y="15261"/>
                  </a:cubicBezTo>
                  <a:cubicBezTo>
                    <a:pt x="7018" y="15447"/>
                    <a:pt x="6738" y="15648"/>
                    <a:pt x="6639" y="15648"/>
                  </a:cubicBezTo>
                  <a:cubicBezTo>
                    <a:pt x="6614" y="15648"/>
                    <a:pt x="6601" y="15636"/>
                    <a:pt x="6605" y="15609"/>
                  </a:cubicBezTo>
                  <a:cubicBezTo>
                    <a:pt x="6605" y="15548"/>
                    <a:pt x="6535" y="15481"/>
                    <a:pt x="6429" y="15481"/>
                  </a:cubicBezTo>
                  <a:cubicBezTo>
                    <a:pt x="6332" y="15481"/>
                    <a:pt x="6205" y="15536"/>
                    <a:pt x="6072" y="15701"/>
                  </a:cubicBezTo>
                  <a:cubicBezTo>
                    <a:pt x="5906" y="15893"/>
                    <a:pt x="5768" y="15958"/>
                    <a:pt x="5674" y="15958"/>
                  </a:cubicBezTo>
                  <a:cubicBezTo>
                    <a:pt x="5597" y="15958"/>
                    <a:pt x="5550" y="15915"/>
                    <a:pt x="5539" y="15864"/>
                  </a:cubicBezTo>
                  <a:cubicBezTo>
                    <a:pt x="5537" y="15850"/>
                    <a:pt x="5523" y="15844"/>
                    <a:pt x="5501" y="15844"/>
                  </a:cubicBezTo>
                  <a:cubicBezTo>
                    <a:pt x="5332" y="15844"/>
                    <a:pt x="4661" y="16204"/>
                    <a:pt x="4682" y="16327"/>
                  </a:cubicBezTo>
                  <a:cubicBezTo>
                    <a:pt x="4728" y="16466"/>
                    <a:pt x="4566" y="16582"/>
                    <a:pt x="4334" y="16582"/>
                  </a:cubicBezTo>
                  <a:cubicBezTo>
                    <a:pt x="4102" y="16559"/>
                    <a:pt x="4288" y="16373"/>
                    <a:pt x="4473" y="16281"/>
                  </a:cubicBezTo>
                  <a:cubicBezTo>
                    <a:pt x="4682" y="16165"/>
                    <a:pt x="5238" y="15725"/>
                    <a:pt x="5516" y="15655"/>
                  </a:cubicBezTo>
                  <a:cubicBezTo>
                    <a:pt x="5817" y="15609"/>
                    <a:pt x="6374" y="15377"/>
                    <a:pt x="6374" y="15261"/>
                  </a:cubicBezTo>
                  <a:cubicBezTo>
                    <a:pt x="6383" y="15204"/>
                    <a:pt x="6338" y="15190"/>
                    <a:pt x="6268" y="15190"/>
                  </a:cubicBezTo>
                  <a:cubicBezTo>
                    <a:pt x="6201" y="15190"/>
                    <a:pt x="6110" y="15203"/>
                    <a:pt x="6024" y="15203"/>
                  </a:cubicBezTo>
                  <a:cubicBezTo>
                    <a:pt x="5984" y="15203"/>
                    <a:pt x="5945" y="15200"/>
                    <a:pt x="5910" y="15192"/>
                  </a:cubicBezTo>
                  <a:cubicBezTo>
                    <a:pt x="5901" y="15190"/>
                    <a:pt x="5891" y="15190"/>
                    <a:pt x="5880" y="15190"/>
                  </a:cubicBezTo>
                  <a:cubicBezTo>
                    <a:pt x="5689" y="15190"/>
                    <a:pt x="5360" y="15384"/>
                    <a:pt x="5053" y="15516"/>
                  </a:cubicBezTo>
                  <a:cubicBezTo>
                    <a:pt x="4728" y="15655"/>
                    <a:pt x="4334" y="15609"/>
                    <a:pt x="4450" y="15817"/>
                  </a:cubicBezTo>
                  <a:cubicBezTo>
                    <a:pt x="4482" y="15881"/>
                    <a:pt x="4454" y="15898"/>
                    <a:pt x="4401" y="15898"/>
                  </a:cubicBezTo>
                  <a:cubicBezTo>
                    <a:pt x="4336" y="15898"/>
                    <a:pt x="4235" y="15873"/>
                    <a:pt x="4157" y="15873"/>
                  </a:cubicBezTo>
                  <a:cubicBezTo>
                    <a:pt x="4111" y="15873"/>
                    <a:pt x="4073" y="15882"/>
                    <a:pt x="4056" y="15910"/>
                  </a:cubicBezTo>
                  <a:cubicBezTo>
                    <a:pt x="4027" y="15953"/>
                    <a:pt x="3992" y="15969"/>
                    <a:pt x="3961" y="15969"/>
                  </a:cubicBezTo>
                  <a:cubicBezTo>
                    <a:pt x="3892" y="15969"/>
                    <a:pt x="3844" y="15888"/>
                    <a:pt x="3940" y="15840"/>
                  </a:cubicBezTo>
                  <a:cubicBezTo>
                    <a:pt x="4029" y="15787"/>
                    <a:pt x="3806" y="15694"/>
                    <a:pt x="3696" y="15694"/>
                  </a:cubicBezTo>
                  <a:cubicBezTo>
                    <a:pt x="3662" y="15694"/>
                    <a:pt x="3639" y="15703"/>
                    <a:pt x="3639" y="15725"/>
                  </a:cubicBezTo>
                  <a:cubicBezTo>
                    <a:pt x="3639" y="15794"/>
                    <a:pt x="3569" y="15910"/>
                    <a:pt x="3291" y="15910"/>
                  </a:cubicBezTo>
                  <a:cubicBezTo>
                    <a:pt x="2990" y="15910"/>
                    <a:pt x="2689" y="16119"/>
                    <a:pt x="2897" y="16258"/>
                  </a:cubicBezTo>
                  <a:cubicBezTo>
                    <a:pt x="3083" y="16397"/>
                    <a:pt x="3199" y="16466"/>
                    <a:pt x="3106" y="16582"/>
                  </a:cubicBezTo>
                  <a:cubicBezTo>
                    <a:pt x="3095" y="16593"/>
                    <a:pt x="3081" y="16598"/>
                    <a:pt x="3065" y="16598"/>
                  </a:cubicBezTo>
                  <a:cubicBezTo>
                    <a:pt x="2945" y="16598"/>
                    <a:pt x="2683" y="16349"/>
                    <a:pt x="2335" y="16349"/>
                  </a:cubicBezTo>
                  <a:cubicBezTo>
                    <a:pt x="2322" y="16349"/>
                    <a:pt x="2308" y="16350"/>
                    <a:pt x="2295" y="16350"/>
                  </a:cubicBezTo>
                  <a:cubicBezTo>
                    <a:pt x="2276" y="16352"/>
                    <a:pt x="2256" y="16353"/>
                    <a:pt x="2236" y="16353"/>
                  </a:cubicBezTo>
                  <a:cubicBezTo>
                    <a:pt x="1784" y="16353"/>
                    <a:pt x="1020" y="15882"/>
                    <a:pt x="1020" y="15771"/>
                  </a:cubicBezTo>
                  <a:cubicBezTo>
                    <a:pt x="1020" y="15655"/>
                    <a:pt x="418" y="15725"/>
                    <a:pt x="0" y="15678"/>
                  </a:cubicBezTo>
                  <a:lnTo>
                    <a:pt x="0" y="24044"/>
                  </a:lnTo>
                  <a:cubicBezTo>
                    <a:pt x="0" y="24044"/>
                    <a:pt x="127" y="24143"/>
                    <a:pt x="226" y="24143"/>
                  </a:cubicBezTo>
                  <a:cubicBezTo>
                    <a:pt x="255" y="24143"/>
                    <a:pt x="281" y="24135"/>
                    <a:pt x="302" y="24114"/>
                  </a:cubicBezTo>
                  <a:cubicBezTo>
                    <a:pt x="327" y="24081"/>
                    <a:pt x="363" y="24074"/>
                    <a:pt x="411" y="24074"/>
                  </a:cubicBezTo>
                  <a:cubicBezTo>
                    <a:pt x="443" y="24074"/>
                    <a:pt x="480" y="24077"/>
                    <a:pt x="522" y="24077"/>
                  </a:cubicBezTo>
                  <a:cubicBezTo>
                    <a:pt x="596" y="24077"/>
                    <a:pt x="684" y="24069"/>
                    <a:pt x="788" y="24021"/>
                  </a:cubicBezTo>
                  <a:cubicBezTo>
                    <a:pt x="842" y="23995"/>
                    <a:pt x="888" y="23983"/>
                    <a:pt x="928" y="23983"/>
                  </a:cubicBezTo>
                  <a:cubicBezTo>
                    <a:pt x="1099" y="23983"/>
                    <a:pt x="1159" y="24187"/>
                    <a:pt x="1159" y="24299"/>
                  </a:cubicBezTo>
                  <a:cubicBezTo>
                    <a:pt x="1159" y="24415"/>
                    <a:pt x="1553" y="24624"/>
                    <a:pt x="1715" y="24832"/>
                  </a:cubicBezTo>
                  <a:cubicBezTo>
                    <a:pt x="1841" y="25011"/>
                    <a:pt x="1925" y="25149"/>
                    <a:pt x="2031" y="25149"/>
                  </a:cubicBezTo>
                  <a:cubicBezTo>
                    <a:pt x="2062" y="25149"/>
                    <a:pt x="2096" y="25137"/>
                    <a:pt x="2133" y="25110"/>
                  </a:cubicBezTo>
                  <a:cubicBezTo>
                    <a:pt x="2318" y="24995"/>
                    <a:pt x="2642" y="24948"/>
                    <a:pt x="2642" y="24740"/>
                  </a:cubicBezTo>
                  <a:cubicBezTo>
                    <a:pt x="2642" y="24633"/>
                    <a:pt x="2837" y="24569"/>
                    <a:pt x="3026" y="24569"/>
                  </a:cubicBezTo>
                  <a:cubicBezTo>
                    <a:pt x="3207" y="24569"/>
                    <a:pt x="3384" y="24627"/>
                    <a:pt x="3384" y="24763"/>
                  </a:cubicBezTo>
                  <a:cubicBezTo>
                    <a:pt x="3384" y="25041"/>
                    <a:pt x="4149" y="25365"/>
                    <a:pt x="4566" y="26107"/>
                  </a:cubicBezTo>
                  <a:cubicBezTo>
                    <a:pt x="4983" y="26849"/>
                    <a:pt x="4914" y="27011"/>
                    <a:pt x="5539" y="27243"/>
                  </a:cubicBezTo>
                  <a:cubicBezTo>
                    <a:pt x="6142" y="27498"/>
                    <a:pt x="6119" y="27613"/>
                    <a:pt x="6049" y="27822"/>
                  </a:cubicBezTo>
                  <a:cubicBezTo>
                    <a:pt x="5956" y="28031"/>
                    <a:pt x="6420" y="28146"/>
                    <a:pt x="6165" y="28332"/>
                  </a:cubicBezTo>
                  <a:cubicBezTo>
                    <a:pt x="6049" y="28401"/>
                    <a:pt x="5910" y="28494"/>
                    <a:pt x="5794" y="28587"/>
                  </a:cubicBezTo>
                  <a:cubicBezTo>
                    <a:pt x="5794" y="28703"/>
                    <a:pt x="5887" y="28772"/>
                    <a:pt x="6026" y="28865"/>
                  </a:cubicBezTo>
                  <a:cubicBezTo>
                    <a:pt x="6165" y="29004"/>
                    <a:pt x="5748" y="29004"/>
                    <a:pt x="5864" y="29097"/>
                  </a:cubicBezTo>
                  <a:cubicBezTo>
                    <a:pt x="6003" y="29212"/>
                    <a:pt x="5841" y="29375"/>
                    <a:pt x="5980" y="29514"/>
                  </a:cubicBezTo>
                  <a:cubicBezTo>
                    <a:pt x="6030" y="29574"/>
                    <a:pt x="6098" y="29600"/>
                    <a:pt x="6170" y="29600"/>
                  </a:cubicBezTo>
                  <a:cubicBezTo>
                    <a:pt x="6263" y="29600"/>
                    <a:pt x="6364" y="29556"/>
                    <a:pt x="6443" y="29491"/>
                  </a:cubicBezTo>
                  <a:cubicBezTo>
                    <a:pt x="6465" y="29476"/>
                    <a:pt x="6486" y="29469"/>
                    <a:pt x="6505" y="29469"/>
                  </a:cubicBezTo>
                  <a:cubicBezTo>
                    <a:pt x="6606" y="29469"/>
                    <a:pt x="6657" y="29659"/>
                    <a:pt x="6559" y="29815"/>
                  </a:cubicBezTo>
                  <a:cubicBezTo>
                    <a:pt x="6475" y="29949"/>
                    <a:pt x="6573" y="30047"/>
                    <a:pt x="6678" y="30047"/>
                  </a:cubicBezTo>
                  <a:cubicBezTo>
                    <a:pt x="6718" y="30047"/>
                    <a:pt x="6759" y="30033"/>
                    <a:pt x="6791" y="30000"/>
                  </a:cubicBezTo>
                  <a:cubicBezTo>
                    <a:pt x="6810" y="29978"/>
                    <a:pt x="6832" y="29968"/>
                    <a:pt x="6856" y="29968"/>
                  </a:cubicBezTo>
                  <a:cubicBezTo>
                    <a:pt x="6979" y="29968"/>
                    <a:pt x="7154" y="30220"/>
                    <a:pt x="7231" y="30279"/>
                  </a:cubicBezTo>
                  <a:cubicBezTo>
                    <a:pt x="7347" y="30325"/>
                    <a:pt x="7463" y="30510"/>
                    <a:pt x="7277" y="30510"/>
                  </a:cubicBezTo>
                  <a:cubicBezTo>
                    <a:pt x="7092" y="30510"/>
                    <a:pt x="7115" y="30835"/>
                    <a:pt x="7254" y="30835"/>
                  </a:cubicBezTo>
                  <a:cubicBezTo>
                    <a:pt x="7393" y="30858"/>
                    <a:pt x="7370" y="31020"/>
                    <a:pt x="7370" y="31136"/>
                  </a:cubicBezTo>
                  <a:cubicBezTo>
                    <a:pt x="7370" y="31236"/>
                    <a:pt x="7699" y="31354"/>
                    <a:pt x="7878" y="31354"/>
                  </a:cubicBezTo>
                  <a:cubicBezTo>
                    <a:pt x="7906" y="31354"/>
                    <a:pt x="7931" y="31351"/>
                    <a:pt x="7950" y="31345"/>
                  </a:cubicBezTo>
                  <a:cubicBezTo>
                    <a:pt x="7971" y="31338"/>
                    <a:pt x="7993" y="31336"/>
                    <a:pt x="8013" y="31336"/>
                  </a:cubicBezTo>
                  <a:cubicBezTo>
                    <a:pt x="8148" y="31336"/>
                    <a:pt x="8263" y="31456"/>
                    <a:pt x="8344" y="31576"/>
                  </a:cubicBezTo>
                  <a:cubicBezTo>
                    <a:pt x="8394" y="31677"/>
                    <a:pt x="8552" y="31753"/>
                    <a:pt x="8680" y="31753"/>
                  </a:cubicBezTo>
                  <a:cubicBezTo>
                    <a:pt x="8730" y="31753"/>
                    <a:pt x="8775" y="31741"/>
                    <a:pt x="8807" y="31715"/>
                  </a:cubicBezTo>
                  <a:cubicBezTo>
                    <a:pt x="8822" y="31707"/>
                    <a:pt x="8835" y="31703"/>
                    <a:pt x="8848" y="31703"/>
                  </a:cubicBezTo>
                  <a:cubicBezTo>
                    <a:pt x="8940" y="31703"/>
                    <a:pt x="8995" y="31898"/>
                    <a:pt x="9016" y="32040"/>
                  </a:cubicBezTo>
                  <a:cubicBezTo>
                    <a:pt x="9027" y="32128"/>
                    <a:pt x="9084" y="32153"/>
                    <a:pt x="9159" y="32153"/>
                  </a:cubicBezTo>
                  <a:cubicBezTo>
                    <a:pt x="9243" y="32153"/>
                    <a:pt x="9347" y="32122"/>
                    <a:pt x="9433" y="32109"/>
                  </a:cubicBezTo>
                  <a:cubicBezTo>
                    <a:pt x="9564" y="32109"/>
                    <a:pt x="9653" y="32274"/>
                    <a:pt x="9741" y="32274"/>
                  </a:cubicBezTo>
                  <a:cubicBezTo>
                    <a:pt x="9746" y="32274"/>
                    <a:pt x="9752" y="32273"/>
                    <a:pt x="9757" y="32272"/>
                  </a:cubicBezTo>
                  <a:cubicBezTo>
                    <a:pt x="9780" y="32262"/>
                    <a:pt x="9800" y="32257"/>
                    <a:pt x="9820" y="32257"/>
                  </a:cubicBezTo>
                  <a:cubicBezTo>
                    <a:pt x="9982" y="32257"/>
                    <a:pt x="10050" y="32575"/>
                    <a:pt x="10174" y="32781"/>
                  </a:cubicBezTo>
                  <a:lnTo>
                    <a:pt x="25238" y="32689"/>
                  </a:lnTo>
                  <a:cubicBezTo>
                    <a:pt x="25238" y="32689"/>
                    <a:pt x="25238" y="32426"/>
                    <a:pt x="25349" y="32426"/>
                  </a:cubicBezTo>
                  <a:cubicBezTo>
                    <a:pt x="25370" y="32426"/>
                    <a:pt x="25394" y="32435"/>
                    <a:pt x="25424" y="32457"/>
                  </a:cubicBezTo>
                  <a:cubicBezTo>
                    <a:pt x="25586" y="32573"/>
                    <a:pt x="25447" y="32805"/>
                    <a:pt x="25655" y="32874"/>
                  </a:cubicBezTo>
                  <a:cubicBezTo>
                    <a:pt x="25835" y="32934"/>
                    <a:pt x="25963" y="33046"/>
                    <a:pt x="26069" y="33046"/>
                  </a:cubicBezTo>
                  <a:cubicBezTo>
                    <a:pt x="26086" y="33046"/>
                    <a:pt x="26103" y="33043"/>
                    <a:pt x="26119" y="33036"/>
                  </a:cubicBezTo>
                  <a:cubicBezTo>
                    <a:pt x="26189" y="33008"/>
                    <a:pt x="26285" y="32938"/>
                    <a:pt x="26390" y="32938"/>
                  </a:cubicBezTo>
                  <a:cubicBezTo>
                    <a:pt x="26459" y="32938"/>
                    <a:pt x="26532" y="32968"/>
                    <a:pt x="26606" y="33060"/>
                  </a:cubicBezTo>
                  <a:cubicBezTo>
                    <a:pt x="26699" y="33153"/>
                    <a:pt x="26778" y="33167"/>
                    <a:pt x="26847" y="33167"/>
                  </a:cubicBezTo>
                  <a:cubicBezTo>
                    <a:pt x="26879" y="33167"/>
                    <a:pt x="26909" y="33164"/>
                    <a:pt x="26937" y="33164"/>
                  </a:cubicBezTo>
                  <a:cubicBezTo>
                    <a:pt x="26985" y="33164"/>
                    <a:pt x="27029" y="33173"/>
                    <a:pt x="27069" y="33222"/>
                  </a:cubicBezTo>
                  <a:cubicBezTo>
                    <a:pt x="27142" y="33324"/>
                    <a:pt x="27253" y="33399"/>
                    <a:pt x="27359" y="33399"/>
                  </a:cubicBezTo>
                  <a:cubicBezTo>
                    <a:pt x="27421" y="33399"/>
                    <a:pt x="27482" y="33374"/>
                    <a:pt x="27533" y="33314"/>
                  </a:cubicBezTo>
                  <a:cubicBezTo>
                    <a:pt x="27565" y="33276"/>
                    <a:pt x="27624" y="33260"/>
                    <a:pt x="27697" y="33260"/>
                  </a:cubicBezTo>
                  <a:cubicBezTo>
                    <a:pt x="27887" y="33260"/>
                    <a:pt x="28170" y="33363"/>
                    <a:pt x="28321" y="33430"/>
                  </a:cubicBezTo>
                  <a:cubicBezTo>
                    <a:pt x="28575" y="33199"/>
                    <a:pt x="28784" y="32758"/>
                    <a:pt x="29039" y="32758"/>
                  </a:cubicBezTo>
                  <a:cubicBezTo>
                    <a:pt x="29340" y="32758"/>
                    <a:pt x="30151" y="32828"/>
                    <a:pt x="30198" y="33245"/>
                  </a:cubicBezTo>
                  <a:cubicBezTo>
                    <a:pt x="30244" y="33639"/>
                    <a:pt x="30731" y="33268"/>
                    <a:pt x="30777" y="33639"/>
                  </a:cubicBezTo>
                  <a:cubicBezTo>
                    <a:pt x="30823" y="33987"/>
                    <a:pt x="31148" y="34241"/>
                    <a:pt x="31078" y="34404"/>
                  </a:cubicBezTo>
                  <a:cubicBezTo>
                    <a:pt x="31171" y="34473"/>
                    <a:pt x="31287" y="34543"/>
                    <a:pt x="31403" y="34635"/>
                  </a:cubicBezTo>
                  <a:cubicBezTo>
                    <a:pt x="31442" y="34616"/>
                    <a:pt x="31504" y="34607"/>
                    <a:pt x="31579" y="34607"/>
                  </a:cubicBezTo>
                  <a:cubicBezTo>
                    <a:pt x="31767" y="34607"/>
                    <a:pt x="32038" y="34662"/>
                    <a:pt x="32237" y="34728"/>
                  </a:cubicBezTo>
                  <a:cubicBezTo>
                    <a:pt x="32318" y="34763"/>
                    <a:pt x="32411" y="34772"/>
                    <a:pt x="32507" y="34772"/>
                  </a:cubicBezTo>
                  <a:cubicBezTo>
                    <a:pt x="32604" y="34772"/>
                    <a:pt x="32704" y="34763"/>
                    <a:pt x="32799" y="34763"/>
                  </a:cubicBezTo>
                  <a:cubicBezTo>
                    <a:pt x="32990" y="34763"/>
                    <a:pt x="33164" y="34798"/>
                    <a:pt x="33257" y="35006"/>
                  </a:cubicBezTo>
                  <a:cubicBezTo>
                    <a:pt x="33419" y="35423"/>
                    <a:pt x="33813" y="35725"/>
                    <a:pt x="33442" y="35748"/>
                  </a:cubicBezTo>
                  <a:cubicBezTo>
                    <a:pt x="33433" y="35749"/>
                    <a:pt x="33425" y="35749"/>
                    <a:pt x="33416" y="35749"/>
                  </a:cubicBezTo>
                  <a:cubicBezTo>
                    <a:pt x="33168" y="35749"/>
                    <a:pt x="32889" y="35515"/>
                    <a:pt x="32787" y="35515"/>
                  </a:cubicBezTo>
                  <a:cubicBezTo>
                    <a:pt x="32757" y="35515"/>
                    <a:pt x="32742" y="35535"/>
                    <a:pt x="32747" y="35586"/>
                  </a:cubicBezTo>
                  <a:cubicBezTo>
                    <a:pt x="32770" y="35817"/>
                    <a:pt x="32562" y="35702"/>
                    <a:pt x="32562" y="36072"/>
                  </a:cubicBezTo>
                  <a:cubicBezTo>
                    <a:pt x="32562" y="36435"/>
                    <a:pt x="32340" y="36931"/>
                    <a:pt x="32200" y="36931"/>
                  </a:cubicBezTo>
                  <a:cubicBezTo>
                    <a:pt x="32197" y="36931"/>
                    <a:pt x="32194" y="36930"/>
                    <a:pt x="32191" y="36930"/>
                  </a:cubicBezTo>
                  <a:cubicBezTo>
                    <a:pt x="32168" y="36930"/>
                    <a:pt x="32168" y="36930"/>
                    <a:pt x="32168" y="36907"/>
                  </a:cubicBezTo>
                  <a:lnTo>
                    <a:pt x="32168" y="36907"/>
                  </a:lnTo>
                  <a:cubicBezTo>
                    <a:pt x="32144" y="37046"/>
                    <a:pt x="32144" y="37231"/>
                    <a:pt x="32260" y="37347"/>
                  </a:cubicBezTo>
                  <a:cubicBezTo>
                    <a:pt x="32437" y="37214"/>
                    <a:pt x="32677" y="36998"/>
                    <a:pt x="32900" y="36998"/>
                  </a:cubicBezTo>
                  <a:cubicBezTo>
                    <a:pt x="32911" y="36998"/>
                    <a:pt x="32922" y="36998"/>
                    <a:pt x="32932" y="36999"/>
                  </a:cubicBezTo>
                  <a:cubicBezTo>
                    <a:pt x="33201" y="37016"/>
                    <a:pt x="33324" y="37130"/>
                    <a:pt x="33459" y="37130"/>
                  </a:cubicBezTo>
                  <a:cubicBezTo>
                    <a:pt x="33510" y="37130"/>
                    <a:pt x="33564" y="37114"/>
                    <a:pt x="33628" y="37069"/>
                  </a:cubicBezTo>
                  <a:cubicBezTo>
                    <a:pt x="33796" y="36962"/>
                    <a:pt x="33873" y="36885"/>
                    <a:pt x="33920" y="36885"/>
                  </a:cubicBezTo>
                  <a:cubicBezTo>
                    <a:pt x="33944" y="36885"/>
                    <a:pt x="33960" y="36906"/>
                    <a:pt x="33975" y="36953"/>
                  </a:cubicBezTo>
                  <a:cubicBezTo>
                    <a:pt x="33975" y="36953"/>
                    <a:pt x="33975" y="36976"/>
                    <a:pt x="33975" y="36999"/>
                  </a:cubicBezTo>
                  <a:cubicBezTo>
                    <a:pt x="34068" y="36953"/>
                    <a:pt x="34114" y="36907"/>
                    <a:pt x="34138" y="36860"/>
                  </a:cubicBezTo>
                  <a:cubicBezTo>
                    <a:pt x="34138" y="36814"/>
                    <a:pt x="34114" y="36721"/>
                    <a:pt x="34091" y="36652"/>
                  </a:cubicBezTo>
                  <a:cubicBezTo>
                    <a:pt x="34009" y="36660"/>
                    <a:pt x="33945" y="36668"/>
                    <a:pt x="33893" y="36668"/>
                  </a:cubicBezTo>
                  <a:cubicBezTo>
                    <a:pt x="33800" y="36668"/>
                    <a:pt x="33750" y="36641"/>
                    <a:pt x="33720" y="36536"/>
                  </a:cubicBezTo>
                  <a:cubicBezTo>
                    <a:pt x="33615" y="36303"/>
                    <a:pt x="34301" y="36090"/>
                    <a:pt x="34721" y="36090"/>
                  </a:cubicBezTo>
                  <a:cubicBezTo>
                    <a:pt x="34761" y="36090"/>
                    <a:pt x="34799" y="36091"/>
                    <a:pt x="34833" y="36096"/>
                  </a:cubicBezTo>
                  <a:cubicBezTo>
                    <a:pt x="34865" y="36099"/>
                    <a:pt x="34895" y="36101"/>
                    <a:pt x="34926" y="36101"/>
                  </a:cubicBezTo>
                  <a:cubicBezTo>
                    <a:pt x="35160" y="36101"/>
                    <a:pt x="35341" y="35994"/>
                    <a:pt x="35463" y="35994"/>
                  </a:cubicBezTo>
                  <a:cubicBezTo>
                    <a:pt x="35509" y="35994"/>
                    <a:pt x="35546" y="36009"/>
                    <a:pt x="35574" y="36049"/>
                  </a:cubicBezTo>
                  <a:cubicBezTo>
                    <a:pt x="35806" y="35841"/>
                    <a:pt x="36223" y="35493"/>
                    <a:pt x="36316" y="35493"/>
                  </a:cubicBezTo>
                  <a:cubicBezTo>
                    <a:pt x="36455" y="35493"/>
                    <a:pt x="38193" y="35470"/>
                    <a:pt x="38193" y="35470"/>
                  </a:cubicBezTo>
                  <a:cubicBezTo>
                    <a:pt x="38193" y="35470"/>
                    <a:pt x="38773" y="35099"/>
                    <a:pt x="38865" y="34751"/>
                  </a:cubicBezTo>
                  <a:cubicBezTo>
                    <a:pt x="38928" y="34460"/>
                    <a:pt x="39253" y="33774"/>
                    <a:pt x="39486" y="33774"/>
                  </a:cubicBezTo>
                  <a:cubicBezTo>
                    <a:pt x="39512" y="33774"/>
                    <a:pt x="39537" y="33783"/>
                    <a:pt x="39561" y="33801"/>
                  </a:cubicBezTo>
                  <a:cubicBezTo>
                    <a:pt x="39792" y="33963"/>
                    <a:pt x="40279" y="33848"/>
                    <a:pt x="40279" y="34010"/>
                  </a:cubicBezTo>
                  <a:cubicBezTo>
                    <a:pt x="40302" y="34149"/>
                    <a:pt x="40117" y="34705"/>
                    <a:pt x="40742" y="35516"/>
                  </a:cubicBezTo>
                  <a:cubicBezTo>
                    <a:pt x="40974" y="35377"/>
                    <a:pt x="41183" y="35284"/>
                    <a:pt x="41322" y="35284"/>
                  </a:cubicBezTo>
                  <a:cubicBezTo>
                    <a:pt x="41530" y="35284"/>
                    <a:pt x="41855" y="35006"/>
                    <a:pt x="41971" y="34821"/>
                  </a:cubicBezTo>
                  <a:cubicBezTo>
                    <a:pt x="41990" y="34783"/>
                    <a:pt x="42011" y="34767"/>
                    <a:pt x="42031" y="34767"/>
                  </a:cubicBezTo>
                  <a:cubicBezTo>
                    <a:pt x="42106" y="34767"/>
                    <a:pt x="42159" y="34997"/>
                    <a:pt x="41994" y="35053"/>
                  </a:cubicBezTo>
                  <a:cubicBezTo>
                    <a:pt x="41823" y="35117"/>
                    <a:pt x="42107" y="35241"/>
                    <a:pt x="42425" y="35241"/>
                  </a:cubicBezTo>
                  <a:cubicBezTo>
                    <a:pt x="42451" y="35241"/>
                    <a:pt x="42478" y="35240"/>
                    <a:pt x="42504" y="35238"/>
                  </a:cubicBezTo>
                  <a:cubicBezTo>
                    <a:pt x="42803" y="35238"/>
                    <a:pt x="42412" y="35357"/>
                    <a:pt x="42149" y="35357"/>
                  </a:cubicBezTo>
                  <a:cubicBezTo>
                    <a:pt x="42127" y="35357"/>
                    <a:pt x="42106" y="35356"/>
                    <a:pt x="42087" y="35354"/>
                  </a:cubicBezTo>
                  <a:cubicBezTo>
                    <a:pt x="41832" y="35354"/>
                    <a:pt x="41716" y="35377"/>
                    <a:pt x="41391" y="35725"/>
                  </a:cubicBezTo>
                  <a:cubicBezTo>
                    <a:pt x="41044" y="36049"/>
                    <a:pt x="41136" y="36165"/>
                    <a:pt x="41322" y="36327"/>
                  </a:cubicBezTo>
                  <a:cubicBezTo>
                    <a:pt x="41391" y="36387"/>
                    <a:pt x="41469" y="36416"/>
                    <a:pt x="41554" y="36416"/>
                  </a:cubicBezTo>
                  <a:cubicBezTo>
                    <a:pt x="41699" y="36416"/>
                    <a:pt x="41865" y="36334"/>
                    <a:pt x="42040" y="36188"/>
                  </a:cubicBezTo>
                  <a:cubicBezTo>
                    <a:pt x="42283" y="35967"/>
                    <a:pt x="42295" y="35746"/>
                    <a:pt x="42516" y="35746"/>
                  </a:cubicBezTo>
                  <a:cubicBezTo>
                    <a:pt x="42527" y="35746"/>
                    <a:pt x="42538" y="35747"/>
                    <a:pt x="42550" y="35748"/>
                  </a:cubicBezTo>
                  <a:cubicBezTo>
                    <a:pt x="42828" y="35748"/>
                    <a:pt x="43523" y="35493"/>
                    <a:pt x="43825" y="35400"/>
                  </a:cubicBezTo>
                  <a:cubicBezTo>
                    <a:pt x="44126" y="35308"/>
                    <a:pt x="43917" y="35261"/>
                    <a:pt x="43917" y="35122"/>
                  </a:cubicBezTo>
                  <a:cubicBezTo>
                    <a:pt x="43917" y="34983"/>
                    <a:pt x="44450" y="34983"/>
                    <a:pt x="44659" y="34867"/>
                  </a:cubicBezTo>
                  <a:cubicBezTo>
                    <a:pt x="44828" y="34740"/>
                    <a:pt x="44650" y="34633"/>
                    <a:pt x="44494" y="34633"/>
                  </a:cubicBezTo>
                  <a:cubicBezTo>
                    <a:pt x="44479" y="34633"/>
                    <a:pt x="44465" y="34633"/>
                    <a:pt x="44450" y="34635"/>
                  </a:cubicBezTo>
                  <a:cubicBezTo>
                    <a:pt x="44443" y="34636"/>
                    <a:pt x="44435" y="34637"/>
                    <a:pt x="44428" y="34637"/>
                  </a:cubicBezTo>
                  <a:cubicBezTo>
                    <a:pt x="44277" y="34637"/>
                    <a:pt x="44405" y="34398"/>
                    <a:pt x="44427" y="34265"/>
                  </a:cubicBezTo>
                  <a:cubicBezTo>
                    <a:pt x="44433" y="34232"/>
                    <a:pt x="44417" y="34219"/>
                    <a:pt x="44389" y="34219"/>
                  </a:cubicBezTo>
                  <a:cubicBezTo>
                    <a:pt x="44297" y="34219"/>
                    <a:pt x="44074" y="34367"/>
                    <a:pt x="44057" y="34473"/>
                  </a:cubicBezTo>
                  <a:cubicBezTo>
                    <a:pt x="44033" y="34635"/>
                    <a:pt x="43778" y="34705"/>
                    <a:pt x="43778" y="34798"/>
                  </a:cubicBezTo>
                  <a:cubicBezTo>
                    <a:pt x="43778" y="35076"/>
                    <a:pt x="43732" y="34937"/>
                    <a:pt x="43547" y="35029"/>
                  </a:cubicBezTo>
                  <a:cubicBezTo>
                    <a:pt x="43496" y="35055"/>
                    <a:pt x="43402" y="35066"/>
                    <a:pt x="43292" y="35066"/>
                  </a:cubicBezTo>
                  <a:cubicBezTo>
                    <a:pt x="42999" y="35066"/>
                    <a:pt x="42590" y="34985"/>
                    <a:pt x="42573" y="34867"/>
                  </a:cubicBezTo>
                  <a:cubicBezTo>
                    <a:pt x="42550" y="34682"/>
                    <a:pt x="42017" y="34612"/>
                    <a:pt x="41994" y="34381"/>
                  </a:cubicBezTo>
                  <a:cubicBezTo>
                    <a:pt x="41971" y="34149"/>
                    <a:pt x="41693" y="34079"/>
                    <a:pt x="41901" y="33824"/>
                  </a:cubicBezTo>
                  <a:cubicBezTo>
                    <a:pt x="42055" y="33656"/>
                    <a:pt x="41995" y="33538"/>
                    <a:pt x="41876" y="33538"/>
                  </a:cubicBezTo>
                  <a:cubicBezTo>
                    <a:pt x="41816" y="33538"/>
                    <a:pt x="41740" y="33568"/>
                    <a:pt x="41669" y="33639"/>
                  </a:cubicBezTo>
                  <a:cubicBezTo>
                    <a:pt x="41622" y="33681"/>
                    <a:pt x="41580" y="33698"/>
                    <a:pt x="41546" y="33698"/>
                  </a:cubicBezTo>
                  <a:cubicBezTo>
                    <a:pt x="41429" y="33698"/>
                    <a:pt x="41408" y="33497"/>
                    <a:pt x="41623" y="33407"/>
                  </a:cubicBezTo>
                  <a:cubicBezTo>
                    <a:pt x="41901" y="33314"/>
                    <a:pt x="42411" y="33199"/>
                    <a:pt x="42156" y="32712"/>
                  </a:cubicBezTo>
                  <a:cubicBezTo>
                    <a:pt x="42082" y="32583"/>
                    <a:pt x="41910" y="32532"/>
                    <a:pt x="41689" y="32532"/>
                  </a:cubicBezTo>
                  <a:cubicBezTo>
                    <a:pt x="41079" y="32532"/>
                    <a:pt x="40099" y="32919"/>
                    <a:pt x="39792" y="33106"/>
                  </a:cubicBezTo>
                  <a:cubicBezTo>
                    <a:pt x="39375" y="33338"/>
                    <a:pt x="38842" y="34126"/>
                    <a:pt x="38610" y="34126"/>
                  </a:cubicBezTo>
                  <a:cubicBezTo>
                    <a:pt x="38379" y="34126"/>
                    <a:pt x="39004" y="33708"/>
                    <a:pt x="39097" y="33546"/>
                  </a:cubicBezTo>
                  <a:cubicBezTo>
                    <a:pt x="39175" y="33411"/>
                    <a:pt x="39106" y="33275"/>
                    <a:pt x="39163" y="33275"/>
                  </a:cubicBezTo>
                  <a:cubicBezTo>
                    <a:pt x="39174" y="33275"/>
                    <a:pt x="39190" y="33280"/>
                    <a:pt x="39213" y="33291"/>
                  </a:cubicBezTo>
                  <a:cubicBezTo>
                    <a:pt x="39219" y="33295"/>
                    <a:pt x="39227" y="33297"/>
                    <a:pt x="39235" y="33297"/>
                  </a:cubicBezTo>
                  <a:cubicBezTo>
                    <a:pt x="39372" y="33297"/>
                    <a:pt x="39737" y="32770"/>
                    <a:pt x="39978" y="32573"/>
                  </a:cubicBezTo>
                  <a:cubicBezTo>
                    <a:pt x="40086" y="32494"/>
                    <a:pt x="40198" y="32482"/>
                    <a:pt x="40294" y="32482"/>
                  </a:cubicBezTo>
                  <a:cubicBezTo>
                    <a:pt x="40335" y="32482"/>
                    <a:pt x="40373" y="32484"/>
                    <a:pt x="40406" y="32484"/>
                  </a:cubicBezTo>
                  <a:cubicBezTo>
                    <a:pt x="40476" y="32484"/>
                    <a:pt x="40525" y="32474"/>
                    <a:pt x="40534" y="32411"/>
                  </a:cubicBezTo>
                  <a:cubicBezTo>
                    <a:pt x="40580" y="32248"/>
                    <a:pt x="40696" y="32133"/>
                    <a:pt x="40928" y="31924"/>
                  </a:cubicBezTo>
                  <a:cubicBezTo>
                    <a:pt x="41102" y="31781"/>
                    <a:pt x="42512" y="31747"/>
                    <a:pt x="43475" y="31747"/>
                  </a:cubicBezTo>
                  <a:cubicBezTo>
                    <a:pt x="43920" y="31747"/>
                    <a:pt x="44270" y="31754"/>
                    <a:pt x="44358" y="31762"/>
                  </a:cubicBezTo>
                  <a:cubicBezTo>
                    <a:pt x="44636" y="31762"/>
                    <a:pt x="45169" y="31391"/>
                    <a:pt x="45331" y="31159"/>
                  </a:cubicBezTo>
                  <a:cubicBezTo>
                    <a:pt x="45456" y="30963"/>
                    <a:pt x="45608" y="30918"/>
                    <a:pt x="45850" y="30918"/>
                  </a:cubicBezTo>
                  <a:cubicBezTo>
                    <a:pt x="45923" y="30918"/>
                    <a:pt x="46005" y="30922"/>
                    <a:pt x="46096" y="30927"/>
                  </a:cubicBezTo>
                  <a:cubicBezTo>
                    <a:pt x="46108" y="30928"/>
                    <a:pt x="46119" y="30929"/>
                    <a:pt x="46131" y="30929"/>
                  </a:cubicBezTo>
                  <a:cubicBezTo>
                    <a:pt x="46479" y="30929"/>
                    <a:pt x="46658" y="30599"/>
                    <a:pt x="46838" y="30464"/>
                  </a:cubicBezTo>
                  <a:cubicBezTo>
                    <a:pt x="47046" y="30348"/>
                    <a:pt x="46977" y="30279"/>
                    <a:pt x="46791" y="30232"/>
                  </a:cubicBezTo>
                  <a:cubicBezTo>
                    <a:pt x="46629" y="30209"/>
                    <a:pt x="46467" y="30093"/>
                    <a:pt x="46652" y="30093"/>
                  </a:cubicBezTo>
                  <a:cubicBezTo>
                    <a:pt x="46814" y="30070"/>
                    <a:pt x="46907" y="29977"/>
                    <a:pt x="46977" y="29769"/>
                  </a:cubicBezTo>
                  <a:cubicBezTo>
                    <a:pt x="47046" y="29537"/>
                    <a:pt x="46907" y="29630"/>
                    <a:pt x="46675" y="29328"/>
                  </a:cubicBezTo>
                  <a:cubicBezTo>
                    <a:pt x="46611" y="29244"/>
                    <a:pt x="46555" y="29214"/>
                    <a:pt x="46503" y="29214"/>
                  </a:cubicBezTo>
                  <a:cubicBezTo>
                    <a:pt x="46375" y="29214"/>
                    <a:pt x="46272" y="29399"/>
                    <a:pt x="46116" y="29399"/>
                  </a:cubicBezTo>
                  <a:cubicBezTo>
                    <a:pt x="46109" y="29399"/>
                    <a:pt x="46103" y="29399"/>
                    <a:pt x="46096" y="29398"/>
                  </a:cubicBezTo>
                  <a:cubicBezTo>
                    <a:pt x="45864" y="29375"/>
                    <a:pt x="46258" y="29097"/>
                    <a:pt x="46050" y="28958"/>
                  </a:cubicBezTo>
                  <a:cubicBezTo>
                    <a:pt x="45995" y="28924"/>
                    <a:pt x="45925" y="28908"/>
                    <a:pt x="45847" y="28908"/>
                  </a:cubicBezTo>
                  <a:cubicBezTo>
                    <a:pt x="45656" y="28908"/>
                    <a:pt x="45412" y="29002"/>
                    <a:pt x="45215" y="29166"/>
                  </a:cubicBezTo>
                  <a:cubicBezTo>
                    <a:pt x="45084" y="29277"/>
                    <a:pt x="45015" y="29291"/>
                    <a:pt x="44957" y="29291"/>
                  </a:cubicBezTo>
                  <a:cubicBezTo>
                    <a:pt x="44936" y="29291"/>
                    <a:pt x="44917" y="29290"/>
                    <a:pt x="44898" y="29290"/>
                  </a:cubicBezTo>
                  <a:cubicBezTo>
                    <a:pt x="44845" y="29290"/>
                    <a:pt x="44787" y="29303"/>
                    <a:pt x="44682" y="29398"/>
                  </a:cubicBezTo>
                  <a:cubicBezTo>
                    <a:pt x="44619" y="29461"/>
                    <a:pt x="44571" y="29486"/>
                    <a:pt x="44538" y="29486"/>
                  </a:cubicBezTo>
                  <a:cubicBezTo>
                    <a:pt x="44436" y="29486"/>
                    <a:pt x="44462" y="29259"/>
                    <a:pt x="44566" y="29189"/>
                  </a:cubicBezTo>
                  <a:cubicBezTo>
                    <a:pt x="44682" y="29097"/>
                    <a:pt x="44752" y="29189"/>
                    <a:pt x="44868" y="29050"/>
                  </a:cubicBezTo>
                  <a:cubicBezTo>
                    <a:pt x="44984" y="28911"/>
                    <a:pt x="45099" y="29050"/>
                    <a:pt x="45377" y="28865"/>
                  </a:cubicBezTo>
                  <a:cubicBezTo>
                    <a:pt x="45656" y="28679"/>
                    <a:pt x="45887" y="28772"/>
                    <a:pt x="45980" y="28633"/>
                  </a:cubicBezTo>
                  <a:cubicBezTo>
                    <a:pt x="46041" y="28511"/>
                    <a:pt x="45887" y="28370"/>
                    <a:pt x="45659" y="28370"/>
                  </a:cubicBezTo>
                  <a:cubicBezTo>
                    <a:pt x="45628" y="28370"/>
                    <a:pt x="45596" y="28373"/>
                    <a:pt x="45563" y="28378"/>
                  </a:cubicBezTo>
                  <a:cubicBezTo>
                    <a:pt x="45543" y="28384"/>
                    <a:pt x="45524" y="28386"/>
                    <a:pt x="45505" y="28386"/>
                  </a:cubicBezTo>
                  <a:cubicBezTo>
                    <a:pt x="45309" y="28386"/>
                    <a:pt x="45156" y="28126"/>
                    <a:pt x="45021" y="28126"/>
                  </a:cubicBezTo>
                  <a:cubicBezTo>
                    <a:pt x="45001" y="28126"/>
                    <a:pt x="44980" y="28132"/>
                    <a:pt x="44960" y="28146"/>
                  </a:cubicBezTo>
                  <a:cubicBezTo>
                    <a:pt x="44933" y="28166"/>
                    <a:pt x="44911" y="28173"/>
                    <a:pt x="44893" y="28173"/>
                  </a:cubicBezTo>
                  <a:cubicBezTo>
                    <a:pt x="44819" y="28173"/>
                    <a:pt x="44798" y="28050"/>
                    <a:pt x="44713" y="28050"/>
                  </a:cubicBezTo>
                  <a:cubicBezTo>
                    <a:pt x="44692" y="28050"/>
                    <a:pt x="44667" y="28058"/>
                    <a:pt x="44636" y="28077"/>
                  </a:cubicBezTo>
                  <a:cubicBezTo>
                    <a:pt x="44584" y="28105"/>
                    <a:pt x="44540" y="28119"/>
                    <a:pt x="44501" y="28119"/>
                  </a:cubicBezTo>
                  <a:cubicBezTo>
                    <a:pt x="44382" y="28119"/>
                    <a:pt x="44312" y="27997"/>
                    <a:pt x="44242" y="27822"/>
                  </a:cubicBezTo>
                  <a:cubicBezTo>
                    <a:pt x="44149" y="27590"/>
                    <a:pt x="43639" y="27196"/>
                    <a:pt x="43315" y="27104"/>
                  </a:cubicBezTo>
                  <a:cubicBezTo>
                    <a:pt x="43088" y="27034"/>
                    <a:pt x="43137" y="26924"/>
                    <a:pt x="43255" y="26924"/>
                  </a:cubicBezTo>
                  <a:cubicBezTo>
                    <a:pt x="43293" y="26924"/>
                    <a:pt x="43339" y="26936"/>
                    <a:pt x="43384" y="26964"/>
                  </a:cubicBezTo>
                  <a:cubicBezTo>
                    <a:pt x="43415" y="26986"/>
                    <a:pt x="43447" y="26996"/>
                    <a:pt x="43478" y="26996"/>
                  </a:cubicBezTo>
                  <a:cubicBezTo>
                    <a:pt x="43614" y="26996"/>
                    <a:pt x="43750" y="26822"/>
                    <a:pt x="43825" y="26710"/>
                  </a:cubicBezTo>
                  <a:cubicBezTo>
                    <a:pt x="43894" y="26594"/>
                    <a:pt x="43686" y="26501"/>
                    <a:pt x="43593" y="26478"/>
                  </a:cubicBezTo>
                  <a:cubicBezTo>
                    <a:pt x="43500" y="26478"/>
                    <a:pt x="43500" y="26316"/>
                    <a:pt x="43523" y="26200"/>
                  </a:cubicBezTo>
                  <a:cubicBezTo>
                    <a:pt x="43547" y="26061"/>
                    <a:pt x="43199" y="25898"/>
                    <a:pt x="43176" y="25783"/>
                  </a:cubicBezTo>
                  <a:cubicBezTo>
                    <a:pt x="43176" y="25667"/>
                    <a:pt x="42967" y="25574"/>
                    <a:pt x="42967" y="25481"/>
                  </a:cubicBezTo>
                  <a:cubicBezTo>
                    <a:pt x="42990" y="25365"/>
                    <a:pt x="42759" y="25203"/>
                    <a:pt x="42759" y="25064"/>
                  </a:cubicBezTo>
                  <a:cubicBezTo>
                    <a:pt x="42759" y="24925"/>
                    <a:pt x="42411" y="24624"/>
                    <a:pt x="42388" y="24462"/>
                  </a:cubicBezTo>
                  <a:cubicBezTo>
                    <a:pt x="42388" y="24276"/>
                    <a:pt x="42179" y="24160"/>
                    <a:pt x="42110" y="23952"/>
                  </a:cubicBezTo>
                  <a:cubicBezTo>
                    <a:pt x="42085" y="23878"/>
                    <a:pt x="42058" y="23845"/>
                    <a:pt x="42030" y="23845"/>
                  </a:cubicBezTo>
                  <a:cubicBezTo>
                    <a:pt x="41978" y="23845"/>
                    <a:pt x="41923" y="23957"/>
                    <a:pt x="41878" y="24137"/>
                  </a:cubicBezTo>
                  <a:cubicBezTo>
                    <a:pt x="41785" y="24438"/>
                    <a:pt x="41530" y="24415"/>
                    <a:pt x="41623" y="24531"/>
                  </a:cubicBezTo>
                  <a:cubicBezTo>
                    <a:pt x="41762" y="24717"/>
                    <a:pt x="41646" y="24717"/>
                    <a:pt x="41530" y="24856"/>
                  </a:cubicBezTo>
                  <a:cubicBezTo>
                    <a:pt x="41438" y="24971"/>
                    <a:pt x="41623" y="25157"/>
                    <a:pt x="41438" y="25157"/>
                  </a:cubicBezTo>
                  <a:cubicBezTo>
                    <a:pt x="41286" y="25157"/>
                    <a:pt x="41305" y="25406"/>
                    <a:pt x="41266" y="25406"/>
                  </a:cubicBezTo>
                  <a:cubicBezTo>
                    <a:pt x="41257" y="25406"/>
                    <a:pt x="41246" y="25395"/>
                    <a:pt x="41229" y="25365"/>
                  </a:cubicBezTo>
                  <a:cubicBezTo>
                    <a:pt x="41188" y="25284"/>
                    <a:pt x="41121" y="25247"/>
                    <a:pt x="41058" y="25247"/>
                  </a:cubicBezTo>
                  <a:cubicBezTo>
                    <a:pt x="40978" y="25247"/>
                    <a:pt x="40905" y="25308"/>
                    <a:pt x="40905" y="25412"/>
                  </a:cubicBezTo>
                  <a:cubicBezTo>
                    <a:pt x="40905" y="25564"/>
                    <a:pt x="40560" y="25715"/>
                    <a:pt x="40402" y="25715"/>
                  </a:cubicBezTo>
                  <a:cubicBezTo>
                    <a:pt x="40391" y="25715"/>
                    <a:pt x="40381" y="25715"/>
                    <a:pt x="40372" y="25713"/>
                  </a:cubicBezTo>
                  <a:cubicBezTo>
                    <a:pt x="40230" y="25713"/>
                    <a:pt x="40212" y="25465"/>
                    <a:pt x="40117" y="25465"/>
                  </a:cubicBezTo>
                  <a:cubicBezTo>
                    <a:pt x="40103" y="25465"/>
                    <a:pt x="40088" y="25470"/>
                    <a:pt x="40070" y="25481"/>
                  </a:cubicBezTo>
                  <a:cubicBezTo>
                    <a:pt x="40055" y="25492"/>
                    <a:pt x="40041" y="25496"/>
                    <a:pt x="40030" y="25496"/>
                  </a:cubicBezTo>
                  <a:cubicBezTo>
                    <a:pt x="39934" y="25496"/>
                    <a:pt x="39934" y="25203"/>
                    <a:pt x="39769" y="25203"/>
                  </a:cubicBezTo>
                  <a:cubicBezTo>
                    <a:pt x="39727" y="25208"/>
                    <a:pt x="39688" y="25211"/>
                    <a:pt x="39651" y="25211"/>
                  </a:cubicBezTo>
                  <a:cubicBezTo>
                    <a:pt x="39505" y="25211"/>
                    <a:pt x="39412" y="25166"/>
                    <a:pt x="39468" y="25018"/>
                  </a:cubicBezTo>
                  <a:cubicBezTo>
                    <a:pt x="39537" y="24832"/>
                    <a:pt x="39120" y="24763"/>
                    <a:pt x="39259" y="24647"/>
                  </a:cubicBezTo>
                  <a:cubicBezTo>
                    <a:pt x="39375" y="24531"/>
                    <a:pt x="39213" y="24346"/>
                    <a:pt x="39190" y="24021"/>
                  </a:cubicBezTo>
                  <a:cubicBezTo>
                    <a:pt x="39167" y="23720"/>
                    <a:pt x="39375" y="23697"/>
                    <a:pt x="39375" y="23558"/>
                  </a:cubicBezTo>
                  <a:cubicBezTo>
                    <a:pt x="39375" y="23497"/>
                    <a:pt x="39336" y="23468"/>
                    <a:pt x="39276" y="23468"/>
                  </a:cubicBezTo>
                  <a:cubicBezTo>
                    <a:pt x="39222" y="23468"/>
                    <a:pt x="39150" y="23491"/>
                    <a:pt x="39074" y="23535"/>
                  </a:cubicBezTo>
                  <a:cubicBezTo>
                    <a:pt x="39049" y="23551"/>
                    <a:pt x="39028" y="23558"/>
                    <a:pt x="39010" y="23558"/>
                  </a:cubicBezTo>
                  <a:cubicBezTo>
                    <a:pt x="38929" y="23558"/>
                    <a:pt x="38905" y="23419"/>
                    <a:pt x="38773" y="23419"/>
                  </a:cubicBezTo>
                  <a:cubicBezTo>
                    <a:pt x="38746" y="23423"/>
                    <a:pt x="38708" y="23426"/>
                    <a:pt x="38663" y="23426"/>
                  </a:cubicBezTo>
                  <a:cubicBezTo>
                    <a:pt x="38467" y="23426"/>
                    <a:pt x="38142" y="23375"/>
                    <a:pt x="38124" y="23187"/>
                  </a:cubicBezTo>
                  <a:cubicBezTo>
                    <a:pt x="38100" y="22978"/>
                    <a:pt x="37938" y="23071"/>
                    <a:pt x="37869" y="22886"/>
                  </a:cubicBezTo>
                  <a:cubicBezTo>
                    <a:pt x="37799" y="22677"/>
                    <a:pt x="37614" y="22816"/>
                    <a:pt x="37614" y="22677"/>
                  </a:cubicBezTo>
                  <a:cubicBezTo>
                    <a:pt x="37614" y="22538"/>
                    <a:pt x="37521" y="22469"/>
                    <a:pt x="37382" y="22469"/>
                  </a:cubicBezTo>
                  <a:cubicBezTo>
                    <a:pt x="37220" y="22445"/>
                    <a:pt x="37173" y="22306"/>
                    <a:pt x="36988" y="22260"/>
                  </a:cubicBezTo>
                  <a:cubicBezTo>
                    <a:pt x="36976" y="22258"/>
                    <a:pt x="36963" y="22258"/>
                    <a:pt x="36950" y="22258"/>
                  </a:cubicBezTo>
                  <a:cubicBezTo>
                    <a:pt x="36770" y="22258"/>
                    <a:pt x="36540" y="22402"/>
                    <a:pt x="36432" y="22445"/>
                  </a:cubicBezTo>
                  <a:cubicBezTo>
                    <a:pt x="36422" y="22450"/>
                    <a:pt x="36411" y="22452"/>
                    <a:pt x="36398" y="22452"/>
                  </a:cubicBezTo>
                  <a:cubicBezTo>
                    <a:pt x="36308" y="22452"/>
                    <a:pt x="36141" y="22352"/>
                    <a:pt x="36024" y="22352"/>
                  </a:cubicBezTo>
                  <a:cubicBezTo>
                    <a:pt x="35994" y="22352"/>
                    <a:pt x="35967" y="22359"/>
                    <a:pt x="35945" y="22376"/>
                  </a:cubicBezTo>
                  <a:cubicBezTo>
                    <a:pt x="35923" y="22389"/>
                    <a:pt x="35905" y="22395"/>
                    <a:pt x="35887" y="22395"/>
                  </a:cubicBezTo>
                  <a:cubicBezTo>
                    <a:pt x="35811" y="22395"/>
                    <a:pt x="35749" y="22289"/>
                    <a:pt x="35505" y="22214"/>
                  </a:cubicBezTo>
                  <a:cubicBezTo>
                    <a:pt x="35344" y="22176"/>
                    <a:pt x="35156" y="22152"/>
                    <a:pt x="35013" y="22152"/>
                  </a:cubicBezTo>
                  <a:cubicBezTo>
                    <a:pt x="34888" y="22152"/>
                    <a:pt x="34797" y="22170"/>
                    <a:pt x="34786" y="22214"/>
                  </a:cubicBezTo>
                  <a:cubicBezTo>
                    <a:pt x="34763" y="22329"/>
                    <a:pt x="34508" y="22376"/>
                    <a:pt x="34555" y="22631"/>
                  </a:cubicBezTo>
                  <a:cubicBezTo>
                    <a:pt x="34601" y="22886"/>
                    <a:pt x="34833" y="22839"/>
                    <a:pt x="34902" y="23002"/>
                  </a:cubicBezTo>
                  <a:cubicBezTo>
                    <a:pt x="34972" y="23164"/>
                    <a:pt x="34786" y="23117"/>
                    <a:pt x="34763" y="23256"/>
                  </a:cubicBezTo>
                  <a:cubicBezTo>
                    <a:pt x="34763" y="23419"/>
                    <a:pt x="34601" y="23419"/>
                    <a:pt x="34601" y="23511"/>
                  </a:cubicBezTo>
                  <a:cubicBezTo>
                    <a:pt x="34601" y="23627"/>
                    <a:pt x="34717" y="23604"/>
                    <a:pt x="34763" y="23836"/>
                  </a:cubicBezTo>
                  <a:cubicBezTo>
                    <a:pt x="34833" y="24044"/>
                    <a:pt x="34949" y="24021"/>
                    <a:pt x="34995" y="24323"/>
                  </a:cubicBezTo>
                  <a:cubicBezTo>
                    <a:pt x="35018" y="24601"/>
                    <a:pt x="34902" y="24554"/>
                    <a:pt x="34763" y="24577"/>
                  </a:cubicBezTo>
                  <a:cubicBezTo>
                    <a:pt x="34647" y="24624"/>
                    <a:pt x="34786" y="24763"/>
                    <a:pt x="34624" y="24971"/>
                  </a:cubicBezTo>
                  <a:cubicBezTo>
                    <a:pt x="34439" y="25157"/>
                    <a:pt x="34300" y="25365"/>
                    <a:pt x="34439" y="25481"/>
                  </a:cubicBezTo>
                  <a:cubicBezTo>
                    <a:pt x="34555" y="25597"/>
                    <a:pt x="35065" y="25806"/>
                    <a:pt x="35250" y="26130"/>
                  </a:cubicBezTo>
                  <a:cubicBezTo>
                    <a:pt x="35459" y="26478"/>
                    <a:pt x="35435" y="26988"/>
                    <a:pt x="35366" y="27335"/>
                  </a:cubicBezTo>
                  <a:cubicBezTo>
                    <a:pt x="35319" y="27706"/>
                    <a:pt x="34902" y="27799"/>
                    <a:pt x="34601" y="28100"/>
                  </a:cubicBezTo>
                  <a:cubicBezTo>
                    <a:pt x="34367" y="28352"/>
                    <a:pt x="34118" y="28380"/>
                    <a:pt x="33954" y="28380"/>
                  </a:cubicBezTo>
                  <a:cubicBezTo>
                    <a:pt x="33907" y="28380"/>
                    <a:pt x="33867" y="28378"/>
                    <a:pt x="33836" y="28378"/>
                  </a:cubicBezTo>
                  <a:cubicBezTo>
                    <a:pt x="33697" y="28401"/>
                    <a:pt x="33767" y="28679"/>
                    <a:pt x="33975" y="28911"/>
                  </a:cubicBezTo>
                  <a:cubicBezTo>
                    <a:pt x="34184" y="29143"/>
                    <a:pt x="34022" y="29212"/>
                    <a:pt x="34138" y="29467"/>
                  </a:cubicBezTo>
                  <a:cubicBezTo>
                    <a:pt x="34230" y="29699"/>
                    <a:pt x="34138" y="29885"/>
                    <a:pt x="34277" y="30116"/>
                  </a:cubicBezTo>
                  <a:cubicBezTo>
                    <a:pt x="34439" y="30325"/>
                    <a:pt x="34346" y="30418"/>
                    <a:pt x="34161" y="30580"/>
                  </a:cubicBezTo>
                  <a:cubicBezTo>
                    <a:pt x="33975" y="30719"/>
                    <a:pt x="34230" y="30649"/>
                    <a:pt x="34253" y="30858"/>
                  </a:cubicBezTo>
                  <a:cubicBezTo>
                    <a:pt x="34253" y="30930"/>
                    <a:pt x="34239" y="30957"/>
                    <a:pt x="34213" y="30957"/>
                  </a:cubicBezTo>
                  <a:cubicBezTo>
                    <a:pt x="34171" y="30957"/>
                    <a:pt x="34098" y="30891"/>
                    <a:pt x="33998" y="30835"/>
                  </a:cubicBezTo>
                  <a:cubicBezTo>
                    <a:pt x="33973" y="30817"/>
                    <a:pt x="33949" y="30809"/>
                    <a:pt x="33925" y="30809"/>
                  </a:cubicBezTo>
                  <a:cubicBezTo>
                    <a:pt x="33796" y="30809"/>
                    <a:pt x="33697" y="31042"/>
                    <a:pt x="33697" y="31159"/>
                  </a:cubicBezTo>
                  <a:cubicBezTo>
                    <a:pt x="33697" y="31184"/>
                    <a:pt x="33685" y="31194"/>
                    <a:pt x="33666" y="31194"/>
                  </a:cubicBezTo>
                  <a:cubicBezTo>
                    <a:pt x="33578" y="31194"/>
                    <a:pt x="33332" y="30996"/>
                    <a:pt x="33244" y="30996"/>
                  </a:cubicBezTo>
                  <a:cubicBezTo>
                    <a:pt x="33240" y="30996"/>
                    <a:pt x="33237" y="30996"/>
                    <a:pt x="33234" y="30997"/>
                  </a:cubicBezTo>
                  <a:cubicBezTo>
                    <a:pt x="33230" y="30998"/>
                    <a:pt x="33228" y="30999"/>
                    <a:pt x="33225" y="30999"/>
                  </a:cubicBezTo>
                  <a:cubicBezTo>
                    <a:pt x="33172" y="30999"/>
                    <a:pt x="33247" y="30781"/>
                    <a:pt x="33048" y="30626"/>
                  </a:cubicBezTo>
                  <a:cubicBezTo>
                    <a:pt x="32817" y="30464"/>
                    <a:pt x="32654" y="30418"/>
                    <a:pt x="32654" y="30255"/>
                  </a:cubicBezTo>
                  <a:cubicBezTo>
                    <a:pt x="32654" y="30070"/>
                    <a:pt x="32284" y="29954"/>
                    <a:pt x="32284" y="29769"/>
                  </a:cubicBezTo>
                  <a:cubicBezTo>
                    <a:pt x="32284" y="29560"/>
                    <a:pt x="32330" y="29073"/>
                    <a:pt x="32237" y="28934"/>
                  </a:cubicBezTo>
                  <a:cubicBezTo>
                    <a:pt x="32168" y="28772"/>
                    <a:pt x="32237" y="28633"/>
                    <a:pt x="32307" y="28494"/>
                  </a:cubicBezTo>
                  <a:cubicBezTo>
                    <a:pt x="32376" y="28355"/>
                    <a:pt x="32214" y="28146"/>
                    <a:pt x="32005" y="28146"/>
                  </a:cubicBezTo>
                  <a:cubicBezTo>
                    <a:pt x="31807" y="28146"/>
                    <a:pt x="31557" y="28095"/>
                    <a:pt x="31300" y="28095"/>
                  </a:cubicBezTo>
                  <a:cubicBezTo>
                    <a:pt x="31257" y="28095"/>
                    <a:pt x="31214" y="28097"/>
                    <a:pt x="31171" y="28100"/>
                  </a:cubicBezTo>
                  <a:cubicBezTo>
                    <a:pt x="31119" y="28104"/>
                    <a:pt x="31072" y="28106"/>
                    <a:pt x="31028" y="28106"/>
                  </a:cubicBezTo>
                  <a:cubicBezTo>
                    <a:pt x="30816" y="28106"/>
                    <a:pt x="30692" y="28061"/>
                    <a:pt x="30615" y="27984"/>
                  </a:cubicBezTo>
                  <a:cubicBezTo>
                    <a:pt x="30499" y="27915"/>
                    <a:pt x="30221" y="27729"/>
                    <a:pt x="29850" y="27637"/>
                  </a:cubicBezTo>
                  <a:cubicBezTo>
                    <a:pt x="29479" y="27544"/>
                    <a:pt x="29317" y="27335"/>
                    <a:pt x="29271" y="27219"/>
                  </a:cubicBezTo>
                  <a:cubicBezTo>
                    <a:pt x="29224" y="27127"/>
                    <a:pt x="28854" y="27034"/>
                    <a:pt x="28784" y="26918"/>
                  </a:cubicBezTo>
                  <a:cubicBezTo>
                    <a:pt x="28704" y="26838"/>
                    <a:pt x="28413" y="26775"/>
                    <a:pt x="28247" y="26775"/>
                  </a:cubicBezTo>
                  <a:cubicBezTo>
                    <a:pt x="28222" y="26775"/>
                    <a:pt x="28200" y="26776"/>
                    <a:pt x="28182" y="26779"/>
                  </a:cubicBezTo>
                  <a:cubicBezTo>
                    <a:pt x="28177" y="26780"/>
                    <a:pt x="28172" y="26780"/>
                    <a:pt x="28166" y="26780"/>
                  </a:cubicBezTo>
                  <a:cubicBezTo>
                    <a:pt x="28022" y="26780"/>
                    <a:pt x="27689" y="26500"/>
                    <a:pt x="27485" y="26500"/>
                  </a:cubicBezTo>
                  <a:cubicBezTo>
                    <a:pt x="27478" y="26500"/>
                    <a:pt x="27470" y="26500"/>
                    <a:pt x="27463" y="26501"/>
                  </a:cubicBezTo>
                  <a:cubicBezTo>
                    <a:pt x="27231" y="26501"/>
                    <a:pt x="26721" y="26710"/>
                    <a:pt x="26652" y="26733"/>
                  </a:cubicBezTo>
                  <a:cubicBezTo>
                    <a:pt x="26559" y="26733"/>
                    <a:pt x="26652" y="26547"/>
                    <a:pt x="26721" y="26455"/>
                  </a:cubicBezTo>
                  <a:cubicBezTo>
                    <a:pt x="26768" y="26385"/>
                    <a:pt x="26536" y="26014"/>
                    <a:pt x="26467" y="25783"/>
                  </a:cubicBezTo>
                  <a:cubicBezTo>
                    <a:pt x="26422" y="25538"/>
                    <a:pt x="26335" y="25294"/>
                    <a:pt x="26104" y="25294"/>
                  </a:cubicBezTo>
                  <a:cubicBezTo>
                    <a:pt x="26094" y="25294"/>
                    <a:pt x="26083" y="25295"/>
                    <a:pt x="26073" y="25296"/>
                  </a:cubicBezTo>
                  <a:cubicBezTo>
                    <a:pt x="26037" y="25302"/>
                    <a:pt x="26001" y="25305"/>
                    <a:pt x="25965" y="25305"/>
                  </a:cubicBezTo>
                  <a:cubicBezTo>
                    <a:pt x="25744" y="25305"/>
                    <a:pt x="25530" y="25197"/>
                    <a:pt x="25470" y="25157"/>
                  </a:cubicBezTo>
                  <a:cubicBezTo>
                    <a:pt x="25400" y="25110"/>
                    <a:pt x="25377" y="24415"/>
                    <a:pt x="25447" y="24137"/>
                  </a:cubicBezTo>
                  <a:cubicBezTo>
                    <a:pt x="25516" y="23836"/>
                    <a:pt x="25818" y="23396"/>
                    <a:pt x="25818" y="23210"/>
                  </a:cubicBezTo>
                  <a:cubicBezTo>
                    <a:pt x="25818" y="23048"/>
                    <a:pt x="26026" y="22955"/>
                    <a:pt x="26212" y="22909"/>
                  </a:cubicBezTo>
                  <a:cubicBezTo>
                    <a:pt x="26397" y="22862"/>
                    <a:pt x="26258" y="22515"/>
                    <a:pt x="26420" y="22492"/>
                  </a:cubicBezTo>
                  <a:cubicBezTo>
                    <a:pt x="26606" y="22469"/>
                    <a:pt x="26629" y="22376"/>
                    <a:pt x="26652" y="22237"/>
                  </a:cubicBezTo>
                  <a:cubicBezTo>
                    <a:pt x="26698" y="22098"/>
                    <a:pt x="26907" y="22190"/>
                    <a:pt x="26791" y="22075"/>
                  </a:cubicBezTo>
                  <a:cubicBezTo>
                    <a:pt x="26675" y="21935"/>
                    <a:pt x="26768" y="21912"/>
                    <a:pt x="27046" y="21912"/>
                  </a:cubicBezTo>
                  <a:cubicBezTo>
                    <a:pt x="27324" y="21912"/>
                    <a:pt x="27741" y="21820"/>
                    <a:pt x="27672" y="21542"/>
                  </a:cubicBezTo>
                  <a:cubicBezTo>
                    <a:pt x="27625" y="21263"/>
                    <a:pt x="26884" y="21472"/>
                    <a:pt x="26884" y="21240"/>
                  </a:cubicBezTo>
                  <a:cubicBezTo>
                    <a:pt x="26884" y="21008"/>
                    <a:pt x="25957" y="20985"/>
                    <a:pt x="26026" y="20846"/>
                  </a:cubicBezTo>
                  <a:cubicBezTo>
                    <a:pt x="26039" y="20824"/>
                    <a:pt x="26082" y="20815"/>
                    <a:pt x="26143" y="20815"/>
                  </a:cubicBezTo>
                  <a:cubicBezTo>
                    <a:pt x="26403" y="20815"/>
                    <a:pt x="27011" y="20984"/>
                    <a:pt x="27254" y="21078"/>
                  </a:cubicBezTo>
                  <a:cubicBezTo>
                    <a:pt x="27486" y="21161"/>
                    <a:pt x="27600" y="21173"/>
                    <a:pt x="27739" y="21173"/>
                  </a:cubicBezTo>
                  <a:cubicBezTo>
                    <a:pt x="27794" y="21173"/>
                    <a:pt x="27854" y="21171"/>
                    <a:pt x="27927" y="21171"/>
                  </a:cubicBezTo>
                  <a:cubicBezTo>
                    <a:pt x="28182" y="21148"/>
                    <a:pt x="27996" y="20823"/>
                    <a:pt x="28042" y="20707"/>
                  </a:cubicBezTo>
                  <a:cubicBezTo>
                    <a:pt x="28055" y="20682"/>
                    <a:pt x="28080" y="20672"/>
                    <a:pt x="28115" y="20672"/>
                  </a:cubicBezTo>
                  <a:cubicBezTo>
                    <a:pt x="28254" y="20672"/>
                    <a:pt x="28543" y="20833"/>
                    <a:pt x="28766" y="20833"/>
                  </a:cubicBezTo>
                  <a:cubicBezTo>
                    <a:pt x="28797" y="20833"/>
                    <a:pt x="28826" y="20830"/>
                    <a:pt x="28854" y="20823"/>
                  </a:cubicBezTo>
                  <a:cubicBezTo>
                    <a:pt x="29132" y="20754"/>
                    <a:pt x="29410" y="20197"/>
                    <a:pt x="29642" y="20035"/>
                  </a:cubicBezTo>
                  <a:cubicBezTo>
                    <a:pt x="29856" y="19885"/>
                    <a:pt x="29693" y="19754"/>
                    <a:pt x="29318" y="19754"/>
                  </a:cubicBezTo>
                  <a:cubicBezTo>
                    <a:pt x="29288" y="19754"/>
                    <a:pt x="29257" y="19755"/>
                    <a:pt x="29224" y="19757"/>
                  </a:cubicBezTo>
                  <a:cubicBezTo>
                    <a:pt x="29170" y="19762"/>
                    <a:pt x="29119" y="19765"/>
                    <a:pt x="29070" y="19765"/>
                  </a:cubicBezTo>
                  <a:cubicBezTo>
                    <a:pt x="28701" y="19765"/>
                    <a:pt x="28479" y="19619"/>
                    <a:pt x="28274" y="19456"/>
                  </a:cubicBezTo>
                  <a:cubicBezTo>
                    <a:pt x="28038" y="19284"/>
                    <a:pt x="28060" y="19152"/>
                    <a:pt x="28249" y="19152"/>
                  </a:cubicBezTo>
                  <a:cubicBezTo>
                    <a:pt x="28264" y="19152"/>
                    <a:pt x="28280" y="19153"/>
                    <a:pt x="28297" y="19154"/>
                  </a:cubicBezTo>
                  <a:cubicBezTo>
                    <a:pt x="28552" y="19178"/>
                    <a:pt x="29178" y="19664"/>
                    <a:pt x="29387" y="19687"/>
                  </a:cubicBezTo>
                  <a:cubicBezTo>
                    <a:pt x="29618" y="19687"/>
                    <a:pt x="30036" y="19224"/>
                    <a:pt x="30221" y="19085"/>
                  </a:cubicBezTo>
                  <a:cubicBezTo>
                    <a:pt x="30406" y="18946"/>
                    <a:pt x="30036" y="18876"/>
                    <a:pt x="29896" y="18760"/>
                  </a:cubicBezTo>
                  <a:cubicBezTo>
                    <a:pt x="29781" y="18668"/>
                    <a:pt x="30128" y="18575"/>
                    <a:pt x="30337" y="18575"/>
                  </a:cubicBezTo>
                  <a:cubicBezTo>
                    <a:pt x="30522" y="18575"/>
                    <a:pt x="30615" y="18760"/>
                    <a:pt x="30684" y="18830"/>
                  </a:cubicBezTo>
                  <a:cubicBezTo>
                    <a:pt x="30702" y="18853"/>
                    <a:pt x="30735" y="18862"/>
                    <a:pt x="30778" y="18862"/>
                  </a:cubicBezTo>
                  <a:cubicBezTo>
                    <a:pt x="30907" y="18862"/>
                    <a:pt x="31125" y="18784"/>
                    <a:pt x="31264" y="18784"/>
                  </a:cubicBezTo>
                  <a:cubicBezTo>
                    <a:pt x="31426" y="18784"/>
                    <a:pt x="31241" y="18506"/>
                    <a:pt x="30963" y="18390"/>
                  </a:cubicBezTo>
                  <a:cubicBezTo>
                    <a:pt x="30764" y="18307"/>
                    <a:pt x="30849" y="18177"/>
                    <a:pt x="30948" y="18177"/>
                  </a:cubicBezTo>
                  <a:cubicBezTo>
                    <a:pt x="30987" y="18177"/>
                    <a:pt x="31029" y="18198"/>
                    <a:pt x="31055" y="18251"/>
                  </a:cubicBezTo>
                  <a:cubicBezTo>
                    <a:pt x="31125" y="18413"/>
                    <a:pt x="31333" y="18390"/>
                    <a:pt x="31426" y="18575"/>
                  </a:cubicBezTo>
                  <a:cubicBezTo>
                    <a:pt x="31481" y="18684"/>
                    <a:pt x="31528" y="18722"/>
                    <a:pt x="31579" y="18722"/>
                  </a:cubicBezTo>
                  <a:cubicBezTo>
                    <a:pt x="31659" y="18722"/>
                    <a:pt x="31749" y="18631"/>
                    <a:pt x="31890" y="18575"/>
                  </a:cubicBezTo>
                  <a:cubicBezTo>
                    <a:pt x="32144" y="18506"/>
                    <a:pt x="32260" y="18367"/>
                    <a:pt x="32399" y="18204"/>
                  </a:cubicBezTo>
                  <a:cubicBezTo>
                    <a:pt x="32538" y="18065"/>
                    <a:pt x="32562" y="18227"/>
                    <a:pt x="32701" y="17996"/>
                  </a:cubicBezTo>
                  <a:cubicBezTo>
                    <a:pt x="32863" y="17764"/>
                    <a:pt x="32631" y="17555"/>
                    <a:pt x="32446" y="17416"/>
                  </a:cubicBezTo>
                  <a:cubicBezTo>
                    <a:pt x="32260" y="17254"/>
                    <a:pt x="32446" y="17115"/>
                    <a:pt x="32260" y="17022"/>
                  </a:cubicBezTo>
                  <a:cubicBezTo>
                    <a:pt x="32095" y="16940"/>
                    <a:pt x="32040" y="16783"/>
                    <a:pt x="32211" y="16783"/>
                  </a:cubicBezTo>
                  <a:cubicBezTo>
                    <a:pt x="32232" y="16783"/>
                    <a:pt x="32256" y="16786"/>
                    <a:pt x="32284" y="16791"/>
                  </a:cubicBezTo>
                  <a:cubicBezTo>
                    <a:pt x="32331" y="16800"/>
                    <a:pt x="32376" y="16805"/>
                    <a:pt x="32419" y="16805"/>
                  </a:cubicBezTo>
                  <a:cubicBezTo>
                    <a:pt x="32588" y="16805"/>
                    <a:pt x="32724" y="16734"/>
                    <a:pt x="32817" y="16605"/>
                  </a:cubicBezTo>
                  <a:cubicBezTo>
                    <a:pt x="32932" y="16420"/>
                    <a:pt x="32446" y="16397"/>
                    <a:pt x="32677" y="16258"/>
                  </a:cubicBezTo>
                  <a:cubicBezTo>
                    <a:pt x="32886" y="16142"/>
                    <a:pt x="32701" y="16026"/>
                    <a:pt x="32492" y="16026"/>
                  </a:cubicBezTo>
                  <a:cubicBezTo>
                    <a:pt x="32284" y="16026"/>
                    <a:pt x="32098" y="15910"/>
                    <a:pt x="32075" y="15725"/>
                  </a:cubicBezTo>
                  <a:cubicBezTo>
                    <a:pt x="32075" y="15562"/>
                    <a:pt x="31681" y="15678"/>
                    <a:pt x="31472" y="15562"/>
                  </a:cubicBezTo>
                  <a:cubicBezTo>
                    <a:pt x="31335" y="15494"/>
                    <a:pt x="31101" y="15474"/>
                    <a:pt x="30903" y="15474"/>
                  </a:cubicBezTo>
                  <a:cubicBezTo>
                    <a:pt x="30767" y="15474"/>
                    <a:pt x="30648" y="15483"/>
                    <a:pt x="30592" y="15493"/>
                  </a:cubicBezTo>
                  <a:cubicBezTo>
                    <a:pt x="30476" y="15493"/>
                    <a:pt x="30476" y="16003"/>
                    <a:pt x="30661" y="16003"/>
                  </a:cubicBezTo>
                  <a:cubicBezTo>
                    <a:pt x="30823" y="16026"/>
                    <a:pt x="30986" y="16211"/>
                    <a:pt x="30823" y="16281"/>
                  </a:cubicBezTo>
                  <a:cubicBezTo>
                    <a:pt x="30671" y="16346"/>
                    <a:pt x="30826" y="16514"/>
                    <a:pt x="30748" y="16514"/>
                  </a:cubicBezTo>
                  <a:cubicBezTo>
                    <a:pt x="30743" y="16514"/>
                    <a:pt x="30738" y="16514"/>
                    <a:pt x="30731" y="16513"/>
                  </a:cubicBezTo>
                  <a:cubicBezTo>
                    <a:pt x="30696" y="16513"/>
                    <a:pt x="30653" y="16506"/>
                    <a:pt x="30609" y="16506"/>
                  </a:cubicBezTo>
                  <a:cubicBezTo>
                    <a:pt x="30506" y="16506"/>
                    <a:pt x="30399" y="16540"/>
                    <a:pt x="30383" y="16767"/>
                  </a:cubicBezTo>
                  <a:cubicBezTo>
                    <a:pt x="30337" y="17069"/>
                    <a:pt x="30314" y="17208"/>
                    <a:pt x="30105" y="17300"/>
                  </a:cubicBezTo>
                  <a:cubicBezTo>
                    <a:pt x="30082" y="17313"/>
                    <a:pt x="30063" y="17319"/>
                    <a:pt x="30048" y="17319"/>
                  </a:cubicBezTo>
                  <a:cubicBezTo>
                    <a:pt x="29932" y="17319"/>
                    <a:pt x="30032" y="16975"/>
                    <a:pt x="29886" y="16975"/>
                  </a:cubicBezTo>
                  <a:cubicBezTo>
                    <a:pt x="29882" y="16975"/>
                    <a:pt x="29878" y="16975"/>
                    <a:pt x="29873" y="16976"/>
                  </a:cubicBezTo>
                  <a:cubicBezTo>
                    <a:pt x="29665" y="16976"/>
                    <a:pt x="29642" y="17347"/>
                    <a:pt x="29804" y="17393"/>
                  </a:cubicBezTo>
                  <a:cubicBezTo>
                    <a:pt x="29943" y="17440"/>
                    <a:pt x="29966" y="17555"/>
                    <a:pt x="29989" y="17741"/>
                  </a:cubicBezTo>
                  <a:cubicBezTo>
                    <a:pt x="30036" y="17903"/>
                    <a:pt x="29734" y="17787"/>
                    <a:pt x="29618" y="17996"/>
                  </a:cubicBezTo>
                  <a:cubicBezTo>
                    <a:pt x="29584" y="18047"/>
                    <a:pt x="29559" y="18067"/>
                    <a:pt x="29537" y="18067"/>
                  </a:cubicBezTo>
                  <a:cubicBezTo>
                    <a:pt x="29470" y="18067"/>
                    <a:pt x="29440" y="17869"/>
                    <a:pt x="29317" y="17764"/>
                  </a:cubicBezTo>
                  <a:cubicBezTo>
                    <a:pt x="29132" y="17602"/>
                    <a:pt x="28923" y="17370"/>
                    <a:pt x="28946" y="17185"/>
                  </a:cubicBezTo>
                  <a:cubicBezTo>
                    <a:pt x="28946" y="17022"/>
                    <a:pt x="29039" y="16976"/>
                    <a:pt x="29178" y="16930"/>
                  </a:cubicBezTo>
                  <a:cubicBezTo>
                    <a:pt x="29317" y="16906"/>
                    <a:pt x="29178" y="16791"/>
                    <a:pt x="29155" y="16582"/>
                  </a:cubicBezTo>
                  <a:cubicBezTo>
                    <a:pt x="29155" y="16350"/>
                    <a:pt x="28993" y="16443"/>
                    <a:pt x="28807" y="16211"/>
                  </a:cubicBezTo>
                  <a:cubicBezTo>
                    <a:pt x="28679" y="16069"/>
                    <a:pt x="28552" y="16014"/>
                    <a:pt x="28451" y="16014"/>
                  </a:cubicBezTo>
                  <a:cubicBezTo>
                    <a:pt x="28387" y="16014"/>
                    <a:pt x="28333" y="16036"/>
                    <a:pt x="28297" y="16072"/>
                  </a:cubicBezTo>
                  <a:cubicBezTo>
                    <a:pt x="28182" y="16188"/>
                    <a:pt x="28251" y="16397"/>
                    <a:pt x="28089" y="16466"/>
                  </a:cubicBezTo>
                  <a:cubicBezTo>
                    <a:pt x="27903" y="16536"/>
                    <a:pt x="27996" y="16883"/>
                    <a:pt x="27834" y="16906"/>
                  </a:cubicBezTo>
                  <a:cubicBezTo>
                    <a:pt x="27831" y="16907"/>
                    <a:pt x="27829" y="16907"/>
                    <a:pt x="27827" y="16907"/>
                  </a:cubicBezTo>
                  <a:cubicBezTo>
                    <a:pt x="27698" y="16907"/>
                    <a:pt x="27785" y="16303"/>
                    <a:pt x="27648" y="16258"/>
                  </a:cubicBezTo>
                  <a:cubicBezTo>
                    <a:pt x="27533" y="16188"/>
                    <a:pt x="27556" y="16049"/>
                    <a:pt x="27741" y="16026"/>
                  </a:cubicBezTo>
                  <a:cubicBezTo>
                    <a:pt x="27903" y="16003"/>
                    <a:pt x="28019" y="15794"/>
                    <a:pt x="27857" y="15794"/>
                  </a:cubicBezTo>
                  <a:cubicBezTo>
                    <a:pt x="27718" y="15794"/>
                    <a:pt x="27417" y="15632"/>
                    <a:pt x="27324" y="15585"/>
                  </a:cubicBezTo>
                  <a:cubicBezTo>
                    <a:pt x="27314" y="15582"/>
                    <a:pt x="27304" y="15580"/>
                    <a:pt x="27293" y="15580"/>
                  </a:cubicBezTo>
                  <a:cubicBezTo>
                    <a:pt x="27197" y="15580"/>
                    <a:pt x="27068" y="15722"/>
                    <a:pt x="26966" y="15722"/>
                  </a:cubicBezTo>
                  <a:cubicBezTo>
                    <a:pt x="26945" y="15722"/>
                    <a:pt x="26925" y="15716"/>
                    <a:pt x="26907" y="15701"/>
                  </a:cubicBezTo>
                  <a:cubicBezTo>
                    <a:pt x="26791" y="15609"/>
                    <a:pt x="26930" y="15354"/>
                    <a:pt x="26930" y="15215"/>
                  </a:cubicBezTo>
                  <a:cubicBezTo>
                    <a:pt x="26936" y="15183"/>
                    <a:pt x="26953" y="15174"/>
                    <a:pt x="26977" y="15174"/>
                  </a:cubicBezTo>
                  <a:cubicBezTo>
                    <a:pt x="27010" y="15174"/>
                    <a:pt x="27057" y="15192"/>
                    <a:pt x="27110" y="15192"/>
                  </a:cubicBezTo>
                  <a:cubicBezTo>
                    <a:pt x="27156" y="15192"/>
                    <a:pt x="27207" y="15178"/>
                    <a:pt x="27254" y="15122"/>
                  </a:cubicBezTo>
                  <a:cubicBezTo>
                    <a:pt x="27370" y="14937"/>
                    <a:pt x="26907" y="14937"/>
                    <a:pt x="26907" y="14774"/>
                  </a:cubicBezTo>
                  <a:cubicBezTo>
                    <a:pt x="26907" y="14589"/>
                    <a:pt x="26536" y="14543"/>
                    <a:pt x="26420" y="14473"/>
                  </a:cubicBezTo>
                  <a:cubicBezTo>
                    <a:pt x="26304" y="14404"/>
                    <a:pt x="26513" y="14102"/>
                    <a:pt x="26443" y="13986"/>
                  </a:cubicBezTo>
                  <a:cubicBezTo>
                    <a:pt x="26398" y="13874"/>
                    <a:pt x="25960" y="13499"/>
                    <a:pt x="25765" y="13499"/>
                  </a:cubicBezTo>
                  <a:cubicBezTo>
                    <a:pt x="25759" y="13499"/>
                    <a:pt x="25753" y="13499"/>
                    <a:pt x="25748" y="13500"/>
                  </a:cubicBezTo>
                  <a:cubicBezTo>
                    <a:pt x="25735" y="13503"/>
                    <a:pt x="25722" y="13505"/>
                    <a:pt x="25710" y="13505"/>
                  </a:cubicBezTo>
                  <a:cubicBezTo>
                    <a:pt x="25560" y="13505"/>
                    <a:pt x="25506" y="13267"/>
                    <a:pt x="25597" y="13267"/>
                  </a:cubicBezTo>
                  <a:cubicBezTo>
                    <a:pt x="25601" y="13267"/>
                    <a:pt x="25605" y="13267"/>
                    <a:pt x="25609" y="13268"/>
                  </a:cubicBezTo>
                  <a:cubicBezTo>
                    <a:pt x="25725" y="13268"/>
                    <a:pt x="25794" y="13198"/>
                    <a:pt x="26003" y="12967"/>
                  </a:cubicBezTo>
                  <a:cubicBezTo>
                    <a:pt x="26212" y="12735"/>
                    <a:pt x="26235" y="12665"/>
                    <a:pt x="26096" y="12619"/>
                  </a:cubicBezTo>
                  <a:cubicBezTo>
                    <a:pt x="25957" y="12573"/>
                    <a:pt x="25887" y="12434"/>
                    <a:pt x="26142" y="12434"/>
                  </a:cubicBezTo>
                  <a:cubicBezTo>
                    <a:pt x="26331" y="12451"/>
                    <a:pt x="26622" y="12545"/>
                    <a:pt x="26817" y="12545"/>
                  </a:cubicBezTo>
                  <a:cubicBezTo>
                    <a:pt x="26884" y="12545"/>
                    <a:pt x="26940" y="12533"/>
                    <a:pt x="26976" y="12503"/>
                  </a:cubicBezTo>
                  <a:cubicBezTo>
                    <a:pt x="27115" y="12410"/>
                    <a:pt x="27579" y="11692"/>
                    <a:pt x="27764" y="11437"/>
                  </a:cubicBezTo>
                  <a:cubicBezTo>
                    <a:pt x="27916" y="11229"/>
                    <a:pt x="27727" y="11175"/>
                    <a:pt x="27425" y="11175"/>
                  </a:cubicBezTo>
                  <a:cubicBezTo>
                    <a:pt x="27358" y="11175"/>
                    <a:pt x="27284" y="11178"/>
                    <a:pt x="27208" y="11182"/>
                  </a:cubicBezTo>
                  <a:cubicBezTo>
                    <a:pt x="27164" y="11187"/>
                    <a:pt x="27124" y="11189"/>
                    <a:pt x="27086" y="11189"/>
                  </a:cubicBezTo>
                  <a:cubicBezTo>
                    <a:pt x="26747" y="11189"/>
                    <a:pt x="26638" y="11018"/>
                    <a:pt x="26304" y="10997"/>
                  </a:cubicBezTo>
                  <a:cubicBezTo>
                    <a:pt x="26266" y="10994"/>
                    <a:pt x="26224" y="10993"/>
                    <a:pt x="26179" y="109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59"/>
            <p:cNvSpPr/>
            <p:nvPr/>
          </p:nvSpPr>
          <p:spPr>
            <a:xfrm>
              <a:off x="2705909" y="3346090"/>
              <a:ext cx="664497" cy="677400"/>
            </a:xfrm>
            <a:custGeom>
              <a:avLst/>
              <a:gdLst/>
              <a:ahLst/>
              <a:cxnLst/>
              <a:rect l="l" t="t" r="r" b="b"/>
              <a:pathLst>
                <a:path w="21785" h="22208" extrusionOk="0">
                  <a:moveTo>
                    <a:pt x="7579" y="1"/>
                  </a:moveTo>
                  <a:cubicBezTo>
                    <a:pt x="7395" y="1"/>
                    <a:pt x="7406" y="264"/>
                    <a:pt x="7277" y="307"/>
                  </a:cubicBezTo>
                  <a:cubicBezTo>
                    <a:pt x="7149" y="349"/>
                    <a:pt x="6827" y="567"/>
                    <a:pt x="6649" y="567"/>
                  </a:cubicBezTo>
                  <a:cubicBezTo>
                    <a:pt x="6633" y="567"/>
                    <a:pt x="6618" y="566"/>
                    <a:pt x="6605" y="562"/>
                  </a:cubicBezTo>
                  <a:cubicBezTo>
                    <a:pt x="6585" y="559"/>
                    <a:pt x="6564" y="558"/>
                    <a:pt x="6543" y="558"/>
                  </a:cubicBezTo>
                  <a:cubicBezTo>
                    <a:pt x="6395" y="558"/>
                    <a:pt x="6234" y="631"/>
                    <a:pt x="6234" y="794"/>
                  </a:cubicBezTo>
                  <a:cubicBezTo>
                    <a:pt x="6234" y="866"/>
                    <a:pt x="6198" y="896"/>
                    <a:pt x="6153" y="896"/>
                  </a:cubicBezTo>
                  <a:cubicBezTo>
                    <a:pt x="6097" y="896"/>
                    <a:pt x="6028" y="848"/>
                    <a:pt x="6002" y="770"/>
                  </a:cubicBezTo>
                  <a:cubicBezTo>
                    <a:pt x="5979" y="608"/>
                    <a:pt x="5632" y="701"/>
                    <a:pt x="5539" y="608"/>
                  </a:cubicBezTo>
                  <a:cubicBezTo>
                    <a:pt x="5505" y="566"/>
                    <a:pt x="5423" y="549"/>
                    <a:pt x="5341" y="549"/>
                  </a:cubicBezTo>
                  <a:cubicBezTo>
                    <a:pt x="5196" y="549"/>
                    <a:pt x="5050" y="604"/>
                    <a:pt x="5168" y="678"/>
                  </a:cubicBezTo>
                  <a:cubicBezTo>
                    <a:pt x="5377" y="794"/>
                    <a:pt x="5400" y="886"/>
                    <a:pt x="5400" y="1072"/>
                  </a:cubicBezTo>
                  <a:cubicBezTo>
                    <a:pt x="5400" y="1257"/>
                    <a:pt x="5539" y="1211"/>
                    <a:pt x="5539" y="1419"/>
                  </a:cubicBezTo>
                  <a:cubicBezTo>
                    <a:pt x="5539" y="1509"/>
                    <a:pt x="5569" y="1534"/>
                    <a:pt x="5612" y="1534"/>
                  </a:cubicBezTo>
                  <a:cubicBezTo>
                    <a:pt x="5669" y="1534"/>
                    <a:pt x="5751" y="1489"/>
                    <a:pt x="5817" y="1489"/>
                  </a:cubicBezTo>
                  <a:cubicBezTo>
                    <a:pt x="5933" y="1489"/>
                    <a:pt x="5933" y="1697"/>
                    <a:pt x="5747" y="1721"/>
                  </a:cubicBezTo>
                  <a:cubicBezTo>
                    <a:pt x="5562" y="1744"/>
                    <a:pt x="5493" y="1860"/>
                    <a:pt x="5423" y="2022"/>
                  </a:cubicBezTo>
                  <a:cubicBezTo>
                    <a:pt x="5377" y="2184"/>
                    <a:pt x="5214" y="2068"/>
                    <a:pt x="5075" y="2184"/>
                  </a:cubicBezTo>
                  <a:cubicBezTo>
                    <a:pt x="4943" y="2298"/>
                    <a:pt x="4841" y="2411"/>
                    <a:pt x="4758" y="2411"/>
                  </a:cubicBezTo>
                  <a:cubicBezTo>
                    <a:pt x="4739" y="2411"/>
                    <a:pt x="4722" y="2405"/>
                    <a:pt x="4705" y="2393"/>
                  </a:cubicBezTo>
                  <a:cubicBezTo>
                    <a:pt x="4664" y="2368"/>
                    <a:pt x="4629" y="2358"/>
                    <a:pt x="4596" y="2358"/>
                  </a:cubicBezTo>
                  <a:cubicBezTo>
                    <a:pt x="4535" y="2358"/>
                    <a:pt x="4479" y="2394"/>
                    <a:pt x="4403" y="2439"/>
                  </a:cubicBezTo>
                  <a:cubicBezTo>
                    <a:pt x="4372" y="2458"/>
                    <a:pt x="4346" y="2466"/>
                    <a:pt x="4322" y="2466"/>
                  </a:cubicBezTo>
                  <a:cubicBezTo>
                    <a:pt x="4254" y="2466"/>
                    <a:pt x="4198" y="2402"/>
                    <a:pt x="4079" y="2300"/>
                  </a:cubicBezTo>
                  <a:cubicBezTo>
                    <a:pt x="3940" y="2207"/>
                    <a:pt x="3870" y="1976"/>
                    <a:pt x="3662" y="1767"/>
                  </a:cubicBezTo>
                  <a:cubicBezTo>
                    <a:pt x="3523" y="1813"/>
                    <a:pt x="3268" y="1906"/>
                    <a:pt x="3129" y="1906"/>
                  </a:cubicBezTo>
                  <a:cubicBezTo>
                    <a:pt x="3059" y="1906"/>
                    <a:pt x="2946" y="1903"/>
                    <a:pt x="2825" y="1903"/>
                  </a:cubicBezTo>
                  <a:cubicBezTo>
                    <a:pt x="2583" y="1903"/>
                    <a:pt x="2310" y="1914"/>
                    <a:pt x="2294" y="1976"/>
                  </a:cubicBezTo>
                  <a:cubicBezTo>
                    <a:pt x="2271" y="2091"/>
                    <a:pt x="2341" y="2254"/>
                    <a:pt x="2433" y="2277"/>
                  </a:cubicBezTo>
                  <a:cubicBezTo>
                    <a:pt x="2526" y="2300"/>
                    <a:pt x="2735" y="2370"/>
                    <a:pt x="2549" y="2509"/>
                  </a:cubicBezTo>
                  <a:cubicBezTo>
                    <a:pt x="2341" y="2648"/>
                    <a:pt x="2178" y="2462"/>
                    <a:pt x="2178" y="2787"/>
                  </a:cubicBezTo>
                  <a:cubicBezTo>
                    <a:pt x="2178" y="3134"/>
                    <a:pt x="2619" y="3366"/>
                    <a:pt x="2526" y="3691"/>
                  </a:cubicBezTo>
                  <a:cubicBezTo>
                    <a:pt x="2480" y="3853"/>
                    <a:pt x="2410" y="4270"/>
                    <a:pt x="2410" y="4432"/>
                  </a:cubicBezTo>
                  <a:cubicBezTo>
                    <a:pt x="2410" y="4594"/>
                    <a:pt x="2341" y="5127"/>
                    <a:pt x="2202" y="5174"/>
                  </a:cubicBezTo>
                  <a:cubicBezTo>
                    <a:pt x="2192" y="5175"/>
                    <a:pt x="2182" y="5176"/>
                    <a:pt x="2173" y="5176"/>
                  </a:cubicBezTo>
                  <a:cubicBezTo>
                    <a:pt x="2091" y="5176"/>
                    <a:pt x="2008" y="5124"/>
                    <a:pt x="1914" y="5124"/>
                  </a:cubicBezTo>
                  <a:cubicBezTo>
                    <a:pt x="1859" y="5124"/>
                    <a:pt x="1802" y="5141"/>
                    <a:pt x="1738" y="5197"/>
                  </a:cubicBezTo>
                  <a:cubicBezTo>
                    <a:pt x="1530" y="5359"/>
                    <a:pt x="1298" y="5266"/>
                    <a:pt x="1066" y="5452"/>
                  </a:cubicBezTo>
                  <a:cubicBezTo>
                    <a:pt x="834" y="5614"/>
                    <a:pt x="603" y="5545"/>
                    <a:pt x="579" y="5753"/>
                  </a:cubicBezTo>
                  <a:cubicBezTo>
                    <a:pt x="579" y="5985"/>
                    <a:pt x="371" y="6078"/>
                    <a:pt x="417" y="6286"/>
                  </a:cubicBezTo>
                  <a:cubicBezTo>
                    <a:pt x="464" y="6472"/>
                    <a:pt x="324" y="6425"/>
                    <a:pt x="162" y="6564"/>
                  </a:cubicBezTo>
                  <a:cubicBezTo>
                    <a:pt x="23" y="6726"/>
                    <a:pt x="185" y="6819"/>
                    <a:pt x="93" y="6935"/>
                  </a:cubicBezTo>
                  <a:cubicBezTo>
                    <a:pt x="0" y="7051"/>
                    <a:pt x="116" y="7213"/>
                    <a:pt x="232" y="7399"/>
                  </a:cubicBezTo>
                  <a:cubicBezTo>
                    <a:pt x="348" y="7584"/>
                    <a:pt x="464" y="7700"/>
                    <a:pt x="464" y="7862"/>
                  </a:cubicBezTo>
                  <a:cubicBezTo>
                    <a:pt x="443" y="8004"/>
                    <a:pt x="547" y="8075"/>
                    <a:pt x="682" y="8075"/>
                  </a:cubicBezTo>
                  <a:cubicBezTo>
                    <a:pt x="701" y="8075"/>
                    <a:pt x="721" y="8074"/>
                    <a:pt x="742" y="8071"/>
                  </a:cubicBezTo>
                  <a:cubicBezTo>
                    <a:pt x="904" y="8071"/>
                    <a:pt x="765" y="8395"/>
                    <a:pt x="1020" y="8395"/>
                  </a:cubicBezTo>
                  <a:cubicBezTo>
                    <a:pt x="1122" y="8395"/>
                    <a:pt x="1224" y="8402"/>
                    <a:pt x="1314" y="8402"/>
                  </a:cubicBezTo>
                  <a:cubicBezTo>
                    <a:pt x="1449" y="8402"/>
                    <a:pt x="1557" y="8386"/>
                    <a:pt x="1599" y="8302"/>
                  </a:cubicBezTo>
                  <a:cubicBezTo>
                    <a:pt x="1641" y="8218"/>
                    <a:pt x="1726" y="8142"/>
                    <a:pt x="1786" y="8142"/>
                  </a:cubicBezTo>
                  <a:cubicBezTo>
                    <a:pt x="1825" y="8142"/>
                    <a:pt x="1854" y="8174"/>
                    <a:pt x="1854" y="8256"/>
                  </a:cubicBezTo>
                  <a:cubicBezTo>
                    <a:pt x="1854" y="8456"/>
                    <a:pt x="1811" y="8977"/>
                    <a:pt x="1952" y="8977"/>
                  </a:cubicBezTo>
                  <a:cubicBezTo>
                    <a:pt x="1957" y="8977"/>
                    <a:pt x="1963" y="8976"/>
                    <a:pt x="1970" y="8974"/>
                  </a:cubicBezTo>
                  <a:cubicBezTo>
                    <a:pt x="2063" y="8940"/>
                    <a:pt x="2196" y="8922"/>
                    <a:pt x="2329" y="8922"/>
                  </a:cubicBezTo>
                  <a:cubicBezTo>
                    <a:pt x="2462" y="8922"/>
                    <a:pt x="2596" y="8940"/>
                    <a:pt x="2688" y="8974"/>
                  </a:cubicBezTo>
                  <a:cubicBezTo>
                    <a:pt x="2739" y="8994"/>
                    <a:pt x="2789" y="9002"/>
                    <a:pt x="2836" y="9002"/>
                  </a:cubicBezTo>
                  <a:cubicBezTo>
                    <a:pt x="2960" y="9002"/>
                    <a:pt x="3068" y="8943"/>
                    <a:pt x="3152" y="8859"/>
                  </a:cubicBezTo>
                  <a:cubicBezTo>
                    <a:pt x="3268" y="8766"/>
                    <a:pt x="3407" y="8766"/>
                    <a:pt x="3639" y="8627"/>
                  </a:cubicBezTo>
                  <a:cubicBezTo>
                    <a:pt x="3847" y="8488"/>
                    <a:pt x="4056" y="8326"/>
                    <a:pt x="4264" y="8326"/>
                  </a:cubicBezTo>
                  <a:cubicBezTo>
                    <a:pt x="4387" y="8326"/>
                    <a:pt x="4566" y="8285"/>
                    <a:pt x="4683" y="8285"/>
                  </a:cubicBezTo>
                  <a:cubicBezTo>
                    <a:pt x="4765" y="8285"/>
                    <a:pt x="4816" y="8305"/>
                    <a:pt x="4797" y="8372"/>
                  </a:cubicBezTo>
                  <a:cubicBezTo>
                    <a:pt x="4751" y="8534"/>
                    <a:pt x="4705" y="9137"/>
                    <a:pt x="4960" y="9438"/>
                  </a:cubicBezTo>
                  <a:cubicBezTo>
                    <a:pt x="5193" y="9714"/>
                    <a:pt x="5349" y="9835"/>
                    <a:pt x="5553" y="9835"/>
                  </a:cubicBezTo>
                  <a:cubicBezTo>
                    <a:pt x="5571" y="9835"/>
                    <a:pt x="5589" y="9834"/>
                    <a:pt x="5608" y="9832"/>
                  </a:cubicBezTo>
                  <a:cubicBezTo>
                    <a:pt x="5645" y="9825"/>
                    <a:pt x="5676" y="9822"/>
                    <a:pt x="5702" y="9822"/>
                  </a:cubicBezTo>
                  <a:cubicBezTo>
                    <a:pt x="5841" y="9822"/>
                    <a:pt x="5844" y="9904"/>
                    <a:pt x="5963" y="9904"/>
                  </a:cubicBezTo>
                  <a:cubicBezTo>
                    <a:pt x="5975" y="9904"/>
                    <a:pt x="5988" y="9903"/>
                    <a:pt x="6002" y="9901"/>
                  </a:cubicBezTo>
                  <a:cubicBezTo>
                    <a:pt x="6012" y="9900"/>
                    <a:pt x="6021" y="9900"/>
                    <a:pt x="6029" y="9900"/>
                  </a:cubicBezTo>
                  <a:cubicBezTo>
                    <a:pt x="6176" y="9900"/>
                    <a:pt x="6080" y="10087"/>
                    <a:pt x="6234" y="10087"/>
                  </a:cubicBezTo>
                  <a:cubicBezTo>
                    <a:pt x="6396" y="10087"/>
                    <a:pt x="6674" y="10133"/>
                    <a:pt x="6674" y="10295"/>
                  </a:cubicBezTo>
                  <a:cubicBezTo>
                    <a:pt x="6674" y="10388"/>
                    <a:pt x="6796" y="10400"/>
                    <a:pt x="6932" y="10400"/>
                  </a:cubicBezTo>
                  <a:cubicBezTo>
                    <a:pt x="6978" y="10400"/>
                    <a:pt x="7025" y="10398"/>
                    <a:pt x="7069" y="10398"/>
                  </a:cubicBezTo>
                  <a:cubicBezTo>
                    <a:pt x="7159" y="10398"/>
                    <a:pt x="7238" y="10404"/>
                    <a:pt x="7277" y="10434"/>
                  </a:cubicBezTo>
                  <a:cubicBezTo>
                    <a:pt x="7393" y="10527"/>
                    <a:pt x="7509" y="10620"/>
                    <a:pt x="7486" y="10805"/>
                  </a:cubicBezTo>
                  <a:cubicBezTo>
                    <a:pt x="7462" y="10991"/>
                    <a:pt x="7741" y="11153"/>
                    <a:pt x="7578" y="11222"/>
                  </a:cubicBezTo>
                  <a:cubicBezTo>
                    <a:pt x="7416" y="11315"/>
                    <a:pt x="7625" y="11477"/>
                    <a:pt x="7625" y="11686"/>
                  </a:cubicBezTo>
                  <a:cubicBezTo>
                    <a:pt x="7648" y="11895"/>
                    <a:pt x="7880" y="11964"/>
                    <a:pt x="8227" y="11964"/>
                  </a:cubicBezTo>
                  <a:cubicBezTo>
                    <a:pt x="8291" y="11960"/>
                    <a:pt x="8347" y="11957"/>
                    <a:pt x="8395" y="11957"/>
                  </a:cubicBezTo>
                  <a:cubicBezTo>
                    <a:pt x="8613" y="11957"/>
                    <a:pt x="8691" y="12011"/>
                    <a:pt x="8691" y="12219"/>
                  </a:cubicBezTo>
                  <a:cubicBezTo>
                    <a:pt x="8691" y="12497"/>
                    <a:pt x="8922" y="12520"/>
                    <a:pt x="8992" y="12752"/>
                  </a:cubicBezTo>
                  <a:cubicBezTo>
                    <a:pt x="9085" y="13007"/>
                    <a:pt x="8899" y="13285"/>
                    <a:pt x="8946" y="13470"/>
                  </a:cubicBezTo>
                  <a:cubicBezTo>
                    <a:pt x="8969" y="13609"/>
                    <a:pt x="8876" y="13772"/>
                    <a:pt x="8783" y="13841"/>
                  </a:cubicBezTo>
                  <a:cubicBezTo>
                    <a:pt x="8899" y="14003"/>
                    <a:pt x="8899" y="14073"/>
                    <a:pt x="8807" y="14143"/>
                  </a:cubicBezTo>
                  <a:cubicBezTo>
                    <a:pt x="8644" y="14212"/>
                    <a:pt x="8969" y="14444"/>
                    <a:pt x="8899" y="14815"/>
                  </a:cubicBezTo>
                  <a:cubicBezTo>
                    <a:pt x="8807" y="15162"/>
                    <a:pt x="8807" y="15232"/>
                    <a:pt x="9177" y="15255"/>
                  </a:cubicBezTo>
                  <a:cubicBezTo>
                    <a:pt x="9450" y="15272"/>
                    <a:pt x="9510" y="15327"/>
                    <a:pt x="9568" y="15327"/>
                  </a:cubicBezTo>
                  <a:cubicBezTo>
                    <a:pt x="9589" y="15327"/>
                    <a:pt x="9610" y="15320"/>
                    <a:pt x="9641" y="15301"/>
                  </a:cubicBezTo>
                  <a:cubicBezTo>
                    <a:pt x="9656" y="15291"/>
                    <a:pt x="9672" y="15287"/>
                    <a:pt x="9687" y="15287"/>
                  </a:cubicBezTo>
                  <a:cubicBezTo>
                    <a:pt x="9819" y="15287"/>
                    <a:pt x="9973" y="15599"/>
                    <a:pt x="10035" y="15765"/>
                  </a:cubicBezTo>
                  <a:cubicBezTo>
                    <a:pt x="10081" y="15950"/>
                    <a:pt x="10220" y="16367"/>
                    <a:pt x="10290" y="16367"/>
                  </a:cubicBezTo>
                  <a:cubicBezTo>
                    <a:pt x="10344" y="16367"/>
                    <a:pt x="10470" y="16240"/>
                    <a:pt x="10622" y="16240"/>
                  </a:cubicBezTo>
                  <a:cubicBezTo>
                    <a:pt x="10664" y="16240"/>
                    <a:pt x="10708" y="16249"/>
                    <a:pt x="10753" y="16275"/>
                  </a:cubicBezTo>
                  <a:cubicBezTo>
                    <a:pt x="10939" y="16367"/>
                    <a:pt x="10707" y="16970"/>
                    <a:pt x="10707" y="17248"/>
                  </a:cubicBezTo>
                  <a:cubicBezTo>
                    <a:pt x="10823" y="17248"/>
                    <a:pt x="11008" y="17248"/>
                    <a:pt x="11055" y="17271"/>
                  </a:cubicBezTo>
                  <a:cubicBezTo>
                    <a:pt x="11147" y="17317"/>
                    <a:pt x="11194" y="17990"/>
                    <a:pt x="11147" y="18105"/>
                  </a:cubicBezTo>
                  <a:cubicBezTo>
                    <a:pt x="11101" y="18221"/>
                    <a:pt x="10707" y="18337"/>
                    <a:pt x="10498" y="18476"/>
                  </a:cubicBezTo>
                  <a:cubicBezTo>
                    <a:pt x="10290" y="18615"/>
                    <a:pt x="9780" y="19079"/>
                    <a:pt x="9548" y="19473"/>
                  </a:cubicBezTo>
                  <a:cubicBezTo>
                    <a:pt x="9409" y="19681"/>
                    <a:pt x="9201" y="19867"/>
                    <a:pt x="9062" y="20052"/>
                  </a:cubicBezTo>
                  <a:cubicBezTo>
                    <a:pt x="9131" y="20052"/>
                    <a:pt x="9201" y="20052"/>
                    <a:pt x="9224" y="20029"/>
                  </a:cubicBezTo>
                  <a:cubicBezTo>
                    <a:pt x="9261" y="20014"/>
                    <a:pt x="9303" y="20004"/>
                    <a:pt x="9349" y="20004"/>
                  </a:cubicBezTo>
                  <a:cubicBezTo>
                    <a:pt x="9446" y="20004"/>
                    <a:pt x="9561" y="20049"/>
                    <a:pt x="9687" y="20191"/>
                  </a:cubicBezTo>
                  <a:cubicBezTo>
                    <a:pt x="9873" y="20423"/>
                    <a:pt x="9873" y="20585"/>
                    <a:pt x="9942" y="20585"/>
                  </a:cubicBezTo>
                  <a:cubicBezTo>
                    <a:pt x="9993" y="20568"/>
                    <a:pt x="10056" y="20415"/>
                    <a:pt x="10141" y="20415"/>
                  </a:cubicBezTo>
                  <a:cubicBezTo>
                    <a:pt x="10172" y="20415"/>
                    <a:pt x="10206" y="20436"/>
                    <a:pt x="10243" y="20492"/>
                  </a:cubicBezTo>
                  <a:cubicBezTo>
                    <a:pt x="10406" y="20701"/>
                    <a:pt x="10776" y="20863"/>
                    <a:pt x="10869" y="20956"/>
                  </a:cubicBezTo>
                  <a:cubicBezTo>
                    <a:pt x="10939" y="21049"/>
                    <a:pt x="11240" y="21141"/>
                    <a:pt x="11240" y="21396"/>
                  </a:cubicBezTo>
                  <a:cubicBezTo>
                    <a:pt x="11240" y="21582"/>
                    <a:pt x="11147" y="21929"/>
                    <a:pt x="11286" y="22207"/>
                  </a:cubicBezTo>
                  <a:cubicBezTo>
                    <a:pt x="11356" y="22138"/>
                    <a:pt x="11449" y="22045"/>
                    <a:pt x="11541" y="21976"/>
                  </a:cubicBezTo>
                  <a:cubicBezTo>
                    <a:pt x="11889" y="21721"/>
                    <a:pt x="11796" y="21582"/>
                    <a:pt x="11958" y="21304"/>
                  </a:cubicBezTo>
                  <a:cubicBezTo>
                    <a:pt x="12121" y="21002"/>
                    <a:pt x="11982" y="20886"/>
                    <a:pt x="12260" y="20632"/>
                  </a:cubicBezTo>
                  <a:cubicBezTo>
                    <a:pt x="12515" y="20377"/>
                    <a:pt x="12190" y="20214"/>
                    <a:pt x="12538" y="20052"/>
                  </a:cubicBezTo>
                  <a:cubicBezTo>
                    <a:pt x="12604" y="20021"/>
                    <a:pt x="12656" y="20007"/>
                    <a:pt x="12695" y="20007"/>
                  </a:cubicBezTo>
                  <a:cubicBezTo>
                    <a:pt x="12859" y="20007"/>
                    <a:pt x="12786" y="20258"/>
                    <a:pt x="12561" y="20539"/>
                  </a:cubicBezTo>
                  <a:cubicBezTo>
                    <a:pt x="12390" y="20752"/>
                    <a:pt x="12298" y="20869"/>
                    <a:pt x="12338" y="20869"/>
                  </a:cubicBezTo>
                  <a:cubicBezTo>
                    <a:pt x="12363" y="20869"/>
                    <a:pt x="12441" y="20823"/>
                    <a:pt x="12584" y="20724"/>
                  </a:cubicBezTo>
                  <a:cubicBezTo>
                    <a:pt x="12955" y="20446"/>
                    <a:pt x="13094" y="20075"/>
                    <a:pt x="13303" y="19658"/>
                  </a:cubicBezTo>
                  <a:cubicBezTo>
                    <a:pt x="13488" y="19241"/>
                    <a:pt x="13650" y="19102"/>
                    <a:pt x="13836" y="19079"/>
                  </a:cubicBezTo>
                  <a:cubicBezTo>
                    <a:pt x="14021" y="19056"/>
                    <a:pt x="14021" y="18592"/>
                    <a:pt x="13998" y="18291"/>
                  </a:cubicBezTo>
                  <a:cubicBezTo>
                    <a:pt x="13975" y="17966"/>
                    <a:pt x="13882" y="17688"/>
                    <a:pt x="13998" y="17480"/>
                  </a:cubicBezTo>
                  <a:cubicBezTo>
                    <a:pt x="14137" y="17271"/>
                    <a:pt x="13998" y="17086"/>
                    <a:pt x="14183" y="17086"/>
                  </a:cubicBezTo>
                  <a:cubicBezTo>
                    <a:pt x="14345" y="17086"/>
                    <a:pt x="14600" y="16831"/>
                    <a:pt x="14855" y="16553"/>
                  </a:cubicBezTo>
                  <a:cubicBezTo>
                    <a:pt x="15133" y="16275"/>
                    <a:pt x="15296" y="16275"/>
                    <a:pt x="15574" y="16228"/>
                  </a:cubicBezTo>
                  <a:cubicBezTo>
                    <a:pt x="15852" y="16205"/>
                    <a:pt x="15713" y="16112"/>
                    <a:pt x="15875" y="16066"/>
                  </a:cubicBezTo>
                  <a:cubicBezTo>
                    <a:pt x="16060" y="16020"/>
                    <a:pt x="16176" y="15857"/>
                    <a:pt x="16315" y="15742"/>
                  </a:cubicBezTo>
                  <a:cubicBezTo>
                    <a:pt x="16354" y="15703"/>
                    <a:pt x="16434" y="15690"/>
                    <a:pt x="16534" y="15690"/>
                  </a:cubicBezTo>
                  <a:cubicBezTo>
                    <a:pt x="16735" y="15690"/>
                    <a:pt x="17018" y="15742"/>
                    <a:pt x="17219" y="15742"/>
                  </a:cubicBezTo>
                  <a:cubicBezTo>
                    <a:pt x="17281" y="15742"/>
                    <a:pt x="17339" y="15743"/>
                    <a:pt x="17393" y="15743"/>
                  </a:cubicBezTo>
                  <a:cubicBezTo>
                    <a:pt x="17580" y="15743"/>
                    <a:pt x="17706" y="15729"/>
                    <a:pt x="17706" y="15603"/>
                  </a:cubicBezTo>
                  <a:cubicBezTo>
                    <a:pt x="17706" y="15417"/>
                    <a:pt x="17845" y="15255"/>
                    <a:pt x="18007" y="15255"/>
                  </a:cubicBezTo>
                  <a:cubicBezTo>
                    <a:pt x="18169" y="15255"/>
                    <a:pt x="18239" y="15209"/>
                    <a:pt x="18239" y="14977"/>
                  </a:cubicBezTo>
                  <a:cubicBezTo>
                    <a:pt x="18239" y="14722"/>
                    <a:pt x="18332" y="14583"/>
                    <a:pt x="18471" y="14490"/>
                  </a:cubicBezTo>
                  <a:cubicBezTo>
                    <a:pt x="18610" y="14374"/>
                    <a:pt x="18633" y="14119"/>
                    <a:pt x="18679" y="13980"/>
                  </a:cubicBezTo>
                  <a:cubicBezTo>
                    <a:pt x="18726" y="13818"/>
                    <a:pt x="18888" y="13911"/>
                    <a:pt x="18888" y="13679"/>
                  </a:cubicBezTo>
                  <a:cubicBezTo>
                    <a:pt x="18888" y="13447"/>
                    <a:pt x="18980" y="13192"/>
                    <a:pt x="18980" y="13007"/>
                  </a:cubicBezTo>
                  <a:cubicBezTo>
                    <a:pt x="18980" y="12822"/>
                    <a:pt x="19166" y="12868"/>
                    <a:pt x="19259" y="12729"/>
                  </a:cubicBezTo>
                  <a:cubicBezTo>
                    <a:pt x="19328" y="12590"/>
                    <a:pt x="19189" y="12428"/>
                    <a:pt x="19305" y="12057"/>
                  </a:cubicBezTo>
                  <a:cubicBezTo>
                    <a:pt x="19444" y="11663"/>
                    <a:pt x="19305" y="11315"/>
                    <a:pt x="19305" y="10991"/>
                  </a:cubicBezTo>
                  <a:cubicBezTo>
                    <a:pt x="19305" y="10643"/>
                    <a:pt x="19305" y="10295"/>
                    <a:pt x="19444" y="10180"/>
                  </a:cubicBezTo>
                  <a:cubicBezTo>
                    <a:pt x="19560" y="10064"/>
                    <a:pt x="19490" y="10017"/>
                    <a:pt x="19398" y="9971"/>
                  </a:cubicBezTo>
                  <a:cubicBezTo>
                    <a:pt x="19312" y="9928"/>
                    <a:pt x="19385" y="9806"/>
                    <a:pt x="19469" y="9806"/>
                  </a:cubicBezTo>
                  <a:cubicBezTo>
                    <a:pt x="19476" y="9806"/>
                    <a:pt x="19483" y="9807"/>
                    <a:pt x="19490" y="9809"/>
                  </a:cubicBezTo>
                  <a:cubicBezTo>
                    <a:pt x="19565" y="9827"/>
                    <a:pt x="19639" y="9950"/>
                    <a:pt x="19749" y="9950"/>
                  </a:cubicBezTo>
                  <a:cubicBezTo>
                    <a:pt x="19777" y="9950"/>
                    <a:pt x="19806" y="9943"/>
                    <a:pt x="19838" y="9925"/>
                  </a:cubicBezTo>
                  <a:cubicBezTo>
                    <a:pt x="19977" y="9832"/>
                    <a:pt x="20139" y="9415"/>
                    <a:pt x="20278" y="9067"/>
                  </a:cubicBezTo>
                  <a:cubicBezTo>
                    <a:pt x="20394" y="8720"/>
                    <a:pt x="20626" y="8743"/>
                    <a:pt x="20788" y="8673"/>
                  </a:cubicBezTo>
                  <a:cubicBezTo>
                    <a:pt x="20950" y="8604"/>
                    <a:pt x="21321" y="8186"/>
                    <a:pt x="21553" y="7584"/>
                  </a:cubicBezTo>
                  <a:cubicBezTo>
                    <a:pt x="21785" y="7005"/>
                    <a:pt x="21530" y="6425"/>
                    <a:pt x="21437" y="6008"/>
                  </a:cubicBezTo>
                  <a:cubicBezTo>
                    <a:pt x="21373" y="5719"/>
                    <a:pt x="21286" y="5675"/>
                    <a:pt x="21163" y="5675"/>
                  </a:cubicBezTo>
                  <a:cubicBezTo>
                    <a:pt x="21107" y="5675"/>
                    <a:pt x="21045" y="5684"/>
                    <a:pt x="20974" y="5684"/>
                  </a:cubicBezTo>
                  <a:cubicBezTo>
                    <a:pt x="20948" y="5686"/>
                    <a:pt x="20921" y="5687"/>
                    <a:pt x="20892" y="5687"/>
                  </a:cubicBezTo>
                  <a:cubicBezTo>
                    <a:pt x="20625" y="5687"/>
                    <a:pt x="20195" y="5573"/>
                    <a:pt x="19653" y="4988"/>
                  </a:cubicBezTo>
                  <a:cubicBezTo>
                    <a:pt x="19239" y="4543"/>
                    <a:pt x="18836" y="4425"/>
                    <a:pt x="18489" y="4425"/>
                  </a:cubicBezTo>
                  <a:cubicBezTo>
                    <a:pt x="18331" y="4425"/>
                    <a:pt x="18184" y="4449"/>
                    <a:pt x="18053" y="4478"/>
                  </a:cubicBezTo>
                  <a:cubicBezTo>
                    <a:pt x="17991" y="4497"/>
                    <a:pt x="17928" y="4505"/>
                    <a:pt x="17865" y="4505"/>
                  </a:cubicBezTo>
                  <a:cubicBezTo>
                    <a:pt x="17531" y="4505"/>
                    <a:pt x="17202" y="4282"/>
                    <a:pt x="16987" y="4224"/>
                  </a:cubicBezTo>
                  <a:cubicBezTo>
                    <a:pt x="16969" y="4220"/>
                    <a:pt x="16951" y="4219"/>
                    <a:pt x="16933" y="4219"/>
                  </a:cubicBezTo>
                  <a:cubicBezTo>
                    <a:pt x="16676" y="4219"/>
                    <a:pt x="16442" y="4508"/>
                    <a:pt x="16269" y="4594"/>
                  </a:cubicBezTo>
                  <a:cubicBezTo>
                    <a:pt x="16252" y="4600"/>
                    <a:pt x="16238" y="4603"/>
                    <a:pt x="16227" y="4603"/>
                  </a:cubicBezTo>
                  <a:cubicBezTo>
                    <a:pt x="16109" y="4603"/>
                    <a:pt x="16364" y="4274"/>
                    <a:pt x="16385" y="4061"/>
                  </a:cubicBezTo>
                  <a:cubicBezTo>
                    <a:pt x="16385" y="3830"/>
                    <a:pt x="15643" y="3505"/>
                    <a:pt x="15087" y="3297"/>
                  </a:cubicBezTo>
                  <a:cubicBezTo>
                    <a:pt x="14890" y="3214"/>
                    <a:pt x="14734" y="3176"/>
                    <a:pt x="14614" y="3176"/>
                  </a:cubicBezTo>
                  <a:cubicBezTo>
                    <a:pt x="14396" y="3176"/>
                    <a:pt x="14299" y="3304"/>
                    <a:pt x="14299" y="3528"/>
                  </a:cubicBezTo>
                  <a:cubicBezTo>
                    <a:pt x="14299" y="3639"/>
                    <a:pt x="14276" y="3668"/>
                    <a:pt x="14238" y="3668"/>
                  </a:cubicBezTo>
                  <a:cubicBezTo>
                    <a:pt x="14199" y="3668"/>
                    <a:pt x="14145" y="3636"/>
                    <a:pt x="14086" y="3636"/>
                  </a:cubicBezTo>
                  <a:cubicBezTo>
                    <a:pt x="14026" y="3636"/>
                    <a:pt x="13961" y="3670"/>
                    <a:pt x="13905" y="3806"/>
                  </a:cubicBezTo>
                  <a:cubicBezTo>
                    <a:pt x="13842" y="3950"/>
                    <a:pt x="13755" y="4000"/>
                    <a:pt x="13683" y="4000"/>
                  </a:cubicBezTo>
                  <a:cubicBezTo>
                    <a:pt x="13571" y="4000"/>
                    <a:pt x="13499" y="3877"/>
                    <a:pt x="13627" y="3806"/>
                  </a:cubicBezTo>
                  <a:cubicBezTo>
                    <a:pt x="13836" y="3691"/>
                    <a:pt x="14021" y="3412"/>
                    <a:pt x="14091" y="3181"/>
                  </a:cubicBezTo>
                  <a:cubicBezTo>
                    <a:pt x="14164" y="2998"/>
                    <a:pt x="13631" y="2844"/>
                    <a:pt x="13255" y="2844"/>
                  </a:cubicBezTo>
                  <a:cubicBezTo>
                    <a:pt x="13154" y="2844"/>
                    <a:pt x="13065" y="2855"/>
                    <a:pt x="13001" y="2879"/>
                  </a:cubicBezTo>
                  <a:cubicBezTo>
                    <a:pt x="12736" y="3002"/>
                    <a:pt x="12848" y="3340"/>
                    <a:pt x="12720" y="3340"/>
                  </a:cubicBezTo>
                  <a:cubicBezTo>
                    <a:pt x="12703" y="3340"/>
                    <a:pt x="12681" y="3334"/>
                    <a:pt x="12654" y="3320"/>
                  </a:cubicBezTo>
                  <a:cubicBezTo>
                    <a:pt x="12399" y="3181"/>
                    <a:pt x="12607" y="2856"/>
                    <a:pt x="12793" y="2856"/>
                  </a:cubicBezTo>
                  <a:cubicBezTo>
                    <a:pt x="12798" y="2857"/>
                    <a:pt x="12803" y="2857"/>
                    <a:pt x="12809" y="2857"/>
                  </a:cubicBezTo>
                  <a:cubicBezTo>
                    <a:pt x="12991" y="2857"/>
                    <a:pt x="13213" y="2477"/>
                    <a:pt x="13326" y="2184"/>
                  </a:cubicBezTo>
                  <a:cubicBezTo>
                    <a:pt x="13465" y="1906"/>
                    <a:pt x="13117" y="1836"/>
                    <a:pt x="12885" y="1605"/>
                  </a:cubicBezTo>
                  <a:cubicBezTo>
                    <a:pt x="12677" y="1373"/>
                    <a:pt x="12723" y="655"/>
                    <a:pt x="12491" y="562"/>
                  </a:cubicBezTo>
                  <a:cubicBezTo>
                    <a:pt x="12260" y="794"/>
                    <a:pt x="11935" y="1164"/>
                    <a:pt x="11843" y="1419"/>
                  </a:cubicBezTo>
                  <a:cubicBezTo>
                    <a:pt x="11773" y="1628"/>
                    <a:pt x="11695" y="1645"/>
                    <a:pt x="11574" y="1645"/>
                  </a:cubicBezTo>
                  <a:cubicBezTo>
                    <a:pt x="11551" y="1645"/>
                    <a:pt x="11526" y="1644"/>
                    <a:pt x="11500" y="1644"/>
                  </a:cubicBezTo>
                  <a:cubicBezTo>
                    <a:pt x="11433" y="1644"/>
                    <a:pt x="11356" y="1648"/>
                    <a:pt x="11263" y="1674"/>
                  </a:cubicBezTo>
                  <a:cubicBezTo>
                    <a:pt x="11194" y="1695"/>
                    <a:pt x="11134" y="1705"/>
                    <a:pt x="11080" y="1705"/>
                  </a:cubicBezTo>
                  <a:cubicBezTo>
                    <a:pt x="10901" y="1705"/>
                    <a:pt x="10802" y="1601"/>
                    <a:pt x="10730" y="1512"/>
                  </a:cubicBezTo>
                  <a:cubicBezTo>
                    <a:pt x="10706" y="1464"/>
                    <a:pt x="10652" y="1449"/>
                    <a:pt x="10583" y="1449"/>
                  </a:cubicBezTo>
                  <a:cubicBezTo>
                    <a:pt x="10468" y="1449"/>
                    <a:pt x="10309" y="1492"/>
                    <a:pt x="10180" y="1492"/>
                  </a:cubicBezTo>
                  <a:cubicBezTo>
                    <a:pt x="10162" y="1492"/>
                    <a:pt x="10144" y="1491"/>
                    <a:pt x="10128" y="1489"/>
                  </a:cubicBezTo>
                  <a:cubicBezTo>
                    <a:pt x="10119" y="1488"/>
                    <a:pt x="10112" y="1488"/>
                    <a:pt x="10104" y="1488"/>
                  </a:cubicBezTo>
                  <a:cubicBezTo>
                    <a:pt x="9930" y="1488"/>
                    <a:pt x="10052" y="1747"/>
                    <a:pt x="9896" y="1836"/>
                  </a:cubicBezTo>
                  <a:cubicBezTo>
                    <a:pt x="9877" y="1846"/>
                    <a:pt x="9853" y="1850"/>
                    <a:pt x="9826" y="1850"/>
                  </a:cubicBezTo>
                  <a:cubicBezTo>
                    <a:pt x="9702" y="1850"/>
                    <a:pt x="9507" y="1768"/>
                    <a:pt x="9371" y="1768"/>
                  </a:cubicBezTo>
                  <a:cubicBezTo>
                    <a:pt x="9318" y="1768"/>
                    <a:pt x="9275" y="1780"/>
                    <a:pt x="9247" y="1813"/>
                  </a:cubicBezTo>
                  <a:cubicBezTo>
                    <a:pt x="9177" y="1883"/>
                    <a:pt x="9125" y="1883"/>
                    <a:pt x="9082" y="1883"/>
                  </a:cubicBezTo>
                  <a:cubicBezTo>
                    <a:pt x="9038" y="1883"/>
                    <a:pt x="9004" y="1883"/>
                    <a:pt x="8969" y="1952"/>
                  </a:cubicBezTo>
                  <a:cubicBezTo>
                    <a:pt x="8899" y="2068"/>
                    <a:pt x="8668" y="1999"/>
                    <a:pt x="8598" y="2068"/>
                  </a:cubicBezTo>
                  <a:cubicBezTo>
                    <a:pt x="8569" y="2106"/>
                    <a:pt x="8518" y="2137"/>
                    <a:pt x="8445" y="2137"/>
                  </a:cubicBezTo>
                  <a:cubicBezTo>
                    <a:pt x="8342" y="2137"/>
                    <a:pt x="8196" y="2074"/>
                    <a:pt x="8019" y="1883"/>
                  </a:cubicBezTo>
                  <a:cubicBezTo>
                    <a:pt x="7717" y="1558"/>
                    <a:pt x="7764" y="1002"/>
                    <a:pt x="7903" y="909"/>
                  </a:cubicBezTo>
                  <a:cubicBezTo>
                    <a:pt x="8019" y="817"/>
                    <a:pt x="8019" y="539"/>
                    <a:pt x="7856" y="446"/>
                  </a:cubicBezTo>
                  <a:cubicBezTo>
                    <a:pt x="7671" y="376"/>
                    <a:pt x="7856" y="29"/>
                    <a:pt x="7625" y="6"/>
                  </a:cubicBezTo>
                  <a:cubicBezTo>
                    <a:pt x="7608" y="2"/>
                    <a:pt x="7593" y="1"/>
                    <a:pt x="75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59"/>
            <p:cNvSpPr/>
            <p:nvPr/>
          </p:nvSpPr>
          <p:spPr>
            <a:xfrm>
              <a:off x="2892519" y="3762533"/>
              <a:ext cx="147053" cy="146381"/>
            </a:xfrm>
            <a:custGeom>
              <a:avLst/>
              <a:gdLst/>
              <a:ahLst/>
              <a:cxnLst/>
              <a:rect l="l" t="t" r="r" b="b"/>
              <a:pathLst>
                <a:path w="4821" h="4799" extrusionOk="0">
                  <a:moveTo>
                    <a:pt x="1828" y="0"/>
                  </a:moveTo>
                  <a:cubicBezTo>
                    <a:pt x="1671" y="0"/>
                    <a:pt x="1522" y="11"/>
                    <a:pt x="1414" y="72"/>
                  </a:cubicBezTo>
                  <a:cubicBezTo>
                    <a:pt x="1353" y="98"/>
                    <a:pt x="1273" y="102"/>
                    <a:pt x="1186" y="102"/>
                  </a:cubicBezTo>
                  <a:cubicBezTo>
                    <a:pt x="1157" y="102"/>
                    <a:pt x="1128" y="101"/>
                    <a:pt x="1098" y="101"/>
                  </a:cubicBezTo>
                  <a:cubicBezTo>
                    <a:pt x="979" y="101"/>
                    <a:pt x="858" y="107"/>
                    <a:pt x="765" y="165"/>
                  </a:cubicBezTo>
                  <a:cubicBezTo>
                    <a:pt x="556" y="304"/>
                    <a:pt x="325" y="582"/>
                    <a:pt x="348" y="698"/>
                  </a:cubicBezTo>
                  <a:cubicBezTo>
                    <a:pt x="348" y="814"/>
                    <a:pt x="278" y="1509"/>
                    <a:pt x="186" y="1532"/>
                  </a:cubicBezTo>
                  <a:lnTo>
                    <a:pt x="0" y="1532"/>
                  </a:lnTo>
                  <a:cubicBezTo>
                    <a:pt x="116" y="1741"/>
                    <a:pt x="510" y="2158"/>
                    <a:pt x="742" y="2297"/>
                  </a:cubicBezTo>
                  <a:cubicBezTo>
                    <a:pt x="1043" y="2483"/>
                    <a:pt x="1020" y="2645"/>
                    <a:pt x="1344" y="2691"/>
                  </a:cubicBezTo>
                  <a:cubicBezTo>
                    <a:pt x="1692" y="2714"/>
                    <a:pt x="1854" y="2853"/>
                    <a:pt x="1970" y="2992"/>
                  </a:cubicBezTo>
                  <a:cubicBezTo>
                    <a:pt x="2086" y="3131"/>
                    <a:pt x="2920" y="3386"/>
                    <a:pt x="2967" y="3502"/>
                  </a:cubicBezTo>
                  <a:cubicBezTo>
                    <a:pt x="3036" y="3618"/>
                    <a:pt x="2550" y="3943"/>
                    <a:pt x="2550" y="4244"/>
                  </a:cubicBezTo>
                  <a:cubicBezTo>
                    <a:pt x="2550" y="4545"/>
                    <a:pt x="2364" y="4499"/>
                    <a:pt x="2364" y="4615"/>
                  </a:cubicBezTo>
                  <a:cubicBezTo>
                    <a:pt x="2364" y="4707"/>
                    <a:pt x="2758" y="4638"/>
                    <a:pt x="2874" y="4731"/>
                  </a:cubicBezTo>
                  <a:cubicBezTo>
                    <a:pt x="2905" y="4746"/>
                    <a:pt x="2940" y="4751"/>
                    <a:pt x="2978" y="4751"/>
                  </a:cubicBezTo>
                  <a:cubicBezTo>
                    <a:pt x="3057" y="4751"/>
                    <a:pt x="3148" y="4729"/>
                    <a:pt x="3235" y="4729"/>
                  </a:cubicBezTo>
                  <a:cubicBezTo>
                    <a:pt x="3296" y="4729"/>
                    <a:pt x="3355" y="4740"/>
                    <a:pt x="3407" y="4777"/>
                  </a:cubicBezTo>
                  <a:cubicBezTo>
                    <a:pt x="3434" y="4792"/>
                    <a:pt x="3462" y="4799"/>
                    <a:pt x="3490" y="4799"/>
                  </a:cubicBezTo>
                  <a:cubicBezTo>
                    <a:pt x="3622" y="4799"/>
                    <a:pt x="3757" y="4659"/>
                    <a:pt x="3853" y="4659"/>
                  </a:cubicBezTo>
                  <a:cubicBezTo>
                    <a:pt x="3859" y="4659"/>
                    <a:pt x="3865" y="4660"/>
                    <a:pt x="3871" y="4661"/>
                  </a:cubicBezTo>
                  <a:cubicBezTo>
                    <a:pt x="3882" y="4665"/>
                    <a:pt x="3894" y="4667"/>
                    <a:pt x="3905" y="4667"/>
                  </a:cubicBezTo>
                  <a:cubicBezTo>
                    <a:pt x="4033" y="4667"/>
                    <a:pt x="4162" y="4452"/>
                    <a:pt x="4311" y="4452"/>
                  </a:cubicBezTo>
                  <a:cubicBezTo>
                    <a:pt x="4314" y="4453"/>
                    <a:pt x="4317" y="4453"/>
                    <a:pt x="4320" y="4453"/>
                  </a:cubicBezTo>
                  <a:cubicBezTo>
                    <a:pt x="4478" y="4453"/>
                    <a:pt x="4612" y="3869"/>
                    <a:pt x="4589" y="3664"/>
                  </a:cubicBezTo>
                  <a:cubicBezTo>
                    <a:pt x="4566" y="3410"/>
                    <a:pt x="4821" y="2714"/>
                    <a:pt x="4635" y="2622"/>
                  </a:cubicBezTo>
                  <a:cubicBezTo>
                    <a:pt x="4598" y="2603"/>
                    <a:pt x="4560" y="2596"/>
                    <a:pt x="4523" y="2596"/>
                  </a:cubicBezTo>
                  <a:cubicBezTo>
                    <a:pt x="4372" y="2596"/>
                    <a:pt x="4227" y="2714"/>
                    <a:pt x="4172" y="2714"/>
                  </a:cubicBezTo>
                  <a:cubicBezTo>
                    <a:pt x="4102" y="2714"/>
                    <a:pt x="3963" y="2297"/>
                    <a:pt x="3917" y="2112"/>
                  </a:cubicBezTo>
                  <a:cubicBezTo>
                    <a:pt x="3875" y="1943"/>
                    <a:pt x="3698" y="1639"/>
                    <a:pt x="3579" y="1639"/>
                  </a:cubicBezTo>
                  <a:cubicBezTo>
                    <a:pt x="3567" y="1639"/>
                    <a:pt x="3556" y="1642"/>
                    <a:pt x="3546" y="1648"/>
                  </a:cubicBezTo>
                  <a:cubicBezTo>
                    <a:pt x="3507" y="1674"/>
                    <a:pt x="3481" y="1684"/>
                    <a:pt x="3456" y="1684"/>
                  </a:cubicBezTo>
                  <a:cubicBezTo>
                    <a:pt x="3389" y="1684"/>
                    <a:pt x="3327" y="1619"/>
                    <a:pt x="3059" y="1602"/>
                  </a:cubicBezTo>
                  <a:cubicBezTo>
                    <a:pt x="2689" y="1579"/>
                    <a:pt x="2689" y="1509"/>
                    <a:pt x="2781" y="1162"/>
                  </a:cubicBezTo>
                  <a:cubicBezTo>
                    <a:pt x="2874" y="791"/>
                    <a:pt x="2526" y="559"/>
                    <a:pt x="2689" y="490"/>
                  </a:cubicBezTo>
                  <a:cubicBezTo>
                    <a:pt x="2804" y="420"/>
                    <a:pt x="2781" y="350"/>
                    <a:pt x="2665" y="188"/>
                  </a:cubicBezTo>
                  <a:cubicBezTo>
                    <a:pt x="2619" y="211"/>
                    <a:pt x="2596" y="235"/>
                    <a:pt x="2573" y="235"/>
                  </a:cubicBezTo>
                  <a:cubicBezTo>
                    <a:pt x="2434" y="235"/>
                    <a:pt x="2271" y="3"/>
                    <a:pt x="2063" y="3"/>
                  </a:cubicBezTo>
                  <a:cubicBezTo>
                    <a:pt x="1986" y="3"/>
                    <a:pt x="1906" y="0"/>
                    <a:pt x="1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0" name="Google Shape;8810;p59"/>
            <p:cNvSpPr/>
            <p:nvPr/>
          </p:nvSpPr>
          <p:spPr>
            <a:xfrm>
              <a:off x="2917957" y="3291095"/>
              <a:ext cx="82021" cy="120332"/>
            </a:xfrm>
            <a:custGeom>
              <a:avLst/>
              <a:gdLst/>
              <a:ahLst/>
              <a:cxnLst/>
              <a:rect l="l" t="t" r="r" b="b"/>
              <a:pathLst>
                <a:path w="2689" h="3945" extrusionOk="0">
                  <a:moveTo>
                    <a:pt x="904" y="1"/>
                  </a:moveTo>
                  <a:cubicBezTo>
                    <a:pt x="835" y="140"/>
                    <a:pt x="765" y="233"/>
                    <a:pt x="696" y="256"/>
                  </a:cubicBezTo>
                  <a:cubicBezTo>
                    <a:pt x="557" y="349"/>
                    <a:pt x="371" y="557"/>
                    <a:pt x="510" y="627"/>
                  </a:cubicBezTo>
                  <a:cubicBezTo>
                    <a:pt x="649" y="719"/>
                    <a:pt x="673" y="905"/>
                    <a:pt x="418" y="928"/>
                  </a:cubicBezTo>
                  <a:cubicBezTo>
                    <a:pt x="163" y="951"/>
                    <a:pt x="163" y="1044"/>
                    <a:pt x="163" y="1183"/>
                  </a:cubicBezTo>
                  <a:cubicBezTo>
                    <a:pt x="186" y="1322"/>
                    <a:pt x="1" y="1392"/>
                    <a:pt x="116" y="1484"/>
                  </a:cubicBezTo>
                  <a:cubicBezTo>
                    <a:pt x="186" y="1554"/>
                    <a:pt x="371" y="1785"/>
                    <a:pt x="464" y="1925"/>
                  </a:cubicBezTo>
                  <a:cubicBezTo>
                    <a:pt x="504" y="1864"/>
                    <a:pt x="544" y="1804"/>
                    <a:pt x="630" y="1804"/>
                  </a:cubicBezTo>
                  <a:cubicBezTo>
                    <a:pt x="643" y="1804"/>
                    <a:pt x="657" y="1806"/>
                    <a:pt x="673" y="1809"/>
                  </a:cubicBezTo>
                  <a:cubicBezTo>
                    <a:pt x="904" y="1832"/>
                    <a:pt x="719" y="2179"/>
                    <a:pt x="904" y="2272"/>
                  </a:cubicBezTo>
                  <a:cubicBezTo>
                    <a:pt x="1090" y="2342"/>
                    <a:pt x="1090" y="2620"/>
                    <a:pt x="951" y="2712"/>
                  </a:cubicBezTo>
                  <a:cubicBezTo>
                    <a:pt x="812" y="2828"/>
                    <a:pt x="765" y="3361"/>
                    <a:pt x="1067" y="3686"/>
                  </a:cubicBezTo>
                  <a:cubicBezTo>
                    <a:pt x="1252" y="3885"/>
                    <a:pt x="1411" y="3945"/>
                    <a:pt x="1516" y="3945"/>
                  </a:cubicBezTo>
                  <a:cubicBezTo>
                    <a:pt x="1583" y="3945"/>
                    <a:pt x="1628" y="3921"/>
                    <a:pt x="1646" y="3894"/>
                  </a:cubicBezTo>
                  <a:cubicBezTo>
                    <a:pt x="1716" y="3802"/>
                    <a:pt x="1947" y="3894"/>
                    <a:pt x="2017" y="3755"/>
                  </a:cubicBezTo>
                  <a:cubicBezTo>
                    <a:pt x="2043" y="3702"/>
                    <a:pt x="2070" y="3693"/>
                    <a:pt x="2101" y="3693"/>
                  </a:cubicBezTo>
                  <a:cubicBezTo>
                    <a:pt x="2116" y="3693"/>
                    <a:pt x="2133" y="3695"/>
                    <a:pt x="2151" y="3695"/>
                  </a:cubicBezTo>
                  <a:cubicBezTo>
                    <a:pt x="2190" y="3695"/>
                    <a:pt x="2236" y="3685"/>
                    <a:pt x="2295" y="3616"/>
                  </a:cubicBezTo>
                  <a:cubicBezTo>
                    <a:pt x="2322" y="3589"/>
                    <a:pt x="2364" y="3580"/>
                    <a:pt x="2414" y="3580"/>
                  </a:cubicBezTo>
                  <a:cubicBezTo>
                    <a:pt x="2492" y="3580"/>
                    <a:pt x="2590" y="3602"/>
                    <a:pt x="2689" y="3616"/>
                  </a:cubicBezTo>
                  <a:cubicBezTo>
                    <a:pt x="2550" y="3431"/>
                    <a:pt x="2411" y="3130"/>
                    <a:pt x="2364" y="3014"/>
                  </a:cubicBezTo>
                  <a:cubicBezTo>
                    <a:pt x="2272" y="2805"/>
                    <a:pt x="1808" y="2527"/>
                    <a:pt x="1901" y="2434"/>
                  </a:cubicBezTo>
                  <a:cubicBezTo>
                    <a:pt x="1994" y="2342"/>
                    <a:pt x="1970" y="1994"/>
                    <a:pt x="2110" y="1971"/>
                  </a:cubicBezTo>
                  <a:cubicBezTo>
                    <a:pt x="2272" y="1948"/>
                    <a:pt x="2457" y="1878"/>
                    <a:pt x="2364" y="1716"/>
                  </a:cubicBezTo>
                  <a:cubicBezTo>
                    <a:pt x="2341" y="1646"/>
                    <a:pt x="2388" y="1507"/>
                    <a:pt x="2434" y="1368"/>
                  </a:cubicBezTo>
                  <a:cubicBezTo>
                    <a:pt x="2295" y="1345"/>
                    <a:pt x="2063" y="905"/>
                    <a:pt x="1924" y="905"/>
                  </a:cubicBezTo>
                  <a:cubicBezTo>
                    <a:pt x="1785" y="905"/>
                    <a:pt x="1623" y="789"/>
                    <a:pt x="1646" y="580"/>
                  </a:cubicBezTo>
                  <a:cubicBezTo>
                    <a:pt x="1692" y="372"/>
                    <a:pt x="1322" y="349"/>
                    <a:pt x="1113" y="117"/>
                  </a:cubicBezTo>
                  <a:cubicBezTo>
                    <a:pt x="1067" y="71"/>
                    <a:pt x="997" y="24"/>
                    <a:pt x="9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59"/>
            <p:cNvSpPr/>
            <p:nvPr/>
          </p:nvSpPr>
          <p:spPr>
            <a:xfrm>
              <a:off x="3731591" y="2803279"/>
              <a:ext cx="200767" cy="158460"/>
            </a:xfrm>
            <a:custGeom>
              <a:avLst/>
              <a:gdLst/>
              <a:ahLst/>
              <a:cxnLst/>
              <a:rect l="l" t="t" r="r" b="b"/>
              <a:pathLst>
                <a:path w="6582" h="5195" extrusionOk="0">
                  <a:moveTo>
                    <a:pt x="4093" y="1"/>
                  </a:moveTo>
                  <a:cubicBezTo>
                    <a:pt x="4056" y="1"/>
                    <a:pt x="4020" y="9"/>
                    <a:pt x="3986" y="26"/>
                  </a:cubicBezTo>
                  <a:cubicBezTo>
                    <a:pt x="3824" y="96"/>
                    <a:pt x="3546" y="907"/>
                    <a:pt x="3384" y="1139"/>
                  </a:cubicBezTo>
                  <a:cubicBezTo>
                    <a:pt x="3222" y="1370"/>
                    <a:pt x="2781" y="1533"/>
                    <a:pt x="2549" y="1533"/>
                  </a:cubicBezTo>
                  <a:cubicBezTo>
                    <a:pt x="2341" y="1533"/>
                    <a:pt x="2318" y="1880"/>
                    <a:pt x="2132" y="2019"/>
                  </a:cubicBezTo>
                  <a:cubicBezTo>
                    <a:pt x="1970" y="2135"/>
                    <a:pt x="2040" y="2367"/>
                    <a:pt x="1831" y="2529"/>
                  </a:cubicBezTo>
                  <a:cubicBezTo>
                    <a:pt x="1622" y="2691"/>
                    <a:pt x="1738" y="3178"/>
                    <a:pt x="1831" y="3364"/>
                  </a:cubicBezTo>
                  <a:cubicBezTo>
                    <a:pt x="1947" y="3526"/>
                    <a:pt x="1460" y="4105"/>
                    <a:pt x="1182" y="4244"/>
                  </a:cubicBezTo>
                  <a:cubicBezTo>
                    <a:pt x="904" y="4406"/>
                    <a:pt x="835" y="4731"/>
                    <a:pt x="394" y="4800"/>
                  </a:cubicBezTo>
                  <a:cubicBezTo>
                    <a:pt x="209" y="4824"/>
                    <a:pt x="93" y="4893"/>
                    <a:pt x="0" y="4986"/>
                  </a:cubicBezTo>
                  <a:lnTo>
                    <a:pt x="2016" y="4986"/>
                  </a:lnTo>
                  <a:cubicBezTo>
                    <a:pt x="2457" y="4986"/>
                    <a:pt x="2341" y="5078"/>
                    <a:pt x="2410" y="5194"/>
                  </a:cubicBezTo>
                  <a:cubicBezTo>
                    <a:pt x="2410" y="4847"/>
                    <a:pt x="2387" y="4499"/>
                    <a:pt x="2410" y="4453"/>
                  </a:cubicBezTo>
                  <a:cubicBezTo>
                    <a:pt x="2410" y="4383"/>
                    <a:pt x="3152" y="3943"/>
                    <a:pt x="3268" y="3873"/>
                  </a:cubicBezTo>
                  <a:cubicBezTo>
                    <a:pt x="3307" y="3854"/>
                    <a:pt x="3354" y="3849"/>
                    <a:pt x="3400" y="3849"/>
                  </a:cubicBezTo>
                  <a:cubicBezTo>
                    <a:pt x="3446" y="3849"/>
                    <a:pt x="3493" y="3854"/>
                    <a:pt x="3532" y="3854"/>
                  </a:cubicBezTo>
                  <a:cubicBezTo>
                    <a:pt x="3594" y="3854"/>
                    <a:pt x="3639" y="3842"/>
                    <a:pt x="3639" y="3781"/>
                  </a:cubicBezTo>
                  <a:cubicBezTo>
                    <a:pt x="3639" y="3642"/>
                    <a:pt x="3940" y="3711"/>
                    <a:pt x="4125" y="3665"/>
                  </a:cubicBezTo>
                  <a:cubicBezTo>
                    <a:pt x="4288" y="3642"/>
                    <a:pt x="4403" y="3503"/>
                    <a:pt x="4403" y="3340"/>
                  </a:cubicBezTo>
                  <a:cubicBezTo>
                    <a:pt x="4403" y="3178"/>
                    <a:pt x="4658" y="3224"/>
                    <a:pt x="4797" y="3201"/>
                  </a:cubicBezTo>
                  <a:cubicBezTo>
                    <a:pt x="4960" y="3178"/>
                    <a:pt x="4960" y="3039"/>
                    <a:pt x="5052" y="3039"/>
                  </a:cubicBezTo>
                  <a:cubicBezTo>
                    <a:pt x="5168" y="3039"/>
                    <a:pt x="5099" y="2877"/>
                    <a:pt x="5122" y="2715"/>
                  </a:cubicBezTo>
                  <a:cubicBezTo>
                    <a:pt x="5140" y="2566"/>
                    <a:pt x="5144" y="2551"/>
                    <a:pt x="5228" y="2551"/>
                  </a:cubicBezTo>
                  <a:cubicBezTo>
                    <a:pt x="5249" y="2551"/>
                    <a:pt x="5275" y="2552"/>
                    <a:pt x="5307" y="2552"/>
                  </a:cubicBezTo>
                  <a:cubicBezTo>
                    <a:pt x="5470" y="2552"/>
                    <a:pt x="5632" y="2483"/>
                    <a:pt x="5632" y="2367"/>
                  </a:cubicBezTo>
                  <a:cubicBezTo>
                    <a:pt x="5632" y="2314"/>
                    <a:pt x="5775" y="2300"/>
                    <a:pt x="5941" y="2300"/>
                  </a:cubicBezTo>
                  <a:cubicBezTo>
                    <a:pt x="6139" y="2300"/>
                    <a:pt x="6369" y="2321"/>
                    <a:pt x="6420" y="2321"/>
                  </a:cubicBezTo>
                  <a:cubicBezTo>
                    <a:pt x="6536" y="2321"/>
                    <a:pt x="6582" y="2205"/>
                    <a:pt x="6559" y="2112"/>
                  </a:cubicBezTo>
                  <a:cubicBezTo>
                    <a:pt x="6536" y="2019"/>
                    <a:pt x="6443" y="1764"/>
                    <a:pt x="6350" y="1741"/>
                  </a:cubicBezTo>
                  <a:cubicBezTo>
                    <a:pt x="6234" y="1718"/>
                    <a:pt x="6304" y="1463"/>
                    <a:pt x="6304" y="1255"/>
                  </a:cubicBezTo>
                  <a:cubicBezTo>
                    <a:pt x="6304" y="1023"/>
                    <a:pt x="6281" y="837"/>
                    <a:pt x="6142" y="675"/>
                  </a:cubicBezTo>
                  <a:cubicBezTo>
                    <a:pt x="6118" y="629"/>
                    <a:pt x="6095" y="583"/>
                    <a:pt x="6049" y="513"/>
                  </a:cubicBezTo>
                  <a:cubicBezTo>
                    <a:pt x="5864" y="513"/>
                    <a:pt x="5632" y="374"/>
                    <a:pt x="5423" y="351"/>
                  </a:cubicBezTo>
                  <a:cubicBezTo>
                    <a:pt x="5272" y="351"/>
                    <a:pt x="5072" y="392"/>
                    <a:pt x="4887" y="392"/>
                  </a:cubicBezTo>
                  <a:cubicBezTo>
                    <a:pt x="4734" y="392"/>
                    <a:pt x="4591" y="363"/>
                    <a:pt x="4496" y="258"/>
                  </a:cubicBezTo>
                  <a:cubicBezTo>
                    <a:pt x="4339" y="83"/>
                    <a:pt x="4208" y="1"/>
                    <a:pt x="40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59"/>
            <p:cNvSpPr/>
            <p:nvPr/>
          </p:nvSpPr>
          <p:spPr>
            <a:xfrm>
              <a:off x="4072997" y="2775430"/>
              <a:ext cx="71437" cy="133296"/>
            </a:xfrm>
            <a:custGeom>
              <a:avLst/>
              <a:gdLst/>
              <a:ahLst/>
              <a:cxnLst/>
              <a:rect l="l" t="t" r="r" b="b"/>
              <a:pathLst>
                <a:path w="2342" h="4370" extrusionOk="0">
                  <a:moveTo>
                    <a:pt x="1353" y="0"/>
                  </a:moveTo>
                  <a:cubicBezTo>
                    <a:pt x="1201" y="0"/>
                    <a:pt x="1038" y="41"/>
                    <a:pt x="951" y="128"/>
                  </a:cubicBezTo>
                  <a:cubicBezTo>
                    <a:pt x="881" y="198"/>
                    <a:pt x="766" y="198"/>
                    <a:pt x="650" y="198"/>
                  </a:cubicBezTo>
                  <a:cubicBezTo>
                    <a:pt x="603" y="522"/>
                    <a:pt x="557" y="916"/>
                    <a:pt x="650" y="1055"/>
                  </a:cubicBezTo>
                  <a:cubicBezTo>
                    <a:pt x="789" y="1241"/>
                    <a:pt x="627" y="1565"/>
                    <a:pt x="488" y="1635"/>
                  </a:cubicBezTo>
                  <a:cubicBezTo>
                    <a:pt x="348" y="1704"/>
                    <a:pt x="256" y="2005"/>
                    <a:pt x="140" y="2005"/>
                  </a:cubicBezTo>
                  <a:cubicBezTo>
                    <a:pt x="1" y="2005"/>
                    <a:pt x="140" y="2469"/>
                    <a:pt x="348" y="2585"/>
                  </a:cubicBezTo>
                  <a:cubicBezTo>
                    <a:pt x="580" y="2677"/>
                    <a:pt x="580" y="2840"/>
                    <a:pt x="580" y="2932"/>
                  </a:cubicBezTo>
                  <a:cubicBezTo>
                    <a:pt x="580" y="3025"/>
                    <a:pt x="905" y="3118"/>
                    <a:pt x="997" y="3257"/>
                  </a:cubicBezTo>
                  <a:cubicBezTo>
                    <a:pt x="1090" y="3396"/>
                    <a:pt x="1252" y="3998"/>
                    <a:pt x="1252" y="4230"/>
                  </a:cubicBezTo>
                  <a:cubicBezTo>
                    <a:pt x="1252" y="4277"/>
                    <a:pt x="1275" y="4323"/>
                    <a:pt x="1299" y="4369"/>
                  </a:cubicBezTo>
                  <a:cubicBezTo>
                    <a:pt x="1391" y="4323"/>
                    <a:pt x="1484" y="4253"/>
                    <a:pt x="1530" y="4184"/>
                  </a:cubicBezTo>
                  <a:cubicBezTo>
                    <a:pt x="1600" y="4045"/>
                    <a:pt x="1669" y="3813"/>
                    <a:pt x="1623" y="3744"/>
                  </a:cubicBezTo>
                  <a:cubicBezTo>
                    <a:pt x="1600" y="3674"/>
                    <a:pt x="1600" y="3558"/>
                    <a:pt x="1669" y="3489"/>
                  </a:cubicBezTo>
                  <a:cubicBezTo>
                    <a:pt x="1739" y="3419"/>
                    <a:pt x="2040" y="3118"/>
                    <a:pt x="2087" y="3095"/>
                  </a:cubicBezTo>
                  <a:cubicBezTo>
                    <a:pt x="2156" y="3071"/>
                    <a:pt x="2342" y="3095"/>
                    <a:pt x="2342" y="2932"/>
                  </a:cubicBezTo>
                  <a:cubicBezTo>
                    <a:pt x="2318" y="2863"/>
                    <a:pt x="2342" y="2747"/>
                    <a:pt x="2342" y="2631"/>
                  </a:cubicBezTo>
                  <a:cubicBezTo>
                    <a:pt x="2226" y="2562"/>
                    <a:pt x="2133" y="2469"/>
                    <a:pt x="2133" y="2399"/>
                  </a:cubicBezTo>
                  <a:cubicBezTo>
                    <a:pt x="2133" y="2324"/>
                    <a:pt x="2042" y="2189"/>
                    <a:pt x="1958" y="2189"/>
                  </a:cubicBezTo>
                  <a:cubicBezTo>
                    <a:pt x="1938" y="2189"/>
                    <a:pt x="1919" y="2196"/>
                    <a:pt x="1901" y="2214"/>
                  </a:cubicBezTo>
                  <a:cubicBezTo>
                    <a:pt x="1881" y="2248"/>
                    <a:pt x="1839" y="2264"/>
                    <a:pt x="1790" y="2264"/>
                  </a:cubicBezTo>
                  <a:cubicBezTo>
                    <a:pt x="1675" y="2264"/>
                    <a:pt x="1517" y="2175"/>
                    <a:pt x="1484" y="2029"/>
                  </a:cubicBezTo>
                  <a:cubicBezTo>
                    <a:pt x="1438" y="1843"/>
                    <a:pt x="1693" y="1843"/>
                    <a:pt x="1901" y="1658"/>
                  </a:cubicBezTo>
                  <a:cubicBezTo>
                    <a:pt x="2133" y="1472"/>
                    <a:pt x="2179" y="1125"/>
                    <a:pt x="1924" y="916"/>
                  </a:cubicBezTo>
                  <a:cubicBezTo>
                    <a:pt x="1693" y="731"/>
                    <a:pt x="1855" y="615"/>
                    <a:pt x="2017" y="453"/>
                  </a:cubicBezTo>
                  <a:cubicBezTo>
                    <a:pt x="2161" y="309"/>
                    <a:pt x="2096" y="221"/>
                    <a:pt x="2016" y="221"/>
                  </a:cubicBezTo>
                  <a:cubicBezTo>
                    <a:pt x="1993" y="221"/>
                    <a:pt x="1968" y="228"/>
                    <a:pt x="1948" y="244"/>
                  </a:cubicBezTo>
                  <a:cubicBezTo>
                    <a:pt x="1907" y="285"/>
                    <a:pt x="1857" y="312"/>
                    <a:pt x="1812" y="312"/>
                  </a:cubicBezTo>
                  <a:cubicBezTo>
                    <a:pt x="1755" y="312"/>
                    <a:pt x="1706" y="268"/>
                    <a:pt x="1693" y="151"/>
                  </a:cubicBezTo>
                  <a:cubicBezTo>
                    <a:pt x="1680" y="53"/>
                    <a:pt x="1524" y="0"/>
                    <a:pt x="13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59"/>
            <p:cNvSpPr/>
            <p:nvPr/>
          </p:nvSpPr>
          <p:spPr>
            <a:xfrm>
              <a:off x="4274461" y="3735020"/>
              <a:ext cx="148486" cy="159315"/>
            </a:xfrm>
            <a:custGeom>
              <a:avLst/>
              <a:gdLst/>
              <a:ahLst/>
              <a:cxnLst/>
              <a:rect l="l" t="t" r="r" b="b"/>
              <a:pathLst>
                <a:path w="4868" h="5223" extrusionOk="0">
                  <a:moveTo>
                    <a:pt x="2735" y="1"/>
                  </a:moveTo>
                  <a:cubicBezTo>
                    <a:pt x="2596" y="24"/>
                    <a:pt x="2457" y="71"/>
                    <a:pt x="2365" y="71"/>
                  </a:cubicBezTo>
                  <a:cubicBezTo>
                    <a:pt x="2202" y="71"/>
                    <a:pt x="2040" y="233"/>
                    <a:pt x="1971" y="302"/>
                  </a:cubicBezTo>
                  <a:cubicBezTo>
                    <a:pt x="1961" y="312"/>
                    <a:pt x="1950" y="316"/>
                    <a:pt x="1939" y="316"/>
                  </a:cubicBezTo>
                  <a:cubicBezTo>
                    <a:pt x="1869" y="316"/>
                    <a:pt x="1769" y="154"/>
                    <a:pt x="1669" y="94"/>
                  </a:cubicBezTo>
                  <a:cubicBezTo>
                    <a:pt x="1656" y="84"/>
                    <a:pt x="1637" y="80"/>
                    <a:pt x="1614" y="80"/>
                  </a:cubicBezTo>
                  <a:cubicBezTo>
                    <a:pt x="1471" y="80"/>
                    <a:pt x="1166" y="239"/>
                    <a:pt x="1067" y="279"/>
                  </a:cubicBezTo>
                  <a:cubicBezTo>
                    <a:pt x="951" y="302"/>
                    <a:pt x="557" y="325"/>
                    <a:pt x="557" y="325"/>
                  </a:cubicBezTo>
                  <a:lnTo>
                    <a:pt x="557" y="2203"/>
                  </a:lnTo>
                  <a:cubicBezTo>
                    <a:pt x="557" y="2411"/>
                    <a:pt x="1" y="2295"/>
                    <a:pt x="1" y="2411"/>
                  </a:cubicBezTo>
                  <a:lnTo>
                    <a:pt x="1" y="4033"/>
                  </a:lnTo>
                  <a:cubicBezTo>
                    <a:pt x="117" y="4057"/>
                    <a:pt x="233" y="4126"/>
                    <a:pt x="256" y="4196"/>
                  </a:cubicBezTo>
                  <a:cubicBezTo>
                    <a:pt x="325" y="4358"/>
                    <a:pt x="464" y="4706"/>
                    <a:pt x="441" y="4798"/>
                  </a:cubicBezTo>
                  <a:cubicBezTo>
                    <a:pt x="395" y="4914"/>
                    <a:pt x="325" y="4845"/>
                    <a:pt x="325" y="4937"/>
                  </a:cubicBezTo>
                  <a:cubicBezTo>
                    <a:pt x="325" y="5030"/>
                    <a:pt x="256" y="5192"/>
                    <a:pt x="418" y="5192"/>
                  </a:cubicBezTo>
                  <a:cubicBezTo>
                    <a:pt x="511" y="5192"/>
                    <a:pt x="641" y="5222"/>
                    <a:pt x="758" y="5222"/>
                  </a:cubicBezTo>
                  <a:cubicBezTo>
                    <a:pt x="845" y="5222"/>
                    <a:pt x="924" y="5205"/>
                    <a:pt x="974" y="5146"/>
                  </a:cubicBezTo>
                  <a:cubicBezTo>
                    <a:pt x="1067" y="5030"/>
                    <a:pt x="1438" y="4729"/>
                    <a:pt x="1461" y="4590"/>
                  </a:cubicBezTo>
                  <a:cubicBezTo>
                    <a:pt x="1480" y="4477"/>
                    <a:pt x="1528" y="4244"/>
                    <a:pt x="1693" y="4244"/>
                  </a:cubicBezTo>
                  <a:cubicBezTo>
                    <a:pt x="1732" y="4244"/>
                    <a:pt x="1778" y="4257"/>
                    <a:pt x="1832" y="4288"/>
                  </a:cubicBezTo>
                  <a:cubicBezTo>
                    <a:pt x="2110" y="4474"/>
                    <a:pt x="2133" y="4497"/>
                    <a:pt x="2480" y="4497"/>
                  </a:cubicBezTo>
                  <a:cubicBezTo>
                    <a:pt x="2828" y="4497"/>
                    <a:pt x="2944" y="4497"/>
                    <a:pt x="2990" y="4265"/>
                  </a:cubicBezTo>
                  <a:cubicBezTo>
                    <a:pt x="3060" y="4033"/>
                    <a:pt x="2990" y="3848"/>
                    <a:pt x="3199" y="3848"/>
                  </a:cubicBezTo>
                  <a:cubicBezTo>
                    <a:pt x="3431" y="3848"/>
                    <a:pt x="3686" y="3663"/>
                    <a:pt x="3686" y="3524"/>
                  </a:cubicBezTo>
                  <a:cubicBezTo>
                    <a:pt x="3686" y="3385"/>
                    <a:pt x="3778" y="3153"/>
                    <a:pt x="3894" y="3153"/>
                  </a:cubicBezTo>
                  <a:cubicBezTo>
                    <a:pt x="4033" y="3153"/>
                    <a:pt x="4311" y="2991"/>
                    <a:pt x="4335" y="2828"/>
                  </a:cubicBezTo>
                  <a:cubicBezTo>
                    <a:pt x="4381" y="2666"/>
                    <a:pt x="4589" y="2736"/>
                    <a:pt x="4682" y="2620"/>
                  </a:cubicBezTo>
                  <a:cubicBezTo>
                    <a:pt x="4728" y="2573"/>
                    <a:pt x="4798" y="2481"/>
                    <a:pt x="4868" y="2365"/>
                  </a:cubicBezTo>
                  <a:cubicBezTo>
                    <a:pt x="4868" y="2278"/>
                    <a:pt x="4847" y="2131"/>
                    <a:pt x="4561" y="2131"/>
                  </a:cubicBezTo>
                  <a:cubicBezTo>
                    <a:pt x="4541" y="2131"/>
                    <a:pt x="4519" y="2132"/>
                    <a:pt x="4497" y="2133"/>
                  </a:cubicBezTo>
                  <a:cubicBezTo>
                    <a:pt x="4335" y="2133"/>
                    <a:pt x="4103" y="1925"/>
                    <a:pt x="4103" y="1739"/>
                  </a:cubicBezTo>
                  <a:cubicBezTo>
                    <a:pt x="4103" y="1577"/>
                    <a:pt x="3894" y="1438"/>
                    <a:pt x="3894" y="1345"/>
                  </a:cubicBezTo>
                  <a:cubicBezTo>
                    <a:pt x="3894" y="1229"/>
                    <a:pt x="3523" y="1044"/>
                    <a:pt x="3338" y="951"/>
                  </a:cubicBezTo>
                  <a:cubicBezTo>
                    <a:pt x="3153" y="882"/>
                    <a:pt x="3129" y="302"/>
                    <a:pt x="3037" y="302"/>
                  </a:cubicBezTo>
                  <a:cubicBezTo>
                    <a:pt x="2967" y="302"/>
                    <a:pt x="2805" y="140"/>
                    <a:pt x="27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59"/>
            <p:cNvSpPr/>
            <p:nvPr/>
          </p:nvSpPr>
          <p:spPr>
            <a:xfrm>
              <a:off x="4534610" y="2775796"/>
              <a:ext cx="114537" cy="91202"/>
            </a:xfrm>
            <a:custGeom>
              <a:avLst/>
              <a:gdLst/>
              <a:ahLst/>
              <a:cxnLst/>
              <a:rect l="l" t="t" r="r" b="b"/>
              <a:pathLst>
                <a:path w="3755" h="2990" extrusionOk="0">
                  <a:moveTo>
                    <a:pt x="3546" y="0"/>
                  </a:moveTo>
                  <a:cubicBezTo>
                    <a:pt x="3546" y="0"/>
                    <a:pt x="3316" y="96"/>
                    <a:pt x="3031" y="96"/>
                  </a:cubicBezTo>
                  <a:cubicBezTo>
                    <a:pt x="3002" y="96"/>
                    <a:pt x="2973" y="95"/>
                    <a:pt x="2943" y="93"/>
                  </a:cubicBezTo>
                  <a:cubicBezTo>
                    <a:pt x="2928" y="92"/>
                    <a:pt x="2913" y="91"/>
                    <a:pt x="2899" y="91"/>
                  </a:cubicBezTo>
                  <a:cubicBezTo>
                    <a:pt x="2612" y="91"/>
                    <a:pt x="2533" y="302"/>
                    <a:pt x="2202" y="302"/>
                  </a:cubicBezTo>
                  <a:cubicBezTo>
                    <a:pt x="2002" y="302"/>
                    <a:pt x="1846" y="337"/>
                    <a:pt x="1735" y="337"/>
                  </a:cubicBezTo>
                  <a:cubicBezTo>
                    <a:pt x="1665" y="337"/>
                    <a:pt x="1612" y="323"/>
                    <a:pt x="1576" y="278"/>
                  </a:cubicBezTo>
                  <a:cubicBezTo>
                    <a:pt x="1551" y="244"/>
                    <a:pt x="1531" y="229"/>
                    <a:pt x="1506" y="229"/>
                  </a:cubicBezTo>
                  <a:cubicBezTo>
                    <a:pt x="1462" y="229"/>
                    <a:pt x="1398" y="275"/>
                    <a:pt x="1252" y="348"/>
                  </a:cubicBezTo>
                  <a:cubicBezTo>
                    <a:pt x="1131" y="403"/>
                    <a:pt x="1037" y="426"/>
                    <a:pt x="958" y="426"/>
                  </a:cubicBezTo>
                  <a:cubicBezTo>
                    <a:pt x="871" y="426"/>
                    <a:pt x="803" y="397"/>
                    <a:pt x="742" y="348"/>
                  </a:cubicBezTo>
                  <a:cubicBezTo>
                    <a:pt x="718" y="324"/>
                    <a:pt x="695" y="314"/>
                    <a:pt x="672" y="314"/>
                  </a:cubicBezTo>
                  <a:cubicBezTo>
                    <a:pt x="606" y="314"/>
                    <a:pt x="551" y="401"/>
                    <a:pt x="533" y="487"/>
                  </a:cubicBezTo>
                  <a:cubicBezTo>
                    <a:pt x="510" y="580"/>
                    <a:pt x="533" y="811"/>
                    <a:pt x="209" y="858"/>
                  </a:cubicBezTo>
                  <a:cubicBezTo>
                    <a:pt x="186" y="950"/>
                    <a:pt x="139" y="1066"/>
                    <a:pt x="209" y="1136"/>
                  </a:cubicBezTo>
                  <a:cubicBezTo>
                    <a:pt x="278" y="1252"/>
                    <a:pt x="186" y="1368"/>
                    <a:pt x="162" y="1530"/>
                  </a:cubicBezTo>
                  <a:cubicBezTo>
                    <a:pt x="175" y="1529"/>
                    <a:pt x="187" y="1529"/>
                    <a:pt x="199" y="1529"/>
                  </a:cubicBezTo>
                  <a:cubicBezTo>
                    <a:pt x="577" y="1529"/>
                    <a:pt x="530" y="1880"/>
                    <a:pt x="417" y="1970"/>
                  </a:cubicBezTo>
                  <a:cubicBezTo>
                    <a:pt x="348" y="2040"/>
                    <a:pt x="139" y="2295"/>
                    <a:pt x="0" y="2526"/>
                  </a:cubicBezTo>
                  <a:lnTo>
                    <a:pt x="23" y="2550"/>
                  </a:lnTo>
                  <a:lnTo>
                    <a:pt x="70" y="2735"/>
                  </a:lnTo>
                  <a:lnTo>
                    <a:pt x="580" y="2990"/>
                  </a:lnTo>
                  <a:cubicBezTo>
                    <a:pt x="580" y="2990"/>
                    <a:pt x="927" y="2735"/>
                    <a:pt x="1089" y="2712"/>
                  </a:cubicBezTo>
                  <a:cubicBezTo>
                    <a:pt x="1229" y="2689"/>
                    <a:pt x="2967" y="1762"/>
                    <a:pt x="2967" y="1762"/>
                  </a:cubicBezTo>
                  <a:cubicBezTo>
                    <a:pt x="2967" y="1762"/>
                    <a:pt x="3106" y="1530"/>
                    <a:pt x="3106" y="1437"/>
                  </a:cubicBezTo>
                  <a:cubicBezTo>
                    <a:pt x="3083" y="1368"/>
                    <a:pt x="3059" y="1113"/>
                    <a:pt x="3129" y="1020"/>
                  </a:cubicBezTo>
                  <a:cubicBezTo>
                    <a:pt x="3222" y="904"/>
                    <a:pt x="3036" y="742"/>
                    <a:pt x="3106" y="557"/>
                  </a:cubicBezTo>
                  <a:cubicBezTo>
                    <a:pt x="3152" y="394"/>
                    <a:pt x="3430" y="302"/>
                    <a:pt x="3430" y="302"/>
                  </a:cubicBezTo>
                  <a:lnTo>
                    <a:pt x="3755" y="70"/>
                  </a:lnTo>
                  <a:lnTo>
                    <a:pt x="35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59"/>
            <p:cNvSpPr/>
            <p:nvPr/>
          </p:nvSpPr>
          <p:spPr>
            <a:xfrm>
              <a:off x="4511277" y="2850007"/>
              <a:ext cx="24066" cy="69302"/>
            </a:xfrm>
            <a:custGeom>
              <a:avLst/>
              <a:gdLst/>
              <a:ahLst/>
              <a:cxnLst/>
              <a:rect l="l" t="t" r="r" b="b"/>
              <a:pathLst>
                <a:path w="789" h="2272" extrusionOk="0">
                  <a:moveTo>
                    <a:pt x="510" y="1"/>
                  </a:moveTo>
                  <a:cubicBezTo>
                    <a:pt x="464" y="93"/>
                    <a:pt x="441" y="163"/>
                    <a:pt x="418" y="256"/>
                  </a:cubicBezTo>
                  <a:cubicBezTo>
                    <a:pt x="371" y="534"/>
                    <a:pt x="116" y="1020"/>
                    <a:pt x="0" y="1229"/>
                  </a:cubicBezTo>
                  <a:lnTo>
                    <a:pt x="371" y="2179"/>
                  </a:lnTo>
                  <a:lnTo>
                    <a:pt x="348" y="2249"/>
                  </a:lnTo>
                  <a:cubicBezTo>
                    <a:pt x="371" y="2249"/>
                    <a:pt x="394" y="2272"/>
                    <a:pt x="418" y="2272"/>
                  </a:cubicBezTo>
                  <a:cubicBezTo>
                    <a:pt x="464" y="1947"/>
                    <a:pt x="533" y="1577"/>
                    <a:pt x="580" y="1484"/>
                  </a:cubicBezTo>
                  <a:cubicBezTo>
                    <a:pt x="626" y="1438"/>
                    <a:pt x="649" y="1345"/>
                    <a:pt x="649" y="1229"/>
                  </a:cubicBezTo>
                  <a:cubicBezTo>
                    <a:pt x="510" y="1067"/>
                    <a:pt x="464" y="905"/>
                    <a:pt x="464" y="881"/>
                  </a:cubicBezTo>
                  <a:cubicBezTo>
                    <a:pt x="464" y="812"/>
                    <a:pt x="487" y="511"/>
                    <a:pt x="580" y="487"/>
                  </a:cubicBezTo>
                  <a:cubicBezTo>
                    <a:pt x="591" y="476"/>
                    <a:pt x="609" y="470"/>
                    <a:pt x="635" y="470"/>
                  </a:cubicBezTo>
                  <a:cubicBezTo>
                    <a:pt x="661" y="470"/>
                    <a:pt x="696" y="476"/>
                    <a:pt x="742" y="487"/>
                  </a:cubicBezTo>
                  <a:cubicBezTo>
                    <a:pt x="742" y="372"/>
                    <a:pt x="765" y="232"/>
                    <a:pt x="788" y="117"/>
                  </a:cubicBezTo>
                  <a:lnTo>
                    <a:pt x="5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59"/>
            <p:cNvSpPr/>
            <p:nvPr/>
          </p:nvSpPr>
          <p:spPr>
            <a:xfrm>
              <a:off x="4523996" y="2848604"/>
              <a:ext cx="70735" cy="77141"/>
            </a:xfrm>
            <a:custGeom>
              <a:avLst/>
              <a:gdLst/>
              <a:ahLst/>
              <a:cxnLst/>
              <a:rect l="l" t="t" r="r" b="b"/>
              <a:pathLst>
                <a:path w="2319" h="2529" extrusionOk="0">
                  <a:moveTo>
                    <a:pt x="2133" y="0"/>
                  </a:moveTo>
                  <a:cubicBezTo>
                    <a:pt x="1785" y="186"/>
                    <a:pt x="1484" y="325"/>
                    <a:pt x="1437" y="325"/>
                  </a:cubicBezTo>
                  <a:cubicBezTo>
                    <a:pt x="1275" y="348"/>
                    <a:pt x="928" y="626"/>
                    <a:pt x="928" y="626"/>
                  </a:cubicBezTo>
                  <a:lnTo>
                    <a:pt x="418" y="348"/>
                  </a:lnTo>
                  <a:lnTo>
                    <a:pt x="371" y="163"/>
                  </a:lnTo>
                  <a:cubicBezTo>
                    <a:pt x="348" y="348"/>
                    <a:pt x="325" y="557"/>
                    <a:pt x="302" y="626"/>
                  </a:cubicBezTo>
                  <a:cubicBezTo>
                    <a:pt x="279" y="765"/>
                    <a:pt x="279" y="1414"/>
                    <a:pt x="186" y="1530"/>
                  </a:cubicBezTo>
                  <a:cubicBezTo>
                    <a:pt x="116" y="1599"/>
                    <a:pt x="47" y="1993"/>
                    <a:pt x="1" y="2318"/>
                  </a:cubicBezTo>
                  <a:cubicBezTo>
                    <a:pt x="186" y="2411"/>
                    <a:pt x="395" y="2526"/>
                    <a:pt x="487" y="2526"/>
                  </a:cubicBezTo>
                  <a:cubicBezTo>
                    <a:pt x="497" y="2528"/>
                    <a:pt x="507" y="2528"/>
                    <a:pt x="517" y="2528"/>
                  </a:cubicBezTo>
                  <a:cubicBezTo>
                    <a:pt x="698" y="2528"/>
                    <a:pt x="928" y="2334"/>
                    <a:pt x="928" y="2202"/>
                  </a:cubicBezTo>
                  <a:cubicBezTo>
                    <a:pt x="928" y="2086"/>
                    <a:pt x="1090" y="2063"/>
                    <a:pt x="1275" y="2063"/>
                  </a:cubicBezTo>
                  <a:cubicBezTo>
                    <a:pt x="1437" y="2063"/>
                    <a:pt x="1461" y="1854"/>
                    <a:pt x="1600" y="1808"/>
                  </a:cubicBezTo>
                  <a:cubicBezTo>
                    <a:pt x="1716" y="1738"/>
                    <a:pt x="1298" y="1368"/>
                    <a:pt x="1183" y="1321"/>
                  </a:cubicBezTo>
                  <a:cubicBezTo>
                    <a:pt x="1043" y="1275"/>
                    <a:pt x="1298" y="997"/>
                    <a:pt x="1716" y="974"/>
                  </a:cubicBezTo>
                  <a:cubicBezTo>
                    <a:pt x="2156" y="974"/>
                    <a:pt x="2040" y="811"/>
                    <a:pt x="2272" y="811"/>
                  </a:cubicBezTo>
                  <a:lnTo>
                    <a:pt x="2318" y="811"/>
                  </a:lnTo>
                  <a:cubicBezTo>
                    <a:pt x="2272" y="626"/>
                    <a:pt x="2225" y="394"/>
                    <a:pt x="2179" y="278"/>
                  </a:cubicBezTo>
                  <a:cubicBezTo>
                    <a:pt x="2156" y="209"/>
                    <a:pt x="2133" y="93"/>
                    <a:pt x="2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59"/>
            <p:cNvSpPr/>
            <p:nvPr/>
          </p:nvSpPr>
          <p:spPr>
            <a:xfrm>
              <a:off x="4477359" y="2802028"/>
              <a:ext cx="42307" cy="22053"/>
            </a:xfrm>
            <a:custGeom>
              <a:avLst/>
              <a:gdLst/>
              <a:ahLst/>
              <a:cxnLst/>
              <a:rect l="l" t="t" r="r" b="b"/>
              <a:pathLst>
                <a:path w="1387" h="723" extrusionOk="0">
                  <a:moveTo>
                    <a:pt x="1331" y="0"/>
                  </a:moveTo>
                  <a:cubicBezTo>
                    <a:pt x="1311" y="0"/>
                    <a:pt x="1283" y="13"/>
                    <a:pt x="1251" y="44"/>
                  </a:cubicBezTo>
                  <a:cubicBezTo>
                    <a:pt x="1136" y="160"/>
                    <a:pt x="834" y="253"/>
                    <a:pt x="464" y="276"/>
                  </a:cubicBezTo>
                  <a:cubicBezTo>
                    <a:pt x="116" y="299"/>
                    <a:pt x="0" y="531"/>
                    <a:pt x="232" y="670"/>
                  </a:cubicBezTo>
                  <a:cubicBezTo>
                    <a:pt x="296" y="707"/>
                    <a:pt x="371" y="723"/>
                    <a:pt x="447" y="723"/>
                  </a:cubicBezTo>
                  <a:cubicBezTo>
                    <a:pt x="700" y="723"/>
                    <a:pt x="973" y="556"/>
                    <a:pt x="973" y="484"/>
                  </a:cubicBezTo>
                  <a:cubicBezTo>
                    <a:pt x="950" y="415"/>
                    <a:pt x="1066" y="230"/>
                    <a:pt x="1251" y="160"/>
                  </a:cubicBezTo>
                  <a:cubicBezTo>
                    <a:pt x="1387" y="92"/>
                    <a:pt x="1386" y="0"/>
                    <a:pt x="1331" y="0"/>
                  </a:cubicBezTo>
                  <a:close/>
                </a:path>
              </a:pathLst>
            </a:custGeom>
            <a:solidFill>
              <a:srgbClr val="FFFFFF">
                <a:alpha val="25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59"/>
            <p:cNvSpPr/>
            <p:nvPr/>
          </p:nvSpPr>
          <p:spPr>
            <a:xfrm>
              <a:off x="2480410" y="3178665"/>
              <a:ext cx="71406" cy="72657"/>
            </a:xfrm>
            <a:custGeom>
              <a:avLst/>
              <a:gdLst/>
              <a:ahLst/>
              <a:cxnLst/>
              <a:rect l="l" t="t" r="r" b="b"/>
              <a:pathLst>
                <a:path w="2341" h="2382" extrusionOk="0">
                  <a:moveTo>
                    <a:pt x="2305" y="1"/>
                  </a:moveTo>
                  <a:cubicBezTo>
                    <a:pt x="2039" y="1"/>
                    <a:pt x="1781" y="235"/>
                    <a:pt x="1692" y="257"/>
                  </a:cubicBezTo>
                  <a:cubicBezTo>
                    <a:pt x="1648" y="257"/>
                    <a:pt x="1538" y="237"/>
                    <a:pt x="1429" y="237"/>
                  </a:cubicBezTo>
                  <a:cubicBezTo>
                    <a:pt x="1305" y="237"/>
                    <a:pt x="1183" y="263"/>
                    <a:pt x="1159" y="373"/>
                  </a:cubicBezTo>
                  <a:cubicBezTo>
                    <a:pt x="1113" y="558"/>
                    <a:pt x="881" y="605"/>
                    <a:pt x="580" y="628"/>
                  </a:cubicBezTo>
                  <a:cubicBezTo>
                    <a:pt x="255" y="651"/>
                    <a:pt x="417" y="906"/>
                    <a:pt x="394" y="976"/>
                  </a:cubicBezTo>
                  <a:cubicBezTo>
                    <a:pt x="371" y="1022"/>
                    <a:pt x="232" y="1115"/>
                    <a:pt x="232" y="1115"/>
                  </a:cubicBezTo>
                  <a:lnTo>
                    <a:pt x="23" y="1161"/>
                  </a:lnTo>
                  <a:cubicBezTo>
                    <a:pt x="23" y="1230"/>
                    <a:pt x="0" y="1323"/>
                    <a:pt x="116" y="1369"/>
                  </a:cubicBezTo>
                  <a:cubicBezTo>
                    <a:pt x="301" y="1485"/>
                    <a:pt x="580" y="1903"/>
                    <a:pt x="765" y="2018"/>
                  </a:cubicBezTo>
                  <a:cubicBezTo>
                    <a:pt x="881" y="2065"/>
                    <a:pt x="927" y="2157"/>
                    <a:pt x="973" y="2227"/>
                  </a:cubicBezTo>
                  <a:cubicBezTo>
                    <a:pt x="1089" y="2227"/>
                    <a:pt x="1205" y="2227"/>
                    <a:pt x="1275" y="2250"/>
                  </a:cubicBezTo>
                  <a:cubicBezTo>
                    <a:pt x="1391" y="2320"/>
                    <a:pt x="1692" y="2250"/>
                    <a:pt x="1808" y="2343"/>
                  </a:cubicBezTo>
                  <a:cubicBezTo>
                    <a:pt x="1849" y="2370"/>
                    <a:pt x="1897" y="2381"/>
                    <a:pt x="1954" y="2381"/>
                  </a:cubicBezTo>
                  <a:cubicBezTo>
                    <a:pt x="1994" y="2381"/>
                    <a:pt x="2038" y="2376"/>
                    <a:pt x="2086" y="2366"/>
                  </a:cubicBezTo>
                  <a:cubicBezTo>
                    <a:pt x="2040" y="2320"/>
                    <a:pt x="2016" y="2273"/>
                    <a:pt x="1993" y="2250"/>
                  </a:cubicBezTo>
                  <a:cubicBezTo>
                    <a:pt x="1924" y="2111"/>
                    <a:pt x="2063" y="1787"/>
                    <a:pt x="2132" y="1555"/>
                  </a:cubicBezTo>
                  <a:cubicBezTo>
                    <a:pt x="2202" y="1323"/>
                    <a:pt x="2086" y="767"/>
                    <a:pt x="2202" y="628"/>
                  </a:cubicBezTo>
                  <a:cubicBezTo>
                    <a:pt x="2341" y="489"/>
                    <a:pt x="2271" y="396"/>
                    <a:pt x="2341" y="48"/>
                  </a:cubicBezTo>
                  <a:cubicBezTo>
                    <a:pt x="2341" y="25"/>
                    <a:pt x="2341" y="25"/>
                    <a:pt x="2341" y="2"/>
                  </a:cubicBezTo>
                  <a:cubicBezTo>
                    <a:pt x="2329" y="1"/>
                    <a:pt x="2317" y="1"/>
                    <a:pt x="2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59"/>
            <p:cNvSpPr/>
            <p:nvPr/>
          </p:nvSpPr>
          <p:spPr>
            <a:xfrm>
              <a:off x="4186098" y="2402270"/>
              <a:ext cx="161206" cy="129666"/>
            </a:xfrm>
            <a:custGeom>
              <a:avLst/>
              <a:gdLst/>
              <a:ahLst/>
              <a:cxnLst/>
              <a:rect l="l" t="t" r="r" b="b"/>
              <a:pathLst>
                <a:path w="5285" h="4251" extrusionOk="0">
                  <a:moveTo>
                    <a:pt x="2199" y="0"/>
                  </a:moveTo>
                  <a:cubicBezTo>
                    <a:pt x="1952" y="0"/>
                    <a:pt x="1300" y="175"/>
                    <a:pt x="1113" y="381"/>
                  </a:cubicBezTo>
                  <a:cubicBezTo>
                    <a:pt x="858" y="612"/>
                    <a:pt x="279" y="520"/>
                    <a:pt x="256" y="659"/>
                  </a:cubicBezTo>
                  <a:cubicBezTo>
                    <a:pt x="238" y="731"/>
                    <a:pt x="191" y="789"/>
                    <a:pt x="139" y="789"/>
                  </a:cubicBezTo>
                  <a:cubicBezTo>
                    <a:pt x="124" y="789"/>
                    <a:pt x="109" y="785"/>
                    <a:pt x="94" y="775"/>
                  </a:cubicBezTo>
                  <a:cubicBezTo>
                    <a:pt x="94" y="821"/>
                    <a:pt x="94" y="844"/>
                    <a:pt x="94" y="844"/>
                  </a:cubicBezTo>
                  <a:cubicBezTo>
                    <a:pt x="140" y="960"/>
                    <a:pt x="163" y="1284"/>
                    <a:pt x="70" y="1424"/>
                  </a:cubicBezTo>
                  <a:cubicBezTo>
                    <a:pt x="1" y="1563"/>
                    <a:pt x="24" y="1586"/>
                    <a:pt x="117" y="1655"/>
                  </a:cubicBezTo>
                  <a:cubicBezTo>
                    <a:pt x="209" y="1702"/>
                    <a:pt x="233" y="1817"/>
                    <a:pt x="233" y="1910"/>
                  </a:cubicBezTo>
                  <a:cubicBezTo>
                    <a:pt x="233" y="2003"/>
                    <a:pt x="302" y="2003"/>
                    <a:pt x="302" y="2211"/>
                  </a:cubicBezTo>
                  <a:cubicBezTo>
                    <a:pt x="325" y="2397"/>
                    <a:pt x="372" y="2559"/>
                    <a:pt x="441" y="2629"/>
                  </a:cubicBezTo>
                  <a:cubicBezTo>
                    <a:pt x="511" y="2698"/>
                    <a:pt x="488" y="2814"/>
                    <a:pt x="464" y="2884"/>
                  </a:cubicBezTo>
                  <a:cubicBezTo>
                    <a:pt x="557" y="2953"/>
                    <a:pt x="673" y="3023"/>
                    <a:pt x="766" y="3069"/>
                  </a:cubicBezTo>
                  <a:cubicBezTo>
                    <a:pt x="1021" y="3162"/>
                    <a:pt x="1113" y="3231"/>
                    <a:pt x="1136" y="3324"/>
                  </a:cubicBezTo>
                  <a:cubicBezTo>
                    <a:pt x="1153" y="3391"/>
                    <a:pt x="1266" y="3494"/>
                    <a:pt x="1346" y="3494"/>
                  </a:cubicBezTo>
                  <a:cubicBezTo>
                    <a:pt x="1376" y="3494"/>
                    <a:pt x="1402" y="3478"/>
                    <a:pt x="1415" y="3440"/>
                  </a:cubicBezTo>
                  <a:cubicBezTo>
                    <a:pt x="1446" y="3387"/>
                    <a:pt x="1492" y="3373"/>
                    <a:pt x="1544" y="3373"/>
                  </a:cubicBezTo>
                  <a:cubicBezTo>
                    <a:pt x="1606" y="3373"/>
                    <a:pt x="1676" y="3393"/>
                    <a:pt x="1739" y="3393"/>
                  </a:cubicBezTo>
                  <a:cubicBezTo>
                    <a:pt x="1832" y="3393"/>
                    <a:pt x="1855" y="3509"/>
                    <a:pt x="1878" y="3579"/>
                  </a:cubicBezTo>
                  <a:cubicBezTo>
                    <a:pt x="1901" y="3672"/>
                    <a:pt x="2156" y="3625"/>
                    <a:pt x="2249" y="3672"/>
                  </a:cubicBezTo>
                  <a:cubicBezTo>
                    <a:pt x="2342" y="3741"/>
                    <a:pt x="2365" y="3926"/>
                    <a:pt x="2504" y="3996"/>
                  </a:cubicBezTo>
                  <a:cubicBezTo>
                    <a:pt x="2525" y="4009"/>
                    <a:pt x="2546" y="4014"/>
                    <a:pt x="2568" y="4014"/>
                  </a:cubicBezTo>
                  <a:cubicBezTo>
                    <a:pt x="2640" y="4014"/>
                    <a:pt x="2711" y="3955"/>
                    <a:pt x="2775" y="3955"/>
                  </a:cubicBezTo>
                  <a:cubicBezTo>
                    <a:pt x="2793" y="3955"/>
                    <a:pt x="2811" y="3960"/>
                    <a:pt x="2828" y="3973"/>
                  </a:cubicBezTo>
                  <a:cubicBezTo>
                    <a:pt x="2877" y="4006"/>
                    <a:pt x="3019" y="4038"/>
                    <a:pt x="3147" y="4038"/>
                  </a:cubicBezTo>
                  <a:cubicBezTo>
                    <a:pt x="3200" y="4038"/>
                    <a:pt x="3251" y="4033"/>
                    <a:pt x="3292" y="4019"/>
                  </a:cubicBezTo>
                  <a:cubicBezTo>
                    <a:pt x="3320" y="4010"/>
                    <a:pt x="3345" y="4006"/>
                    <a:pt x="3371" y="4006"/>
                  </a:cubicBezTo>
                  <a:cubicBezTo>
                    <a:pt x="3472" y="4006"/>
                    <a:pt x="3561" y="4065"/>
                    <a:pt x="3709" y="4065"/>
                  </a:cubicBezTo>
                  <a:cubicBezTo>
                    <a:pt x="3731" y="4062"/>
                    <a:pt x="3755" y="4061"/>
                    <a:pt x="3780" y="4061"/>
                  </a:cubicBezTo>
                  <a:cubicBezTo>
                    <a:pt x="3937" y="4061"/>
                    <a:pt x="4132" y="4118"/>
                    <a:pt x="4172" y="4158"/>
                  </a:cubicBezTo>
                  <a:cubicBezTo>
                    <a:pt x="4196" y="4181"/>
                    <a:pt x="4358" y="4228"/>
                    <a:pt x="4497" y="4251"/>
                  </a:cubicBezTo>
                  <a:cubicBezTo>
                    <a:pt x="4520" y="4158"/>
                    <a:pt x="4450" y="3926"/>
                    <a:pt x="4474" y="3880"/>
                  </a:cubicBezTo>
                  <a:cubicBezTo>
                    <a:pt x="4474" y="3811"/>
                    <a:pt x="4914" y="3440"/>
                    <a:pt x="4984" y="3347"/>
                  </a:cubicBezTo>
                  <a:cubicBezTo>
                    <a:pt x="5053" y="3278"/>
                    <a:pt x="5169" y="3278"/>
                    <a:pt x="5215" y="3162"/>
                  </a:cubicBezTo>
                  <a:cubicBezTo>
                    <a:pt x="5285" y="3046"/>
                    <a:pt x="5053" y="2698"/>
                    <a:pt x="5007" y="2629"/>
                  </a:cubicBezTo>
                  <a:cubicBezTo>
                    <a:pt x="4960" y="2559"/>
                    <a:pt x="4937" y="2258"/>
                    <a:pt x="4960" y="2142"/>
                  </a:cubicBezTo>
                  <a:cubicBezTo>
                    <a:pt x="5007" y="2026"/>
                    <a:pt x="4775" y="1957"/>
                    <a:pt x="4775" y="1864"/>
                  </a:cubicBezTo>
                  <a:cubicBezTo>
                    <a:pt x="4775" y="1794"/>
                    <a:pt x="4984" y="1632"/>
                    <a:pt x="5099" y="1586"/>
                  </a:cubicBezTo>
                  <a:cubicBezTo>
                    <a:pt x="5215" y="1539"/>
                    <a:pt x="5169" y="1215"/>
                    <a:pt x="5076" y="1122"/>
                  </a:cubicBezTo>
                  <a:cubicBezTo>
                    <a:pt x="4984" y="1030"/>
                    <a:pt x="4937" y="867"/>
                    <a:pt x="4984" y="705"/>
                  </a:cubicBezTo>
                  <a:cubicBezTo>
                    <a:pt x="5053" y="543"/>
                    <a:pt x="4636" y="404"/>
                    <a:pt x="4566" y="404"/>
                  </a:cubicBezTo>
                  <a:cubicBezTo>
                    <a:pt x="4566" y="404"/>
                    <a:pt x="4566" y="404"/>
                    <a:pt x="4543" y="381"/>
                  </a:cubicBezTo>
                  <a:cubicBezTo>
                    <a:pt x="4448" y="398"/>
                    <a:pt x="4313" y="406"/>
                    <a:pt x="4164" y="406"/>
                  </a:cubicBezTo>
                  <a:cubicBezTo>
                    <a:pt x="3732" y="406"/>
                    <a:pt x="3181" y="346"/>
                    <a:pt x="3130" y="311"/>
                  </a:cubicBezTo>
                  <a:cubicBezTo>
                    <a:pt x="3083" y="311"/>
                    <a:pt x="2967" y="265"/>
                    <a:pt x="2851" y="218"/>
                  </a:cubicBezTo>
                  <a:cubicBezTo>
                    <a:pt x="2805" y="288"/>
                    <a:pt x="2712" y="381"/>
                    <a:pt x="2550" y="381"/>
                  </a:cubicBezTo>
                  <a:cubicBezTo>
                    <a:pt x="2318" y="381"/>
                    <a:pt x="2318" y="126"/>
                    <a:pt x="2295" y="33"/>
                  </a:cubicBezTo>
                  <a:cubicBezTo>
                    <a:pt x="2295" y="10"/>
                    <a:pt x="2259" y="0"/>
                    <a:pt x="21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59"/>
            <p:cNvSpPr/>
            <p:nvPr/>
          </p:nvSpPr>
          <p:spPr>
            <a:xfrm>
              <a:off x="4314754" y="2459583"/>
              <a:ext cx="297643" cy="171241"/>
            </a:xfrm>
            <a:custGeom>
              <a:avLst/>
              <a:gdLst/>
              <a:ahLst/>
              <a:cxnLst/>
              <a:rect l="l" t="t" r="r" b="b"/>
              <a:pathLst>
                <a:path w="9758" h="5614" extrusionOk="0">
                  <a:moveTo>
                    <a:pt x="6123" y="1"/>
                  </a:moveTo>
                  <a:cubicBezTo>
                    <a:pt x="6046" y="1"/>
                    <a:pt x="5972" y="12"/>
                    <a:pt x="5934" y="31"/>
                  </a:cubicBezTo>
                  <a:cubicBezTo>
                    <a:pt x="5919" y="35"/>
                    <a:pt x="5903" y="36"/>
                    <a:pt x="5884" y="36"/>
                  </a:cubicBezTo>
                  <a:cubicBezTo>
                    <a:pt x="5827" y="36"/>
                    <a:pt x="5754" y="23"/>
                    <a:pt x="5688" y="23"/>
                  </a:cubicBezTo>
                  <a:cubicBezTo>
                    <a:pt x="5640" y="23"/>
                    <a:pt x="5596" y="30"/>
                    <a:pt x="5563" y="54"/>
                  </a:cubicBezTo>
                  <a:cubicBezTo>
                    <a:pt x="5493" y="101"/>
                    <a:pt x="5424" y="170"/>
                    <a:pt x="5308" y="170"/>
                  </a:cubicBezTo>
                  <a:cubicBezTo>
                    <a:pt x="5238" y="170"/>
                    <a:pt x="5192" y="170"/>
                    <a:pt x="5169" y="101"/>
                  </a:cubicBezTo>
                  <a:cubicBezTo>
                    <a:pt x="5030" y="170"/>
                    <a:pt x="4821" y="193"/>
                    <a:pt x="4821" y="193"/>
                  </a:cubicBezTo>
                  <a:cubicBezTo>
                    <a:pt x="4821" y="193"/>
                    <a:pt x="4497" y="448"/>
                    <a:pt x="4497" y="541"/>
                  </a:cubicBezTo>
                  <a:cubicBezTo>
                    <a:pt x="4497" y="618"/>
                    <a:pt x="4481" y="743"/>
                    <a:pt x="4422" y="743"/>
                  </a:cubicBezTo>
                  <a:cubicBezTo>
                    <a:pt x="4410" y="743"/>
                    <a:pt x="4396" y="738"/>
                    <a:pt x="4381" y="726"/>
                  </a:cubicBezTo>
                  <a:cubicBezTo>
                    <a:pt x="4340" y="672"/>
                    <a:pt x="4204" y="650"/>
                    <a:pt x="4084" y="650"/>
                  </a:cubicBezTo>
                  <a:cubicBezTo>
                    <a:pt x="3999" y="650"/>
                    <a:pt x="3923" y="661"/>
                    <a:pt x="3894" y="680"/>
                  </a:cubicBezTo>
                  <a:cubicBezTo>
                    <a:pt x="3886" y="684"/>
                    <a:pt x="3877" y="686"/>
                    <a:pt x="3868" y="686"/>
                  </a:cubicBezTo>
                  <a:cubicBezTo>
                    <a:pt x="3793" y="686"/>
                    <a:pt x="3702" y="551"/>
                    <a:pt x="3585" y="551"/>
                  </a:cubicBezTo>
                  <a:cubicBezTo>
                    <a:pt x="3565" y="551"/>
                    <a:pt x="3545" y="555"/>
                    <a:pt x="3523" y="564"/>
                  </a:cubicBezTo>
                  <a:cubicBezTo>
                    <a:pt x="3497" y="582"/>
                    <a:pt x="3469" y="589"/>
                    <a:pt x="3441" y="589"/>
                  </a:cubicBezTo>
                  <a:cubicBezTo>
                    <a:pt x="3348" y="589"/>
                    <a:pt x="3253" y="517"/>
                    <a:pt x="3205" y="517"/>
                  </a:cubicBezTo>
                  <a:cubicBezTo>
                    <a:pt x="3190" y="517"/>
                    <a:pt x="3180" y="523"/>
                    <a:pt x="3176" y="541"/>
                  </a:cubicBezTo>
                  <a:cubicBezTo>
                    <a:pt x="3168" y="565"/>
                    <a:pt x="3137" y="575"/>
                    <a:pt x="3095" y="575"/>
                  </a:cubicBezTo>
                  <a:cubicBezTo>
                    <a:pt x="3016" y="575"/>
                    <a:pt x="2896" y="540"/>
                    <a:pt x="2805" y="495"/>
                  </a:cubicBezTo>
                  <a:cubicBezTo>
                    <a:pt x="2753" y="469"/>
                    <a:pt x="2684" y="465"/>
                    <a:pt x="2613" y="465"/>
                  </a:cubicBezTo>
                  <a:cubicBezTo>
                    <a:pt x="2589" y="465"/>
                    <a:pt x="2565" y="466"/>
                    <a:pt x="2541" y="466"/>
                  </a:cubicBezTo>
                  <a:cubicBezTo>
                    <a:pt x="2446" y="466"/>
                    <a:pt x="2353" y="460"/>
                    <a:pt x="2295" y="402"/>
                  </a:cubicBezTo>
                  <a:cubicBezTo>
                    <a:pt x="2202" y="286"/>
                    <a:pt x="1577" y="286"/>
                    <a:pt x="1368" y="286"/>
                  </a:cubicBezTo>
                  <a:cubicBezTo>
                    <a:pt x="1159" y="286"/>
                    <a:pt x="1113" y="402"/>
                    <a:pt x="1020" y="518"/>
                  </a:cubicBezTo>
                  <a:cubicBezTo>
                    <a:pt x="928" y="587"/>
                    <a:pt x="835" y="587"/>
                    <a:pt x="719" y="587"/>
                  </a:cubicBezTo>
                  <a:cubicBezTo>
                    <a:pt x="719" y="657"/>
                    <a:pt x="742" y="726"/>
                    <a:pt x="766" y="773"/>
                  </a:cubicBezTo>
                  <a:cubicBezTo>
                    <a:pt x="812" y="842"/>
                    <a:pt x="1044" y="1190"/>
                    <a:pt x="974" y="1283"/>
                  </a:cubicBezTo>
                  <a:cubicBezTo>
                    <a:pt x="928" y="1399"/>
                    <a:pt x="812" y="1399"/>
                    <a:pt x="742" y="1491"/>
                  </a:cubicBezTo>
                  <a:cubicBezTo>
                    <a:pt x="673" y="1584"/>
                    <a:pt x="232" y="1955"/>
                    <a:pt x="232" y="2001"/>
                  </a:cubicBezTo>
                  <a:cubicBezTo>
                    <a:pt x="209" y="2071"/>
                    <a:pt x="302" y="2349"/>
                    <a:pt x="232" y="2395"/>
                  </a:cubicBezTo>
                  <a:cubicBezTo>
                    <a:pt x="186" y="2441"/>
                    <a:pt x="1" y="2696"/>
                    <a:pt x="1" y="2789"/>
                  </a:cubicBezTo>
                  <a:cubicBezTo>
                    <a:pt x="1" y="2882"/>
                    <a:pt x="140" y="3021"/>
                    <a:pt x="232" y="3044"/>
                  </a:cubicBezTo>
                  <a:cubicBezTo>
                    <a:pt x="279" y="3067"/>
                    <a:pt x="325" y="3090"/>
                    <a:pt x="325" y="3113"/>
                  </a:cubicBezTo>
                  <a:cubicBezTo>
                    <a:pt x="418" y="3113"/>
                    <a:pt x="487" y="3090"/>
                    <a:pt x="534" y="3090"/>
                  </a:cubicBezTo>
                  <a:cubicBezTo>
                    <a:pt x="626" y="3090"/>
                    <a:pt x="974" y="3206"/>
                    <a:pt x="1090" y="3206"/>
                  </a:cubicBezTo>
                  <a:cubicBezTo>
                    <a:pt x="1206" y="3206"/>
                    <a:pt x="1368" y="3253"/>
                    <a:pt x="1414" y="3299"/>
                  </a:cubicBezTo>
                  <a:cubicBezTo>
                    <a:pt x="1430" y="3314"/>
                    <a:pt x="1453" y="3322"/>
                    <a:pt x="1481" y="3322"/>
                  </a:cubicBezTo>
                  <a:cubicBezTo>
                    <a:pt x="1535" y="3322"/>
                    <a:pt x="1608" y="3291"/>
                    <a:pt x="1669" y="3229"/>
                  </a:cubicBezTo>
                  <a:cubicBezTo>
                    <a:pt x="1699" y="3200"/>
                    <a:pt x="1733" y="3191"/>
                    <a:pt x="1772" y="3191"/>
                  </a:cubicBezTo>
                  <a:cubicBezTo>
                    <a:pt x="1823" y="3191"/>
                    <a:pt x="1881" y="3206"/>
                    <a:pt x="1947" y="3206"/>
                  </a:cubicBezTo>
                  <a:cubicBezTo>
                    <a:pt x="2040" y="3206"/>
                    <a:pt x="2202" y="3113"/>
                    <a:pt x="2249" y="3044"/>
                  </a:cubicBezTo>
                  <a:cubicBezTo>
                    <a:pt x="2295" y="2951"/>
                    <a:pt x="2782" y="2812"/>
                    <a:pt x="2898" y="2812"/>
                  </a:cubicBezTo>
                  <a:cubicBezTo>
                    <a:pt x="2904" y="2811"/>
                    <a:pt x="2910" y="2811"/>
                    <a:pt x="2916" y="2811"/>
                  </a:cubicBezTo>
                  <a:cubicBezTo>
                    <a:pt x="3053" y="2811"/>
                    <a:pt x="3227" y="3044"/>
                    <a:pt x="3338" y="3044"/>
                  </a:cubicBezTo>
                  <a:cubicBezTo>
                    <a:pt x="3454" y="3044"/>
                    <a:pt x="3662" y="3137"/>
                    <a:pt x="3732" y="3345"/>
                  </a:cubicBezTo>
                  <a:cubicBezTo>
                    <a:pt x="3801" y="3554"/>
                    <a:pt x="3987" y="3809"/>
                    <a:pt x="4080" y="3878"/>
                  </a:cubicBezTo>
                  <a:cubicBezTo>
                    <a:pt x="4149" y="3971"/>
                    <a:pt x="4195" y="4180"/>
                    <a:pt x="4195" y="4249"/>
                  </a:cubicBezTo>
                  <a:cubicBezTo>
                    <a:pt x="4195" y="4267"/>
                    <a:pt x="4185" y="4274"/>
                    <a:pt x="4165" y="4274"/>
                  </a:cubicBezTo>
                  <a:cubicBezTo>
                    <a:pt x="4109" y="4274"/>
                    <a:pt x="3980" y="4214"/>
                    <a:pt x="3825" y="4180"/>
                  </a:cubicBezTo>
                  <a:cubicBezTo>
                    <a:pt x="3805" y="4175"/>
                    <a:pt x="3787" y="4172"/>
                    <a:pt x="3770" y="4172"/>
                  </a:cubicBezTo>
                  <a:cubicBezTo>
                    <a:pt x="3635" y="4172"/>
                    <a:pt x="3616" y="4331"/>
                    <a:pt x="3616" y="4434"/>
                  </a:cubicBezTo>
                  <a:cubicBezTo>
                    <a:pt x="3616" y="4527"/>
                    <a:pt x="3338" y="4852"/>
                    <a:pt x="3292" y="4921"/>
                  </a:cubicBezTo>
                  <a:cubicBezTo>
                    <a:pt x="3245" y="4991"/>
                    <a:pt x="3384" y="5037"/>
                    <a:pt x="3500" y="5060"/>
                  </a:cubicBezTo>
                  <a:cubicBezTo>
                    <a:pt x="3547" y="5060"/>
                    <a:pt x="3755" y="4921"/>
                    <a:pt x="3825" y="4921"/>
                  </a:cubicBezTo>
                  <a:cubicBezTo>
                    <a:pt x="3848" y="4921"/>
                    <a:pt x="3917" y="4991"/>
                    <a:pt x="4010" y="5060"/>
                  </a:cubicBezTo>
                  <a:cubicBezTo>
                    <a:pt x="3987" y="4805"/>
                    <a:pt x="4033" y="4828"/>
                    <a:pt x="4265" y="4643"/>
                  </a:cubicBezTo>
                  <a:cubicBezTo>
                    <a:pt x="4497" y="4481"/>
                    <a:pt x="4520" y="4133"/>
                    <a:pt x="4728" y="4110"/>
                  </a:cubicBezTo>
                  <a:cubicBezTo>
                    <a:pt x="4897" y="4073"/>
                    <a:pt x="4990" y="4005"/>
                    <a:pt x="5179" y="4005"/>
                  </a:cubicBezTo>
                  <a:cubicBezTo>
                    <a:pt x="5224" y="4005"/>
                    <a:pt x="5273" y="4008"/>
                    <a:pt x="5331" y="4017"/>
                  </a:cubicBezTo>
                  <a:cubicBezTo>
                    <a:pt x="5655" y="4064"/>
                    <a:pt x="5192" y="4249"/>
                    <a:pt x="5401" y="4365"/>
                  </a:cubicBezTo>
                  <a:cubicBezTo>
                    <a:pt x="5487" y="4413"/>
                    <a:pt x="5651" y="4417"/>
                    <a:pt x="5813" y="4417"/>
                  </a:cubicBezTo>
                  <a:cubicBezTo>
                    <a:pt x="5846" y="4417"/>
                    <a:pt x="5879" y="4417"/>
                    <a:pt x="5910" y="4417"/>
                  </a:cubicBezTo>
                  <a:cubicBezTo>
                    <a:pt x="6102" y="4417"/>
                    <a:pt x="6270" y="4423"/>
                    <a:pt x="6281" y="4504"/>
                  </a:cubicBezTo>
                  <a:cubicBezTo>
                    <a:pt x="6328" y="4666"/>
                    <a:pt x="5540" y="4828"/>
                    <a:pt x="5563" y="4898"/>
                  </a:cubicBezTo>
                  <a:cubicBezTo>
                    <a:pt x="5586" y="4991"/>
                    <a:pt x="5980" y="5060"/>
                    <a:pt x="6119" y="5153"/>
                  </a:cubicBezTo>
                  <a:cubicBezTo>
                    <a:pt x="6235" y="5246"/>
                    <a:pt x="6073" y="5501"/>
                    <a:pt x="6142" y="5570"/>
                  </a:cubicBezTo>
                  <a:cubicBezTo>
                    <a:pt x="6157" y="5600"/>
                    <a:pt x="6189" y="5613"/>
                    <a:pt x="6232" y="5613"/>
                  </a:cubicBezTo>
                  <a:cubicBezTo>
                    <a:pt x="6321" y="5613"/>
                    <a:pt x="6457" y="5556"/>
                    <a:pt x="6582" y="5477"/>
                  </a:cubicBezTo>
                  <a:cubicBezTo>
                    <a:pt x="6745" y="5338"/>
                    <a:pt x="6884" y="5385"/>
                    <a:pt x="7092" y="5246"/>
                  </a:cubicBezTo>
                  <a:cubicBezTo>
                    <a:pt x="7208" y="5176"/>
                    <a:pt x="7376" y="5170"/>
                    <a:pt x="7524" y="5170"/>
                  </a:cubicBezTo>
                  <a:cubicBezTo>
                    <a:pt x="7554" y="5170"/>
                    <a:pt x="7582" y="5171"/>
                    <a:pt x="7610" y="5171"/>
                  </a:cubicBezTo>
                  <a:cubicBezTo>
                    <a:pt x="7719" y="5171"/>
                    <a:pt x="7806" y="5167"/>
                    <a:pt x="7834" y="5130"/>
                  </a:cubicBezTo>
                  <a:cubicBezTo>
                    <a:pt x="7874" y="5049"/>
                    <a:pt x="7740" y="4986"/>
                    <a:pt x="7430" y="4986"/>
                  </a:cubicBezTo>
                  <a:cubicBezTo>
                    <a:pt x="7383" y="4986"/>
                    <a:pt x="7333" y="4988"/>
                    <a:pt x="7278" y="4991"/>
                  </a:cubicBezTo>
                  <a:cubicBezTo>
                    <a:pt x="7266" y="4991"/>
                    <a:pt x="7254" y="4992"/>
                    <a:pt x="7243" y="4992"/>
                  </a:cubicBezTo>
                  <a:cubicBezTo>
                    <a:pt x="6859" y="4992"/>
                    <a:pt x="6837" y="4618"/>
                    <a:pt x="6837" y="4550"/>
                  </a:cubicBezTo>
                  <a:cubicBezTo>
                    <a:pt x="6837" y="4458"/>
                    <a:pt x="7278" y="4133"/>
                    <a:pt x="7509" y="4110"/>
                  </a:cubicBezTo>
                  <a:cubicBezTo>
                    <a:pt x="7764" y="4087"/>
                    <a:pt x="7973" y="4017"/>
                    <a:pt x="8205" y="3901"/>
                  </a:cubicBezTo>
                  <a:cubicBezTo>
                    <a:pt x="8321" y="3855"/>
                    <a:pt x="8483" y="3809"/>
                    <a:pt x="8668" y="3786"/>
                  </a:cubicBezTo>
                  <a:cubicBezTo>
                    <a:pt x="8645" y="3647"/>
                    <a:pt x="8599" y="3507"/>
                    <a:pt x="8668" y="3507"/>
                  </a:cubicBezTo>
                  <a:cubicBezTo>
                    <a:pt x="8761" y="3507"/>
                    <a:pt x="9016" y="3229"/>
                    <a:pt x="9109" y="3229"/>
                  </a:cubicBezTo>
                  <a:cubicBezTo>
                    <a:pt x="9155" y="3229"/>
                    <a:pt x="9335" y="3260"/>
                    <a:pt x="9450" y="3260"/>
                  </a:cubicBezTo>
                  <a:cubicBezTo>
                    <a:pt x="9508" y="3260"/>
                    <a:pt x="9549" y="3253"/>
                    <a:pt x="9549" y="3229"/>
                  </a:cubicBezTo>
                  <a:cubicBezTo>
                    <a:pt x="9549" y="3160"/>
                    <a:pt x="9665" y="2974"/>
                    <a:pt x="9642" y="2905"/>
                  </a:cubicBezTo>
                  <a:cubicBezTo>
                    <a:pt x="9618" y="2835"/>
                    <a:pt x="9503" y="2766"/>
                    <a:pt x="9526" y="2696"/>
                  </a:cubicBezTo>
                  <a:cubicBezTo>
                    <a:pt x="9549" y="2627"/>
                    <a:pt x="9711" y="2627"/>
                    <a:pt x="9711" y="2557"/>
                  </a:cubicBezTo>
                  <a:cubicBezTo>
                    <a:pt x="9711" y="2488"/>
                    <a:pt x="9595" y="2465"/>
                    <a:pt x="9595" y="2418"/>
                  </a:cubicBezTo>
                  <a:cubicBezTo>
                    <a:pt x="9595" y="2349"/>
                    <a:pt x="9757" y="2279"/>
                    <a:pt x="9734" y="2186"/>
                  </a:cubicBezTo>
                  <a:cubicBezTo>
                    <a:pt x="9734" y="2094"/>
                    <a:pt x="9595" y="2071"/>
                    <a:pt x="9433" y="1978"/>
                  </a:cubicBezTo>
                  <a:cubicBezTo>
                    <a:pt x="9271" y="1908"/>
                    <a:pt x="9109" y="1932"/>
                    <a:pt x="8970" y="1862"/>
                  </a:cubicBezTo>
                  <a:cubicBezTo>
                    <a:pt x="8830" y="1793"/>
                    <a:pt x="8506" y="1839"/>
                    <a:pt x="8506" y="1793"/>
                  </a:cubicBezTo>
                  <a:cubicBezTo>
                    <a:pt x="8506" y="1746"/>
                    <a:pt x="8321" y="1584"/>
                    <a:pt x="8274" y="1491"/>
                  </a:cubicBezTo>
                  <a:cubicBezTo>
                    <a:pt x="8257" y="1466"/>
                    <a:pt x="8225" y="1456"/>
                    <a:pt x="8185" y="1456"/>
                  </a:cubicBezTo>
                  <a:cubicBezTo>
                    <a:pt x="8118" y="1456"/>
                    <a:pt x="8032" y="1485"/>
                    <a:pt x="7973" y="1514"/>
                  </a:cubicBezTo>
                  <a:cubicBezTo>
                    <a:pt x="7919" y="1555"/>
                    <a:pt x="7865" y="1580"/>
                    <a:pt x="7811" y="1580"/>
                  </a:cubicBezTo>
                  <a:cubicBezTo>
                    <a:pt x="7773" y="1580"/>
                    <a:pt x="7734" y="1567"/>
                    <a:pt x="7695" y="1538"/>
                  </a:cubicBezTo>
                  <a:cubicBezTo>
                    <a:pt x="7612" y="1496"/>
                    <a:pt x="7530" y="1418"/>
                    <a:pt x="7447" y="1418"/>
                  </a:cubicBezTo>
                  <a:cubicBezTo>
                    <a:pt x="7437" y="1418"/>
                    <a:pt x="7427" y="1419"/>
                    <a:pt x="7417" y="1422"/>
                  </a:cubicBezTo>
                  <a:cubicBezTo>
                    <a:pt x="7396" y="1436"/>
                    <a:pt x="7366" y="1443"/>
                    <a:pt x="7336" y="1443"/>
                  </a:cubicBezTo>
                  <a:cubicBezTo>
                    <a:pt x="7266" y="1443"/>
                    <a:pt x="7192" y="1403"/>
                    <a:pt x="7208" y="1306"/>
                  </a:cubicBezTo>
                  <a:cubicBezTo>
                    <a:pt x="7255" y="1190"/>
                    <a:pt x="7069" y="935"/>
                    <a:pt x="6976" y="889"/>
                  </a:cubicBezTo>
                  <a:cubicBezTo>
                    <a:pt x="6884" y="865"/>
                    <a:pt x="6629" y="912"/>
                    <a:pt x="6582" y="796"/>
                  </a:cubicBezTo>
                  <a:cubicBezTo>
                    <a:pt x="6513" y="680"/>
                    <a:pt x="6397" y="587"/>
                    <a:pt x="6443" y="495"/>
                  </a:cubicBezTo>
                  <a:cubicBezTo>
                    <a:pt x="6513" y="402"/>
                    <a:pt x="6443" y="170"/>
                    <a:pt x="6374" y="78"/>
                  </a:cubicBezTo>
                  <a:cubicBezTo>
                    <a:pt x="6347" y="23"/>
                    <a:pt x="6232" y="1"/>
                    <a:pt x="6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59"/>
            <p:cNvSpPr/>
            <p:nvPr/>
          </p:nvSpPr>
          <p:spPr>
            <a:xfrm>
              <a:off x="4331713" y="2370731"/>
              <a:ext cx="156966" cy="111151"/>
            </a:xfrm>
            <a:custGeom>
              <a:avLst/>
              <a:gdLst/>
              <a:ahLst/>
              <a:cxnLst/>
              <a:rect l="l" t="t" r="r" b="b"/>
              <a:pathLst>
                <a:path w="5146" h="3644" extrusionOk="0">
                  <a:moveTo>
                    <a:pt x="2736" y="1"/>
                  </a:moveTo>
                  <a:cubicBezTo>
                    <a:pt x="2689" y="24"/>
                    <a:pt x="2620" y="47"/>
                    <a:pt x="2573" y="70"/>
                  </a:cubicBezTo>
                  <a:cubicBezTo>
                    <a:pt x="2481" y="140"/>
                    <a:pt x="2481" y="256"/>
                    <a:pt x="2365" y="256"/>
                  </a:cubicBezTo>
                  <a:cubicBezTo>
                    <a:pt x="2313" y="256"/>
                    <a:pt x="2257" y="247"/>
                    <a:pt x="2201" y="247"/>
                  </a:cubicBezTo>
                  <a:cubicBezTo>
                    <a:pt x="2130" y="247"/>
                    <a:pt x="2058" y="261"/>
                    <a:pt x="1994" y="325"/>
                  </a:cubicBezTo>
                  <a:cubicBezTo>
                    <a:pt x="1855" y="418"/>
                    <a:pt x="1832" y="534"/>
                    <a:pt x="1832" y="603"/>
                  </a:cubicBezTo>
                  <a:cubicBezTo>
                    <a:pt x="1855" y="696"/>
                    <a:pt x="1878" y="812"/>
                    <a:pt x="1785" y="812"/>
                  </a:cubicBezTo>
                  <a:cubicBezTo>
                    <a:pt x="1670" y="812"/>
                    <a:pt x="1693" y="928"/>
                    <a:pt x="1600" y="951"/>
                  </a:cubicBezTo>
                  <a:cubicBezTo>
                    <a:pt x="1507" y="997"/>
                    <a:pt x="1345" y="1137"/>
                    <a:pt x="1322" y="1229"/>
                  </a:cubicBezTo>
                  <a:cubicBezTo>
                    <a:pt x="1322" y="1299"/>
                    <a:pt x="1322" y="1484"/>
                    <a:pt x="1252" y="1484"/>
                  </a:cubicBezTo>
                  <a:cubicBezTo>
                    <a:pt x="1183" y="1484"/>
                    <a:pt x="951" y="1507"/>
                    <a:pt x="882" y="1600"/>
                  </a:cubicBezTo>
                  <a:cubicBezTo>
                    <a:pt x="844" y="1657"/>
                    <a:pt x="776" y="1728"/>
                    <a:pt x="677" y="1728"/>
                  </a:cubicBezTo>
                  <a:cubicBezTo>
                    <a:pt x="654" y="1728"/>
                    <a:pt x="630" y="1725"/>
                    <a:pt x="603" y="1716"/>
                  </a:cubicBezTo>
                  <a:cubicBezTo>
                    <a:pt x="557" y="1693"/>
                    <a:pt x="372" y="1693"/>
                    <a:pt x="210" y="1693"/>
                  </a:cubicBezTo>
                  <a:cubicBezTo>
                    <a:pt x="210" y="1716"/>
                    <a:pt x="210" y="1716"/>
                    <a:pt x="210" y="1739"/>
                  </a:cubicBezTo>
                  <a:cubicBezTo>
                    <a:pt x="140" y="1901"/>
                    <a:pt x="210" y="2064"/>
                    <a:pt x="302" y="2156"/>
                  </a:cubicBezTo>
                  <a:cubicBezTo>
                    <a:pt x="395" y="2226"/>
                    <a:pt x="418" y="2573"/>
                    <a:pt x="325" y="2620"/>
                  </a:cubicBezTo>
                  <a:cubicBezTo>
                    <a:pt x="210" y="2666"/>
                    <a:pt x="1" y="2828"/>
                    <a:pt x="1" y="2898"/>
                  </a:cubicBezTo>
                  <a:cubicBezTo>
                    <a:pt x="1" y="2991"/>
                    <a:pt x="210" y="3060"/>
                    <a:pt x="186" y="3176"/>
                  </a:cubicBezTo>
                  <a:cubicBezTo>
                    <a:pt x="163" y="3245"/>
                    <a:pt x="163" y="3361"/>
                    <a:pt x="186" y="3477"/>
                  </a:cubicBezTo>
                  <a:cubicBezTo>
                    <a:pt x="217" y="3477"/>
                    <a:pt x="248" y="3480"/>
                    <a:pt x="279" y="3480"/>
                  </a:cubicBezTo>
                  <a:cubicBezTo>
                    <a:pt x="341" y="3480"/>
                    <a:pt x="403" y="3469"/>
                    <a:pt x="464" y="3408"/>
                  </a:cubicBezTo>
                  <a:cubicBezTo>
                    <a:pt x="557" y="3315"/>
                    <a:pt x="603" y="3199"/>
                    <a:pt x="835" y="3199"/>
                  </a:cubicBezTo>
                  <a:cubicBezTo>
                    <a:pt x="1044" y="3199"/>
                    <a:pt x="1670" y="3199"/>
                    <a:pt x="1762" y="3315"/>
                  </a:cubicBezTo>
                  <a:cubicBezTo>
                    <a:pt x="1803" y="3366"/>
                    <a:pt x="1874" y="3376"/>
                    <a:pt x="1955" y="3376"/>
                  </a:cubicBezTo>
                  <a:cubicBezTo>
                    <a:pt x="2016" y="3376"/>
                    <a:pt x="2082" y="3370"/>
                    <a:pt x="2145" y="3370"/>
                  </a:cubicBezTo>
                  <a:cubicBezTo>
                    <a:pt x="2190" y="3370"/>
                    <a:pt x="2234" y="3374"/>
                    <a:pt x="2272" y="3385"/>
                  </a:cubicBezTo>
                  <a:cubicBezTo>
                    <a:pt x="2363" y="3430"/>
                    <a:pt x="2484" y="3476"/>
                    <a:pt x="2563" y="3476"/>
                  </a:cubicBezTo>
                  <a:cubicBezTo>
                    <a:pt x="2605" y="3476"/>
                    <a:pt x="2635" y="3463"/>
                    <a:pt x="2643" y="3431"/>
                  </a:cubicBezTo>
                  <a:cubicBezTo>
                    <a:pt x="2643" y="3420"/>
                    <a:pt x="2648" y="3415"/>
                    <a:pt x="2658" y="3415"/>
                  </a:cubicBezTo>
                  <a:cubicBezTo>
                    <a:pt x="2699" y="3415"/>
                    <a:pt x="2814" y="3493"/>
                    <a:pt x="2918" y="3493"/>
                  </a:cubicBezTo>
                  <a:cubicBezTo>
                    <a:pt x="2943" y="3493"/>
                    <a:pt x="2968" y="3489"/>
                    <a:pt x="2991" y="3477"/>
                  </a:cubicBezTo>
                  <a:cubicBezTo>
                    <a:pt x="3012" y="3463"/>
                    <a:pt x="3034" y="3457"/>
                    <a:pt x="3055" y="3457"/>
                  </a:cubicBezTo>
                  <a:cubicBezTo>
                    <a:pt x="3160" y="3457"/>
                    <a:pt x="3258" y="3599"/>
                    <a:pt x="3319" y="3599"/>
                  </a:cubicBezTo>
                  <a:cubicBezTo>
                    <a:pt x="3326" y="3599"/>
                    <a:pt x="3332" y="3597"/>
                    <a:pt x="3338" y="3593"/>
                  </a:cubicBezTo>
                  <a:cubicBezTo>
                    <a:pt x="3380" y="3572"/>
                    <a:pt x="3468" y="3561"/>
                    <a:pt x="3562" y="3561"/>
                  </a:cubicBezTo>
                  <a:cubicBezTo>
                    <a:pt x="3676" y="3561"/>
                    <a:pt x="3797" y="3578"/>
                    <a:pt x="3848" y="3616"/>
                  </a:cubicBezTo>
                  <a:cubicBezTo>
                    <a:pt x="3862" y="3635"/>
                    <a:pt x="3875" y="3644"/>
                    <a:pt x="3885" y="3644"/>
                  </a:cubicBezTo>
                  <a:cubicBezTo>
                    <a:pt x="3926" y="3644"/>
                    <a:pt x="3941" y="3523"/>
                    <a:pt x="3941" y="3431"/>
                  </a:cubicBezTo>
                  <a:cubicBezTo>
                    <a:pt x="3941" y="3338"/>
                    <a:pt x="4265" y="3083"/>
                    <a:pt x="4265" y="3083"/>
                  </a:cubicBezTo>
                  <a:cubicBezTo>
                    <a:pt x="4265" y="3083"/>
                    <a:pt x="4497" y="3083"/>
                    <a:pt x="4613" y="3014"/>
                  </a:cubicBezTo>
                  <a:cubicBezTo>
                    <a:pt x="4590" y="2967"/>
                    <a:pt x="4566" y="2898"/>
                    <a:pt x="4543" y="2782"/>
                  </a:cubicBezTo>
                  <a:cubicBezTo>
                    <a:pt x="4474" y="2527"/>
                    <a:pt x="4381" y="2365"/>
                    <a:pt x="4451" y="2272"/>
                  </a:cubicBezTo>
                  <a:cubicBezTo>
                    <a:pt x="4463" y="2255"/>
                    <a:pt x="4481" y="2248"/>
                    <a:pt x="4502" y="2248"/>
                  </a:cubicBezTo>
                  <a:cubicBezTo>
                    <a:pt x="4583" y="2248"/>
                    <a:pt x="4712" y="2348"/>
                    <a:pt x="4806" y="2348"/>
                  </a:cubicBezTo>
                  <a:cubicBezTo>
                    <a:pt x="4820" y="2348"/>
                    <a:pt x="4833" y="2346"/>
                    <a:pt x="4845" y="2342"/>
                  </a:cubicBezTo>
                  <a:cubicBezTo>
                    <a:pt x="4960" y="2295"/>
                    <a:pt x="5146" y="2179"/>
                    <a:pt x="5123" y="2087"/>
                  </a:cubicBezTo>
                  <a:cubicBezTo>
                    <a:pt x="5099" y="1994"/>
                    <a:pt x="4914" y="1832"/>
                    <a:pt x="4821" y="1809"/>
                  </a:cubicBezTo>
                  <a:cubicBezTo>
                    <a:pt x="4729" y="1785"/>
                    <a:pt x="4659" y="1577"/>
                    <a:pt x="4497" y="1507"/>
                  </a:cubicBezTo>
                  <a:cubicBezTo>
                    <a:pt x="4335" y="1461"/>
                    <a:pt x="4381" y="1252"/>
                    <a:pt x="4242" y="1160"/>
                  </a:cubicBezTo>
                  <a:cubicBezTo>
                    <a:pt x="4103" y="1090"/>
                    <a:pt x="4196" y="905"/>
                    <a:pt x="4172" y="789"/>
                  </a:cubicBezTo>
                  <a:cubicBezTo>
                    <a:pt x="4172" y="650"/>
                    <a:pt x="4196" y="441"/>
                    <a:pt x="4126" y="395"/>
                  </a:cubicBezTo>
                  <a:cubicBezTo>
                    <a:pt x="4065" y="375"/>
                    <a:pt x="3826" y="248"/>
                    <a:pt x="3675" y="248"/>
                  </a:cubicBezTo>
                  <a:cubicBezTo>
                    <a:pt x="3653" y="248"/>
                    <a:pt x="3633" y="250"/>
                    <a:pt x="3616" y="256"/>
                  </a:cubicBezTo>
                  <a:cubicBezTo>
                    <a:pt x="3551" y="295"/>
                    <a:pt x="3487" y="326"/>
                    <a:pt x="3434" y="326"/>
                  </a:cubicBezTo>
                  <a:cubicBezTo>
                    <a:pt x="3392" y="326"/>
                    <a:pt x="3359" y="307"/>
                    <a:pt x="3338" y="256"/>
                  </a:cubicBezTo>
                  <a:cubicBezTo>
                    <a:pt x="3287" y="170"/>
                    <a:pt x="3235" y="122"/>
                    <a:pt x="3155" y="122"/>
                  </a:cubicBezTo>
                  <a:cubicBezTo>
                    <a:pt x="3127" y="122"/>
                    <a:pt x="3096" y="128"/>
                    <a:pt x="3060" y="140"/>
                  </a:cubicBezTo>
                  <a:cubicBezTo>
                    <a:pt x="3035" y="144"/>
                    <a:pt x="3012" y="146"/>
                    <a:pt x="2990" y="146"/>
                  </a:cubicBezTo>
                  <a:cubicBezTo>
                    <a:pt x="2889" y="146"/>
                    <a:pt x="2816" y="105"/>
                    <a:pt x="2759" y="47"/>
                  </a:cubicBezTo>
                  <a:cubicBezTo>
                    <a:pt x="2759" y="47"/>
                    <a:pt x="2736" y="24"/>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59"/>
            <p:cNvSpPr/>
            <p:nvPr/>
          </p:nvSpPr>
          <p:spPr>
            <a:xfrm>
              <a:off x="4292152" y="2364631"/>
              <a:ext cx="96876" cy="58839"/>
            </a:xfrm>
            <a:custGeom>
              <a:avLst/>
              <a:gdLst/>
              <a:ahLst/>
              <a:cxnLst/>
              <a:rect l="l" t="t" r="r" b="b"/>
              <a:pathLst>
                <a:path w="3176" h="1929" extrusionOk="0">
                  <a:moveTo>
                    <a:pt x="825" y="0"/>
                  </a:moveTo>
                  <a:cubicBezTo>
                    <a:pt x="724" y="0"/>
                    <a:pt x="634" y="16"/>
                    <a:pt x="580" y="62"/>
                  </a:cubicBezTo>
                  <a:cubicBezTo>
                    <a:pt x="487" y="131"/>
                    <a:pt x="301" y="155"/>
                    <a:pt x="139" y="178"/>
                  </a:cubicBezTo>
                  <a:cubicBezTo>
                    <a:pt x="255" y="386"/>
                    <a:pt x="209" y="618"/>
                    <a:pt x="93" y="757"/>
                  </a:cubicBezTo>
                  <a:cubicBezTo>
                    <a:pt x="0" y="873"/>
                    <a:pt x="46" y="873"/>
                    <a:pt x="116" y="919"/>
                  </a:cubicBezTo>
                  <a:cubicBezTo>
                    <a:pt x="195" y="919"/>
                    <a:pt x="275" y="904"/>
                    <a:pt x="341" y="904"/>
                  </a:cubicBezTo>
                  <a:cubicBezTo>
                    <a:pt x="391" y="904"/>
                    <a:pt x="434" y="913"/>
                    <a:pt x="464" y="943"/>
                  </a:cubicBezTo>
                  <a:cubicBezTo>
                    <a:pt x="504" y="1023"/>
                    <a:pt x="667" y="1086"/>
                    <a:pt x="754" y="1086"/>
                  </a:cubicBezTo>
                  <a:cubicBezTo>
                    <a:pt x="767" y="1086"/>
                    <a:pt x="779" y="1085"/>
                    <a:pt x="788" y="1082"/>
                  </a:cubicBezTo>
                  <a:cubicBezTo>
                    <a:pt x="799" y="1074"/>
                    <a:pt x="814" y="1071"/>
                    <a:pt x="831" y="1071"/>
                  </a:cubicBezTo>
                  <a:cubicBezTo>
                    <a:pt x="925" y="1071"/>
                    <a:pt x="1089" y="1166"/>
                    <a:pt x="1089" y="1244"/>
                  </a:cubicBezTo>
                  <a:cubicBezTo>
                    <a:pt x="1089" y="1337"/>
                    <a:pt x="1020" y="1638"/>
                    <a:pt x="1089" y="1638"/>
                  </a:cubicBezTo>
                  <a:cubicBezTo>
                    <a:pt x="1136" y="1638"/>
                    <a:pt x="1483" y="1754"/>
                    <a:pt x="1507" y="1893"/>
                  </a:cubicBezTo>
                  <a:cubicBezTo>
                    <a:pt x="1669" y="1893"/>
                    <a:pt x="1854" y="1916"/>
                    <a:pt x="1900" y="1916"/>
                  </a:cubicBezTo>
                  <a:cubicBezTo>
                    <a:pt x="1927" y="1925"/>
                    <a:pt x="1951" y="1928"/>
                    <a:pt x="1974" y="1928"/>
                  </a:cubicBezTo>
                  <a:cubicBezTo>
                    <a:pt x="2073" y="1928"/>
                    <a:pt x="2141" y="1857"/>
                    <a:pt x="2179" y="1800"/>
                  </a:cubicBezTo>
                  <a:cubicBezTo>
                    <a:pt x="2248" y="1707"/>
                    <a:pt x="2480" y="1684"/>
                    <a:pt x="2549" y="1684"/>
                  </a:cubicBezTo>
                  <a:cubicBezTo>
                    <a:pt x="2596" y="1684"/>
                    <a:pt x="2596" y="1499"/>
                    <a:pt x="2619" y="1429"/>
                  </a:cubicBezTo>
                  <a:cubicBezTo>
                    <a:pt x="2642" y="1337"/>
                    <a:pt x="2804" y="1197"/>
                    <a:pt x="2897" y="1174"/>
                  </a:cubicBezTo>
                  <a:cubicBezTo>
                    <a:pt x="2990" y="1128"/>
                    <a:pt x="2990" y="1012"/>
                    <a:pt x="3082" y="1012"/>
                  </a:cubicBezTo>
                  <a:cubicBezTo>
                    <a:pt x="3175" y="1012"/>
                    <a:pt x="3152" y="896"/>
                    <a:pt x="3129" y="803"/>
                  </a:cubicBezTo>
                  <a:cubicBezTo>
                    <a:pt x="3129" y="757"/>
                    <a:pt x="3152" y="711"/>
                    <a:pt x="3175" y="641"/>
                  </a:cubicBezTo>
                  <a:cubicBezTo>
                    <a:pt x="3082" y="572"/>
                    <a:pt x="2990" y="525"/>
                    <a:pt x="2897" y="456"/>
                  </a:cubicBezTo>
                  <a:cubicBezTo>
                    <a:pt x="2766" y="347"/>
                    <a:pt x="2532" y="176"/>
                    <a:pt x="2409" y="176"/>
                  </a:cubicBezTo>
                  <a:cubicBezTo>
                    <a:pt x="2401" y="176"/>
                    <a:pt x="2394" y="176"/>
                    <a:pt x="2387" y="178"/>
                  </a:cubicBezTo>
                  <a:cubicBezTo>
                    <a:pt x="2380" y="179"/>
                    <a:pt x="2373" y="180"/>
                    <a:pt x="2366" y="180"/>
                  </a:cubicBezTo>
                  <a:cubicBezTo>
                    <a:pt x="2266" y="180"/>
                    <a:pt x="2244" y="48"/>
                    <a:pt x="2132" y="48"/>
                  </a:cubicBezTo>
                  <a:cubicBezTo>
                    <a:pt x="2112" y="48"/>
                    <a:pt x="2089" y="52"/>
                    <a:pt x="2063" y="62"/>
                  </a:cubicBezTo>
                  <a:cubicBezTo>
                    <a:pt x="1993" y="85"/>
                    <a:pt x="1908" y="93"/>
                    <a:pt x="1821" y="93"/>
                  </a:cubicBezTo>
                  <a:cubicBezTo>
                    <a:pt x="1646" y="93"/>
                    <a:pt x="1460" y="62"/>
                    <a:pt x="1367" y="62"/>
                  </a:cubicBezTo>
                  <a:cubicBezTo>
                    <a:pt x="1275" y="62"/>
                    <a:pt x="1028" y="0"/>
                    <a:pt x="8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59"/>
            <p:cNvSpPr/>
            <p:nvPr/>
          </p:nvSpPr>
          <p:spPr>
            <a:xfrm>
              <a:off x="4138759" y="2032099"/>
              <a:ext cx="208546" cy="359350"/>
            </a:xfrm>
            <a:custGeom>
              <a:avLst/>
              <a:gdLst/>
              <a:ahLst/>
              <a:cxnLst/>
              <a:rect l="l" t="t" r="r" b="b"/>
              <a:pathLst>
                <a:path w="6837" h="11781" extrusionOk="0">
                  <a:moveTo>
                    <a:pt x="4033" y="9828"/>
                  </a:moveTo>
                  <a:cubicBezTo>
                    <a:pt x="3708" y="9828"/>
                    <a:pt x="3569" y="10431"/>
                    <a:pt x="3662" y="10547"/>
                  </a:cubicBezTo>
                  <a:cubicBezTo>
                    <a:pt x="3664" y="10550"/>
                    <a:pt x="3667" y="10551"/>
                    <a:pt x="3671" y="10551"/>
                  </a:cubicBezTo>
                  <a:cubicBezTo>
                    <a:pt x="3759" y="10551"/>
                    <a:pt x="4321" y="9828"/>
                    <a:pt x="4033" y="9828"/>
                  </a:cubicBezTo>
                  <a:close/>
                  <a:moveTo>
                    <a:pt x="5007" y="1"/>
                  </a:moveTo>
                  <a:cubicBezTo>
                    <a:pt x="4842" y="1"/>
                    <a:pt x="4774" y="264"/>
                    <a:pt x="4774" y="442"/>
                  </a:cubicBezTo>
                  <a:cubicBezTo>
                    <a:pt x="4774" y="569"/>
                    <a:pt x="4697" y="628"/>
                    <a:pt x="4605" y="628"/>
                  </a:cubicBezTo>
                  <a:cubicBezTo>
                    <a:pt x="4546" y="628"/>
                    <a:pt x="4481" y="604"/>
                    <a:pt x="4427" y="558"/>
                  </a:cubicBezTo>
                  <a:cubicBezTo>
                    <a:pt x="4359" y="501"/>
                    <a:pt x="4288" y="491"/>
                    <a:pt x="4211" y="491"/>
                  </a:cubicBezTo>
                  <a:cubicBezTo>
                    <a:pt x="4171" y="491"/>
                    <a:pt x="4130" y="493"/>
                    <a:pt x="4088" y="493"/>
                  </a:cubicBezTo>
                  <a:cubicBezTo>
                    <a:pt x="4013" y="493"/>
                    <a:pt x="3933" y="485"/>
                    <a:pt x="3847" y="442"/>
                  </a:cubicBezTo>
                  <a:cubicBezTo>
                    <a:pt x="3815" y="426"/>
                    <a:pt x="3789" y="419"/>
                    <a:pt x="3769" y="419"/>
                  </a:cubicBezTo>
                  <a:cubicBezTo>
                    <a:pt x="3639" y="419"/>
                    <a:pt x="3708" y="697"/>
                    <a:pt x="3708" y="836"/>
                  </a:cubicBezTo>
                  <a:cubicBezTo>
                    <a:pt x="3708" y="975"/>
                    <a:pt x="3453" y="975"/>
                    <a:pt x="3291" y="975"/>
                  </a:cubicBezTo>
                  <a:cubicBezTo>
                    <a:pt x="3152" y="975"/>
                    <a:pt x="2897" y="1114"/>
                    <a:pt x="2897" y="1300"/>
                  </a:cubicBezTo>
                  <a:cubicBezTo>
                    <a:pt x="2897" y="1485"/>
                    <a:pt x="2642" y="1578"/>
                    <a:pt x="2735" y="1694"/>
                  </a:cubicBezTo>
                  <a:cubicBezTo>
                    <a:pt x="2804" y="1787"/>
                    <a:pt x="2712" y="1902"/>
                    <a:pt x="2596" y="1972"/>
                  </a:cubicBezTo>
                  <a:cubicBezTo>
                    <a:pt x="2503" y="2065"/>
                    <a:pt x="2387" y="2320"/>
                    <a:pt x="2318" y="2389"/>
                  </a:cubicBezTo>
                  <a:cubicBezTo>
                    <a:pt x="2225" y="2459"/>
                    <a:pt x="2364" y="2598"/>
                    <a:pt x="2202" y="2714"/>
                  </a:cubicBezTo>
                  <a:cubicBezTo>
                    <a:pt x="2040" y="2806"/>
                    <a:pt x="1877" y="2737"/>
                    <a:pt x="1785" y="2806"/>
                  </a:cubicBezTo>
                  <a:cubicBezTo>
                    <a:pt x="1715" y="2876"/>
                    <a:pt x="1785" y="3061"/>
                    <a:pt x="1761" y="3293"/>
                  </a:cubicBezTo>
                  <a:cubicBezTo>
                    <a:pt x="1738" y="3525"/>
                    <a:pt x="1553" y="3803"/>
                    <a:pt x="1414" y="4011"/>
                  </a:cubicBezTo>
                  <a:cubicBezTo>
                    <a:pt x="1252" y="4220"/>
                    <a:pt x="1460" y="4266"/>
                    <a:pt x="1530" y="4289"/>
                  </a:cubicBezTo>
                  <a:cubicBezTo>
                    <a:pt x="1622" y="4313"/>
                    <a:pt x="1622" y="4452"/>
                    <a:pt x="1530" y="4591"/>
                  </a:cubicBezTo>
                  <a:cubicBezTo>
                    <a:pt x="1499" y="4663"/>
                    <a:pt x="1445" y="4684"/>
                    <a:pt x="1387" y="4684"/>
                  </a:cubicBezTo>
                  <a:cubicBezTo>
                    <a:pt x="1314" y="4684"/>
                    <a:pt x="1234" y="4650"/>
                    <a:pt x="1182" y="4637"/>
                  </a:cubicBezTo>
                  <a:cubicBezTo>
                    <a:pt x="1167" y="4631"/>
                    <a:pt x="1150" y="4628"/>
                    <a:pt x="1130" y="4628"/>
                  </a:cubicBezTo>
                  <a:cubicBezTo>
                    <a:pt x="997" y="4628"/>
                    <a:pt x="767" y="4762"/>
                    <a:pt x="626" y="4985"/>
                  </a:cubicBezTo>
                  <a:cubicBezTo>
                    <a:pt x="464" y="5240"/>
                    <a:pt x="533" y="5402"/>
                    <a:pt x="579" y="5541"/>
                  </a:cubicBezTo>
                  <a:cubicBezTo>
                    <a:pt x="626" y="5657"/>
                    <a:pt x="440" y="5819"/>
                    <a:pt x="579" y="6074"/>
                  </a:cubicBezTo>
                  <a:cubicBezTo>
                    <a:pt x="695" y="6329"/>
                    <a:pt x="533" y="6398"/>
                    <a:pt x="556" y="6607"/>
                  </a:cubicBezTo>
                  <a:cubicBezTo>
                    <a:pt x="579" y="6816"/>
                    <a:pt x="881" y="6769"/>
                    <a:pt x="904" y="6978"/>
                  </a:cubicBezTo>
                  <a:cubicBezTo>
                    <a:pt x="927" y="7186"/>
                    <a:pt x="811" y="7279"/>
                    <a:pt x="695" y="7279"/>
                  </a:cubicBezTo>
                  <a:cubicBezTo>
                    <a:pt x="603" y="7279"/>
                    <a:pt x="626" y="7488"/>
                    <a:pt x="719" y="7534"/>
                  </a:cubicBezTo>
                  <a:cubicBezTo>
                    <a:pt x="834" y="7580"/>
                    <a:pt x="811" y="7951"/>
                    <a:pt x="765" y="8044"/>
                  </a:cubicBezTo>
                  <a:cubicBezTo>
                    <a:pt x="695" y="8160"/>
                    <a:pt x="371" y="8044"/>
                    <a:pt x="394" y="8183"/>
                  </a:cubicBezTo>
                  <a:cubicBezTo>
                    <a:pt x="417" y="8322"/>
                    <a:pt x="325" y="8531"/>
                    <a:pt x="325" y="8623"/>
                  </a:cubicBezTo>
                  <a:cubicBezTo>
                    <a:pt x="325" y="8708"/>
                    <a:pt x="286" y="9003"/>
                    <a:pt x="209" y="9003"/>
                  </a:cubicBezTo>
                  <a:cubicBezTo>
                    <a:pt x="202" y="9003"/>
                    <a:pt x="194" y="9000"/>
                    <a:pt x="186" y="8994"/>
                  </a:cubicBezTo>
                  <a:cubicBezTo>
                    <a:pt x="158" y="8967"/>
                    <a:pt x="123" y="8956"/>
                    <a:pt x="90" y="8956"/>
                  </a:cubicBezTo>
                  <a:cubicBezTo>
                    <a:pt x="66" y="8956"/>
                    <a:pt x="42" y="8961"/>
                    <a:pt x="23" y="8971"/>
                  </a:cubicBezTo>
                  <a:lnTo>
                    <a:pt x="23" y="9017"/>
                  </a:lnTo>
                  <a:cubicBezTo>
                    <a:pt x="0" y="9226"/>
                    <a:pt x="70" y="9411"/>
                    <a:pt x="255" y="9550"/>
                  </a:cubicBezTo>
                  <a:cubicBezTo>
                    <a:pt x="440" y="9712"/>
                    <a:pt x="301" y="9921"/>
                    <a:pt x="440" y="10130"/>
                  </a:cubicBezTo>
                  <a:cubicBezTo>
                    <a:pt x="603" y="10338"/>
                    <a:pt x="556" y="10477"/>
                    <a:pt x="719" y="10616"/>
                  </a:cubicBezTo>
                  <a:cubicBezTo>
                    <a:pt x="904" y="10755"/>
                    <a:pt x="904" y="10848"/>
                    <a:pt x="834" y="11033"/>
                  </a:cubicBezTo>
                  <a:cubicBezTo>
                    <a:pt x="765" y="11219"/>
                    <a:pt x="973" y="11172"/>
                    <a:pt x="997" y="11288"/>
                  </a:cubicBezTo>
                  <a:cubicBezTo>
                    <a:pt x="997" y="11381"/>
                    <a:pt x="950" y="11636"/>
                    <a:pt x="997" y="11729"/>
                  </a:cubicBezTo>
                  <a:cubicBezTo>
                    <a:pt x="1020" y="11767"/>
                    <a:pt x="1048" y="11780"/>
                    <a:pt x="1085" y="11780"/>
                  </a:cubicBezTo>
                  <a:cubicBezTo>
                    <a:pt x="1159" y="11780"/>
                    <a:pt x="1267" y="11729"/>
                    <a:pt x="1437" y="11729"/>
                  </a:cubicBezTo>
                  <a:cubicBezTo>
                    <a:pt x="1692" y="11729"/>
                    <a:pt x="1622" y="11566"/>
                    <a:pt x="1622" y="11404"/>
                  </a:cubicBezTo>
                  <a:cubicBezTo>
                    <a:pt x="1646" y="11242"/>
                    <a:pt x="1761" y="11335"/>
                    <a:pt x="1808" y="11219"/>
                  </a:cubicBezTo>
                  <a:cubicBezTo>
                    <a:pt x="1821" y="11167"/>
                    <a:pt x="1900" y="11137"/>
                    <a:pt x="1999" y="11137"/>
                  </a:cubicBezTo>
                  <a:cubicBezTo>
                    <a:pt x="2077" y="11137"/>
                    <a:pt x="2167" y="11155"/>
                    <a:pt x="2248" y="11196"/>
                  </a:cubicBezTo>
                  <a:cubicBezTo>
                    <a:pt x="2281" y="11208"/>
                    <a:pt x="2312" y="11214"/>
                    <a:pt x="2341" y="11214"/>
                  </a:cubicBezTo>
                  <a:cubicBezTo>
                    <a:pt x="2472" y="11214"/>
                    <a:pt x="2554" y="11093"/>
                    <a:pt x="2573" y="10941"/>
                  </a:cubicBezTo>
                  <a:cubicBezTo>
                    <a:pt x="2579" y="10888"/>
                    <a:pt x="2593" y="10869"/>
                    <a:pt x="2611" y="10869"/>
                  </a:cubicBezTo>
                  <a:cubicBezTo>
                    <a:pt x="2656" y="10869"/>
                    <a:pt x="2725" y="10994"/>
                    <a:pt x="2758" y="11010"/>
                  </a:cubicBezTo>
                  <a:cubicBezTo>
                    <a:pt x="2762" y="11013"/>
                    <a:pt x="2767" y="11015"/>
                    <a:pt x="2773" y="11015"/>
                  </a:cubicBezTo>
                  <a:cubicBezTo>
                    <a:pt x="2848" y="11015"/>
                    <a:pt x="2996" y="10717"/>
                    <a:pt x="3082" y="10500"/>
                  </a:cubicBezTo>
                  <a:cubicBezTo>
                    <a:pt x="3113" y="10408"/>
                    <a:pt x="3112" y="10365"/>
                    <a:pt x="3085" y="10365"/>
                  </a:cubicBezTo>
                  <a:cubicBezTo>
                    <a:pt x="3051" y="10365"/>
                    <a:pt x="2977" y="10431"/>
                    <a:pt x="2874" y="10547"/>
                  </a:cubicBezTo>
                  <a:cubicBezTo>
                    <a:pt x="2838" y="10587"/>
                    <a:pt x="2814" y="10604"/>
                    <a:pt x="2798" y="10604"/>
                  </a:cubicBezTo>
                  <a:cubicBezTo>
                    <a:pt x="2731" y="10604"/>
                    <a:pt x="2818" y="10303"/>
                    <a:pt x="2874" y="10153"/>
                  </a:cubicBezTo>
                  <a:cubicBezTo>
                    <a:pt x="2943" y="9991"/>
                    <a:pt x="2943" y="9504"/>
                    <a:pt x="2967" y="9388"/>
                  </a:cubicBezTo>
                  <a:cubicBezTo>
                    <a:pt x="2990" y="9272"/>
                    <a:pt x="3036" y="9087"/>
                    <a:pt x="3268" y="9040"/>
                  </a:cubicBezTo>
                  <a:cubicBezTo>
                    <a:pt x="3500" y="8994"/>
                    <a:pt x="3801" y="8716"/>
                    <a:pt x="3754" y="8600"/>
                  </a:cubicBezTo>
                  <a:cubicBezTo>
                    <a:pt x="3708" y="8461"/>
                    <a:pt x="4079" y="8276"/>
                    <a:pt x="4079" y="8137"/>
                  </a:cubicBezTo>
                  <a:cubicBezTo>
                    <a:pt x="4079" y="8021"/>
                    <a:pt x="3685" y="7650"/>
                    <a:pt x="3569" y="7580"/>
                  </a:cubicBezTo>
                  <a:cubicBezTo>
                    <a:pt x="3430" y="7488"/>
                    <a:pt x="3152" y="7557"/>
                    <a:pt x="3175" y="7464"/>
                  </a:cubicBezTo>
                  <a:cubicBezTo>
                    <a:pt x="3198" y="7372"/>
                    <a:pt x="3152" y="7024"/>
                    <a:pt x="3106" y="6862"/>
                  </a:cubicBezTo>
                  <a:cubicBezTo>
                    <a:pt x="3082" y="6676"/>
                    <a:pt x="3314" y="6491"/>
                    <a:pt x="3314" y="6329"/>
                  </a:cubicBezTo>
                  <a:cubicBezTo>
                    <a:pt x="3314" y="6143"/>
                    <a:pt x="3314" y="5958"/>
                    <a:pt x="3453" y="5912"/>
                  </a:cubicBezTo>
                  <a:cubicBezTo>
                    <a:pt x="3615" y="5842"/>
                    <a:pt x="3523" y="5703"/>
                    <a:pt x="3731" y="5657"/>
                  </a:cubicBezTo>
                  <a:cubicBezTo>
                    <a:pt x="3917" y="5610"/>
                    <a:pt x="3894" y="5309"/>
                    <a:pt x="4102" y="5216"/>
                  </a:cubicBezTo>
                  <a:cubicBezTo>
                    <a:pt x="4311" y="5124"/>
                    <a:pt x="4334" y="5054"/>
                    <a:pt x="4612" y="4915"/>
                  </a:cubicBezTo>
                  <a:cubicBezTo>
                    <a:pt x="4890" y="4776"/>
                    <a:pt x="5377" y="4475"/>
                    <a:pt x="5446" y="4289"/>
                  </a:cubicBezTo>
                  <a:cubicBezTo>
                    <a:pt x="5539" y="4127"/>
                    <a:pt x="5168" y="3942"/>
                    <a:pt x="5400" y="3780"/>
                  </a:cubicBezTo>
                  <a:cubicBezTo>
                    <a:pt x="5632" y="3594"/>
                    <a:pt x="5446" y="3386"/>
                    <a:pt x="5609" y="3316"/>
                  </a:cubicBezTo>
                  <a:cubicBezTo>
                    <a:pt x="5771" y="3270"/>
                    <a:pt x="5840" y="3177"/>
                    <a:pt x="5956" y="3038"/>
                  </a:cubicBezTo>
                  <a:cubicBezTo>
                    <a:pt x="6006" y="2996"/>
                    <a:pt x="6059" y="2985"/>
                    <a:pt x="6120" y="2985"/>
                  </a:cubicBezTo>
                  <a:cubicBezTo>
                    <a:pt x="6196" y="2985"/>
                    <a:pt x="6285" y="3003"/>
                    <a:pt x="6393" y="3003"/>
                  </a:cubicBezTo>
                  <a:cubicBezTo>
                    <a:pt x="6437" y="3003"/>
                    <a:pt x="6484" y="3000"/>
                    <a:pt x="6536" y="2992"/>
                  </a:cubicBezTo>
                  <a:cubicBezTo>
                    <a:pt x="6593" y="2980"/>
                    <a:pt x="6646" y="2974"/>
                    <a:pt x="6695" y="2974"/>
                  </a:cubicBezTo>
                  <a:cubicBezTo>
                    <a:pt x="6744" y="2974"/>
                    <a:pt x="6790" y="2980"/>
                    <a:pt x="6837" y="2992"/>
                  </a:cubicBezTo>
                  <a:cubicBezTo>
                    <a:pt x="6814" y="2876"/>
                    <a:pt x="6790" y="2760"/>
                    <a:pt x="6744" y="2714"/>
                  </a:cubicBezTo>
                  <a:cubicBezTo>
                    <a:pt x="6675" y="2644"/>
                    <a:pt x="6512" y="2435"/>
                    <a:pt x="6651" y="2435"/>
                  </a:cubicBezTo>
                  <a:cubicBezTo>
                    <a:pt x="6790" y="2435"/>
                    <a:pt x="6837" y="2041"/>
                    <a:pt x="6675" y="1972"/>
                  </a:cubicBezTo>
                  <a:cubicBezTo>
                    <a:pt x="6512" y="1902"/>
                    <a:pt x="6675" y="1555"/>
                    <a:pt x="6536" y="1485"/>
                  </a:cubicBezTo>
                  <a:cubicBezTo>
                    <a:pt x="6420" y="1393"/>
                    <a:pt x="6489" y="1138"/>
                    <a:pt x="6512" y="952"/>
                  </a:cubicBezTo>
                  <a:cubicBezTo>
                    <a:pt x="6536" y="790"/>
                    <a:pt x="6026" y="628"/>
                    <a:pt x="5748" y="489"/>
                  </a:cubicBezTo>
                  <a:cubicBezTo>
                    <a:pt x="5446" y="373"/>
                    <a:pt x="5330" y="164"/>
                    <a:pt x="5099" y="25"/>
                  </a:cubicBezTo>
                  <a:cubicBezTo>
                    <a:pt x="5065" y="8"/>
                    <a:pt x="5034" y="1"/>
                    <a:pt x="5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4" name="Google Shape;8824;p59"/>
            <p:cNvSpPr/>
            <p:nvPr/>
          </p:nvSpPr>
          <p:spPr>
            <a:xfrm>
              <a:off x="4719085" y="2394401"/>
              <a:ext cx="678681" cy="315609"/>
            </a:xfrm>
            <a:custGeom>
              <a:avLst/>
              <a:gdLst/>
              <a:ahLst/>
              <a:cxnLst/>
              <a:rect l="l" t="t" r="r" b="b"/>
              <a:pathLst>
                <a:path w="22250" h="10347" extrusionOk="0">
                  <a:moveTo>
                    <a:pt x="7674" y="6357"/>
                  </a:moveTo>
                  <a:cubicBezTo>
                    <a:pt x="7910" y="6357"/>
                    <a:pt x="8400" y="6481"/>
                    <a:pt x="8298" y="6618"/>
                  </a:cubicBezTo>
                  <a:cubicBezTo>
                    <a:pt x="8285" y="6635"/>
                    <a:pt x="8252" y="6643"/>
                    <a:pt x="8206" y="6643"/>
                  </a:cubicBezTo>
                  <a:cubicBezTo>
                    <a:pt x="8012" y="6643"/>
                    <a:pt x="7594" y="6503"/>
                    <a:pt x="7556" y="6409"/>
                  </a:cubicBezTo>
                  <a:cubicBezTo>
                    <a:pt x="7538" y="6373"/>
                    <a:pt x="7590" y="6357"/>
                    <a:pt x="7674" y="6357"/>
                  </a:cubicBezTo>
                  <a:close/>
                  <a:moveTo>
                    <a:pt x="18010" y="6292"/>
                  </a:moveTo>
                  <a:cubicBezTo>
                    <a:pt x="18019" y="6292"/>
                    <a:pt x="18026" y="6292"/>
                    <a:pt x="18031" y="6293"/>
                  </a:cubicBezTo>
                  <a:cubicBezTo>
                    <a:pt x="18147" y="6317"/>
                    <a:pt x="17939" y="6548"/>
                    <a:pt x="17475" y="6548"/>
                  </a:cubicBezTo>
                  <a:cubicBezTo>
                    <a:pt x="17237" y="6548"/>
                    <a:pt x="16859" y="6487"/>
                    <a:pt x="16495" y="6487"/>
                  </a:cubicBezTo>
                  <a:cubicBezTo>
                    <a:pt x="16148" y="6487"/>
                    <a:pt x="15813" y="6542"/>
                    <a:pt x="15621" y="6757"/>
                  </a:cubicBezTo>
                  <a:cubicBezTo>
                    <a:pt x="15204" y="7197"/>
                    <a:pt x="15505" y="7429"/>
                    <a:pt x="15320" y="7452"/>
                  </a:cubicBezTo>
                  <a:cubicBezTo>
                    <a:pt x="15314" y="7454"/>
                    <a:pt x="15308" y="7454"/>
                    <a:pt x="15302" y="7454"/>
                  </a:cubicBezTo>
                  <a:cubicBezTo>
                    <a:pt x="15129" y="7454"/>
                    <a:pt x="15049" y="6796"/>
                    <a:pt x="15273" y="6571"/>
                  </a:cubicBezTo>
                  <a:cubicBezTo>
                    <a:pt x="15421" y="6407"/>
                    <a:pt x="15836" y="6313"/>
                    <a:pt x="16222" y="6313"/>
                  </a:cubicBezTo>
                  <a:cubicBezTo>
                    <a:pt x="16381" y="6313"/>
                    <a:pt x="16535" y="6329"/>
                    <a:pt x="16664" y="6363"/>
                  </a:cubicBezTo>
                  <a:cubicBezTo>
                    <a:pt x="16766" y="6388"/>
                    <a:pt x="16885" y="6398"/>
                    <a:pt x="17009" y="6398"/>
                  </a:cubicBezTo>
                  <a:cubicBezTo>
                    <a:pt x="17419" y="6398"/>
                    <a:pt x="17889" y="6292"/>
                    <a:pt x="18010" y="6292"/>
                  </a:cubicBezTo>
                  <a:close/>
                  <a:moveTo>
                    <a:pt x="12873" y="1"/>
                  </a:moveTo>
                  <a:cubicBezTo>
                    <a:pt x="12672" y="1"/>
                    <a:pt x="12326" y="80"/>
                    <a:pt x="12307" y="175"/>
                  </a:cubicBezTo>
                  <a:cubicBezTo>
                    <a:pt x="12284" y="291"/>
                    <a:pt x="11612" y="384"/>
                    <a:pt x="11496" y="453"/>
                  </a:cubicBezTo>
                  <a:cubicBezTo>
                    <a:pt x="11380" y="500"/>
                    <a:pt x="10893" y="569"/>
                    <a:pt x="10731" y="592"/>
                  </a:cubicBezTo>
                  <a:cubicBezTo>
                    <a:pt x="10546" y="615"/>
                    <a:pt x="10383" y="755"/>
                    <a:pt x="10175" y="755"/>
                  </a:cubicBezTo>
                  <a:cubicBezTo>
                    <a:pt x="9943" y="755"/>
                    <a:pt x="9549" y="778"/>
                    <a:pt x="9341" y="917"/>
                  </a:cubicBezTo>
                  <a:cubicBezTo>
                    <a:pt x="9264" y="984"/>
                    <a:pt x="9163" y="999"/>
                    <a:pt x="9061" y="999"/>
                  </a:cubicBezTo>
                  <a:cubicBezTo>
                    <a:pt x="8975" y="999"/>
                    <a:pt x="8888" y="988"/>
                    <a:pt x="8815" y="988"/>
                  </a:cubicBezTo>
                  <a:cubicBezTo>
                    <a:pt x="8767" y="988"/>
                    <a:pt x="8724" y="993"/>
                    <a:pt x="8692" y="1009"/>
                  </a:cubicBezTo>
                  <a:cubicBezTo>
                    <a:pt x="8653" y="1022"/>
                    <a:pt x="8606" y="1026"/>
                    <a:pt x="8556" y="1026"/>
                  </a:cubicBezTo>
                  <a:cubicBezTo>
                    <a:pt x="8476" y="1026"/>
                    <a:pt x="8389" y="1016"/>
                    <a:pt x="8322" y="1016"/>
                  </a:cubicBezTo>
                  <a:cubicBezTo>
                    <a:pt x="8281" y="1016"/>
                    <a:pt x="8247" y="1020"/>
                    <a:pt x="8228" y="1033"/>
                  </a:cubicBezTo>
                  <a:cubicBezTo>
                    <a:pt x="8159" y="1079"/>
                    <a:pt x="8182" y="1357"/>
                    <a:pt x="8251" y="1473"/>
                  </a:cubicBezTo>
                  <a:cubicBezTo>
                    <a:pt x="8321" y="1612"/>
                    <a:pt x="8715" y="1658"/>
                    <a:pt x="8738" y="1728"/>
                  </a:cubicBezTo>
                  <a:cubicBezTo>
                    <a:pt x="8761" y="1797"/>
                    <a:pt x="8344" y="1797"/>
                    <a:pt x="8159" y="1821"/>
                  </a:cubicBezTo>
                  <a:cubicBezTo>
                    <a:pt x="7973" y="1844"/>
                    <a:pt x="8020" y="2075"/>
                    <a:pt x="8066" y="2215"/>
                  </a:cubicBezTo>
                  <a:cubicBezTo>
                    <a:pt x="8112" y="2330"/>
                    <a:pt x="7857" y="2446"/>
                    <a:pt x="7718" y="2493"/>
                  </a:cubicBezTo>
                  <a:cubicBezTo>
                    <a:pt x="7579" y="2539"/>
                    <a:pt x="7718" y="2794"/>
                    <a:pt x="7857" y="2794"/>
                  </a:cubicBezTo>
                  <a:cubicBezTo>
                    <a:pt x="8020" y="2794"/>
                    <a:pt x="8135" y="2910"/>
                    <a:pt x="8251" y="2910"/>
                  </a:cubicBezTo>
                  <a:cubicBezTo>
                    <a:pt x="8367" y="2910"/>
                    <a:pt x="8390" y="3142"/>
                    <a:pt x="8390" y="3304"/>
                  </a:cubicBezTo>
                  <a:cubicBezTo>
                    <a:pt x="8390" y="3443"/>
                    <a:pt x="8251" y="3489"/>
                    <a:pt x="8066" y="3489"/>
                  </a:cubicBezTo>
                  <a:cubicBezTo>
                    <a:pt x="7857" y="3489"/>
                    <a:pt x="7765" y="3350"/>
                    <a:pt x="7649" y="3327"/>
                  </a:cubicBezTo>
                  <a:cubicBezTo>
                    <a:pt x="7643" y="3326"/>
                    <a:pt x="7638" y="3325"/>
                    <a:pt x="7633" y="3325"/>
                  </a:cubicBezTo>
                  <a:cubicBezTo>
                    <a:pt x="7535" y="3325"/>
                    <a:pt x="7552" y="3538"/>
                    <a:pt x="7463" y="3582"/>
                  </a:cubicBezTo>
                  <a:cubicBezTo>
                    <a:pt x="7454" y="3587"/>
                    <a:pt x="7445" y="3589"/>
                    <a:pt x="7437" y="3589"/>
                  </a:cubicBezTo>
                  <a:cubicBezTo>
                    <a:pt x="7360" y="3589"/>
                    <a:pt x="7310" y="3420"/>
                    <a:pt x="7185" y="3420"/>
                  </a:cubicBezTo>
                  <a:cubicBezTo>
                    <a:pt x="7046" y="3420"/>
                    <a:pt x="6884" y="3396"/>
                    <a:pt x="6838" y="3257"/>
                  </a:cubicBezTo>
                  <a:cubicBezTo>
                    <a:pt x="6800" y="3171"/>
                    <a:pt x="6690" y="3124"/>
                    <a:pt x="6574" y="3124"/>
                  </a:cubicBezTo>
                  <a:cubicBezTo>
                    <a:pt x="6474" y="3124"/>
                    <a:pt x="6369" y="3159"/>
                    <a:pt x="6305" y="3234"/>
                  </a:cubicBezTo>
                  <a:cubicBezTo>
                    <a:pt x="6239" y="3291"/>
                    <a:pt x="6192" y="3313"/>
                    <a:pt x="6152" y="3313"/>
                  </a:cubicBezTo>
                  <a:cubicBezTo>
                    <a:pt x="6093" y="3313"/>
                    <a:pt x="6049" y="3266"/>
                    <a:pt x="5980" y="3211"/>
                  </a:cubicBezTo>
                  <a:cubicBezTo>
                    <a:pt x="5952" y="3183"/>
                    <a:pt x="5909" y="3171"/>
                    <a:pt x="5859" y="3171"/>
                  </a:cubicBezTo>
                  <a:cubicBezTo>
                    <a:pt x="5703" y="3171"/>
                    <a:pt x="5482" y="3286"/>
                    <a:pt x="5447" y="3373"/>
                  </a:cubicBezTo>
                  <a:cubicBezTo>
                    <a:pt x="5419" y="3442"/>
                    <a:pt x="5309" y="3487"/>
                    <a:pt x="5186" y="3487"/>
                  </a:cubicBezTo>
                  <a:cubicBezTo>
                    <a:pt x="5102" y="3487"/>
                    <a:pt x="5012" y="3466"/>
                    <a:pt x="4937" y="3420"/>
                  </a:cubicBezTo>
                  <a:cubicBezTo>
                    <a:pt x="4837" y="3357"/>
                    <a:pt x="4750" y="3315"/>
                    <a:pt x="4692" y="3315"/>
                  </a:cubicBezTo>
                  <a:cubicBezTo>
                    <a:pt x="4642" y="3315"/>
                    <a:pt x="4613" y="3345"/>
                    <a:pt x="4613" y="3420"/>
                  </a:cubicBezTo>
                  <a:cubicBezTo>
                    <a:pt x="4613" y="3474"/>
                    <a:pt x="4597" y="3494"/>
                    <a:pt x="4577" y="3494"/>
                  </a:cubicBezTo>
                  <a:cubicBezTo>
                    <a:pt x="4536" y="3494"/>
                    <a:pt x="4474" y="3412"/>
                    <a:pt x="4474" y="3350"/>
                  </a:cubicBezTo>
                  <a:cubicBezTo>
                    <a:pt x="4474" y="3257"/>
                    <a:pt x="4149" y="3049"/>
                    <a:pt x="4010" y="2956"/>
                  </a:cubicBezTo>
                  <a:cubicBezTo>
                    <a:pt x="3871" y="2863"/>
                    <a:pt x="3408" y="2863"/>
                    <a:pt x="3385" y="2771"/>
                  </a:cubicBezTo>
                  <a:cubicBezTo>
                    <a:pt x="3371" y="2718"/>
                    <a:pt x="3270" y="2673"/>
                    <a:pt x="3171" y="2673"/>
                  </a:cubicBezTo>
                  <a:cubicBezTo>
                    <a:pt x="3095" y="2673"/>
                    <a:pt x="3021" y="2700"/>
                    <a:pt x="2991" y="2771"/>
                  </a:cubicBezTo>
                  <a:cubicBezTo>
                    <a:pt x="2964" y="2833"/>
                    <a:pt x="2930" y="2854"/>
                    <a:pt x="2894" y="2854"/>
                  </a:cubicBezTo>
                  <a:cubicBezTo>
                    <a:pt x="2836" y="2854"/>
                    <a:pt x="2770" y="2799"/>
                    <a:pt x="2712" y="2771"/>
                  </a:cubicBezTo>
                  <a:cubicBezTo>
                    <a:pt x="2697" y="2763"/>
                    <a:pt x="2679" y="2760"/>
                    <a:pt x="2658" y="2760"/>
                  </a:cubicBezTo>
                  <a:cubicBezTo>
                    <a:pt x="2549" y="2760"/>
                    <a:pt x="2373" y="2848"/>
                    <a:pt x="2295" y="2887"/>
                  </a:cubicBezTo>
                  <a:cubicBezTo>
                    <a:pt x="2203" y="2933"/>
                    <a:pt x="1878" y="3165"/>
                    <a:pt x="1716" y="3165"/>
                  </a:cubicBezTo>
                  <a:cubicBezTo>
                    <a:pt x="1554" y="3165"/>
                    <a:pt x="1646" y="3373"/>
                    <a:pt x="1415" y="3420"/>
                  </a:cubicBezTo>
                  <a:cubicBezTo>
                    <a:pt x="1206" y="3466"/>
                    <a:pt x="1252" y="3605"/>
                    <a:pt x="1276" y="3721"/>
                  </a:cubicBezTo>
                  <a:cubicBezTo>
                    <a:pt x="1299" y="3814"/>
                    <a:pt x="1415" y="3976"/>
                    <a:pt x="1229" y="4045"/>
                  </a:cubicBezTo>
                  <a:cubicBezTo>
                    <a:pt x="1210" y="4052"/>
                    <a:pt x="1193" y="4056"/>
                    <a:pt x="1176" y="4056"/>
                  </a:cubicBezTo>
                  <a:cubicBezTo>
                    <a:pt x="1029" y="4056"/>
                    <a:pt x="955" y="3802"/>
                    <a:pt x="789" y="3698"/>
                  </a:cubicBezTo>
                  <a:cubicBezTo>
                    <a:pt x="746" y="3661"/>
                    <a:pt x="704" y="3645"/>
                    <a:pt x="666" y="3645"/>
                  </a:cubicBezTo>
                  <a:cubicBezTo>
                    <a:pt x="562" y="3645"/>
                    <a:pt x="488" y="3764"/>
                    <a:pt x="488" y="3883"/>
                  </a:cubicBezTo>
                  <a:cubicBezTo>
                    <a:pt x="488" y="4045"/>
                    <a:pt x="279" y="4045"/>
                    <a:pt x="186" y="4231"/>
                  </a:cubicBezTo>
                  <a:cubicBezTo>
                    <a:pt x="94" y="4393"/>
                    <a:pt x="372" y="4416"/>
                    <a:pt x="372" y="4486"/>
                  </a:cubicBezTo>
                  <a:cubicBezTo>
                    <a:pt x="372" y="4555"/>
                    <a:pt x="210" y="4625"/>
                    <a:pt x="163" y="4648"/>
                  </a:cubicBezTo>
                  <a:cubicBezTo>
                    <a:pt x="117" y="4671"/>
                    <a:pt x="1" y="4926"/>
                    <a:pt x="47" y="4996"/>
                  </a:cubicBezTo>
                  <a:cubicBezTo>
                    <a:pt x="94" y="5065"/>
                    <a:pt x="395" y="5042"/>
                    <a:pt x="372" y="5204"/>
                  </a:cubicBezTo>
                  <a:cubicBezTo>
                    <a:pt x="351" y="5368"/>
                    <a:pt x="313" y="5513"/>
                    <a:pt x="416" y="5513"/>
                  </a:cubicBezTo>
                  <a:cubicBezTo>
                    <a:pt x="429" y="5513"/>
                    <a:pt x="445" y="5511"/>
                    <a:pt x="464" y="5505"/>
                  </a:cubicBezTo>
                  <a:cubicBezTo>
                    <a:pt x="534" y="5482"/>
                    <a:pt x="603" y="5476"/>
                    <a:pt x="667" y="5476"/>
                  </a:cubicBezTo>
                  <a:cubicBezTo>
                    <a:pt x="731" y="5476"/>
                    <a:pt x="789" y="5482"/>
                    <a:pt x="835" y="5482"/>
                  </a:cubicBezTo>
                  <a:cubicBezTo>
                    <a:pt x="951" y="5482"/>
                    <a:pt x="1021" y="5668"/>
                    <a:pt x="1183" y="5876"/>
                  </a:cubicBezTo>
                  <a:cubicBezTo>
                    <a:pt x="1345" y="6062"/>
                    <a:pt x="1438" y="6154"/>
                    <a:pt x="1252" y="6201"/>
                  </a:cubicBezTo>
                  <a:cubicBezTo>
                    <a:pt x="1090" y="6247"/>
                    <a:pt x="1160" y="6363"/>
                    <a:pt x="1368" y="6456"/>
                  </a:cubicBezTo>
                  <a:cubicBezTo>
                    <a:pt x="1438" y="6479"/>
                    <a:pt x="1507" y="6502"/>
                    <a:pt x="1554" y="6548"/>
                  </a:cubicBezTo>
                  <a:cubicBezTo>
                    <a:pt x="1600" y="6525"/>
                    <a:pt x="1623" y="6502"/>
                    <a:pt x="1646" y="6479"/>
                  </a:cubicBezTo>
                  <a:cubicBezTo>
                    <a:pt x="1881" y="6283"/>
                    <a:pt x="2282" y="6087"/>
                    <a:pt x="2624" y="6087"/>
                  </a:cubicBezTo>
                  <a:cubicBezTo>
                    <a:pt x="2687" y="6087"/>
                    <a:pt x="2748" y="6094"/>
                    <a:pt x="2805" y="6108"/>
                  </a:cubicBezTo>
                  <a:cubicBezTo>
                    <a:pt x="2911" y="6134"/>
                    <a:pt x="3011" y="6140"/>
                    <a:pt x="3104" y="6140"/>
                  </a:cubicBezTo>
                  <a:cubicBezTo>
                    <a:pt x="3174" y="6140"/>
                    <a:pt x="3240" y="6137"/>
                    <a:pt x="3301" y="6137"/>
                  </a:cubicBezTo>
                  <a:cubicBezTo>
                    <a:pt x="3442" y="6137"/>
                    <a:pt x="3558" y="6154"/>
                    <a:pt x="3639" y="6270"/>
                  </a:cubicBezTo>
                  <a:cubicBezTo>
                    <a:pt x="3802" y="6502"/>
                    <a:pt x="3639" y="6919"/>
                    <a:pt x="3709" y="7081"/>
                  </a:cubicBezTo>
                  <a:cubicBezTo>
                    <a:pt x="3758" y="7196"/>
                    <a:pt x="3586" y="7241"/>
                    <a:pt x="3399" y="7241"/>
                  </a:cubicBezTo>
                  <a:cubicBezTo>
                    <a:pt x="3323" y="7241"/>
                    <a:pt x="3243" y="7234"/>
                    <a:pt x="3176" y="7220"/>
                  </a:cubicBezTo>
                  <a:cubicBezTo>
                    <a:pt x="3154" y="7218"/>
                    <a:pt x="3130" y="7217"/>
                    <a:pt x="3106" y="7217"/>
                  </a:cubicBezTo>
                  <a:cubicBezTo>
                    <a:pt x="2842" y="7217"/>
                    <a:pt x="2440" y="7327"/>
                    <a:pt x="2504" y="7475"/>
                  </a:cubicBezTo>
                  <a:cubicBezTo>
                    <a:pt x="2541" y="7586"/>
                    <a:pt x="2666" y="7830"/>
                    <a:pt x="2551" y="7830"/>
                  </a:cubicBezTo>
                  <a:cubicBezTo>
                    <a:pt x="2522" y="7830"/>
                    <a:pt x="2477" y="7814"/>
                    <a:pt x="2411" y="7777"/>
                  </a:cubicBezTo>
                  <a:cubicBezTo>
                    <a:pt x="2346" y="7739"/>
                    <a:pt x="2290" y="7725"/>
                    <a:pt x="2242" y="7725"/>
                  </a:cubicBezTo>
                  <a:cubicBezTo>
                    <a:pt x="2051" y="7725"/>
                    <a:pt x="2003" y="7962"/>
                    <a:pt x="2133" y="7962"/>
                  </a:cubicBezTo>
                  <a:cubicBezTo>
                    <a:pt x="2318" y="7962"/>
                    <a:pt x="2550" y="8171"/>
                    <a:pt x="2550" y="8310"/>
                  </a:cubicBezTo>
                  <a:cubicBezTo>
                    <a:pt x="2550" y="8440"/>
                    <a:pt x="2570" y="8731"/>
                    <a:pt x="2705" y="8731"/>
                  </a:cubicBezTo>
                  <a:cubicBezTo>
                    <a:pt x="2715" y="8731"/>
                    <a:pt x="2725" y="8730"/>
                    <a:pt x="2736" y="8727"/>
                  </a:cubicBezTo>
                  <a:cubicBezTo>
                    <a:pt x="2747" y="8723"/>
                    <a:pt x="2758" y="8722"/>
                    <a:pt x="2768" y="8722"/>
                  </a:cubicBezTo>
                  <a:cubicBezTo>
                    <a:pt x="2894" y="8722"/>
                    <a:pt x="2913" y="8960"/>
                    <a:pt x="3105" y="8960"/>
                  </a:cubicBezTo>
                  <a:cubicBezTo>
                    <a:pt x="3113" y="8960"/>
                    <a:pt x="3121" y="8959"/>
                    <a:pt x="3130" y="8959"/>
                  </a:cubicBezTo>
                  <a:cubicBezTo>
                    <a:pt x="3150" y="8956"/>
                    <a:pt x="3171" y="8955"/>
                    <a:pt x="3192" y="8955"/>
                  </a:cubicBezTo>
                  <a:cubicBezTo>
                    <a:pt x="3376" y="8955"/>
                    <a:pt x="3531" y="9049"/>
                    <a:pt x="3385" y="9237"/>
                  </a:cubicBezTo>
                  <a:cubicBezTo>
                    <a:pt x="3219" y="9423"/>
                    <a:pt x="3442" y="9907"/>
                    <a:pt x="3525" y="9907"/>
                  </a:cubicBezTo>
                  <a:cubicBezTo>
                    <a:pt x="3534" y="9907"/>
                    <a:pt x="3542" y="9900"/>
                    <a:pt x="3547" y="9886"/>
                  </a:cubicBezTo>
                  <a:cubicBezTo>
                    <a:pt x="3593" y="9816"/>
                    <a:pt x="3570" y="9631"/>
                    <a:pt x="3616" y="9515"/>
                  </a:cubicBezTo>
                  <a:cubicBezTo>
                    <a:pt x="3500" y="9213"/>
                    <a:pt x="4033" y="9213"/>
                    <a:pt x="4196" y="9213"/>
                  </a:cubicBezTo>
                  <a:cubicBezTo>
                    <a:pt x="4358" y="9213"/>
                    <a:pt x="4659" y="9492"/>
                    <a:pt x="4868" y="9746"/>
                  </a:cubicBezTo>
                  <a:cubicBezTo>
                    <a:pt x="4949" y="9859"/>
                    <a:pt x="5031" y="9890"/>
                    <a:pt x="5097" y="9890"/>
                  </a:cubicBezTo>
                  <a:cubicBezTo>
                    <a:pt x="5180" y="9890"/>
                    <a:pt x="5239" y="9839"/>
                    <a:pt x="5239" y="9839"/>
                  </a:cubicBezTo>
                  <a:lnTo>
                    <a:pt x="5308" y="7406"/>
                  </a:lnTo>
                  <a:lnTo>
                    <a:pt x="6699" y="7035"/>
                  </a:lnTo>
                  <a:cubicBezTo>
                    <a:pt x="6699" y="7012"/>
                    <a:pt x="6722" y="6989"/>
                    <a:pt x="6745" y="6942"/>
                  </a:cubicBezTo>
                  <a:cubicBezTo>
                    <a:pt x="6809" y="6855"/>
                    <a:pt x="6878" y="6825"/>
                    <a:pt x="6944" y="6825"/>
                  </a:cubicBezTo>
                  <a:cubicBezTo>
                    <a:pt x="7070" y="6825"/>
                    <a:pt x="7186" y="6935"/>
                    <a:pt x="7232" y="6965"/>
                  </a:cubicBezTo>
                  <a:cubicBezTo>
                    <a:pt x="7236" y="6969"/>
                    <a:pt x="7240" y="6970"/>
                    <a:pt x="7244" y="6970"/>
                  </a:cubicBezTo>
                  <a:cubicBezTo>
                    <a:pt x="7297" y="6970"/>
                    <a:pt x="7291" y="6709"/>
                    <a:pt x="7445" y="6709"/>
                  </a:cubicBezTo>
                  <a:cubicBezTo>
                    <a:pt x="7451" y="6709"/>
                    <a:pt x="7457" y="6710"/>
                    <a:pt x="7463" y="6711"/>
                  </a:cubicBezTo>
                  <a:cubicBezTo>
                    <a:pt x="7672" y="6734"/>
                    <a:pt x="7440" y="7035"/>
                    <a:pt x="7602" y="7035"/>
                  </a:cubicBezTo>
                  <a:cubicBezTo>
                    <a:pt x="7718" y="7035"/>
                    <a:pt x="7973" y="7429"/>
                    <a:pt x="7881" y="7753"/>
                  </a:cubicBezTo>
                  <a:cubicBezTo>
                    <a:pt x="8112" y="7939"/>
                    <a:pt x="8483" y="8356"/>
                    <a:pt x="8529" y="8449"/>
                  </a:cubicBezTo>
                  <a:cubicBezTo>
                    <a:pt x="8540" y="8482"/>
                    <a:pt x="8580" y="8494"/>
                    <a:pt x="8635" y="8494"/>
                  </a:cubicBezTo>
                  <a:cubicBezTo>
                    <a:pt x="8792" y="8494"/>
                    <a:pt x="9077" y="8396"/>
                    <a:pt x="9205" y="8396"/>
                  </a:cubicBezTo>
                  <a:cubicBezTo>
                    <a:pt x="9222" y="8396"/>
                    <a:pt x="9237" y="8398"/>
                    <a:pt x="9248" y="8402"/>
                  </a:cubicBezTo>
                  <a:cubicBezTo>
                    <a:pt x="9341" y="8449"/>
                    <a:pt x="10198" y="8449"/>
                    <a:pt x="10337" y="8449"/>
                  </a:cubicBezTo>
                  <a:cubicBezTo>
                    <a:pt x="10499" y="8449"/>
                    <a:pt x="10592" y="8727"/>
                    <a:pt x="10777" y="8773"/>
                  </a:cubicBezTo>
                  <a:cubicBezTo>
                    <a:pt x="10940" y="8819"/>
                    <a:pt x="10870" y="9098"/>
                    <a:pt x="10893" y="9283"/>
                  </a:cubicBezTo>
                  <a:cubicBezTo>
                    <a:pt x="10916" y="9492"/>
                    <a:pt x="11195" y="9677"/>
                    <a:pt x="11195" y="9862"/>
                  </a:cubicBezTo>
                  <a:cubicBezTo>
                    <a:pt x="11208" y="9954"/>
                    <a:pt x="11302" y="9964"/>
                    <a:pt x="11415" y="9964"/>
                  </a:cubicBezTo>
                  <a:cubicBezTo>
                    <a:pt x="11448" y="9964"/>
                    <a:pt x="11483" y="9963"/>
                    <a:pt x="11518" y="9963"/>
                  </a:cubicBezTo>
                  <a:cubicBezTo>
                    <a:pt x="11574" y="9963"/>
                    <a:pt x="11631" y="9966"/>
                    <a:pt x="11681" y="9978"/>
                  </a:cubicBezTo>
                  <a:cubicBezTo>
                    <a:pt x="11843" y="10025"/>
                    <a:pt x="12122" y="10094"/>
                    <a:pt x="12122" y="10256"/>
                  </a:cubicBezTo>
                  <a:cubicBezTo>
                    <a:pt x="12130" y="10322"/>
                    <a:pt x="12164" y="10347"/>
                    <a:pt x="12205" y="10347"/>
                  </a:cubicBezTo>
                  <a:cubicBezTo>
                    <a:pt x="12282" y="10347"/>
                    <a:pt x="12385" y="10262"/>
                    <a:pt x="12400" y="10187"/>
                  </a:cubicBezTo>
                  <a:cubicBezTo>
                    <a:pt x="12400" y="10048"/>
                    <a:pt x="12631" y="9886"/>
                    <a:pt x="12956" y="9746"/>
                  </a:cubicBezTo>
                  <a:cubicBezTo>
                    <a:pt x="13037" y="9719"/>
                    <a:pt x="13103" y="9708"/>
                    <a:pt x="13157" y="9708"/>
                  </a:cubicBezTo>
                  <a:cubicBezTo>
                    <a:pt x="13196" y="9708"/>
                    <a:pt x="13228" y="9714"/>
                    <a:pt x="13257" y="9723"/>
                  </a:cubicBezTo>
                  <a:cubicBezTo>
                    <a:pt x="13327" y="9561"/>
                    <a:pt x="13396" y="9422"/>
                    <a:pt x="13443" y="9422"/>
                  </a:cubicBezTo>
                  <a:cubicBezTo>
                    <a:pt x="13535" y="9376"/>
                    <a:pt x="13744" y="9213"/>
                    <a:pt x="13767" y="9051"/>
                  </a:cubicBezTo>
                  <a:cubicBezTo>
                    <a:pt x="13779" y="8967"/>
                    <a:pt x="13904" y="8926"/>
                    <a:pt x="14059" y="8926"/>
                  </a:cubicBezTo>
                  <a:cubicBezTo>
                    <a:pt x="14204" y="8926"/>
                    <a:pt x="14375" y="8961"/>
                    <a:pt x="14509" y="9028"/>
                  </a:cubicBezTo>
                  <a:cubicBezTo>
                    <a:pt x="14640" y="9089"/>
                    <a:pt x="14745" y="9123"/>
                    <a:pt x="14824" y="9123"/>
                  </a:cubicBezTo>
                  <a:cubicBezTo>
                    <a:pt x="14925" y="9123"/>
                    <a:pt x="14982" y="9066"/>
                    <a:pt x="14995" y="8935"/>
                  </a:cubicBezTo>
                  <a:cubicBezTo>
                    <a:pt x="15013" y="8779"/>
                    <a:pt x="15252" y="8701"/>
                    <a:pt x="15419" y="8701"/>
                  </a:cubicBezTo>
                  <a:cubicBezTo>
                    <a:pt x="15475" y="8701"/>
                    <a:pt x="15523" y="8709"/>
                    <a:pt x="15551" y="8727"/>
                  </a:cubicBezTo>
                  <a:cubicBezTo>
                    <a:pt x="15673" y="8767"/>
                    <a:pt x="15987" y="8948"/>
                    <a:pt x="16204" y="8948"/>
                  </a:cubicBezTo>
                  <a:cubicBezTo>
                    <a:pt x="16236" y="8948"/>
                    <a:pt x="16266" y="8944"/>
                    <a:pt x="16293" y="8935"/>
                  </a:cubicBezTo>
                  <a:cubicBezTo>
                    <a:pt x="16349" y="8907"/>
                    <a:pt x="16476" y="8896"/>
                    <a:pt x="16633" y="8896"/>
                  </a:cubicBezTo>
                  <a:cubicBezTo>
                    <a:pt x="16997" y="8896"/>
                    <a:pt x="17522" y="8956"/>
                    <a:pt x="17684" y="9005"/>
                  </a:cubicBezTo>
                  <a:cubicBezTo>
                    <a:pt x="17737" y="9019"/>
                    <a:pt x="17782" y="9024"/>
                    <a:pt x="17822" y="9024"/>
                  </a:cubicBezTo>
                  <a:cubicBezTo>
                    <a:pt x="17884" y="9024"/>
                    <a:pt x="17934" y="9013"/>
                    <a:pt x="17982" y="9013"/>
                  </a:cubicBezTo>
                  <a:cubicBezTo>
                    <a:pt x="18052" y="9013"/>
                    <a:pt x="18119" y="9035"/>
                    <a:pt x="18217" y="9144"/>
                  </a:cubicBezTo>
                  <a:cubicBezTo>
                    <a:pt x="18298" y="9248"/>
                    <a:pt x="18361" y="9254"/>
                    <a:pt x="18428" y="9254"/>
                  </a:cubicBezTo>
                  <a:cubicBezTo>
                    <a:pt x="18436" y="9254"/>
                    <a:pt x="18445" y="9254"/>
                    <a:pt x="18453" y="9254"/>
                  </a:cubicBezTo>
                  <a:cubicBezTo>
                    <a:pt x="18512" y="9254"/>
                    <a:pt x="18576" y="9258"/>
                    <a:pt x="18657" y="9329"/>
                  </a:cubicBezTo>
                  <a:cubicBezTo>
                    <a:pt x="18657" y="9260"/>
                    <a:pt x="18657" y="9190"/>
                    <a:pt x="18657" y="9098"/>
                  </a:cubicBezTo>
                  <a:cubicBezTo>
                    <a:pt x="18657" y="8959"/>
                    <a:pt x="18889" y="8819"/>
                    <a:pt x="18935" y="8704"/>
                  </a:cubicBezTo>
                  <a:cubicBezTo>
                    <a:pt x="18981" y="8565"/>
                    <a:pt x="18726" y="8217"/>
                    <a:pt x="18726" y="8101"/>
                  </a:cubicBezTo>
                  <a:cubicBezTo>
                    <a:pt x="18726" y="7962"/>
                    <a:pt x="18726" y="7684"/>
                    <a:pt x="18611" y="7614"/>
                  </a:cubicBezTo>
                  <a:cubicBezTo>
                    <a:pt x="18472" y="7568"/>
                    <a:pt x="18842" y="7406"/>
                    <a:pt x="18912" y="7406"/>
                  </a:cubicBezTo>
                  <a:cubicBezTo>
                    <a:pt x="19060" y="7406"/>
                    <a:pt x="19253" y="7287"/>
                    <a:pt x="19360" y="7287"/>
                  </a:cubicBezTo>
                  <a:cubicBezTo>
                    <a:pt x="19387" y="7287"/>
                    <a:pt x="19408" y="7295"/>
                    <a:pt x="19422" y="7313"/>
                  </a:cubicBezTo>
                  <a:cubicBezTo>
                    <a:pt x="19514" y="7383"/>
                    <a:pt x="19653" y="7406"/>
                    <a:pt x="19816" y="7406"/>
                  </a:cubicBezTo>
                  <a:cubicBezTo>
                    <a:pt x="19978" y="7406"/>
                    <a:pt x="19908" y="7220"/>
                    <a:pt x="19816" y="7151"/>
                  </a:cubicBezTo>
                  <a:cubicBezTo>
                    <a:pt x="19723" y="7058"/>
                    <a:pt x="20094" y="6340"/>
                    <a:pt x="20163" y="6085"/>
                  </a:cubicBezTo>
                  <a:cubicBezTo>
                    <a:pt x="20180" y="6004"/>
                    <a:pt x="20207" y="5976"/>
                    <a:pt x="20244" y="5976"/>
                  </a:cubicBezTo>
                  <a:cubicBezTo>
                    <a:pt x="20313" y="5976"/>
                    <a:pt x="20414" y="6070"/>
                    <a:pt x="20534" y="6085"/>
                  </a:cubicBezTo>
                  <a:cubicBezTo>
                    <a:pt x="20696" y="6108"/>
                    <a:pt x="20905" y="6085"/>
                    <a:pt x="21021" y="6131"/>
                  </a:cubicBezTo>
                  <a:cubicBezTo>
                    <a:pt x="21042" y="6144"/>
                    <a:pt x="21071" y="6150"/>
                    <a:pt x="21104" y="6150"/>
                  </a:cubicBezTo>
                  <a:cubicBezTo>
                    <a:pt x="21249" y="6150"/>
                    <a:pt x="21478" y="6040"/>
                    <a:pt x="21554" y="5946"/>
                  </a:cubicBezTo>
                  <a:cubicBezTo>
                    <a:pt x="21623" y="5830"/>
                    <a:pt x="21461" y="5784"/>
                    <a:pt x="21461" y="5505"/>
                  </a:cubicBezTo>
                  <a:cubicBezTo>
                    <a:pt x="21484" y="5227"/>
                    <a:pt x="21647" y="5088"/>
                    <a:pt x="21832" y="5088"/>
                  </a:cubicBezTo>
                  <a:cubicBezTo>
                    <a:pt x="21994" y="5088"/>
                    <a:pt x="22064" y="4926"/>
                    <a:pt x="22064" y="4787"/>
                  </a:cubicBezTo>
                  <a:cubicBezTo>
                    <a:pt x="22064" y="4671"/>
                    <a:pt x="22203" y="4602"/>
                    <a:pt x="22249" y="4439"/>
                  </a:cubicBezTo>
                  <a:cubicBezTo>
                    <a:pt x="22180" y="4393"/>
                    <a:pt x="22133" y="4300"/>
                    <a:pt x="22133" y="4254"/>
                  </a:cubicBezTo>
                  <a:cubicBezTo>
                    <a:pt x="22122" y="4200"/>
                    <a:pt x="22097" y="4181"/>
                    <a:pt x="22063" y="4181"/>
                  </a:cubicBezTo>
                  <a:cubicBezTo>
                    <a:pt x="22024" y="4181"/>
                    <a:pt x="21974" y="4206"/>
                    <a:pt x="21925" y="4231"/>
                  </a:cubicBezTo>
                  <a:cubicBezTo>
                    <a:pt x="21855" y="4277"/>
                    <a:pt x="21600" y="4300"/>
                    <a:pt x="21484" y="4300"/>
                  </a:cubicBezTo>
                  <a:cubicBezTo>
                    <a:pt x="21392" y="4300"/>
                    <a:pt x="21229" y="4184"/>
                    <a:pt x="21229" y="4092"/>
                  </a:cubicBezTo>
                  <a:cubicBezTo>
                    <a:pt x="21229" y="3976"/>
                    <a:pt x="21206" y="3883"/>
                    <a:pt x="21090" y="3883"/>
                  </a:cubicBezTo>
                  <a:cubicBezTo>
                    <a:pt x="20998" y="3883"/>
                    <a:pt x="20859" y="3837"/>
                    <a:pt x="20766" y="3605"/>
                  </a:cubicBezTo>
                  <a:cubicBezTo>
                    <a:pt x="20673" y="3373"/>
                    <a:pt x="20511" y="3373"/>
                    <a:pt x="20418" y="3304"/>
                  </a:cubicBezTo>
                  <a:cubicBezTo>
                    <a:pt x="20404" y="3298"/>
                    <a:pt x="20387" y="3296"/>
                    <a:pt x="20368" y="3296"/>
                  </a:cubicBezTo>
                  <a:cubicBezTo>
                    <a:pt x="20231" y="3296"/>
                    <a:pt x="19984" y="3425"/>
                    <a:pt x="19862" y="3466"/>
                  </a:cubicBezTo>
                  <a:cubicBezTo>
                    <a:pt x="19836" y="3475"/>
                    <a:pt x="19806" y="3479"/>
                    <a:pt x="19775" y="3479"/>
                  </a:cubicBezTo>
                  <a:cubicBezTo>
                    <a:pt x="19644" y="3479"/>
                    <a:pt x="19479" y="3411"/>
                    <a:pt x="19329" y="3373"/>
                  </a:cubicBezTo>
                  <a:cubicBezTo>
                    <a:pt x="19173" y="3351"/>
                    <a:pt x="19081" y="3071"/>
                    <a:pt x="18930" y="3071"/>
                  </a:cubicBezTo>
                  <a:cubicBezTo>
                    <a:pt x="18924" y="3071"/>
                    <a:pt x="18918" y="3071"/>
                    <a:pt x="18912" y="3072"/>
                  </a:cubicBezTo>
                  <a:cubicBezTo>
                    <a:pt x="18750" y="3118"/>
                    <a:pt x="18726" y="3420"/>
                    <a:pt x="18587" y="3420"/>
                  </a:cubicBezTo>
                  <a:cubicBezTo>
                    <a:pt x="18472" y="3420"/>
                    <a:pt x="18263" y="2794"/>
                    <a:pt x="18031" y="2446"/>
                  </a:cubicBezTo>
                  <a:cubicBezTo>
                    <a:pt x="17799" y="2099"/>
                    <a:pt x="17382" y="1380"/>
                    <a:pt x="17012" y="1264"/>
                  </a:cubicBezTo>
                  <a:cubicBezTo>
                    <a:pt x="16664" y="1125"/>
                    <a:pt x="16757" y="940"/>
                    <a:pt x="16872" y="847"/>
                  </a:cubicBezTo>
                  <a:cubicBezTo>
                    <a:pt x="16929" y="791"/>
                    <a:pt x="16832" y="760"/>
                    <a:pt x="16716" y="760"/>
                  </a:cubicBezTo>
                  <a:cubicBezTo>
                    <a:pt x="16640" y="760"/>
                    <a:pt x="16557" y="773"/>
                    <a:pt x="16502" y="801"/>
                  </a:cubicBezTo>
                  <a:cubicBezTo>
                    <a:pt x="16363" y="894"/>
                    <a:pt x="16177" y="1056"/>
                    <a:pt x="15992" y="1079"/>
                  </a:cubicBezTo>
                  <a:cubicBezTo>
                    <a:pt x="15843" y="1121"/>
                    <a:pt x="15636" y="1339"/>
                    <a:pt x="15459" y="1339"/>
                  </a:cubicBezTo>
                  <a:cubicBezTo>
                    <a:pt x="15443" y="1339"/>
                    <a:pt x="15428" y="1338"/>
                    <a:pt x="15412" y="1334"/>
                  </a:cubicBezTo>
                  <a:cubicBezTo>
                    <a:pt x="15393" y="1327"/>
                    <a:pt x="15374" y="1323"/>
                    <a:pt x="15356" y="1323"/>
                  </a:cubicBezTo>
                  <a:cubicBezTo>
                    <a:pt x="15239" y="1323"/>
                    <a:pt x="15160" y="1464"/>
                    <a:pt x="15071" y="1464"/>
                  </a:cubicBezTo>
                  <a:cubicBezTo>
                    <a:pt x="15047" y="1464"/>
                    <a:pt x="15022" y="1453"/>
                    <a:pt x="14995" y="1427"/>
                  </a:cubicBezTo>
                  <a:cubicBezTo>
                    <a:pt x="14856" y="1288"/>
                    <a:pt x="15204" y="1195"/>
                    <a:pt x="15204" y="1079"/>
                  </a:cubicBezTo>
                  <a:cubicBezTo>
                    <a:pt x="15204" y="1034"/>
                    <a:pt x="15180" y="1021"/>
                    <a:pt x="15145" y="1021"/>
                  </a:cubicBezTo>
                  <a:cubicBezTo>
                    <a:pt x="15092" y="1021"/>
                    <a:pt x="15015" y="1051"/>
                    <a:pt x="14958" y="1051"/>
                  </a:cubicBezTo>
                  <a:cubicBezTo>
                    <a:pt x="14935" y="1051"/>
                    <a:pt x="14916" y="1046"/>
                    <a:pt x="14903" y="1033"/>
                  </a:cubicBezTo>
                  <a:cubicBezTo>
                    <a:pt x="14860" y="990"/>
                    <a:pt x="14774" y="947"/>
                    <a:pt x="14714" y="947"/>
                  </a:cubicBezTo>
                  <a:cubicBezTo>
                    <a:pt x="14676" y="947"/>
                    <a:pt x="14648" y="965"/>
                    <a:pt x="14648" y="1009"/>
                  </a:cubicBezTo>
                  <a:cubicBezTo>
                    <a:pt x="14648" y="1045"/>
                    <a:pt x="14624" y="1060"/>
                    <a:pt x="14595" y="1060"/>
                  </a:cubicBezTo>
                  <a:cubicBezTo>
                    <a:pt x="14547" y="1060"/>
                    <a:pt x="14485" y="1020"/>
                    <a:pt x="14485" y="963"/>
                  </a:cubicBezTo>
                  <a:cubicBezTo>
                    <a:pt x="14485" y="893"/>
                    <a:pt x="14433" y="784"/>
                    <a:pt x="14357" y="784"/>
                  </a:cubicBezTo>
                  <a:cubicBezTo>
                    <a:pt x="14333" y="784"/>
                    <a:pt x="14305" y="795"/>
                    <a:pt x="14277" y="824"/>
                  </a:cubicBezTo>
                  <a:cubicBezTo>
                    <a:pt x="14214" y="902"/>
                    <a:pt x="14045" y="960"/>
                    <a:pt x="13921" y="960"/>
                  </a:cubicBezTo>
                  <a:cubicBezTo>
                    <a:pt x="13862" y="960"/>
                    <a:pt x="13813" y="947"/>
                    <a:pt x="13790" y="917"/>
                  </a:cubicBezTo>
                  <a:cubicBezTo>
                    <a:pt x="13721" y="824"/>
                    <a:pt x="13837" y="801"/>
                    <a:pt x="13860" y="685"/>
                  </a:cubicBezTo>
                  <a:cubicBezTo>
                    <a:pt x="13860" y="569"/>
                    <a:pt x="13721" y="430"/>
                    <a:pt x="13744" y="291"/>
                  </a:cubicBezTo>
                  <a:cubicBezTo>
                    <a:pt x="13784" y="191"/>
                    <a:pt x="13599" y="73"/>
                    <a:pt x="13458" y="73"/>
                  </a:cubicBezTo>
                  <a:cubicBezTo>
                    <a:pt x="13436" y="73"/>
                    <a:pt x="13415" y="76"/>
                    <a:pt x="13396" y="82"/>
                  </a:cubicBezTo>
                  <a:cubicBezTo>
                    <a:pt x="13364" y="95"/>
                    <a:pt x="13328" y="101"/>
                    <a:pt x="13290" y="101"/>
                  </a:cubicBezTo>
                  <a:cubicBezTo>
                    <a:pt x="13192" y="101"/>
                    <a:pt x="13079" y="63"/>
                    <a:pt x="12979" y="13"/>
                  </a:cubicBezTo>
                  <a:cubicBezTo>
                    <a:pt x="12954" y="5"/>
                    <a:pt x="12917" y="1"/>
                    <a:pt x="128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5" name="Google Shape;8825;p59"/>
            <p:cNvSpPr/>
            <p:nvPr/>
          </p:nvSpPr>
          <p:spPr>
            <a:xfrm>
              <a:off x="4273058" y="1610044"/>
              <a:ext cx="2846707" cy="1088756"/>
            </a:xfrm>
            <a:custGeom>
              <a:avLst/>
              <a:gdLst/>
              <a:ahLst/>
              <a:cxnLst/>
              <a:rect l="l" t="t" r="r" b="b"/>
              <a:pathLst>
                <a:path w="93327" h="35694" extrusionOk="0">
                  <a:moveTo>
                    <a:pt x="21302" y="1"/>
                  </a:moveTo>
                  <a:cubicBezTo>
                    <a:pt x="21023" y="1"/>
                    <a:pt x="20735" y="52"/>
                    <a:pt x="20789" y="119"/>
                  </a:cubicBezTo>
                  <a:cubicBezTo>
                    <a:pt x="20881" y="258"/>
                    <a:pt x="20024" y="212"/>
                    <a:pt x="20047" y="258"/>
                  </a:cubicBezTo>
                  <a:cubicBezTo>
                    <a:pt x="20070" y="351"/>
                    <a:pt x="20371" y="444"/>
                    <a:pt x="20765" y="444"/>
                  </a:cubicBezTo>
                  <a:cubicBezTo>
                    <a:pt x="21119" y="444"/>
                    <a:pt x="21051" y="234"/>
                    <a:pt x="21264" y="234"/>
                  </a:cubicBezTo>
                  <a:cubicBezTo>
                    <a:pt x="21275" y="234"/>
                    <a:pt x="21286" y="234"/>
                    <a:pt x="21298" y="235"/>
                  </a:cubicBezTo>
                  <a:cubicBezTo>
                    <a:pt x="21368" y="242"/>
                    <a:pt x="21443" y="246"/>
                    <a:pt x="21513" y="246"/>
                  </a:cubicBezTo>
                  <a:cubicBezTo>
                    <a:pt x="21698" y="246"/>
                    <a:pt x="21846" y="214"/>
                    <a:pt x="21762" y="96"/>
                  </a:cubicBezTo>
                  <a:cubicBezTo>
                    <a:pt x="21703" y="28"/>
                    <a:pt x="21505" y="1"/>
                    <a:pt x="21302" y="1"/>
                  </a:cubicBezTo>
                  <a:close/>
                  <a:moveTo>
                    <a:pt x="39113" y="369"/>
                  </a:moveTo>
                  <a:cubicBezTo>
                    <a:pt x="38840" y="369"/>
                    <a:pt x="38512" y="467"/>
                    <a:pt x="38680" y="606"/>
                  </a:cubicBezTo>
                  <a:cubicBezTo>
                    <a:pt x="38733" y="649"/>
                    <a:pt x="38882" y="682"/>
                    <a:pt x="39032" y="682"/>
                  </a:cubicBezTo>
                  <a:cubicBezTo>
                    <a:pt x="39207" y="682"/>
                    <a:pt x="39384" y="638"/>
                    <a:pt x="39421" y="513"/>
                  </a:cubicBezTo>
                  <a:cubicBezTo>
                    <a:pt x="39449" y="412"/>
                    <a:pt x="39293" y="369"/>
                    <a:pt x="39113" y="369"/>
                  </a:cubicBezTo>
                  <a:close/>
                  <a:moveTo>
                    <a:pt x="24947" y="455"/>
                  </a:moveTo>
                  <a:cubicBezTo>
                    <a:pt x="24727" y="455"/>
                    <a:pt x="24668" y="631"/>
                    <a:pt x="24540" y="631"/>
                  </a:cubicBezTo>
                  <a:cubicBezTo>
                    <a:pt x="24534" y="631"/>
                    <a:pt x="24527" y="630"/>
                    <a:pt x="24520" y="629"/>
                  </a:cubicBezTo>
                  <a:cubicBezTo>
                    <a:pt x="24358" y="629"/>
                    <a:pt x="23755" y="745"/>
                    <a:pt x="23871" y="884"/>
                  </a:cubicBezTo>
                  <a:cubicBezTo>
                    <a:pt x="23932" y="956"/>
                    <a:pt x="24058" y="978"/>
                    <a:pt x="24205" y="978"/>
                  </a:cubicBezTo>
                  <a:cubicBezTo>
                    <a:pt x="24389" y="978"/>
                    <a:pt x="24607" y="943"/>
                    <a:pt x="24775" y="930"/>
                  </a:cubicBezTo>
                  <a:cubicBezTo>
                    <a:pt x="25400" y="861"/>
                    <a:pt x="25377" y="537"/>
                    <a:pt x="25053" y="467"/>
                  </a:cubicBezTo>
                  <a:cubicBezTo>
                    <a:pt x="25014" y="459"/>
                    <a:pt x="24979" y="455"/>
                    <a:pt x="24947" y="455"/>
                  </a:cubicBezTo>
                  <a:close/>
                  <a:moveTo>
                    <a:pt x="19666" y="390"/>
                  </a:moveTo>
                  <a:cubicBezTo>
                    <a:pt x="19555" y="390"/>
                    <a:pt x="19545" y="454"/>
                    <a:pt x="19699" y="583"/>
                  </a:cubicBezTo>
                  <a:cubicBezTo>
                    <a:pt x="19838" y="699"/>
                    <a:pt x="18981" y="791"/>
                    <a:pt x="19120" y="930"/>
                  </a:cubicBezTo>
                  <a:cubicBezTo>
                    <a:pt x="19243" y="1045"/>
                    <a:pt x="19541" y="1096"/>
                    <a:pt x="19866" y="1096"/>
                  </a:cubicBezTo>
                  <a:cubicBezTo>
                    <a:pt x="20396" y="1096"/>
                    <a:pt x="21000" y="961"/>
                    <a:pt x="21043" y="745"/>
                  </a:cubicBezTo>
                  <a:cubicBezTo>
                    <a:pt x="21064" y="602"/>
                    <a:pt x="20962" y="576"/>
                    <a:pt x="20806" y="576"/>
                  </a:cubicBezTo>
                  <a:cubicBezTo>
                    <a:pt x="20719" y="576"/>
                    <a:pt x="20616" y="584"/>
                    <a:pt x="20507" y="584"/>
                  </a:cubicBezTo>
                  <a:cubicBezTo>
                    <a:pt x="20369" y="584"/>
                    <a:pt x="20223" y="571"/>
                    <a:pt x="20093" y="513"/>
                  </a:cubicBezTo>
                  <a:cubicBezTo>
                    <a:pt x="19908" y="431"/>
                    <a:pt x="19755" y="390"/>
                    <a:pt x="19666" y="390"/>
                  </a:cubicBezTo>
                  <a:close/>
                  <a:moveTo>
                    <a:pt x="15426" y="806"/>
                  </a:moveTo>
                  <a:cubicBezTo>
                    <a:pt x="15231" y="806"/>
                    <a:pt x="15022" y="838"/>
                    <a:pt x="14902" y="907"/>
                  </a:cubicBezTo>
                  <a:cubicBezTo>
                    <a:pt x="14647" y="1046"/>
                    <a:pt x="13998" y="930"/>
                    <a:pt x="14068" y="1116"/>
                  </a:cubicBezTo>
                  <a:cubicBezTo>
                    <a:pt x="14097" y="1188"/>
                    <a:pt x="14289" y="1315"/>
                    <a:pt x="14519" y="1315"/>
                  </a:cubicBezTo>
                  <a:cubicBezTo>
                    <a:pt x="14657" y="1315"/>
                    <a:pt x="14809" y="1269"/>
                    <a:pt x="14948" y="1139"/>
                  </a:cubicBezTo>
                  <a:cubicBezTo>
                    <a:pt x="15093" y="1004"/>
                    <a:pt x="15255" y="970"/>
                    <a:pt x="15403" y="970"/>
                  </a:cubicBezTo>
                  <a:cubicBezTo>
                    <a:pt x="15548" y="970"/>
                    <a:pt x="15679" y="1002"/>
                    <a:pt x="15768" y="1002"/>
                  </a:cubicBezTo>
                  <a:cubicBezTo>
                    <a:pt x="15822" y="1002"/>
                    <a:pt x="15859" y="991"/>
                    <a:pt x="15875" y="954"/>
                  </a:cubicBezTo>
                  <a:cubicBezTo>
                    <a:pt x="15915" y="861"/>
                    <a:pt x="15684" y="806"/>
                    <a:pt x="15426" y="806"/>
                  </a:cubicBezTo>
                  <a:close/>
                  <a:moveTo>
                    <a:pt x="22799" y="596"/>
                  </a:moveTo>
                  <a:cubicBezTo>
                    <a:pt x="22603" y="596"/>
                    <a:pt x="22437" y="627"/>
                    <a:pt x="22457" y="699"/>
                  </a:cubicBezTo>
                  <a:cubicBezTo>
                    <a:pt x="22527" y="861"/>
                    <a:pt x="21831" y="1046"/>
                    <a:pt x="22040" y="1209"/>
                  </a:cubicBezTo>
                  <a:cubicBezTo>
                    <a:pt x="22153" y="1295"/>
                    <a:pt x="22319" y="1328"/>
                    <a:pt x="22501" y="1328"/>
                  </a:cubicBezTo>
                  <a:cubicBezTo>
                    <a:pt x="22955" y="1328"/>
                    <a:pt x="23510" y="1122"/>
                    <a:pt x="23593" y="1023"/>
                  </a:cubicBezTo>
                  <a:cubicBezTo>
                    <a:pt x="23709" y="861"/>
                    <a:pt x="23384" y="861"/>
                    <a:pt x="23361" y="722"/>
                  </a:cubicBezTo>
                  <a:cubicBezTo>
                    <a:pt x="23335" y="645"/>
                    <a:pt x="23044" y="596"/>
                    <a:pt x="22799" y="596"/>
                  </a:cubicBezTo>
                  <a:close/>
                  <a:moveTo>
                    <a:pt x="18567" y="1427"/>
                  </a:moveTo>
                  <a:cubicBezTo>
                    <a:pt x="18331" y="1427"/>
                    <a:pt x="17965" y="1570"/>
                    <a:pt x="18077" y="1603"/>
                  </a:cubicBezTo>
                  <a:cubicBezTo>
                    <a:pt x="18154" y="1628"/>
                    <a:pt x="18351" y="1682"/>
                    <a:pt x="18513" y="1682"/>
                  </a:cubicBezTo>
                  <a:cubicBezTo>
                    <a:pt x="18643" y="1682"/>
                    <a:pt x="18749" y="1647"/>
                    <a:pt x="18749" y="1533"/>
                  </a:cubicBezTo>
                  <a:cubicBezTo>
                    <a:pt x="18749" y="1455"/>
                    <a:pt x="18671" y="1427"/>
                    <a:pt x="18567" y="1427"/>
                  </a:cubicBezTo>
                  <a:close/>
                  <a:moveTo>
                    <a:pt x="16951" y="664"/>
                  </a:moveTo>
                  <a:cubicBezTo>
                    <a:pt x="16608" y="664"/>
                    <a:pt x="16298" y="874"/>
                    <a:pt x="16478" y="1000"/>
                  </a:cubicBezTo>
                  <a:cubicBezTo>
                    <a:pt x="16710" y="1162"/>
                    <a:pt x="15852" y="1116"/>
                    <a:pt x="15736" y="1278"/>
                  </a:cubicBezTo>
                  <a:cubicBezTo>
                    <a:pt x="15620" y="1440"/>
                    <a:pt x="15134" y="1371"/>
                    <a:pt x="15203" y="1556"/>
                  </a:cubicBezTo>
                  <a:cubicBezTo>
                    <a:pt x="15267" y="1658"/>
                    <a:pt x="15534" y="1711"/>
                    <a:pt x="15761" y="1711"/>
                  </a:cubicBezTo>
                  <a:cubicBezTo>
                    <a:pt x="15947" y="1711"/>
                    <a:pt x="16107" y="1676"/>
                    <a:pt x="16107" y="1603"/>
                  </a:cubicBezTo>
                  <a:cubicBezTo>
                    <a:pt x="16107" y="1440"/>
                    <a:pt x="16547" y="1579"/>
                    <a:pt x="16547" y="1440"/>
                  </a:cubicBezTo>
                  <a:cubicBezTo>
                    <a:pt x="16571" y="1301"/>
                    <a:pt x="16756" y="1139"/>
                    <a:pt x="17196" y="1116"/>
                  </a:cubicBezTo>
                  <a:cubicBezTo>
                    <a:pt x="17660" y="1070"/>
                    <a:pt x="17660" y="907"/>
                    <a:pt x="17243" y="722"/>
                  </a:cubicBezTo>
                  <a:cubicBezTo>
                    <a:pt x="17150" y="681"/>
                    <a:pt x="17049" y="664"/>
                    <a:pt x="16951" y="664"/>
                  </a:cubicBezTo>
                  <a:close/>
                  <a:moveTo>
                    <a:pt x="21101" y="1258"/>
                  </a:moveTo>
                  <a:cubicBezTo>
                    <a:pt x="20938" y="1258"/>
                    <a:pt x="20819" y="1278"/>
                    <a:pt x="20835" y="1324"/>
                  </a:cubicBezTo>
                  <a:cubicBezTo>
                    <a:pt x="20881" y="1440"/>
                    <a:pt x="20765" y="1464"/>
                    <a:pt x="20441" y="1464"/>
                  </a:cubicBezTo>
                  <a:cubicBezTo>
                    <a:pt x="20116" y="1464"/>
                    <a:pt x="19954" y="1649"/>
                    <a:pt x="20116" y="1788"/>
                  </a:cubicBezTo>
                  <a:cubicBezTo>
                    <a:pt x="20188" y="1851"/>
                    <a:pt x="20361" y="1879"/>
                    <a:pt x="20554" y="1879"/>
                  </a:cubicBezTo>
                  <a:cubicBezTo>
                    <a:pt x="20859" y="1879"/>
                    <a:pt x="21213" y="1809"/>
                    <a:pt x="21298" y="1695"/>
                  </a:cubicBezTo>
                  <a:cubicBezTo>
                    <a:pt x="21461" y="1487"/>
                    <a:pt x="21831" y="1649"/>
                    <a:pt x="21901" y="1464"/>
                  </a:cubicBezTo>
                  <a:cubicBezTo>
                    <a:pt x="21932" y="1340"/>
                    <a:pt x="21427" y="1258"/>
                    <a:pt x="21101" y="1258"/>
                  </a:cubicBezTo>
                  <a:close/>
                  <a:moveTo>
                    <a:pt x="41386" y="246"/>
                  </a:moveTo>
                  <a:cubicBezTo>
                    <a:pt x="41273" y="246"/>
                    <a:pt x="41128" y="461"/>
                    <a:pt x="40673" y="537"/>
                  </a:cubicBezTo>
                  <a:cubicBezTo>
                    <a:pt x="40117" y="652"/>
                    <a:pt x="39839" y="791"/>
                    <a:pt x="40070" y="907"/>
                  </a:cubicBezTo>
                  <a:cubicBezTo>
                    <a:pt x="40271" y="1019"/>
                    <a:pt x="40086" y="1279"/>
                    <a:pt x="39845" y="1279"/>
                  </a:cubicBezTo>
                  <a:cubicBezTo>
                    <a:pt x="39836" y="1279"/>
                    <a:pt x="39825" y="1279"/>
                    <a:pt x="39815" y="1278"/>
                  </a:cubicBezTo>
                  <a:cubicBezTo>
                    <a:pt x="39584" y="1278"/>
                    <a:pt x="39537" y="1533"/>
                    <a:pt x="39839" y="1649"/>
                  </a:cubicBezTo>
                  <a:cubicBezTo>
                    <a:pt x="40140" y="1788"/>
                    <a:pt x="40024" y="1857"/>
                    <a:pt x="39699" y="1857"/>
                  </a:cubicBezTo>
                  <a:cubicBezTo>
                    <a:pt x="39375" y="1857"/>
                    <a:pt x="39097" y="1973"/>
                    <a:pt x="39306" y="2066"/>
                  </a:cubicBezTo>
                  <a:cubicBezTo>
                    <a:pt x="39468" y="2136"/>
                    <a:pt x="39468" y="2298"/>
                    <a:pt x="39792" y="2391"/>
                  </a:cubicBezTo>
                  <a:cubicBezTo>
                    <a:pt x="39829" y="2398"/>
                    <a:pt x="39867" y="2401"/>
                    <a:pt x="39903" y="2401"/>
                  </a:cubicBezTo>
                  <a:cubicBezTo>
                    <a:pt x="40205" y="2401"/>
                    <a:pt x="40462" y="2162"/>
                    <a:pt x="40441" y="1997"/>
                  </a:cubicBezTo>
                  <a:cubicBezTo>
                    <a:pt x="40418" y="1811"/>
                    <a:pt x="41623" y="1626"/>
                    <a:pt x="41947" y="1533"/>
                  </a:cubicBezTo>
                  <a:cubicBezTo>
                    <a:pt x="42272" y="1464"/>
                    <a:pt x="41739" y="1116"/>
                    <a:pt x="42087" y="1093"/>
                  </a:cubicBezTo>
                  <a:cubicBezTo>
                    <a:pt x="42457" y="1070"/>
                    <a:pt x="42295" y="907"/>
                    <a:pt x="41878" y="838"/>
                  </a:cubicBezTo>
                  <a:cubicBezTo>
                    <a:pt x="41438" y="768"/>
                    <a:pt x="41600" y="397"/>
                    <a:pt x="41461" y="282"/>
                  </a:cubicBezTo>
                  <a:cubicBezTo>
                    <a:pt x="41435" y="256"/>
                    <a:pt x="41412" y="246"/>
                    <a:pt x="41386" y="246"/>
                  </a:cubicBezTo>
                  <a:close/>
                  <a:moveTo>
                    <a:pt x="41995" y="1733"/>
                  </a:moveTo>
                  <a:cubicBezTo>
                    <a:pt x="41579" y="1733"/>
                    <a:pt x="40696" y="1966"/>
                    <a:pt x="40696" y="2112"/>
                  </a:cubicBezTo>
                  <a:cubicBezTo>
                    <a:pt x="40696" y="2298"/>
                    <a:pt x="40163" y="2460"/>
                    <a:pt x="40325" y="2599"/>
                  </a:cubicBezTo>
                  <a:cubicBezTo>
                    <a:pt x="40441" y="2715"/>
                    <a:pt x="40557" y="2669"/>
                    <a:pt x="40719" y="2715"/>
                  </a:cubicBezTo>
                  <a:cubicBezTo>
                    <a:pt x="40872" y="2737"/>
                    <a:pt x="40964" y="3090"/>
                    <a:pt x="41208" y="3090"/>
                  </a:cubicBezTo>
                  <a:cubicBezTo>
                    <a:pt x="41222" y="3090"/>
                    <a:pt x="41237" y="3088"/>
                    <a:pt x="41252" y="3086"/>
                  </a:cubicBezTo>
                  <a:cubicBezTo>
                    <a:pt x="41278" y="3080"/>
                    <a:pt x="41307" y="3077"/>
                    <a:pt x="41340" y="3077"/>
                  </a:cubicBezTo>
                  <a:cubicBezTo>
                    <a:pt x="41686" y="3077"/>
                    <a:pt x="42381" y="3387"/>
                    <a:pt x="42805" y="3387"/>
                  </a:cubicBezTo>
                  <a:cubicBezTo>
                    <a:pt x="43268" y="3387"/>
                    <a:pt x="43315" y="3016"/>
                    <a:pt x="43176" y="2993"/>
                  </a:cubicBezTo>
                  <a:cubicBezTo>
                    <a:pt x="43037" y="2970"/>
                    <a:pt x="43153" y="2761"/>
                    <a:pt x="43431" y="2391"/>
                  </a:cubicBezTo>
                  <a:cubicBezTo>
                    <a:pt x="43613" y="2125"/>
                    <a:pt x="43118" y="1907"/>
                    <a:pt x="42822" y="1907"/>
                  </a:cubicBezTo>
                  <a:cubicBezTo>
                    <a:pt x="42705" y="1907"/>
                    <a:pt x="42620" y="1941"/>
                    <a:pt x="42620" y="2020"/>
                  </a:cubicBezTo>
                  <a:cubicBezTo>
                    <a:pt x="42620" y="2105"/>
                    <a:pt x="42594" y="2138"/>
                    <a:pt x="42555" y="2138"/>
                  </a:cubicBezTo>
                  <a:cubicBezTo>
                    <a:pt x="42455" y="2138"/>
                    <a:pt x="42269" y="1921"/>
                    <a:pt x="42202" y="1788"/>
                  </a:cubicBezTo>
                  <a:cubicBezTo>
                    <a:pt x="42183" y="1749"/>
                    <a:pt x="42105" y="1733"/>
                    <a:pt x="41995" y="1733"/>
                  </a:cubicBezTo>
                  <a:close/>
                  <a:moveTo>
                    <a:pt x="44861" y="2593"/>
                  </a:moveTo>
                  <a:cubicBezTo>
                    <a:pt x="44802" y="2593"/>
                    <a:pt x="44758" y="2616"/>
                    <a:pt x="44752" y="2669"/>
                  </a:cubicBezTo>
                  <a:cubicBezTo>
                    <a:pt x="44752" y="2854"/>
                    <a:pt x="44172" y="2692"/>
                    <a:pt x="44172" y="2877"/>
                  </a:cubicBezTo>
                  <a:cubicBezTo>
                    <a:pt x="44172" y="3039"/>
                    <a:pt x="43964" y="3132"/>
                    <a:pt x="43987" y="3318"/>
                  </a:cubicBezTo>
                  <a:cubicBezTo>
                    <a:pt x="43995" y="3376"/>
                    <a:pt x="43946" y="3380"/>
                    <a:pt x="43880" y="3380"/>
                  </a:cubicBezTo>
                  <a:cubicBezTo>
                    <a:pt x="43869" y="3380"/>
                    <a:pt x="43857" y="3380"/>
                    <a:pt x="43845" y="3380"/>
                  </a:cubicBezTo>
                  <a:cubicBezTo>
                    <a:pt x="43732" y="3380"/>
                    <a:pt x="43593" y="3391"/>
                    <a:pt x="43593" y="3619"/>
                  </a:cubicBezTo>
                  <a:cubicBezTo>
                    <a:pt x="43570" y="4013"/>
                    <a:pt x="42967" y="4245"/>
                    <a:pt x="43199" y="4384"/>
                  </a:cubicBezTo>
                  <a:cubicBezTo>
                    <a:pt x="43243" y="4410"/>
                    <a:pt x="43304" y="4420"/>
                    <a:pt x="43378" y="4420"/>
                  </a:cubicBezTo>
                  <a:cubicBezTo>
                    <a:pt x="43679" y="4420"/>
                    <a:pt x="44191" y="4243"/>
                    <a:pt x="44580" y="4243"/>
                  </a:cubicBezTo>
                  <a:cubicBezTo>
                    <a:pt x="44599" y="4243"/>
                    <a:pt x="44618" y="4244"/>
                    <a:pt x="44636" y="4245"/>
                  </a:cubicBezTo>
                  <a:cubicBezTo>
                    <a:pt x="44650" y="4245"/>
                    <a:pt x="44664" y="4246"/>
                    <a:pt x="44679" y="4246"/>
                  </a:cubicBezTo>
                  <a:cubicBezTo>
                    <a:pt x="45198" y="4246"/>
                    <a:pt x="46468" y="3867"/>
                    <a:pt x="46513" y="3619"/>
                  </a:cubicBezTo>
                  <a:cubicBezTo>
                    <a:pt x="46559" y="3364"/>
                    <a:pt x="46026" y="3364"/>
                    <a:pt x="45818" y="3155"/>
                  </a:cubicBezTo>
                  <a:cubicBezTo>
                    <a:pt x="45749" y="3079"/>
                    <a:pt x="45650" y="3048"/>
                    <a:pt x="45546" y="3048"/>
                  </a:cubicBezTo>
                  <a:cubicBezTo>
                    <a:pt x="45332" y="3048"/>
                    <a:pt x="45092" y="3178"/>
                    <a:pt x="45030" y="3318"/>
                  </a:cubicBezTo>
                  <a:cubicBezTo>
                    <a:pt x="44998" y="3369"/>
                    <a:pt x="44964" y="3392"/>
                    <a:pt x="44938" y="3392"/>
                  </a:cubicBezTo>
                  <a:cubicBezTo>
                    <a:pt x="44871" y="3392"/>
                    <a:pt x="44858" y="3234"/>
                    <a:pt x="45076" y="3016"/>
                  </a:cubicBezTo>
                  <a:cubicBezTo>
                    <a:pt x="45318" y="2792"/>
                    <a:pt x="45031" y="2593"/>
                    <a:pt x="44861" y="2593"/>
                  </a:cubicBezTo>
                  <a:close/>
                  <a:moveTo>
                    <a:pt x="64901" y="6438"/>
                  </a:moveTo>
                  <a:cubicBezTo>
                    <a:pt x="64486" y="6438"/>
                    <a:pt x="63527" y="7456"/>
                    <a:pt x="64033" y="7721"/>
                  </a:cubicBezTo>
                  <a:cubicBezTo>
                    <a:pt x="64265" y="7837"/>
                    <a:pt x="64335" y="7953"/>
                    <a:pt x="64474" y="8068"/>
                  </a:cubicBezTo>
                  <a:cubicBezTo>
                    <a:pt x="64502" y="8102"/>
                    <a:pt x="64552" y="8116"/>
                    <a:pt x="64615" y="8116"/>
                  </a:cubicBezTo>
                  <a:cubicBezTo>
                    <a:pt x="64810" y="8116"/>
                    <a:pt x="65127" y="7988"/>
                    <a:pt x="65285" y="7953"/>
                  </a:cubicBezTo>
                  <a:cubicBezTo>
                    <a:pt x="65302" y="7946"/>
                    <a:pt x="65318" y="7943"/>
                    <a:pt x="65333" y="7943"/>
                  </a:cubicBezTo>
                  <a:cubicBezTo>
                    <a:pt x="65443" y="7943"/>
                    <a:pt x="65495" y="8100"/>
                    <a:pt x="65634" y="8100"/>
                  </a:cubicBezTo>
                  <a:cubicBezTo>
                    <a:pt x="65678" y="8100"/>
                    <a:pt x="65730" y="8085"/>
                    <a:pt x="65795" y="8045"/>
                  </a:cubicBezTo>
                  <a:cubicBezTo>
                    <a:pt x="65937" y="7946"/>
                    <a:pt x="66080" y="7920"/>
                    <a:pt x="66230" y="7920"/>
                  </a:cubicBezTo>
                  <a:cubicBezTo>
                    <a:pt x="66397" y="7920"/>
                    <a:pt x="66573" y="7953"/>
                    <a:pt x="66768" y="7953"/>
                  </a:cubicBezTo>
                  <a:cubicBezTo>
                    <a:pt x="67116" y="7953"/>
                    <a:pt x="66699" y="7512"/>
                    <a:pt x="66722" y="7304"/>
                  </a:cubicBezTo>
                  <a:cubicBezTo>
                    <a:pt x="66722" y="7241"/>
                    <a:pt x="66770" y="7215"/>
                    <a:pt x="66828" y="7215"/>
                  </a:cubicBezTo>
                  <a:cubicBezTo>
                    <a:pt x="66941" y="7215"/>
                    <a:pt x="67092" y="7312"/>
                    <a:pt x="67000" y="7420"/>
                  </a:cubicBezTo>
                  <a:cubicBezTo>
                    <a:pt x="66869" y="7572"/>
                    <a:pt x="67149" y="7910"/>
                    <a:pt x="67628" y="7910"/>
                  </a:cubicBezTo>
                  <a:cubicBezTo>
                    <a:pt x="67657" y="7910"/>
                    <a:pt x="67687" y="7909"/>
                    <a:pt x="67718" y="7906"/>
                  </a:cubicBezTo>
                  <a:cubicBezTo>
                    <a:pt x="68228" y="7883"/>
                    <a:pt x="67834" y="7559"/>
                    <a:pt x="68089" y="7443"/>
                  </a:cubicBezTo>
                  <a:cubicBezTo>
                    <a:pt x="68367" y="7327"/>
                    <a:pt x="68321" y="7188"/>
                    <a:pt x="67950" y="6979"/>
                  </a:cubicBezTo>
                  <a:cubicBezTo>
                    <a:pt x="67579" y="6747"/>
                    <a:pt x="67093" y="6887"/>
                    <a:pt x="66768" y="6747"/>
                  </a:cubicBezTo>
                  <a:cubicBezTo>
                    <a:pt x="66627" y="6682"/>
                    <a:pt x="66478" y="6642"/>
                    <a:pt x="66350" y="6642"/>
                  </a:cubicBezTo>
                  <a:cubicBezTo>
                    <a:pt x="66162" y="6642"/>
                    <a:pt x="66017" y="6726"/>
                    <a:pt x="66003" y="6933"/>
                  </a:cubicBezTo>
                  <a:cubicBezTo>
                    <a:pt x="65999" y="7006"/>
                    <a:pt x="65969" y="7036"/>
                    <a:pt x="65922" y="7036"/>
                  </a:cubicBezTo>
                  <a:cubicBezTo>
                    <a:pt x="65728" y="7036"/>
                    <a:pt x="65240" y="6539"/>
                    <a:pt x="64960" y="6446"/>
                  </a:cubicBezTo>
                  <a:cubicBezTo>
                    <a:pt x="64942" y="6440"/>
                    <a:pt x="64922" y="6438"/>
                    <a:pt x="64901" y="6438"/>
                  </a:cubicBezTo>
                  <a:close/>
                  <a:moveTo>
                    <a:pt x="69214" y="7272"/>
                  </a:moveTo>
                  <a:cubicBezTo>
                    <a:pt x="69049" y="7272"/>
                    <a:pt x="68769" y="7678"/>
                    <a:pt x="68923" y="7698"/>
                  </a:cubicBezTo>
                  <a:cubicBezTo>
                    <a:pt x="69317" y="7721"/>
                    <a:pt x="69503" y="8115"/>
                    <a:pt x="70244" y="8161"/>
                  </a:cubicBezTo>
                  <a:cubicBezTo>
                    <a:pt x="70332" y="8167"/>
                    <a:pt x="70417" y="8169"/>
                    <a:pt x="70499" y="8169"/>
                  </a:cubicBezTo>
                  <a:cubicBezTo>
                    <a:pt x="71110" y="8169"/>
                    <a:pt x="71545" y="8026"/>
                    <a:pt x="71565" y="7883"/>
                  </a:cubicBezTo>
                  <a:cubicBezTo>
                    <a:pt x="71584" y="7756"/>
                    <a:pt x="71159" y="7585"/>
                    <a:pt x="70863" y="7585"/>
                  </a:cubicBezTo>
                  <a:cubicBezTo>
                    <a:pt x="70783" y="7585"/>
                    <a:pt x="70711" y="7598"/>
                    <a:pt x="70662" y="7628"/>
                  </a:cubicBezTo>
                  <a:cubicBezTo>
                    <a:pt x="70631" y="7645"/>
                    <a:pt x="70602" y="7652"/>
                    <a:pt x="70573" y="7652"/>
                  </a:cubicBezTo>
                  <a:cubicBezTo>
                    <a:pt x="70427" y="7652"/>
                    <a:pt x="70296" y="7473"/>
                    <a:pt x="70124" y="7473"/>
                  </a:cubicBezTo>
                  <a:cubicBezTo>
                    <a:pt x="70096" y="7473"/>
                    <a:pt x="70066" y="7478"/>
                    <a:pt x="70036" y="7489"/>
                  </a:cubicBezTo>
                  <a:cubicBezTo>
                    <a:pt x="69946" y="7514"/>
                    <a:pt x="69844" y="7530"/>
                    <a:pt x="69744" y="7530"/>
                  </a:cubicBezTo>
                  <a:cubicBezTo>
                    <a:pt x="69561" y="7530"/>
                    <a:pt x="69384" y="7477"/>
                    <a:pt x="69294" y="7327"/>
                  </a:cubicBezTo>
                  <a:cubicBezTo>
                    <a:pt x="69275" y="7288"/>
                    <a:pt x="69247" y="7272"/>
                    <a:pt x="69214" y="7272"/>
                  </a:cubicBezTo>
                  <a:close/>
                  <a:moveTo>
                    <a:pt x="50491" y="8325"/>
                  </a:moveTo>
                  <a:cubicBezTo>
                    <a:pt x="50348" y="8325"/>
                    <a:pt x="50206" y="8363"/>
                    <a:pt x="50175" y="8416"/>
                  </a:cubicBezTo>
                  <a:cubicBezTo>
                    <a:pt x="50105" y="8555"/>
                    <a:pt x="49758" y="8555"/>
                    <a:pt x="49850" y="8694"/>
                  </a:cubicBezTo>
                  <a:cubicBezTo>
                    <a:pt x="49908" y="8769"/>
                    <a:pt x="50050" y="8802"/>
                    <a:pt x="50207" y="8802"/>
                  </a:cubicBezTo>
                  <a:cubicBezTo>
                    <a:pt x="50489" y="8802"/>
                    <a:pt x="50824" y="8696"/>
                    <a:pt x="50824" y="8532"/>
                  </a:cubicBezTo>
                  <a:cubicBezTo>
                    <a:pt x="50836" y="8380"/>
                    <a:pt x="50663" y="8325"/>
                    <a:pt x="50491" y="8325"/>
                  </a:cubicBezTo>
                  <a:close/>
                  <a:moveTo>
                    <a:pt x="65981" y="8626"/>
                  </a:moveTo>
                  <a:cubicBezTo>
                    <a:pt x="65749" y="8626"/>
                    <a:pt x="65334" y="8840"/>
                    <a:pt x="65609" y="8926"/>
                  </a:cubicBezTo>
                  <a:cubicBezTo>
                    <a:pt x="65661" y="8945"/>
                    <a:pt x="65723" y="8956"/>
                    <a:pt x="65786" y="8956"/>
                  </a:cubicBezTo>
                  <a:cubicBezTo>
                    <a:pt x="65950" y="8956"/>
                    <a:pt x="66119" y="8885"/>
                    <a:pt x="66119" y="8717"/>
                  </a:cubicBezTo>
                  <a:cubicBezTo>
                    <a:pt x="66119" y="8652"/>
                    <a:pt x="66061" y="8626"/>
                    <a:pt x="65981" y="8626"/>
                  </a:cubicBezTo>
                  <a:close/>
                  <a:moveTo>
                    <a:pt x="66549" y="9098"/>
                  </a:moveTo>
                  <a:cubicBezTo>
                    <a:pt x="66102" y="9098"/>
                    <a:pt x="65732" y="9445"/>
                    <a:pt x="65795" y="9528"/>
                  </a:cubicBezTo>
                  <a:cubicBezTo>
                    <a:pt x="65906" y="9696"/>
                    <a:pt x="66690" y="9804"/>
                    <a:pt x="67151" y="9804"/>
                  </a:cubicBezTo>
                  <a:cubicBezTo>
                    <a:pt x="67264" y="9804"/>
                    <a:pt x="67358" y="9797"/>
                    <a:pt x="67417" y="9783"/>
                  </a:cubicBezTo>
                  <a:cubicBezTo>
                    <a:pt x="67695" y="9714"/>
                    <a:pt x="67208" y="9181"/>
                    <a:pt x="66699" y="9111"/>
                  </a:cubicBezTo>
                  <a:cubicBezTo>
                    <a:pt x="66648" y="9102"/>
                    <a:pt x="66598" y="9098"/>
                    <a:pt x="66549" y="9098"/>
                  </a:cubicBezTo>
                  <a:close/>
                  <a:moveTo>
                    <a:pt x="28135" y="9482"/>
                  </a:moveTo>
                  <a:cubicBezTo>
                    <a:pt x="27764" y="9482"/>
                    <a:pt x="27718" y="9876"/>
                    <a:pt x="27903" y="9922"/>
                  </a:cubicBezTo>
                  <a:cubicBezTo>
                    <a:pt x="27921" y="9924"/>
                    <a:pt x="27942" y="9925"/>
                    <a:pt x="27965" y="9925"/>
                  </a:cubicBezTo>
                  <a:cubicBezTo>
                    <a:pt x="28205" y="9925"/>
                    <a:pt x="28674" y="9820"/>
                    <a:pt x="28738" y="9714"/>
                  </a:cubicBezTo>
                  <a:cubicBezTo>
                    <a:pt x="28807" y="9598"/>
                    <a:pt x="28506" y="9482"/>
                    <a:pt x="28135" y="9482"/>
                  </a:cubicBezTo>
                  <a:close/>
                  <a:moveTo>
                    <a:pt x="32914" y="9877"/>
                  </a:moveTo>
                  <a:cubicBezTo>
                    <a:pt x="32744" y="9877"/>
                    <a:pt x="32453" y="10086"/>
                    <a:pt x="32608" y="10154"/>
                  </a:cubicBezTo>
                  <a:cubicBezTo>
                    <a:pt x="32699" y="10204"/>
                    <a:pt x="32785" y="10230"/>
                    <a:pt x="32855" y="10230"/>
                  </a:cubicBezTo>
                  <a:cubicBezTo>
                    <a:pt x="32980" y="10230"/>
                    <a:pt x="33055" y="10147"/>
                    <a:pt x="33025" y="9969"/>
                  </a:cubicBezTo>
                  <a:cubicBezTo>
                    <a:pt x="33019" y="9903"/>
                    <a:pt x="32974" y="9877"/>
                    <a:pt x="32914" y="9877"/>
                  </a:cubicBezTo>
                  <a:close/>
                  <a:moveTo>
                    <a:pt x="88101" y="11603"/>
                  </a:moveTo>
                  <a:cubicBezTo>
                    <a:pt x="87414" y="11603"/>
                    <a:pt x="86634" y="12067"/>
                    <a:pt x="86954" y="12217"/>
                  </a:cubicBezTo>
                  <a:cubicBezTo>
                    <a:pt x="87018" y="12249"/>
                    <a:pt x="87077" y="12261"/>
                    <a:pt x="87132" y="12261"/>
                  </a:cubicBezTo>
                  <a:cubicBezTo>
                    <a:pt x="87300" y="12261"/>
                    <a:pt x="87434" y="12149"/>
                    <a:pt x="87585" y="12149"/>
                  </a:cubicBezTo>
                  <a:cubicBezTo>
                    <a:pt x="87635" y="12149"/>
                    <a:pt x="87686" y="12161"/>
                    <a:pt x="87742" y="12194"/>
                  </a:cubicBezTo>
                  <a:cubicBezTo>
                    <a:pt x="87808" y="12242"/>
                    <a:pt x="87900" y="12260"/>
                    <a:pt x="88003" y="12260"/>
                  </a:cubicBezTo>
                  <a:cubicBezTo>
                    <a:pt x="88297" y="12260"/>
                    <a:pt x="88689" y="12112"/>
                    <a:pt x="88877" y="12078"/>
                  </a:cubicBezTo>
                  <a:cubicBezTo>
                    <a:pt x="89132" y="12031"/>
                    <a:pt x="89016" y="11707"/>
                    <a:pt x="88275" y="11614"/>
                  </a:cubicBezTo>
                  <a:cubicBezTo>
                    <a:pt x="88218" y="11607"/>
                    <a:pt x="88160" y="11603"/>
                    <a:pt x="88101" y="11603"/>
                  </a:cubicBezTo>
                  <a:close/>
                  <a:moveTo>
                    <a:pt x="26720" y="5619"/>
                  </a:moveTo>
                  <a:cubicBezTo>
                    <a:pt x="26260" y="5619"/>
                    <a:pt x="25636" y="5880"/>
                    <a:pt x="25447" y="6052"/>
                  </a:cubicBezTo>
                  <a:cubicBezTo>
                    <a:pt x="25192" y="6261"/>
                    <a:pt x="24821" y="6099"/>
                    <a:pt x="24543" y="6261"/>
                  </a:cubicBezTo>
                  <a:cubicBezTo>
                    <a:pt x="24376" y="6352"/>
                    <a:pt x="24081" y="6433"/>
                    <a:pt x="23826" y="6433"/>
                  </a:cubicBezTo>
                  <a:cubicBezTo>
                    <a:pt x="23690" y="6433"/>
                    <a:pt x="23565" y="6410"/>
                    <a:pt x="23477" y="6353"/>
                  </a:cubicBezTo>
                  <a:cubicBezTo>
                    <a:pt x="23424" y="6318"/>
                    <a:pt x="23369" y="6304"/>
                    <a:pt x="23313" y="6304"/>
                  </a:cubicBezTo>
                  <a:cubicBezTo>
                    <a:pt x="23087" y="6304"/>
                    <a:pt x="22852" y="6540"/>
                    <a:pt x="22684" y="6540"/>
                  </a:cubicBezTo>
                  <a:cubicBezTo>
                    <a:pt x="22678" y="6540"/>
                    <a:pt x="22672" y="6540"/>
                    <a:pt x="22666" y="6539"/>
                  </a:cubicBezTo>
                  <a:cubicBezTo>
                    <a:pt x="22656" y="6538"/>
                    <a:pt x="22646" y="6537"/>
                    <a:pt x="22636" y="6537"/>
                  </a:cubicBezTo>
                  <a:cubicBezTo>
                    <a:pt x="22443" y="6537"/>
                    <a:pt x="22215" y="6726"/>
                    <a:pt x="22004" y="6726"/>
                  </a:cubicBezTo>
                  <a:cubicBezTo>
                    <a:pt x="21993" y="6726"/>
                    <a:pt x="21982" y="6725"/>
                    <a:pt x="21970" y="6724"/>
                  </a:cubicBezTo>
                  <a:cubicBezTo>
                    <a:pt x="21762" y="6724"/>
                    <a:pt x="21298" y="6910"/>
                    <a:pt x="21275" y="7049"/>
                  </a:cubicBezTo>
                  <a:cubicBezTo>
                    <a:pt x="21229" y="7165"/>
                    <a:pt x="20858" y="7141"/>
                    <a:pt x="20858" y="7304"/>
                  </a:cubicBezTo>
                  <a:cubicBezTo>
                    <a:pt x="20858" y="7419"/>
                    <a:pt x="20694" y="7523"/>
                    <a:pt x="20540" y="7523"/>
                  </a:cubicBezTo>
                  <a:cubicBezTo>
                    <a:pt x="20478" y="7523"/>
                    <a:pt x="20418" y="7506"/>
                    <a:pt x="20371" y="7466"/>
                  </a:cubicBezTo>
                  <a:cubicBezTo>
                    <a:pt x="20343" y="7441"/>
                    <a:pt x="20313" y="7430"/>
                    <a:pt x="20286" y="7430"/>
                  </a:cubicBezTo>
                  <a:cubicBezTo>
                    <a:pt x="20157" y="7430"/>
                    <a:pt x="20065" y="7665"/>
                    <a:pt x="20256" y="7837"/>
                  </a:cubicBezTo>
                  <a:cubicBezTo>
                    <a:pt x="20487" y="8045"/>
                    <a:pt x="19838" y="8068"/>
                    <a:pt x="19954" y="8184"/>
                  </a:cubicBezTo>
                  <a:cubicBezTo>
                    <a:pt x="20070" y="8323"/>
                    <a:pt x="19699" y="8393"/>
                    <a:pt x="19792" y="8532"/>
                  </a:cubicBezTo>
                  <a:cubicBezTo>
                    <a:pt x="19862" y="8694"/>
                    <a:pt x="19560" y="8741"/>
                    <a:pt x="19305" y="8787"/>
                  </a:cubicBezTo>
                  <a:cubicBezTo>
                    <a:pt x="19074" y="8833"/>
                    <a:pt x="18935" y="9158"/>
                    <a:pt x="19259" y="9181"/>
                  </a:cubicBezTo>
                  <a:cubicBezTo>
                    <a:pt x="19560" y="9181"/>
                    <a:pt x="19074" y="9227"/>
                    <a:pt x="19097" y="9482"/>
                  </a:cubicBezTo>
                  <a:cubicBezTo>
                    <a:pt x="19143" y="9714"/>
                    <a:pt x="18610" y="9552"/>
                    <a:pt x="18633" y="9714"/>
                  </a:cubicBezTo>
                  <a:cubicBezTo>
                    <a:pt x="18633" y="9876"/>
                    <a:pt x="18541" y="9992"/>
                    <a:pt x="18239" y="9992"/>
                  </a:cubicBezTo>
                  <a:cubicBezTo>
                    <a:pt x="17938" y="9992"/>
                    <a:pt x="18378" y="10177"/>
                    <a:pt x="18425" y="10363"/>
                  </a:cubicBezTo>
                  <a:cubicBezTo>
                    <a:pt x="18448" y="10548"/>
                    <a:pt x="18100" y="10409"/>
                    <a:pt x="18100" y="10687"/>
                  </a:cubicBezTo>
                  <a:cubicBezTo>
                    <a:pt x="18077" y="10965"/>
                    <a:pt x="17498" y="10687"/>
                    <a:pt x="17405" y="11035"/>
                  </a:cubicBezTo>
                  <a:cubicBezTo>
                    <a:pt x="17349" y="11331"/>
                    <a:pt x="17576" y="11361"/>
                    <a:pt x="17799" y="11361"/>
                  </a:cubicBezTo>
                  <a:cubicBezTo>
                    <a:pt x="17855" y="11361"/>
                    <a:pt x="17910" y="11359"/>
                    <a:pt x="17961" y="11359"/>
                  </a:cubicBezTo>
                  <a:cubicBezTo>
                    <a:pt x="18216" y="11382"/>
                    <a:pt x="17868" y="11637"/>
                    <a:pt x="18054" y="11776"/>
                  </a:cubicBezTo>
                  <a:cubicBezTo>
                    <a:pt x="18129" y="11826"/>
                    <a:pt x="18195" y="11852"/>
                    <a:pt x="18242" y="11852"/>
                  </a:cubicBezTo>
                  <a:cubicBezTo>
                    <a:pt x="18326" y="11852"/>
                    <a:pt x="18352" y="11769"/>
                    <a:pt x="18262" y="11591"/>
                  </a:cubicBezTo>
                  <a:cubicBezTo>
                    <a:pt x="18233" y="11520"/>
                    <a:pt x="18264" y="11491"/>
                    <a:pt x="18322" y="11491"/>
                  </a:cubicBezTo>
                  <a:cubicBezTo>
                    <a:pt x="18491" y="11491"/>
                    <a:pt x="18893" y="11737"/>
                    <a:pt x="18703" y="11892"/>
                  </a:cubicBezTo>
                  <a:cubicBezTo>
                    <a:pt x="18471" y="12101"/>
                    <a:pt x="19097" y="12263"/>
                    <a:pt x="19398" y="12286"/>
                  </a:cubicBezTo>
                  <a:cubicBezTo>
                    <a:pt x="19594" y="12301"/>
                    <a:pt x="20125" y="12405"/>
                    <a:pt x="20477" y="12405"/>
                  </a:cubicBezTo>
                  <a:cubicBezTo>
                    <a:pt x="20666" y="12405"/>
                    <a:pt x="20804" y="12375"/>
                    <a:pt x="20812" y="12286"/>
                  </a:cubicBezTo>
                  <a:cubicBezTo>
                    <a:pt x="20835" y="12124"/>
                    <a:pt x="20418" y="11985"/>
                    <a:pt x="20070" y="11637"/>
                  </a:cubicBezTo>
                  <a:cubicBezTo>
                    <a:pt x="19746" y="11267"/>
                    <a:pt x="19491" y="10687"/>
                    <a:pt x="19885" y="10455"/>
                  </a:cubicBezTo>
                  <a:cubicBezTo>
                    <a:pt x="20279" y="10201"/>
                    <a:pt x="19931" y="10085"/>
                    <a:pt x="20325" y="9830"/>
                  </a:cubicBezTo>
                  <a:cubicBezTo>
                    <a:pt x="20719" y="9552"/>
                    <a:pt x="20487" y="9297"/>
                    <a:pt x="20812" y="9250"/>
                  </a:cubicBezTo>
                  <a:cubicBezTo>
                    <a:pt x="21136" y="9227"/>
                    <a:pt x="20765" y="8926"/>
                    <a:pt x="21090" y="8880"/>
                  </a:cubicBezTo>
                  <a:cubicBezTo>
                    <a:pt x="21414" y="8833"/>
                    <a:pt x="21484" y="8486"/>
                    <a:pt x="21437" y="8347"/>
                  </a:cubicBezTo>
                  <a:cubicBezTo>
                    <a:pt x="21391" y="8231"/>
                    <a:pt x="21762" y="8370"/>
                    <a:pt x="21947" y="8184"/>
                  </a:cubicBezTo>
                  <a:cubicBezTo>
                    <a:pt x="22133" y="7976"/>
                    <a:pt x="22550" y="8115"/>
                    <a:pt x="22666" y="7837"/>
                  </a:cubicBezTo>
                  <a:cubicBezTo>
                    <a:pt x="22805" y="7559"/>
                    <a:pt x="24659" y="6933"/>
                    <a:pt x="25725" y="6678"/>
                  </a:cubicBezTo>
                  <a:cubicBezTo>
                    <a:pt x="26768" y="6446"/>
                    <a:pt x="27486" y="6006"/>
                    <a:pt x="27115" y="5728"/>
                  </a:cubicBezTo>
                  <a:cubicBezTo>
                    <a:pt x="27020" y="5650"/>
                    <a:pt x="26880" y="5619"/>
                    <a:pt x="26720" y="5619"/>
                  </a:cubicBezTo>
                  <a:close/>
                  <a:moveTo>
                    <a:pt x="16176" y="13470"/>
                  </a:moveTo>
                  <a:cubicBezTo>
                    <a:pt x="15851" y="13470"/>
                    <a:pt x="15500" y="13785"/>
                    <a:pt x="15783" y="14048"/>
                  </a:cubicBezTo>
                  <a:cubicBezTo>
                    <a:pt x="15894" y="14147"/>
                    <a:pt x="16001" y="14185"/>
                    <a:pt x="16101" y="14185"/>
                  </a:cubicBezTo>
                  <a:cubicBezTo>
                    <a:pt x="16400" y="14185"/>
                    <a:pt x="16646" y="13856"/>
                    <a:pt x="16802" y="13839"/>
                  </a:cubicBezTo>
                  <a:cubicBezTo>
                    <a:pt x="17011" y="13816"/>
                    <a:pt x="16663" y="13584"/>
                    <a:pt x="16316" y="13491"/>
                  </a:cubicBezTo>
                  <a:cubicBezTo>
                    <a:pt x="16271" y="13477"/>
                    <a:pt x="16224" y="13470"/>
                    <a:pt x="16176" y="13470"/>
                  </a:cubicBezTo>
                  <a:close/>
                  <a:moveTo>
                    <a:pt x="942" y="25635"/>
                  </a:moveTo>
                  <a:cubicBezTo>
                    <a:pt x="881" y="25635"/>
                    <a:pt x="812" y="25647"/>
                    <a:pt x="742" y="25658"/>
                  </a:cubicBezTo>
                  <a:cubicBezTo>
                    <a:pt x="788" y="25682"/>
                    <a:pt x="812" y="25705"/>
                    <a:pt x="835" y="25728"/>
                  </a:cubicBezTo>
                  <a:cubicBezTo>
                    <a:pt x="904" y="25867"/>
                    <a:pt x="533" y="25890"/>
                    <a:pt x="649" y="26029"/>
                  </a:cubicBezTo>
                  <a:cubicBezTo>
                    <a:pt x="707" y="26110"/>
                    <a:pt x="644" y="26151"/>
                    <a:pt x="565" y="26151"/>
                  </a:cubicBezTo>
                  <a:cubicBezTo>
                    <a:pt x="487" y="26151"/>
                    <a:pt x="394" y="26110"/>
                    <a:pt x="394" y="26029"/>
                  </a:cubicBezTo>
                  <a:cubicBezTo>
                    <a:pt x="394" y="25965"/>
                    <a:pt x="332" y="25941"/>
                    <a:pt x="259" y="25941"/>
                  </a:cubicBezTo>
                  <a:cubicBezTo>
                    <a:pt x="147" y="25941"/>
                    <a:pt x="10" y="25996"/>
                    <a:pt x="24" y="26052"/>
                  </a:cubicBezTo>
                  <a:cubicBezTo>
                    <a:pt x="24" y="26099"/>
                    <a:pt x="24" y="26145"/>
                    <a:pt x="0" y="26191"/>
                  </a:cubicBezTo>
                  <a:cubicBezTo>
                    <a:pt x="93" y="26238"/>
                    <a:pt x="232" y="26261"/>
                    <a:pt x="279" y="26284"/>
                  </a:cubicBezTo>
                  <a:cubicBezTo>
                    <a:pt x="330" y="26319"/>
                    <a:pt x="881" y="26379"/>
                    <a:pt x="1313" y="26379"/>
                  </a:cubicBezTo>
                  <a:cubicBezTo>
                    <a:pt x="1462" y="26379"/>
                    <a:pt x="1597" y="26371"/>
                    <a:pt x="1692" y="26354"/>
                  </a:cubicBezTo>
                  <a:cubicBezTo>
                    <a:pt x="1669" y="26284"/>
                    <a:pt x="1715" y="26076"/>
                    <a:pt x="1715" y="25983"/>
                  </a:cubicBezTo>
                  <a:cubicBezTo>
                    <a:pt x="1715" y="25905"/>
                    <a:pt x="1551" y="25810"/>
                    <a:pt x="1457" y="25810"/>
                  </a:cubicBezTo>
                  <a:cubicBezTo>
                    <a:pt x="1440" y="25810"/>
                    <a:pt x="1425" y="25813"/>
                    <a:pt x="1414" y="25821"/>
                  </a:cubicBezTo>
                  <a:cubicBezTo>
                    <a:pt x="1405" y="25824"/>
                    <a:pt x="1393" y="25825"/>
                    <a:pt x="1380" y="25825"/>
                  </a:cubicBezTo>
                  <a:cubicBezTo>
                    <a:pt x="1293" y="25825"/>
                    <a:pt x="1130" y="25762"/>
                    <a:pt x="1090" y="25682"/>
                  </a:cubicBezTo>
                  <a:cubicBezTo>
                    <a:pt x="1055" y="25647"/>
                    <a:pt x="1003" y="25635"/>
                    <a:pt x="942" y="25635"/>
                  </a:cubicBezTo>
                  <a:close/>
                  <a:moveTo>
                    <a:pt x="48720" y="25448"/>
                  </a:moveTo>
                  <a:cubicBezTo>
                    <a:pt x="48726" y="25448"/>
                    <a:pt x="48732" y="25448"/>
                    <a:pt x="48738" y="25450"/>
                  </a:cubicBezTo>
                  <a:cubicBezTo>
                    <a:pt x="48900" y="25496"/>
                    <a:pt x="48576" y="26979"/>
                    <a:pt x="48112" y="27397"/>
                  </a:cubicBezTo>
                  <a:cubicBezTo>
                    <a:pt x="47672" y="27814"/>
                    <a:pt x="46745" y="27906"/>
                    <a:pt x="46745" y="28254"/>
                  </a:cubicBezTo>
                  <a:cubicBezTo>
                    <a:pt x="46745" y="28497"/>
                    <a:pt x="46123" y="28661"/>
                    <a:pt x="45771" y="28661"/>
                  </a:cubicBezTo>
                  <a:cubicBezTo>
                    <a:pt x="45651" y="28661"/>
                    <a:pt x="45563" y="28643"/>
                    <a:pt x="45540" y="28602"/>
                  </a:cubicBezTo>
                  <a:cubicBezTo>
                    <a:pt x="45447" y="28486"/>
                    <a:pt x="46351" y="28439"/>
                    <a:pt x="46583" y="27953"/>
                  </a:cubicBezTo>
                  <a:cubicBezTo>
                    <a:pt x="46791" y="27466"/>
                    <a:pt x="47625" y="27211"/>
                    <a:pt x="48019" y="26562"/>
                  </a:cubicBezTo>
                  <a:cubicBezTo>
                    <a:pt x="48311" y="26136"/>
                    <a:pt x="48538" y="25448"/>
                    <a:pt x="48720" y="25448"/>
                  </a:cubicBezTo>
                  <a:close/>
                  <a:moveTo>
                    <a:pt x="66896" y="26620"/>
                  </a:moveTo>
                  <a:cubicBezTo>
                    <a:pt x="66886" y="26620"/>
                    <a:pt x="66875" y="26624"/>
                    <a:pt x="66861" y="26632"/>
                  </a:cubicBezTo>
                  <a:cubicBezTo>
                    <a:pt x="66699" y="26724"/>
                    <a:pt x="66861" y="27165"/>
                    <a:pt x="66606" y="27188"/>
                  </a:cubicBezTo>
                  <a:cubicBezTo>
                    <a:pt x="66351" y="27234"/>
                    <a:pt x="66583" y="27466"/>
                    <a:pt x="66490" y="27790"/>
                  </a:cubicBezTo>
                  <a:cubicBezTo>
                    <a:pt x="66397" y="28115"/>
                    <a:pt x="66536" y="28578"/>
                    <a:pt x="66675" y="28880"/>
                  </a:cubicBezTo>
                  <a:cubicBezTo>
                    <a:pt x="66791" y="29158"/>
                    <a:pt x="66490" y="30711"/>
                    <a:pt x="66606" y="30965"/>
                  </a:cubicBezTo>
                  <a:cubicBezTo>
                    <a:pt x="66745" y="31244"/>
                    <a:pt x="66397" y="32379"/>
                    <a:pt x="66513" y="32518"/>
                  </a:cubicBezTo>
                  <a:cubicBezTo>
                    <a:pt x="66547" y="32552"/>
                    <a:pt x="66572" y="32566"/>
                    <a:pt x="66591" y="32566"/>
                  </a:cubicBezTo>
                  <a:cubicBezTo>
                    <a:pt x="66688" y="32566"/>
                    <a:pt x="66628" y="32186"/>
                    <a:pt x="66861" y="32147"/>
                  </a:cubicBezTo>
                  <a:cubicBezTo>
                    <a:pt x="66878" y="32145"/>
                    <a:pt x="66895" y="32143"/>
                    <a:pt x="66911" y="32143"/>
                  </a:cubicBezTo>
                  <a:cubicBezTo>
                    <a:pt x="67163" y="32143"/>
                    <a:pt x="67173" y="32477"/>
                    <a:pt x="67347" y="32565"/>
                  </a:cubicBezTo>
                  <a:cubicBezTo>
                    <a:pt x="67356" y="32568"/>
                    <a:pt x="67364" y="32570"/>
                    <a:pt x="67372" y="32570"/>
                  </a:cubicBezTo>
                  <a:cubicBezTo>
                    <a:pt x="67492" y="32570"/>
                    <a:pt x="67395" y="32075"/>
                    <a:pt x="67270" y="32075"/>
                  </a:cubicBezTo>
                  <a:cubicBezTo>
                    <a:pt x="67265" y="32075"/>
                    <a:pt x="67260" y="32076"/>
                    <a:pt x="67255" y="32078"/>
                  </a:cubicBezTo>
                  <a:cubicBezTo>
                    <a:pt x="67250" y="32079"/>
                    <a:pt x="67246" y="32079"/>
                    <a:pt x="67242" y="32079"/>
                  </a:cubicBezTo>
                  <a:cubicBezTo>
                    <a:pt x="67085" y="32079"/>
                    <a:pt x="66952" y="31677"/>
                    <a:pt x="66884" y="31429"/>
                  </a:cubicBezTo>
                  <a:cubicBezTo>
                    <a:pt x="66791" y="31174"/>
                    <a:pt x="67046" y="30873"/>
                    <a:pt x="67046" y="30548"/>
                  </a:cubicBezTo>
                  <a:cubicBezTo>
                    <a:pt x="67046" y="30376"/>
                    <a:pt x="67157" y="30296"/>
                    <a:pt x="67295" y="30296"/>
                  </a:cubicBezTo>
                  <a:cubicBezTo>
                    <a:pt x="67418" y="30296"/>
                    <a:pt x="67563" y="30359"/>
                    <a:pt x="67672" y="30479"/>
                  </a:cubicBezTo>
                  <a:cubicBezTo>
                    <a:pt x="67763" y="30562"/>
                    <a:pt x="67825" y="30594"/>
                    <a:pt x="67862" y="30594"/>
                  </a:cubicBezTo>
                  <a:cubicBezTo>
                    <a:pt x="67929" y="30594"/>
                    <a:pt x="67917" y="30490"/>
                    <a:pt x="67857" y="30386"/>
                  </a:cubicBezTo>
                  <a:cubicBezTo>
                    <a:pt x="67765" y="30201"/>
                    <a:pt x="67463" y="28903"/>
                    <a:pt x="67278" y="28439"/>
                  </a:cubicBezTo>
                  <a:cubicBezTo>
                    <a:pt x="67093" y="27976"/>
                    <a:pt x="67533" y="27512"/>
                    <a:pt x="67208" y="27281"/>
                  </a:cubicBezTo>
                  <a:cubicBezTo>
                    <a:pt x="66912" y="27047"/>
                    <a:pt x="67003" y="26620"/>
                    <a:pt x="66896" y="26620"/>
                  </a:cubicBezTo>
                  <a:close/>
                  <a:moveTo>
                    <a:pt x="45557" y="4751"/>
                  </a:moveTo>
                  <a:cubicBezTo>
                    <a:pt x="45410" y="4751"/>
                    <a:pt x="45243" y="4831"/>
                    <a:pt x="44891" y="4893"/>
                  </a:cubicBezTo>
                  <a:cubicBezTo>
                    <a:pt x="44520" y="4963"/>
                    <a:pt x="44474" y="5264"/>
                    <a:pt x="44288" y="5357"/>
                  </a:cubicBezTo>
                  <a:cubicBezTo>
                    <a:pt x="44103" y="5450"/>
                    <a:pt x="43755" y="5797"/>
                    <a:pt x="43917" y="5820"/>
                  </a:cubicBezTo>
                  <a:cubicBezTo>
                    <a:pt x="44080" y="5867"/>
                    <a:pt x="44010" y="5959"/>
                    <a:pt x="44033" y="6052"/>
                  </a:cubicBezTo>
                  <a:cubicBezTo>
                    <a:pt x="44049" y="6131"/>
                    <a:pt x="43978" y="6167"/>
                    <a:pt x="43873" y="6167"/>
                  </a:cubicBezTo>
                  <a:cubicBezTo>
                    <a:pt x="43824" y="6167"/>
                    <a:pt x="43767" y="6160"/>
                    <a:pt x="43709" y="6145"/>
                  </a:cubicBezTo>
                  <a:cubicBezTo>
                    <a:pt x="43655" y="6138"/>
                    <a:pt x="43562" y="6133"/>
                    <a:pt x="43458" y="6133"/>
                  </a:cubicBezTo>
                  <a:cubicBezTo>
                    <a:pt x="43202" y="6133"/>
                    <a:pt x="42874" y="6162"/>
                    <a:pt x="42874" y="6261"/>
                  </a:cubicBezTo>
                  <a:cubicBezTo>
                    <a:pt x="42898" y="6400"/>
                    <a:pt x="43268" y="6469"/>
                    <a:pt x="43245" y="6539"/>
                  </a:cubicBezTo>
                  <a:cubicBezTo>
                    <a:pt x="43239" y="6559"/>
                    <a:pt x="43212" y="6568"/>
                    <a:pt x="43174" y="6568"/>
                  </a:cubicBezTo>
                  <a:cubicBezTo>
                    <a:pt x="43083" y="6568"/>
                    <a:pt x="42926" y="6519"/>
                    <a:pt x="42828" y="6469"/>
                  </a:cubicBezTo>
                  <a:cubicBezTo>
                    <a:pt x="42778" y="6444"/>
                    <a:pt x="42710" y="6431"/>
                    <a:pt x="42641" y="6431"/>
                  </a:cubicBezTo>
                  <a:cubicBezTo>
                    <a:pt x="42516" y="6431"/>
                    <a:pt x="42386" y="6473"/>
                    <a:pt x="42341" y="6562"/>
                  </a:cubicBezTo>
                  <a:cubicBezTo>
                    <a:pt x="42315" y="6641"/>
                    <a:pt x="42230" y="6667"/>
                    <a:pt x="42148" y="6667"/>
                  </a:cubicBezTo>
                  <a:cubicBezTo>
                    <a:pt x="42085" y="6667"/>
                    <a:pt x="42024" y="6652"/>
                    <a:pt x="41994" y="6632"/>
                  </a:cubicBezTo>
                  <a:cubicBezTo>
                    <a:pt x="41986" y="6629"/>
                    <a:pt x="41977" y="6628"/>
                    <a:pt x="41967" y="6628"/>
                  </a:cubicBezTo>
                  <a:cubicBezTo>
                    <a:pt x="41906" y="6628"/>
                    <a:pt x="41810" y="6668"/>
                    <a:pt x="41722" y="6668"/>
                  </a:cubicBezTo>
                  <a:cubicBezTo>
                    <a:pt x="41696" y="6668"/>
                    <a:pt x="41670" y="6664"/>
                    <a:pt x="41646" y="6655"/>
                  </a:cubicBezTo>
                  <a:cubicBezTo>
                    <a:pt x="41507" y="6632"/>
                    <a:pt x="41878" y="6446"/>
                    <a:pt x="41785" y="6353"/>
                  </a:cubicBezTo>
                  <a:cubicBezTo>
                    <a:pt x="41759" y="6328"/>
                    <a:pt x="41712" y="6316"/>
                    <a:pt x="41656" y="6316"/>
                  </a:cubicBezTo>
                  <a:cubicBezTo>
                    <a:pt x="41511" y="6316"/>
                    <a:pt x="41309" y="6392"/>
                    <a:pt x="41275" y="6493"/>
                  </a:cubicBezTo>
                  <a:cubicBezTo>
                    <a:pt x="41264" y="6525"/>
                    <a:pt x="41243" y="6538"/>
                    <a:pt x="41216" y="6538"/>
                  </a:cubicBezTo>
                  <a:cubicBezTo>
                    <a:pt x="41138" y="6538"/>
                    <a:pt x="41012" y="6440"/>
                    <a:pt x="40934" y="6440"/>
                  </a:cubicBezTo>
                  <a:cubicBezTo>
                    <a:pt x="40923" y="6440"/>
                    <a:pt x="40913" y="6442"/>
                    <a:pt x="40905" y="6446"/>
                  </a:cubicBezTo>
                  <a:cubicBezTo>
                    <a:pt x="40835" y="6493"/>
                    <a:pt x="40719" y="6539"/>
                    <a:pt x="40557" y="6608"/>
                  </a:cubicBezTo>
                  <a:cubicBezTo>
                    <a:pt x="40521" y="6624"/>
                    <a:pt x="40479" y="6629"/>
                    <a:pt x="40433" y="6629"/>
                  </a:cubicBezTo>
                  <a:cubicBezTo>
                    <a:pt x="40339" y="6629"/>
                    <a:pt x="40233" y="6607"/>
                    <a:pt x="40150" y="6607"/>
                  </a:cubicBezTo>
                  <a:cubicBezTo>
                    <a:pt x="40092" y="6607"/>
                    <a:pt x="40046" y="6618"/>
                    <a:pt x="40024" y="6655"/>
                  </a:cubicBezTo>
                  <a:cubicBezTo>
                    <a:pt x="39978" y="6794"/>
                    <a:pt x="40348" y="6840"/>
                    <a:pt x="40372" y="6887"/>
                  </a:cubicBezTo>
                  <a:cubicBezTo>
                    <a:pt x="40372" y="6956"/>
                    <a:pt x="39491" y="6933"/>
                    <a:pt x="39468" y="7026"/>
                  </a:cubicBezTo>
                  <a:cubicBezTo>
                    <a:pt x="39445" y="7118"/>
                    <a:pt x="39143" y="7118"/>
                    <a:pt x="38772" y="7118"/>
                  </a:cubicBezTo>
                  <a:cubicBezTo>
                    <a:pt x="38402" y="7118"/>
                    <a:pt x="38564" y="7304"/>
                    <a:pt x="38263" y="7373"/>
                  </a:cubicBezTo>
                  <a:cubicBezTo>
                    <a:pt x="37985" y="7420"/>
                    <a:pt x="37845" y="7420"/>
                    <a:pt x="37753" y="7582"/>
                  </a:cubicBezTo>
                  <a:cubicBezTo>
                    <a:pt x="37700" y="7661"/>
                    <a:pt x="37603" y="7702"/>
                    <a:pt x="37511" y="7702"/>
                  </a:cubicBezTo>
                  <a:cubicBezTo>
                    <a:pt x="37442" y="7702"/>
                    <a:pt x="37376" y="7678"/>
                    <a:pt x="37336" y="7628"/>
                  </a:cubicBezTo>
                  <a:cubicBezTo>
                    <a:pt x="37314" y="7601"/>
                    <a:pt x="37281" y="7590"/>
                    <a:pt x="37246" y="7590"/>
                  </a:cubicBezTo>
                  <a:cubicBezTo>
                    <a:pt x="37134" y="7590"/>
                    <a:pt x="36998" y="7698"/>
                    <a:pt x="37104" y="7698"/>
                  </a:cubicBezTo>
                  <a:cubicBezTo>
                    <a:pt x="37254" y="7719"/>
                    <a:pt x="37147" y="7839"/>
                    <a:pt x="37056" y="7839"/>
                  </a:cubicBezTo>
                  <a:cubicBezTo>
                    <a:pt x="37049" y="7839"/>
                    <a:pt x="37041" y="7838"/>
                    <a:pt x="37034" y="7837"/>
                  </a:cubicBezTo>
                  <a:cubicBezTo>
                    <a:pt x="37029" y="7835"/>
                    <a:pt x="37023" y="7835"/>
                    <a:pt x="37016" y="7835"/>
                  </a:cubicBezTo>
                  <a:cubicBezTo>
                    <a:pt x="36919" y="7835"/>
                    <a:pt x="36722" y="7978"/>
                    <a:pt x="36805" y="7978"/>
                  </a:cubicBezTo>
                  <a:cubicBezTo>
                    <a:pt x="36811" y="7978"/>
                    <a:pt x="36818" y="7977"/>
                    <a:pt x="36826" y="7976"/>
                  </a:cubicBezTo>
                  <a:cubicBezTo>
                    <a:pt x="36838" y="7974"/>
                    <a:pt x="36850" y="7973"/>
                    <a:pt x="36861" y="7973"/>
                  </a:cubicBezTo>
                  <a:cubicBezTo>
                    <a:pt x="36976" y="7973"/>
                    <a:pt x="37028" y="8077"/>
                    <a:pt x="36965" y="8161"/>
                  </a:cubicBezTo>
                  <a:cubicBezTo>
                    <a:pt x="36950" y="8180"/>
                    <a:pt x="36926" y="8188"/>
                    <a:pt x="36895" y="8188"/>
                  </a:cubicBezTo>
                  <a:cubicBezTo>
                    <a:pt x="36803" y="8188"/>
                    <a:pt x="36656" y="8122"/>
                    <a:pt x="36562" y="8122"/>
                  </a:cubicBezTo>
                  <a:cubicBezTo>
                    <a:pt x="36538" y="8122"/>
                    <a:pt x="36517" y="8127"/>
                    <a:pt x="36501" y="8138"/>
                  </a:cubicBezTo>
                  <a:cubicBezTo>
                    <a:pt x="36432" y="8231"/>
                    <a:pt x="36664" y="8323"/>
                    <a:pt x="36803" y="8323"/>
                  </a:cubicBezTo>
                  <a:cubicBezTo>
                    <a:pt x="36817" y="8321"/>
                    <a:pt x="36831" y="8320"/>
                    <a:pt x="36845" y="8320"/>
                  </a:cubicBezTo>
                  <a:cubicBezTo>
                    <a:pt x="36960" y="8320"/>
                    <a:pt x="37034" y="8405"/>
                    <a:pt x="37034" y="8509"/>
                  </a:cubicBezTo>
                  <a:cubicBezTo>
                    <a:pt x="37040" y="8531"/>
                    <a:pt x="37024" y="8539"/>
                    <a:pt x="36996" y="8539"/>
                  </a:cubicBezTo>
                  <a:cubicBezTo>
                    <a:pt x="36935" y="8539"/>
                    <a:pt x="36815" y="8502"/>
                    <a:pt x="36729" y="8502"/>
                  </a:cubicBezTo>
                  <a:cubicBezTo>
                    <a:pt x="36689" y="8502"/>
                    <a:pt x="36657" y="8510"/>
                    <a:pt x="36640" y="8532"/>
                  </a:cubicBezTo>
                  <a:cubicBezTo>
                    <a:pt x="36571" y="8601"/>
                    <a:pt x="36687" y="8648"/>
                    <a:pt x="36849" y="8671"/>
                  </a:cubicBezTo>
                  <a:cubicBezTo>
                    <a:pt x="36988" y="8671"/>
                    <a:pt x="36872" y="8741"/>
                    <a:pt x="37011" y="8856"/>
                  </a:cubicBezTo>
                  <a:cubicBezTo>
                    <a:pt x="37034" y="8880"/>
                    <a:pt x="37034" y="8880"/>
                    <a:pt x="37034" y="8880"/>
                  </a:cubicBezTo>
                  <a:cubicBezTo>
                    <a:pt x="37127" y="8995"/>
                    <a:pt x="36965" y="9019"/>
                    <a:pt x="36988" y="9111"/>
                  </a:cubicBezTo>
                  <a:cubicBezTo>
                    <a:pt x="37002" y="9180"/>
                    <a:pt x="36941" y="9225"/>
                    <a:pt x="36890" y="9225"/>
                  </a:cubicBezTo>
                  <a:cubicBezTo>
                    <a:pt x="36856" y="9225"/>
                    <a:pt x="36826" y="9204"/>
                    <a:pt x="36826" y="9158"/>
                  </a:cubicBezTo>
                  <a:cubicBezTo>
                    <a:pt x="36826" y="9106"/>
                    <a:pt x="36694" y="9075"/>
                    <a:pt x="36562" y="9075"/>
                  </a:cubicBezTo>
                  <a:cubicBezTo>
                    <a:pt x="36460" y="9075"/>
                    <a:pt x="36357" y="9094"/>
                    <a:pt x="36316" y="9134"/>
                  </a:cubicBezTo>
                  <a:cubicBezTo>
                    <a:pt x="36253" y="9213"/>
                    <a:pt x="36201" y="9270"/>
                    <a:pt x="36145" y="9270"/>
                  </a:cubicBezTo>
                  <a:cubicBezTo>
                    <a:pt x="36118" y="9270"/>
                    <a:pt x="36091" y="9257"/>
                    <a:pt x="36061" y="9227"/>
                  </a:cubicBezTo>
                  <a:cubicBezTo>
                    <a:pt x="36029" y="9201"/>
                    <a:pt x="35982" y="9192"/>
                    <a:pt x="35923" y="9192"/>
                  </a:cubicBezTo>
                  <a:cubicBezTo>
                    <a:pt x="35770" y="9192"/>
                    <a:pt x="35534" y="9257"/>
                    <a:pt x="35250" y="9274"/>
                  </a:cubicBezTo>
                  <a:cubicBezTo>
                    <a:pt x="34856" y="9297"/>
                    <a:pt x="34045" y="9320"/>
                    <a:pt x="33836" y="9389"/>
                  </a:cubicBezTo>
                  <a:cubicBezTo>
                    <a:pt x="33628" y="9459"/>
                    <a:pt x="33465" y="9760"/>
                    <a:pt x="33651" y="9946"/>
                  </a:cubicBezTo>
                  <a:cubicBezTo>
                    <a:pt x="33836" y="10131"/>
                    <a:pt x="33651" y="10201"/>
                    <a:pt x="33651" y="10316"/>
                  </a:cubicBezTo>
                  <a:cubicBezTo>
                    <a:pt x="33651" y="10455"/>
                    <a:pt x="34137" y="10687"/>
                    <a:pt x="34416" y="10734"/>
                  </a:cubicBezTo>
                  <a:cubicBezTo>
                    <a:pt x="34670" y="10757"/>
                    <a:pt x="34879" y="11058"/>
                    <a:pt x="34717" y="11267"/>
                  </a:cubicBezTo>
                  <a:cubicBezTo>
                    <a:pt x="34683" y="11311"/>
                    <a:pt x="34630" y="11330"/>
                    <a:pt x="34563" y="11330"/>
                  </a:cubicBezTo>
                  <a:cubicBezTo>
                    <a:pt x="34354" y="11330"/>
                    <a:pt x="34018" y="11141"/>
                    <a:pt x="33790" y="10965"/>
                  </a:cubicBezTo>
                  <a:cubicBezTo>
                    <a:pt x="33518" y="10735"/>
                    <a:pt x="32907" y="10637"/>
                    <a:pt x="32620" y="10637"/>
                  </a:cubicBezTo>
                  <a:cubicBezTo>
                    <a:pt x="32588" y="10637"/>
                    <a:pt x="32561" y="10639"/>
                    <a:pt x="32538" y="10641"/>
                  </a:cubicBezTo>
                  <a:cubicBezTo>
                    <a:pt x="32527" y="10642"/>
                    <a:pt x="32517" y="10643"/>
                    <a:pt x="32508" y="10643"/>
                  </a:cubicBezTo>
                  <a:cubicBezTo>
                    <a:pt x="32319" y="10643"/>
                    <a:pt x="32431" y="10432"/>
                    <a:pt x="32144" y="10432"/>
                  </a:cubicBezTo>
                  <a:cubicBezTo>
                    <a:pt x="31843" y="10432"/>
                    <a:pt x="31588" y="10710"/>
                    <a:pt x="31797" y="10710"/>
                  </a:cubicBezTo>
                  <a:cubicBezTo>
                    <a:pt x="31866" y="10710"/>
                    <a:pt x="31926" y="10708"/>
                    <a:pt x="31970" y="10708"/>
                  </a:cubicBezTo>
                  <a:cubicBezTo>
                    <a:pt x="32059" y="10708"/>
                    <a:pt x="32090" y="10718"/>
                    <a:pt x="32029" y="10780"/>
                  </a:cubicBezTo>
                  <a:cubicBezTo>
                    <a:pt x="31913" y="10896"/>
                    <a:pt x="32075" y="10873"/>
                    <a:pt x="32330" y="10965"/>
                  </a:cubicBezTo>
                  <a:cubicBezTo>
                    <a:pt x="32486" y="11043"/>
                    <a:pt x="32337" y="11132"/>
                    <a:pt x="32146" y="11132"/>
                  </a:cubicBezTo>
                  <a:cubicBezTo>
                    <a:pt x="32053" y="11132"/>
                    <a:pt x="31950" y="11111"/>
                    <a:pt x="31866" y="11058"/>
                  </a:cubicBezTo>
                  <a:cubicBezTo>
                    <a:pt x="31784" y="10998"/>
                    <a:pt x="31702" y="10975"/>
                    <a:pt x="31626" y="10975"/>
                  </a:cubicBezTo>
                  <a:cubicBezTo>
                    <a:pt x="31466" y="10975"/>
                    <a:pt x="31334" y="11080"/>
                    <a:pt x="31287" y="11174"/>
                  </a:cubicBezTo>
                  <a:cubicBezTo>
                    <a:pt x="31194" y="11290"/>
                    <a:pt x="31565" y="11661"/>
                    <a:pt x="32005" y="11730"/>
                  </a:cubicBezTo>
                  <a:cubicBezTo>
                    <a:pt x="32446" y="11800"/>
                    <a:pt x="32283" y="11939"/>
                    <a:pt x="32492" y="12008"/>
                  </a:cubicBezTo>
                  <a:cubicBezTo>
                    <a:pt x="32701" y="12078"/>
                    <a:pt x="32562" y="12170"/>
                    <a:pt x="32422" y="12170"/>
                  </a:cubicBezTo>
                  <a:cubicBezTo>
                    <a:pt x="32283" y="12170"/>
                    <a:pt x="32005" y="11962"/>
                    <a:pt x="31774" y="11846"/>
                  </a:cubicBezTo>
                  <a:cubicBezTo>
                    <a:pt x="31712" y="11812"/>
                    <a:pt x="31618" y="11802"/>
                    <a:pt x="31512" y="11802"/>
                  </a:cubicBezTo>
                  <a:cubicBezTo>
                    <a:pt x="31366" y="11802"/>
                    <a:pt x="31199" y="11821"/>
                    <a:pt x="31065" y="11821"/>
                  </a:cubicBezTo>
                  <a:cubicBezTo>
                    <a:pt x="30967" y="11821"/>
                    <a:pt x="30888" y="11811"/>
                    <a:pt x="30847" y="11776"/>
                  </a:cubicBezTo>
                  <a:cubicBezTo>
                    <a:pt x="30731" y="11637"/>
                    <a:pt x="30939" y="11522"/>
                    <a:pt x="30823" y="11406"/>
                  </a:cubicBezTo>
                  <a:cubicBezTo>
                    <a:pt x="30708" y="11313"/>
                    <a:pt x="30800" y="11104"/>
                    <a:pt x="30962" y="10873"/>
                  </a:cubicBezTo>
                  <a:cubicBezTo>
                    <a:pt x="31101" y="10641"/>
                    <a:pt x="30939" y="10247"/>
                    <a:pt x="30731" y="10201"/>
                  </a:cubicBezTo>
                  <a:cubicBezTo>
                    <a:pt x="30702" y="10191"/>
                    <a:pt x="30677" y="10187"/>
                    <a:pt x="30655" y="10187"/>
                  </a:cubicBezTo>
                  <a:cubicBezTo>
                    <a:pt x="30523" y="10187"/>
                    <a:pt x="30529" y="10349"/>
                    <a:pt x="30568" y="10409"/>
                  </a:cubicBezTo>
                  <a:cubicBezTo>
                    <a:pt x="30615" y="10479"/>
                    <a:pt x="30592" y="10780"/>
                    <a:pt x="30429" y="10989"/>
                  </a:cubicBezTo>
                  <a:cubicBezTo>
                    <a:pt x="30267" y="11174"/>
                    <a:pt x="29781" y="11174"/>
                    <a:pt x="29781" y="11313"/>
                  </a:cubicBezTo>
                  <a:cubicBezTo>
                    <a:pt x="29781" y="11452"/>
                    <a:pt x="29456" y="11568"/>
                    <a:pt x="29572" y="11661"/>
                  </a:cubicBezTo>
                  <a:cubicBezTo>
                    <a:pt x="29688" y="11753"/>
                    <a:pt x="30128" y="12263"/>
                    <a:pt x="30198" y="12402"/>
                  </a:cubicBezTo>
                  <a:cubicBezTo>
                    <a:pt x="30244" y="12564"/>
                    <a:pt x="29781" y="13051"/>
                    <a:pt x="29873" y="13329"/>
                  </a:cubicBezTo>
                  <a:cubicBezTo>
                    <a:pt x="29943" y="13607"/>
                    <a:pt x="29804" y="13746"/>
                    <a:pt x="29896" y="13885"/>
                  </a:cubicBezTo>
                  <a:cubicBezTo>
                    <a:pt x="29925" y="13943"/>
                    <a:pt x="29977" y="13957"/>
                    <a:pt x="30038" y="13957"/>
                  </a:cubicBezTo>
                  <a:cubicBezTo>
                    <a:pt x="30098" y="13957"/>
                    <a:pt x="30166" y="13943"/>
                    <a:pt x="30229" y="13943"/>
                  </a:cubicBezTo>
                  <a:cubicBezTo>
                    <a:pt x="30259" y="13943"/>
                    <a:pt x="30287" y="13946"/>
                    <a:pt x="30314" y="13955"/>
                  </a:cubicBezTo>
                  <a:cubicBezTo>
                    <a:pt x="30330" y="13961"/>
                    <a:pt x="30348" y="13964"/>
                    <a:pt x="30367" y="13964"/>
                  </a:cubicBezTo>
                  <a:cubicBezTo>
                    <a:pt x="30489" y="13964"/>
                    <a:pt x="30680" y="13856"/>
                    <a:pt x="30939" y="13816"/>
                  </a:cubicBezTo>
                  <a:cubicBezTo>
                    <a:pt x="30961" y="13813"/>
                    <a:pt x="30983" y="13811"/>
                    <a:pt x="31007" y="13811"/>
                  </a:cubicBezTo>
                  <a:cubicBezTo>
                    <a:pt x="31317" y="13811"/>
                    <a:pt x="31811" y="14077"/>
                    <a:pt x="32005" y="14164"/>
                  </a:cubicBezTo>
                  <a:cubicBezTo>
                    <a:pt x="32191" y="14279"/>
                    <a:pt x="32098" y="14442"/>
                    <a:pt x="32191" y="14604"/>
                  </a:cubicBezTo>
                  <a:cubicBezTo>
                    <a:pt x="32307" y="14766"/>
                    <a:pt x="31959" y="14766"/>
                    <a:pt x="31959" y="14998"/>
                  </a:cubicBezTo>
                  <a:cubicBezTo>
                    <a:pt x="31936" y="15230"/>
                    <a:pt x="32562" y="15345"/>
                    <a:pt x="32585" y="15415"/>
                  </a:cubicBezTo>
                  <a:cubicBezTo>
                    <a:pt x="32593" y="15439"/>
                    <a:pt x="32542" y="15449"/>
                    <a:pt x="32464" y="15449"/>
                  </a:cubicBezTo>
                  <a:cubicBezTo>
                    <a:pt x="32319" y="15449"/>
                    <a:pt x="32080" y="15414"/>
                    <a:pt x="31959" y="15369"/>
                  </a:cubicBezTo>
                  <a:cubicBezTo>
                    <a:pt x="31797" y="15299"/>
                    <a:pt x="31774" y="15067"/>
                    <a:pt x="31704" y="15021"/>
                  </a:cubicBezTo>
                  <a:cubicBezTo>
                    <a:pt x="31658" y="14975"/>
                    <a:pt x="31843" y="14766"/>
                    <a:pt x="31843" y="14627"/>
                  </a:cubicBezTo>
                  <a:cubicBezTo>
                    <a:pt x="31866" y="14465"/>
                    <a:pt x="31658" y="14372"/>
                    <a:pt x="31565" y="14279"/>
                  </a:cubicBezTo>
                  <a:cubicBezTo>
                    <a:pt x="31501" y="14172"/>
                    <a:pt x="31397" y="14045"/>
                    <a:pt x="31253" y="14045"/>
                  </a:cubicBezTo>
                  <a:cubicBezTo>
                    <a:pt x="31241" y="14045"/>
                    <a:pt x="31229" y="14046"/>
                    <a:pt x="31217" y="14048"/>
                  </a:cubicBezTo>
                  <a:cubicBezTo>
                    <a:pt x="31078" y="14071"/>
                    <a:pt x="30545" y="14140"/>
                    <a:pt x="30383" y="14279"/>
                  </a:cubicBezTo>
                  <a:cubicBezTo>
                    <a:pt x="30221" y="14418"/>
                    <a:pt x="30406" y="14836"/>
                    <a:pt x="30499" y="15044"/>
                  </a:cubicBezTo>
                  <a:cubicBezTo>
                    <a:pt x="30592" y="15230"/>
                    <a:pt x="30035" y="15508"/>
                    <a:pt x="30059" y="15670"/>
                  </a:cubicBezTo>
                  <a:cubicBezTo>
                    <a:pt x="30059" y="15832"/>
                    <a:pt x="29873" y="15925"/>
                    <a:pt x="29641" y="16041"/>
                  </a:cubicBezTo>
                  <a:cubicBezTo>
                    <a:pt x="29387" y="16180"/>
                    <a:pt x="29132" y="16272"/>
                    <a:pt x="29132" y="16481"/>
                  </a:cubicBezTo>
                  <a:cubicBezTo>
                    <a:pt x="29141" y="16567"/>
                    <a:pt x="29088" y="16598"/>
                    <a:pt x="29010" y="16598"/>
                  </a:cubicBezTo>
                  <a:cubicBezTo>
                    <a:pt x="28899" y="16598"/>
                    <a:pt x="28740" y="16535"/>
                    <a:pt x="28645" y="16481"/>
                  </a:cubicBezTo>
                  <a:cubicBezTo>
                    <a:pt x="28604" y="16458"/>
                    <a:pt x="28559" y="16449"/>
                    <a:pt x="28511" y="16449"/>
                  </a:cubicBezTo>
                  <a:cubicBezTo>
                    <a:pt x="28367" y="16449"/>
                    <a:pt x="28193" y="16527"/>
                    <a:pt x="28019" y="16527"/>
                  </a:cubicBezTo>
                  <a:cubicBezTo>
                    <a:pt x="27801" y="16527"/>
                    <a:pt x="27769" y="16374"/>
                    <a:pt x="27648" y="16374"/>
                  </a:cubicBezTo>
                  <a:cubicBezTo>
                    <a:pt x="27628" y="16374"/>
                    <a:pt x="27605" y="16378"/>
                    <a:pt x="27579" y="16388"/>
                  </a:cubicBezTo>
                  <a:cubicBezTo>
                    <a:pt x="27548" y="16400"/>
                    <a:pt x="27519" y="16405"/>
                    <a:pt x="27492" y="16405"/>
                  </a:cubicBezTo>
                  <a:cubicBezTo>
                    <a:pt x="27353" y="16405"/>
                    <a:pt x="27262" y="16273"/>
                    <a:pt x="27301" y="16157"/>
                  </a:cubicBezTo>
                  <a:cubicBezTo>
                    <a:pt x="27324" y="16110"/>
                    <a:pt x="27363" y="16092"/>
                    <a:pt x="27405" y="16092"/>
                  </a:cubicBezTo>
                  <a:cubicBezTo>
                    <a:pt x="27489" y="16092"/>
                    <a:pt x="27587" y="16164"/>
                    <a:pt x="27602" y="16226"/>
                  </a:cubicBezTo>
                  <a:cubicBezTo>
                    <a:pt x="27612" y="16275"/>
                    <a:pt x="27642" y="16295"/>
                    <a:pt x="27686" y="16295"/>
                  </a:cubicBezTo>
                  <a:cubicBezTo>
                    <a:pt x="27746" y="16295"/>
                    <a:pt x="27832" y="16257"/>
                    <a:pt x="27926" y="16203"/>
                  </a:cubicBezTo>
                  <a:cubicBezTo>
                    <a:pt x="27956" y="16186"/>
                    <a:pt x="27977" y="16179"/>
                    <a:pt x="27993" y="16179"/>
                  </a:cubicBezTo>
                  <a:cubicBezTo>
                    <a:pt x="28066" y="16179"/>
                    <a:pt x="28038" y="16319"/>
                    <a:pt x="28228" y="16319"/>
                  </a:cubicBezTo>
                  <a:cubicBezTo>
                    <a:pt x="28246" y="16321"/>
                    <a:pt x="28262" y="16321"/>
                    <a:pt x="28276" y="16321"/>
                  </a:cubicBezTo>
                  <a:cubicBezTo>
                    <a:pt x="28429" y="16321"/>
                    <a:pt x="28369" y="16223"/>
                    <a:pt x="28473" y="16223"/>
                  </a:cubicBezTo>
                  <a:cubicBezTo>
                    <a:pt x="28482" y="16223"/>
                    <a:pt x="28493" y="16224"/>
                    <a:pt x="28506" y="16226"/>
                  </a:cubicBezTo>
                  <a:cubicBezTo>
                    <a:pt x="28530" y="16229"/>
                    <a:pt x="28551" y="16231"/>
                    <a:pt x="28570" y="16231"/>
                  </a:cubicBezTo>
                  <a:cubicBezTo>
                    <a:pt x="28690" y="16231"/>
                    <a:pt x="28685" y="16168"/>
                    <a:pt x="28645" y="16087"/>
                  </a:cubicBezTo>
                  <a:cubicBezTo>
                    <a:pt x="28599" y="15994"/>
                    <a:pt x="28784" y="15948"/>
                    <a:pt x="28900" y="15902"/>
                  </a:cubicBezTo>
                  <a:cubicBezTo>
                    <a:pt x="29016" y="15832"/>
                    <a:pt x="28946" y="15647"/>
                    <a:pt x="29062" y="15600"/>
                  </a:cubicBezTo>
                  <a:cubicBezTo>
                    <a:pt x="29155" y="15554"/>
                    <a:pt x="29085" y="15438"/>
                    <a:pt x="29201" y="15415"/>
                  </a:cubicBezTo>
                  <a:cubicBezTo>
                    <a:pt x="29317" y="15415"/>
                    <a:pt x="29363" y="15253"/>
                    <a:pt x="29479" y="15253"/>
                  </a:cubicBezTo>
                  <a:cubicBezTo>
                    <a:pt x="29572" y="15253"/>
                    <a:pt x="29641" y="15067"/>
                    <a:pt x="29572" y="14998"/>
                  </a:cubicBezTo>
                  <a:cubicBezTo>
                    <a:pt x="29502" y="14905"/>
                    <a:pt x="29618" y="14650"/>
                    <a:pt x="29711" y="14627"/>
                  </a:cubicBezTo>
                  <a:cubicBezTo>
                    <a:pt x="29827" y="14604"/>
                    <a:pt x="29827" y="14488"/>
                    <a:pt x="29734" y="14418"/>
                  </a:cubicBezTo>
                  <a:cubicBezTo>
                    <a:pt x="29641" y="14349"/>
                    <a:pt x="29271" y="14117"/>
                    <a:pt x="29294" y="13955"/>
                  </a:cubicBezTo>
                  <a:cubicBezTo>
                    <a:pt x="29317" y="13793"/>
                    <a:pt x="29247" y="13515"/>
                    <a:pt x="29294" y="13399"/>
                  </a:cubicBezTo>
                  <a:cubicBezTo>
                    <a:pt x="29340" y="13283"/>
                    <a:pt x="29294" y="13028"/>
                    <a:pt x="29271" y="12889"/>
                  </a:cubicBezTo>
                  <a:cubicBezTo>
                    <a:pt x="29247" y="12727"/>
                    <a:pt x="29363" y="12564"/>
                    <a:pt x="29410" y="12309"/>
                  </a:cubicBezTo>
                  <a:cubicBezTo>
                    <a:pt x="29456" y="12031"/>
                    <a:pt x="29132" y="11753"/>
                    <a:pt x="28969" y="11684"/>
                  </a:cubicBezTo>
                  <a:cubicBezTo>
                    <a:pt x="28807" y="11614"/>
                    <a:pt x="28923" y="11475"/>
                    <a:pt x="29155" y="11267"/>
                  </a:cubicBezTo>
                  <a:cubicBezTo>
                    <a:pt x="29387" y="11081"/>
                    <a:pt x="29387" y="10479"/>
                    <a:pt x="29387" y="10340"/>
                  </a:cubicBezTo>
                  <a:cubicBezTo>
                    <a:pt x="29363" y="10201"/>
                    <a:pt x="28900" y="10108"/>
                    <a:pt x="28714" y="10108"/>
                  </a:cubicBezTo>
                  <a:cubicBezTo>
                    <a:pt x="28665" y="10114"/>
                    <a:pt x="28578" y="10117"/>
                    <a:pt x="28476" y="10117"/>
                  </a:cubicBezTo>
                  <a:cubicBezTo>
                    <a:pt x="28195" y="10117"/>
                    <a:pt x="27790" y="10095"/>
                    <a:pt x="27672" y="10061"/>
                  </a:cubicBezTo>
                  <a:cubicBezTo>
                    <a:pt x="27660" y="10060"/>
                    <a:pt x="27648" y="10059"/>
                    <a:pt x="27637" y="10059"/>
                  </a:cubicBezTo>
                  <a:cubicBezTo>
                    <a:pt x="27480" y="10059"/>
                    <a:pt x="27434" y="10211"/>
                    <a:pt x="27347" y="10363"/>
                  </a:cubicBezTo>
                  <a:cubicBezTo>
                    <a:pt x="27278" y="10525"/>
                    <a:pt x="27092" y="10780"/>
                    <a:pt x="26999" y="11151"/>
                  </a:cubicBezTo>
                  <a:cubicBezTo>
                    <a:pt x="26884" y="11522"/>
                    <a:pt x="26466" y="11637"/>
                    <a:pt x="26258" y="11707"/>
                  </a:cubicBezTo>
                  <a:cubicBezTo>
                    <a:pt x="26072" y="11776"/>
                    <a:pt x="25957" y="12055"/>
                    <a:pt x="26049" y="12194"/>
                  </a:cubicBezTo>
                  <a:cubicBezTo>
                    <a:pt x="26080" y="12244"/>
                    <a:pt x="26123" y="12255"/>
                    <a:pt x="26171" y="12255"/>
                  </a:cubicBezTo>
                  <a:cubicBezTo>
                    <a:pt x="26206" y="12255"/>
                    <a:pt x="26243" y="12249"/>
                    <a:pt x="26279" y="12249"/>
                  </a:cubicBezTo>
                  <a:cubicBezTo>
                    <a:pt x="26304" y="12249"/>
                    <a:pt x="26329" y="12252"/>
                    <a:pt x="26351" y="12263"/>
                  </a:cubicBezTo>
                  <a:cubicBezTo>
                    <a:pt x="26443" y="12309"/>
                    <a:pt x="26327" y="12634"/>
                    <a:pt x="26281" y="12703"/>
                  </a:cubicBezTo>
                  <a:cubicBezTo>
                    <a:pt x="26235" y="12750"/>
                    <a:pt x="26397" y="12866"/>
                    <a:pt x="26258" y="12958"/>
                  </a:cubicBezTo>
                  <a:cubicBezTo>
                    <a:pt x="26119" y="13051"/>
                    <a:pt x="25980" y="13236"/>
                    <a:pt x="26072" y="13329"/>
                  </a:cubicBezTo>
                  <a:cubicBezTo>
                    <a:pt x="26142" y="13422"/>
                    <a:pt x="26536" y="13468"/>
                    <a:pt x="26721" y="13561"/>
                  </a:cubicBezTo>
                  <a:cubicBezTo>
                    <a:pt x="26884" y="13654"/>
                    <a:pt x="26814" y="13839"/>
                    <a:pt x="26953" y="14001"/>
                  </a:cubicBezTo>
                  <a:cubicBezTo>
                    <a:pt x="27069" y="14187"/>
                    <a:pt x="27208" y="14071"/>
                    <a:pt x="27278" y="14187"/>
                  </a:cubicBezTo>
                  <a:cubicBezTo>
                    <a:pt x="27347" y="14279"/>
                    <a:pt x="27046" y="14697"/>
                    <a:pt x="26930" y="14720"/>
                  </a:cubicBezTo>
                  <a:cubicBezTo>
                    <a:pt x="26928" y="14720"/>
                    <a:pt x="26925" y="14721"/>
                    <a:pt x="26923" y="14721"/>
                  </a:cubicBezTo>
                  <a:cubicBezTo>
                    <a:pt x="26816" y="14721"/>
                    <a:pt x="26394" y="14277"/>
                    <a:pt x="26281" y="14187"/>
                  </a:cubicBezTo>
                  <a:cubicBezTo>
                    <a:pt x="26142" y="14094"/>
                    <a:pt x="25655" y="13955"/>
                    <a:pt x="25400" y="13816"/>
                  </a:cubicBezTo>
                  <a:cubicBezTo>
                    <a:pt x="25145" y="13677"/>
                    <a:pt x="24937" y="13700"/>
                    <a:pt x="24659" y="13515"/>
                  </a:cubicBezTo>
                  <a:cubicBezTo>
                    <a:pt x="24409" y="13348"/>
                    <a:pt x="24196" y="13256"/>
                    <a:pt x="23802" y="13256"/>
                  </a:cubicBezTo>
                  <a:cubicBezTo>
                    <a:pt x="23758" y="13256"/>
                    <a:pt x="23711" y="13257"/>
                    <a:pt x="23662" y="13260"/>
                  </a:cubicBezTo>
                  <a:cubicBezTo>
                    <a:pt x="23199" y="13260"/>
                    <a:pt x="22888" y="13164"/>
                    <a:pt x="22714" y="13164"/>
                  </a:cubicBezTo>
                  <a:cubicBezTo>
                    <a:pt x="22697" y="13164"/>
                    <a:pt x="22680" y="13165"/>
                    <a:pt x="22666" y="13167"/>
                  </a:cubicBezTo>
                  <a:cubicBezTo>
                    <a:pt x="22656" y="13168"/>
                    <a:pt x="22647" y="13169"/>
                    <a:pt x="22639" y="13169"/>
                  </a:cubicBezTo>
                  <a:cubicBezTo>
                    <a:pt x="22487" y="13169"/>
                    <a:pt x="22534" y="12976"/>
                    <a:pt x="22249" y="12866"/>
                  </a:cubicBezTo>
                  <a:cubicBezTo>
                    <a:pt x="22016" y="12750"/>
                    <a:pt x="21833" y="12617"/>
                    <a:pt x="21684" y="12617"/>
                  </a:cubicBezTo>
                  <a:cubicBezTo>
                    <a:pt x="21654" y="12617"/>
                    <a:pt x="21626" y="12622"/>
                    <a:pt x="21600" y="12634"/>
                  </a:cubicBezTo>
                  <a:cubicBezTo>
                    <a:pt x="21414" y="12727"/>
                    <a:pt x="21484" y="13051"/>
                    <a:pt x="21739" y="13097"/>
                  </a:cubicBezTo>
                  <a:cubicBezTo>
                    <a:pt x="21996" y="13140"/>
                    <a:pt x="21896" y="13262"/>
                    <a:pt x="22099" y="13262"/>
                  </a:cubicBezTo>
                  <a:cubicBezTo>
                    <a:pt x="22116" y="13262"/>
                    <a:pt x="22135" y="13261"/>
                    <a:pt x="22156" y="13260"/>
                  </a:cubicBezTo>
                  <a:cubicBezTo>
                    <a:pt x="22184" y="13257"/>
                    <a:pt x="22210" y="13256"/>
                    <a:pt x="22234" y="13256"/>
                  </a:cubicBezTo>
                  <a:cubicBezTo>
                    <a:pt x="22447" y="13256"/>
                    <a:pt x="22504" y="13348"/>
                    <a:pt x="22504" y="13515"/>
                  </a:cubicBezTo>
                  <a:cubicBezTo>
                    <a:pt x="22480" y="13677"/>
                    <a:pt x="22619" y="13839"/>
                    <a:pt x="22758" y="13955"/>
                  </a:cubicBezTo>
                  <a:cubicBezTo>
                    <a:pt x="22874" y="14071"/>
                    <a:pt x="22805" y="14256"/>
                    <a:pt x="22573" y="14256"/>
                  </a:cubicBezTo>
                  <a:cubicBezTo>
                    <a:pt x="22364" y="14256"/>
                    <a:pt x="22110" y="14303"/>
                    <a:pt x="22202" y="14442"/>
                  </a:cubicBezTo>
                  <a:cubicBezTo>
                    <a:pt x="22263" y="14548"/>
                    <a:pt x="22224" y="14594"/>
                    <a:pt x="22125" y="14594"/>
                  </a:cubicBezTo>
                  <a:cubicBezTo>
                    <a:pt x="22073" y="14594"/>
                    <a:pt x="22004" y="14581"/>
                    <a:pt x="21924" y="14557"/>
                  </a:cubicBezTo>
                  <a:cubicBezTo>
                    <a:pt x="21716" y="14465"/>
                    <a:pt x="21831" y="14326"/>
                    <a:pt x="21924" y="14233"/>
                  </a:cubicBezTo>
                  <a:cubicBezTo>
                    <a:pt x="22017" y="14140"/>
                    <a:pt x="21739" y="14024"/>
                    <a:pt x="21600" y="13978"/>
                  </a:cubicBezTo>
                  <a:cubicBezTo>
                    <a:pt x="21592" y="13976"/>
                    <a:pt x="21584" y="13975"/>
                    <a:pt x="21574" y="13975"/>
                  </a:cubicBezTo>
                  <a:cubicBezTo>
                    <a:pt x="21403" y="13975"/>
                    <a:pt x="20897" y="14351"/>
                    <a:pt x="20765" y="14395"/>
                  </a:cubicBezTo>
                  <a:cubicBezTo>
                    <a:pt x="20735" y="14408"/>
                    <a:pt x="20698" y="14413"/>
                    <a:pt x="20654" y="14413"/>
                  </a:cubicBezTo>
                  <a:cubicBezTo>
                    <a:pt x="20519" y="14413"/>
                    <a:pt x="20325" y="14366"/>
                    <a:pt x="20109" y="14366"/>
                  </a:cubicBezTo>
                  <a:cubicBezTo>
                    <a:pt x="20022" y="14366"/>
                    <a:pt x="19931" y="14374"/>
                    <a:pt x="19838" y="14395"/>
                  </a:cubicBezTo>
                  <a:cubicBezTo>
                    <a:pt x="19472" y="14503"/>
                    <a:pt x="19466" y="14771"/>
                    <a:pt x="19356" y="14771"/>
                  </a:cubicBezTo>
                  <a:cubicBezTo>
                    <a:pt x="19347" y="14771"/>
                    <a:pt x="19338" y="14769"/>
                    <a:pt x="19329" y="14766"/>
                  </a:cubicBezTo>
                  <a:cubicBezTo>
                    <a:pt x="19306" y="14762"/>
                    <a:pt x="19276" y="14761"/>
                    <a:pt x="19241" y="14761"/>
                  </a:cubicBezTo>
                  <a:cubicBezTo>
                    <a:pt x="19151" y="14761"/>
                    <a:pt x="19027" y="14770"/>
                    <a:pt x="18907" y="14770"/>
                  </a:cubicBezTo>
                  <a:cubicBezTo>
                    <a:pt x="18780" y="14770"/>
                    <a:pt x="18657" y="14760"/>
                    <a:pt x="18587" y="14720"/>
                  </a:cubicBezTo>
                  <a:cubicBezTo>
                    <a:pt x="18446" y="14639"/>
                    <a:pt x="18532" y="14576"/>
                    <a:pt x="18664" y="14576"/>
                  </a:cubicBezTo>
                  <a:cubicBezTo>
                    <a:pt x="18684" y="14576"/>
                    <a:pt x="18705" y="14578"/>
                    <a:pt x="18726" y="14581"/>
                  </a:cubicBezTo>
                  <a:cubicBezTo>
                    <a:pt x="18888" y="14581"/>
                    <a:pt x="18958" y="14511"/>
                    <a:pt x="18865" y="14418"/>
                  </a:cubicBezTo>
                  <a:cubicBezTo>
                    <a:pt x="18749" y="14303"/>
                    <a:pt x="18981" y="14117"/>
                    <a:pt x="18981" y="14048"/>
                  </a:cubicBezTo>
                  <a:cubicBezTo>
                    <a:pt x="18977" y="14031"/>
                    <a:pt x="18954" y="14024"/>
                    <a:pt x="18919" y="14024"/>
                  </a:cubicBezTo>
                  <a:cubicBezTo>
                    <a:pt x="18755" y="14024"/>
                    <a:pt x="18316" y="14180"/>
                    <a:pt x="18239" y="14256"/>
                  </a:cubicBezTo>
                  <a:cubicBezTo>
                    <a:pt x="18123" y="14349"/>
                    <a:pt x="18239" y="14511"/>
                    <a:pt x="18123" y="14557"/>
                  </a:cubicBezTo>
                  <a:cubicBezTo>
                    <a:pt x="18103" y="14569"/>
                    <a:pt x="18087" y="14575"/>
                    <a:pt x="18073" y="14575"/>
                  </a:cubicBezTo>
                  <a:cubicBezTo>
                    <a:pt x="18004" y="14575"/>
                    <a:pt x="17988" y="14457"/>
                    <a:pt x="17892" y="14418"/>
                  </a:cubicBezTo>
                  <a:cubicBezTo>
                    <a:pt x="17878" y="14414"/>
                    <a:pt x="17858" y="14412"/>
                    <a:pt x="17831" y="14412"/>
                  </a:cubicBezTo>
                  <a:cubicBezTo>
                    <a:pt x="17578" y="14412"/>
                    <a:pt x="16787" y="14601"/>
                    <a:pt x="16640" y="14789"/>
                  </a:cubicBezTo>
                  <a:cubicBezTo>
                    <a:pt x="16455" y="14998"/>
                    <a:pt x="16107" y="14998"/>
                    <a:pt x="16107" y="15114"/>
                  </a:cubicBezTo>
                  <a:cubicBezTo>
                    <a:pt x="16107" y="15230"/>
                    <a:pt x="15690" y="15206"/>
                    <a:pt x="15505" y="15299"/>
                  </a:cubicBezTo>
                  <a:cubicBezTo>
                    <a:pt x="15342" y="15369"/>
                    <a:pt x="15458" y="15716"/>
                    <a:pt x="15389" y="15878"/>
                  </a:cubicBezTo>
                  <a:cubicBezTo>
                    <a:pt x="15344" y="15982"/>
                    <a:pt x="15066" y="16000"/>
                    <a:pt x="14815" y="16000"/>
                  </a:cubicBezTo>
                  <a:cubicBezTo>
                    <a:pt x="14672" y="16000"/>
                    <a:pt x="14538" y="15994"/>
                    <a:pt x="14462" y="15994"/>
                  </a:cubicBezTo>
                  <a:cubicBezTo>
                    <a:pt x="14253" y="15994"/>
                    <a:pt x="14184" y="15600"/>
                    <a:pt x="14021" y="15577"/>
                  </a:cubicBezTo>
                  <a:cubicBezTo>
                    <a:pt x="13859" y="15554"/>
                    <a:pt x="13975" y="15322"/>
                    <a:pt x="14021" y="15230"/>
                  </a:cubicBezTo>
                  <a:cubicBezTo>
                    <a:pt x="14068" y="15137"/>
                    <a:pt x="14184" y="15206"/>
                    <a:pt x="14392" y="15091"/>
                  </a:cubicBezTo>
                  <a:cubicBezTo>
                    <a:pt x="14448" y="15054"/>
                    <a:pt x="14502" y="15041"/>
                    <a:pt x="14552" y="15041"/>
                  </a:cubicBezTo>
                  <a:cubicBezTo>
                    <a:pt x="14656" y="15041"/>
                    <a:pt x="14747" y="15092"/>
                    <a:pt x="14815" y="15092"/>
                  </a:cubicBezTo>
                  <a:cubicBezTo>
                    <a:pt x="14839" y="15092"/>
                    <a:pt x="14861" y="15085"/>
                    <a:pt x="14879" y="15067"/>
                  </a:cubicBezTo>
                  <a:cubicBezTo>
                    <a:pt x="14948" y="14975"/>
                    <a:pt x="14578" y="14743"/>
                    <a:pt x="14554" y="14534"/>
                  </a:cubicBezTo>
                  <a:cubicBezTo>
                    <a:pt x="14537" y="14396"/>
                    <a:pt x="14289" y="14322"/>
                    <a:pt x="14067" y="14322"/>
                  </a:cubicBezTo>
                  <a:cubicBezTo>
                    <a:pt x="13991" y="14322"/>
                    <a:pt x="13918" y="14331"/>
                    <a:pt x="13859" y="14349"/>
                  </a:cubicBezTo>
                  <a:cubicBezTo>
                    <a:pt x="13784" y="14369"/>
                    <a:pt x="13710" y="14378"/>
                    <a:pt x="13637" y="14378"/>
                  </a:cubicBezTo>
                  <a:cubicBezTo>
                    <a:pt x="13461" y="14378"/>
                    <a:pt x="13295" y="14329"/>
                    <a:pt x="13164" y="14279"/>
                  </a:cubicBezTo>
                  <a:cubicBezTo>
                    <a:pt x="13138" y="14264"/>
                    <a:pt x="13116" y="14258"/>
                    <a:pt x="13100" y="14258"/>
                  </a:cubicBezTo>
                  <a:cubicBezTo>
                    <a:pt x="13015" y="14258"/>
                    <a:pt x="13063" y="14430"/>
                    <a:pt x="13257" y="14488"/>
                  </a:cubicBezTo>
                  <a:cubicBezTo>
                    <a:pt x="13512" y="14557"/>
                    <a:pt x="13396" y="14743"/>
                    <a:pt x="13419" y="14859"/>
                  </a:cubicBezTo>
                  <a:cubicBezTo>
                    <a:pt x="13465" y="14998"/>
                    <a:pt x="13372" y="15253"/>
                    <a:pt x="13210" y="15461"/>
                  </a:cubicBezTo>
                  <a:cubicBezTo>
                    <a:pt x="13071" y="15670"/>
                    <a:pt x="13187" y="15670"/>
                    <a:pt x="13396" y="15670"/>
                  </a:cubicBezTo>
                  <a:cubicBezTo>
                    <a:pt x="13403" y="15669"/>
                    <a:pt x="13411" y="15669"/>
                    <a:pt x="13418" y="15669"/>
                  </a:cubicBezTo>
                  <a:cubicBezTo>
                    <a:pt x="13604" y="15669"/>
                    <a:pt x="13604" y="15956"/>
                    <a:pt x="13604" y="16157"/>
                  </a:cubicBezTo>
                  <a:cubicBezTo>
                    <a:pt x="13604" y="16365"/>
                    <a:pt x="13419" y="16411"/>
                    <a:pt x="13419" y="16574"/>
                  </a:cubicBezTo>
                  <a:cubicBezTo>
                    <a:pt x="13419" y="16610"/>
                    <a:pt x="13408" y="16622"/>
                    <a:pt x="13391" y="16622"/>
                  </a:cubicBezTo>
                  <a:cubicBezTo>
                    <a:pt x="13348" y="16622"/>
                    <a:pt x="13266" y="16544"/>
                    <a:pt x="13211" y="16544"/>
                  </a:cubicBezTo>
                  <a:cubicBezTo>
                    <a:pt x="13202" y="16544"/>
                    <a:pt x="13194" y="16546"/>
                    <a:pt x="13187" y="16551"/>
                  </a:cubicBezTo>
                  <a:cubicBezTo>
                    <a:pt x="13176" y="16567"/>
                    <a:pt x="13164" y="16574"/>
                    <a:pt x="13151" y="16574"/>
                  </a:cubicBezTo>
                  <a:cubicBezTo>
                    <a:pt x="13109" y="16574"/>
                    <a:pt x="13060" y="16495"/>
                    <a:pt x="13025" y="16388"/>
                  </a:cubicBezTo>
                  <a:cubicBezTo>
                    <a:pt x="13002" y="16272"/>
                    <a:pt x="12677" y="16342"/>
                    <a:pt x="12492" y="16296"/>
                  </a:cubicBezTo>
                  <a:cubicBezTo>
                    <a:pt x="12453" y="16286"/>
                    <a:pt x="12418" y="16281"/>
                    <a:pt x="12387" y="16281"/>
                  </a:cubicBezTo>
                  <a:cubicBezTo>
                    <a:pt x="12269" y="16281"/>
                    <a:pt x="12199" y="16348"/>
                    <a:pt x="12144" y="16458"/>
                  </a:cubicBezTo>
                  <a:cubicBezTo>
                    <a:pt x="12051" y="16597"/>
                    <a:pt x="11797" y="16666"/>
                    <a:pt x="11658" y="16666"/>
                  </a:cubicBezTo>
                  <a:cubicBezTo>
                    <a:pt x="11495" y="16690"/>
                    <a:pt x="11264" y="16968"/>
                    <a:pt x="11124" y="17060"/>
                  </a:cubicBezTo>
                  <a:cubicBezTo>
                    <a:pt x="10985" y="17153"/>
                    <a:pt x="10962" y="17338"/>
                    <a:pt x="11148" y="17524"/>
                  </a:cubicBezTo>
                  <a:cubicBezTo>
                    <a:pt x="11356" y="17732"/>
                    <a:pt x="11403" y="17848"/>
                    <a:pt x="11379" y="17964"/>
                  </a:cubicBezTo>
                  <a:cubicBezTo>
                    <a:pt x="11379" y="18003"/>
                    <a:pt x="11283" y="18021"/>
                    <a:pt x="11163" y="18021"/>
                  </a:cubicBezTo>
                  <a:cubicBezTo>
                    <a:pt x="10996" y="18021"/>
                    <a:pt x="10785" y="17985"/>
                    <a:pt x="10731" y="17918"/>
                  </a:cubicBezTo>
                  <a:cubicBezTo>
                    <a:pt x="10653" y="17821"/>
                    <a:pt x="10399" y="17773"/>
                    <a:pt x="10249" y="17773"/>
                  </a:cubicBezTo>
                  <a:cubicBezTo>
                    <a:pt x="10219" y="17773"/>
                    <a:pt x="10194" y="17775"/>
                    <a:pt x="10174" y="17779"/>
                  </a:cubicBezTo>
                  <a:cubicBezTo>
                    <a:pt x="10170" y="17780"/>
                    <a:pt x="10166" y="17780"/>
                    <a:pt x="10161" y="17780"/>
                  </a:cubicBezTo>
                  <a:cubicBezTo>
                    <a:pt x="10016" y="17780"/>
                    <a:pt x="9706" y="17430"/>
                    <a:pt x="9549" y="17408"/>
                  </a:cubicBezTo>
                  <a:cubicBezTo>
                    <a:pt x="9363" y="17408"/>
                    <a:pt x="9270" y="17617"/>
                    <a:pt x="9201" y="17732"/>
                  </a:cubicBezTo>
                  <a:cubicBezTo>
                    <a:pt x="9155" y="17825"/>
                    <a:pt x="9294" y="17872"/>
                    <a:pt x="9363" y="18034"/>
                  </a:cubicBezTo>
                  <a:cubicBezTo>
                    <a:pt x="9456" y="18219"/>
                    <a:pt x="9757" y="18219"/>
                    <a:pt x="9896" y="18219"/>
                  </a:cubicBezTo>
                  <a:cubicBezTo>
                    <a:pt x="10058" y="18219"/>
                    <a:pt x="10012" y="18451"/>
                    <a:pt x="9966" y="18544"/>
                  </a:cubicBezTo>
                  <a:cubicBezTo>
                    <a:pt x="9921" y="18618"/>
                    <a:pt x="9792" y="18673"/>
                    <a:pt x="9686" y="18673"/>
                  </a:cubicBezTo>
                  <a:cubicBezTo>
                    <a:pt x="9626" y="18673"/>
                    <a:pt x="9574" y="18655"/>
                    <a:pt x="9549" y="18613"/>
                  </a:cubicBezTo>
                  <a:cubicBezTo>
                    <a:pt x="9456" y="18520"/>
                    <a:pt x="9131" y="18613"/>
                    <a:pt x="9108" y="18497"/>
                  </a:cubicBezTo>
                  <a:cubicBezTo>
                    <a:pt x="9108" y="18366"/>
                    <a:pt x="8902" y="18194"/>
                    <a:pt x="8665" y="18194"/>
                  </a:cubicBezTo>
                  <a:cubicBezTo>
                    <a:pt x="8651" y="18194"/>
                    <a:pt x="8636" y="18195"/>
                    <a:pt x="8622" y="18196"/>
                  </a:cubicBezTo>
                  <a:cubicBezTo>
                    <a:pt x="8592" y="18201"/>
                    <a:pt x="8565" y="18204"/>
                    <a:pt x="8540" y="18204"/>
                  </a:cubicBezTo>
                  <a:cubicBezTo>
                    <a:pt x="8356" y="18204"/>
                    <a:pt x="8320" y="18058"/>
                    <a:pt x="8320" y="17895"/>
                  </a:cubicBezTo>
                  <a:cubicBezTo>
                    <a:pt x="8343" y="17686"/>
                    <a:pt x="8204" y="17593"/>
                    <a:pt x="8204" y="17501"/>
                  </a:cubicBezTo>
                  <a:cubicBezTo>
                    <a:pt x="8204" y="17408"/>
                    <a:pt x="8089" y="17223"/>
                    <a:pt x="8228" y="17130"/>
                  </a:cubicBezTo>
                  <a:cubicBezTo>
                    <a:pt x="8343" y="17060"/>
                    <a:pt x="8251" y="16921"/>
                    <a:pt x="8251" y="16782"/>
                  </a:cubicBezTo>
                  <a:cubicBezTo>
                    <a:pt x="8274" y="16666"/>
                    <a:pt x="8042" y="16481"/>
                    <a:pt x="7834" y="16481"/>
                  </a:cubicBezTo>
                  <a:cubicBezTo>
                    <a:pt x="7625" y="16481"/>
                    <a:pt x="7671" y="16272"/>
                    <a:pt x="7509" y="16249"/>
                  </a:cubicBezTo>
                  <a:cubicBezTo>
                    <a:pt x="7347" y="16203"/>
                    <a:pt x="6999" y="15925"/>
                    <a:pt x="6976" y="15809"/>
                  </a:cubicBezTo>
                  <a:cubicBezTo>
                    <a:pt x="6953" y="15670"/>
                    <a:pt x="6698" y="15670"/>
                    <a:pt x="6791" y="15624"/>
                  </a:cubicBezTo>
                  <a:cubicBezTo>
                    <a:pt x="6805" y="15614"/>
                    <a:pt x="6826" y="15609"/>
                    <a:pt x="6851" y="15609"/>
                  </a:cubicBezTo>
                  <a:cubicBezTo>
                    <a:pt x="6944" y="15609"/>
                    <a:pt x="7098" y="15676"/>
                    <a:pt x="7208" y="15786"/>
                  </a:cubicBezTo>
                  <a:cubicBezTo>
                    <a:pt x="7370" y="15925"/>
                    <a:pt x="7602" y="16064"/>
                    <a:pt x="7973" y="16110"/>
                  </a:cubicBezTo>
                  <a:cubicBezTo>
                    <a:pt x="8367" y="16157"/>
                    <a:pt x="8506" y="16342"/>
                    <a:pt x="8923" y="16411"/>
                  </a:cubicBezTo>
                  <a:cubicBezTo>
                    <a:pt x="9340" y="16481"/>
                    <a:pt x="9595" y="16527"/>
                    <a:pt x="10197" y="16620"/>
                  </a:cubicBezTo>
                  <a:cubicBezTo>
                    <a:pt x="10240" y="16626"/>
                    <a:pt x="10284" y="16629"/>
                    <a:pt x="10328" y="16629"/>
                  </a:cubicBezTo>
                  <a:cubicBezTo>
                    <a:pt x="10928" y="16629"/>
                    <a:pt x="11624" y="16076"/>
                    <a:pt x="11797" y="15925"/>
                  </a:cubicBezTo>
                  <a:cubicBezTo>
                    <a:pt x="11959" y="15763"/>
                    <a:pt x="11750" y="15415"/>
                    <a:pt x="11750" y="15276"/>
                  </a:cubicBezTo>
                  <a:cubicBezTo>
                    <a:pt x="11750" y="15160"/>
                    <a:pt x="11472" y="15137"/>
                    <a:pt x="11426" y="15044"/>
                  </a:cubicBezTo>
                  <a:cubicBezTo>
                    <a:pt x="11379" y="14928"/>
                    <a:pt x="11217" y="14766"/>
                    <a:pt x="10962" y="14766"/>
                  </a:cubicBezTo>
                  <a:cubicBezTo>
                    <a:pt x="10740" y="14766"/>
                    <a:pt x="10710" y="14510"/>
                    <a:pt x="10543" y="14510"/>
                  </a:cubicBezTo>
                  <a:cubicBezTo>
                    <a:pt x="10537" y="14510"/>
                    <a:pt x="10529" y="14510"/>
                    <a:pt x="10522" y="14511"/>
                  </a:cubicBezTo>
                  <a:cubicBezTo>
                    <a:pt x="10504" y="14513"/>
                    <a:pt x="10487" y="14514"/>
                    <a:pt x="10470" y="14514"/>
                  </a:cubicBezTo>
                  <a:cubicBezTo>
                    <a:pt x="10307" y="14514"/>
                    <a:pt x="10151" y="14411"/>
                    <a:pt x="9711" y="14117"/>
                  </a:cubicBezTo>
                  <a:cubicBezTo>
                    <a:pt x="9287" y="13821"/>
                    <a:pt x="8689" y="13601"/>
                    <a:pt x="8483" y="13601"/>
                  </a:cubicBezTo>
                  <a:cubicBezTo>
                    <a:pt x="8464" y="13601"/>
                    <a:pt x="8448" y="13603"/>
                    <a:pt x="8436" y="13607"/>
                  </a:cubicBezTo>
                  <a:cubicBezTo>
                    <a:pt x="8374" y="13632"/>
                    <a:pt x="8326" y="13657"/>
                    <a:pt x="8279" y="13657"/>
                  </a:cubicBezTo>
                  <a:cubicBezTo>
                    <a:pt x="8239" y="13657"/>
                    <a:pt x="8201" y="13638"/>
                    <a:pt x="8158" y="13584"/>
                  </a:cubicBezTo>
                  <a:cubicBezTo>
                    <a:pt x="8123" y="13515"/>
                    <a:pt x="8060" y="13486"/>
                    <a:pt x="7987" y="13486"/>
                  </a:cubicBezTo>
                  <a:cubicBezTo>
                    <a:pt x="7915" y="13486"/>
                    <a:pt x="7834" y="13515"/>
                    <a:pt x="7764" y="13561"/>
                  </a:cubicBezTo>
                  <a:cubicBezTo>
                    <a:pt x="7735" y="13580"/>
                    <a:pt x="7707" y="13587"/>
                    <a:pt x="7679" y="13587"/>
                  </a:cubicBezTo>
                  <a:cubicBezTo>
                    <a:pt x="7593" y="13587"/>
                    <a:pt x="7504" y="13522"/>
                    <a:pt x="7370" y="13522"/>
                  </a:cubicBezTo>
                  <a:cubicBezTo>
                    <a:pt x="7334" y="13522"/>
                    <a:pt x="7296" y="13526"/>
                    <a:pt x="7254" y="13538"/>
                  </a:cubicBezTo>
                  <a:cubicBezTo>
                    <a:pt x="7226" y="13543"/>
                    <a:pt x="7199" y="13546"/>
                    <a:pt x="7174" y="13546"/>
                  </a:cubicBezTo>
                  <a:cubicBezTo>
                    <a:pt x="6992" y="13546"/>
                    <a:pt x="6892" y="13413"/>
                    <a:pt x="6953" y="13352"/>
                  </a:cubicBezTo>
                  <a:cubicBezTo>
                    <a:pt x="7022" y="13283"/>
                    <a:pt x="7370" y="13352"/>
                    <a:pt x="7370" y="13236"/>
                  </a:cubicBezTo>
                  <a:cubicBezTo>
                    <a:pt x="7347" y="13097"/>
                    <a:pt x="7208" y="13236"/>
                    <a:pt x="6999" y="13074"/>
                  </a:cubicBezTo>
                  <a:cubicBezTo>
                    <a:pt x="6925" y="13025"/>
                    <a:pt x="6859" y="13004"/>
                    <a:pt x="6803" y="13004"/>
                  </a:cubicBezTo>
                  <a:cubicBezTo>
                    <a:pt x="6703" y="13004"/>
                    <a:pt x="6635" y="13069"/>
                    <a:pt x="6605" y="13144"/>
                  </a:cubicBezTo>
                  <a:cubicBezTo>
                    <a:pt x="6584" y="13207"/>
                    <a:pt x="6540" y="13232"/>
                    <a:pt x="6487" y="13232"/>
                  </a:cubicBezTo>
                  <a:cubicBezTo>
                    <a:pt x="6422" y="13232"/>
                    <a:pt x="6344" y="13195"/>
                    <a:pt x="6281" y="13144"/>
                  </a:cubicBezTo>
                  <a:cubicBezTo>
                    <a:pt x="6258" y="13121"/>
                    <a:pt x="6258" y="13121"/>
                    <a:pt x="6235" y="13121"/>
                  </a:cubicBezTo>
                  <a:cubicBezTo>
                    <a:pt x="6216" y="13269"/>
                    <a:pt x="6138" y="13313"/>
                    <a:pt x="6037" y="13313"/>
                  </a:cubicBezTo>
                  <a:cubicBezTo>
                    <a:pt x="6011" y="13313"/>
                    <a:pt x="5984" y="13311"/>
                    <a:pt x="5956" y="13306"/>
                  </a:cubicBezTo>
                  <a:cubicBezTo>
                    <a:pt x="5950" y="13305"/>
                    <a:pt x="5943" y="13304"/>
                    <a:pt x="5937" y="13304"/>
                  </a:cubicBezTo>
                  <a:cubicBezTo>
                    <a:pt x="5804" y="13304"/>
                    <a:pt x="5671" y="13515"/>
                    <a:pt x="5516" y="13515"/>
                  </a:cubicBezTo>
                  <a:cubicBezTo>
                    <a:pt x="5354" y="13515"/>
                    <a:pt x="5168" y="13700"/>
                    <a:pt x="5145" y="13839"/>
                  </a:cubicBezTo>
                  <a:cubicBezTo>
                    <a:pt x="5099" y="13978"/>
                    <a:pt x="4937" y="13909"/>
                    <a:pt x="4937" y="14001"/>
                  </a:cubicBezTo>
                  <a:cubicBezTo>
                    <a:pt x="4937" y="14094"/>
                    <a:pt x="4937" y="14187"/>
                    <a:pt x="4844" y="14303"/>
                  </a:cubicBezTo>
                  <a:cubicBezTo>
                    <a:pt x="4774" y="14395"/>
                    <a:pt x="4844" y="14442"/>
                    <a:pt x="4937" y="14604"/>
                  </a:cubicBezTo>
                  <a:cubicBezTo>
                    <a:pt x="5006" y="14766"/>
                    <a:pt x="5192" y="14743"/>
                    <a:pt x="5261" y="14789"/>
                  </a:cubicBezTo>
                  <a:cubicBezTo>
                    <a:pt x="5354" y="14836"/>
                    <a:pt x="5655" y="15091"/>
                    <a:pt x="5655" y="15206"/>
                  </a:cubicBezTo>
                  <a:cubicBezTo>
                    <a:pt x="5655" y="15299"/>
                    <a:pt x="5423" y="15531"/>
                    <a:pt x="5331" y="15600"/>
                  </a:cubicBezTo>
                  <a:cubicBezTo>
                    <a:pt x="5215" y="15670"/>
                    <a:pt x="5099" y="15832"/>
                    <a:pt x="5168" y="15925"/>
                  </a:cubicBezTo>
                  <a:cubicBezTo>
                    <a:pt x="5215" y="16018"/>
                    <a:pt x="5493" y="16435"/>
                    <a:pt x="5678" y="16736"/>
                  </a:cubicBezTo>
                  <a:cubicBezTo>
                    <a:pt x="5864" y="17060"/>
                    <a:pt x="5609" y="16921"/>
                    <a:pt x="5493" y="17060"/>
                  </a:cubicBezTo>
                  <a:cubicBezTo>
                    <a:pt x="5377" y="17223"/>
                    <a:pt x="5539" y="17385"/>
                    <a:pt x="5586" y="17501"/>
                  </a:cubicBezTo>
                  <a:cubicBezTo>
                    <a:pt x="5609" y="17593"/>
                    <a:pt x="5423" y="17570"/>
                    <a:pt x="5447" y="17663"/>
                  </a:cubicBezTo>
                  <a:cubicBezTo>
                    <a:pt x="5470" y="17732"/>
                    <a:pt x="5701" y="17756"/>
                    <a:pt x="5725" y="17825"/>
                  </a:cubicBezTo>
                  <a:cubicBezTo>
                    <a:pt x="5748" y="17895"/>
                    <a:pt x="5562" y="17987"/>
                    <a:pt x="5632" y="18103"/>
                  </a:cubicBezTo>
                  <a:cubicBezTo>
                    <a:pt x="5725" y="18242"/>
                    <a:pt x="5910" y="18242"/>
                    <a:pt x="5933" y="18405"/>
                  </a:cubicBezTo>
                  <a:cubicBezTo>
                    <a:pt x="5956" y="18567"/>
                    <a:pt x="5586" y="18567"/>
                    <a:pt x="5586" y="18706"/>
                  </a:cubicBezTo>
                  <a:cubicBezTo>
                    <a:pt x="5609" y="18845"/>
                    <a:pt x="6072" y="18984"/>
                    <a:pt x="6281" y="19239"/>
                  </a:cubicBezTo>
                  <a:cubicBezTo>
                    <a:pt x="6489" y="19471"/>
                    <a:pt x="6489" y="19540"/>
                    <a:pt x="6443" y="19679"/>
                  </a:cubicBezTo>
                  <a:cubicBezTo>
                    <a:pt x="6327" y="19934"/>
                    <a:pt x="5748" y="20166"/>
                    <a:pt x="5632" y="20444"/>
                  </a:cubicBezTo>
                  <a:cubicBezTo>
                    <a:pt x="5493" y="20745"/>
                    <a:pt x="5006" y="20907"/>
                    <a:pt x="4774" y="21139"/>
                  </a:cubicBezTo>
                  <a:cubicBezTo>
                    <a:pt x="4682" y="21232"/>
                    <a:pt x="4612" y="21348"/>
                    <a:pt x="4520" y="21464"/>
                  </a:cubicBezTo>
                  <a:cubicBezTo>
                    <a:pt x="4612" y="21440"/>
                    <a:pt x="4705" y="21417"/>
                    <a:pt x="4751" y="21371"/>
                  </a:cubicBezTo>
                  <a:cubicBezTo>
                    <a:pt x="4761" y="21368"/>
                    <a:pt x="4771" y="21366"/>
                    <a:pt x="4780" y="21366"/>
                  </a:cubicBezTo>
                  <a:cubicBezTo>
                    <a:pt x="4901" y="21366"/>
                    <a:pt x="4970" y="21634"/>
                    <a:pt x="5099" y="21742"/>
                  </a:cubicBezTo>
                  <a:cubicBezTo>
                    <a:pt x="5168" y="21788"/>
                    <a:pt x="5267" y="21788"/>
                    <a:pt x="5360" y="21788"/>
                  </a:cubicBezTo>
                  <a:cubicBezTo>
                    <a:pt x="5452" y="21788"/>
                    <a:pt x="5539" y="21788"/>
                    <a:pt x="5586" y="21834"/>
                  </a:cubicBezTo>
                  <a:cubicBezTo>
                    <a:pt x="5628" y="21905"/>
                    <a:pt x="5584" y="21933"/>
                    <a:pt x="5500" y="21933"/>
                  </a:cubicBezTo>
                  <a:cubicBezTo>
                    <a:pt x="5448" y="21933"/>
                    <a:pt x="5379" y="21922"/>
                    <a:pt x="5308" y="21904"/>
                  </a:cubicBezTo>
                  <a:cubicBezTo>
                    <a:pt x="5291" y="21902"/>
                    <a:pt x="5276" y="21901"/>
                    <a:pt x="5262" y="21901"/>
                  </a:cubicBezTo>
                  <a:cubicBezTo>
                    <a:pt x="5112" y="21901"/>
                    <a:pt x="5051" y="22005"/>
                    <a:pt x="4798" y="22089"/>
                  </a:cubicBezTo>
                  <a:cubicBezTo>
                    <a:pt x="4566" y="22159"/>
                    <a:pt x="4589" y="22252"/>
                    <a:pt x="4520" y="22298"/>
                  </a:cubicBezTo>
                  <a:cubicBezTo>
                    <a:pt x="4659" y="22483"/>
                    <a:pt x="4473" y="22507"/>
                    <a:pt x="4404" y="22669"/>
                  </a:cubicBezTo>
                  <a:cubicBezTo>
                    <a:pt x="4334" y="22808"/>
                    <a:pt x="4241" y="22854"/>
                    <a:pt x="4241" y="22947"/>
                  </a:cubicBezTo>
                  <a:cubicBezTo>
                    <a:pt x="4218" y="23040"/>
                    <a:pt x="4265" y="23109"/>
                    <a:pt x="4265" y="23248"/>
                  </a:cubicBezTo>
                  <a:cubicBezTo>
                    <a:pt x="4288" y="23410"/>
                    <a:pt x="4311" y="23434"/>
                    <a:pt x="4381" y="23549"/>
                  </a:cubicBezTo>
                  <a:cubicBezTo>
                    <a:pt x="4473" y="23665"/>
                    <a:pt x="4311" y="23665"/>
                    <a:pt x="4241" y="23735"/>
                  </a:cubicBezTo>
                  <a:cubicBezTo>
                    <a:pt x="4172" y="23781"/>
                    <a:pt x="4218" y="23920"/>
                    <a:pt x="4311" y="24013"/>
                  </a:cubicBezTo>
                  <a:cubicBezTo>
                    <a:pt x="4404" y="24106"/>
                    <a:pt x="4404" y="24245"/>
                    <a:pt x="4381" y="24314"/>
                  </a:cubicBezTo>
                  <a:cubicBezTo>
                    <a:pt x="4334" y="24407"/>
                    <a:pt x="4473" y="24546"/>
                    <a:pt x="4543" y="24639"/>
                  </a:cubicBezTo>
                  <a:cubicBezTo>
                    <a:pt x="4635" y="24731"/>
                    <a:pt x="4612" y="24963"/>
                    <a:pt x="4682" y="25009"/>
                  </a:cubicBezTo>
                  <a:cubicBezTo>
                    <a:pt x="4758" y="25067"/>
                    <a:pt x="4819" y="25108"/>
                    <a:pt x="4915" y="25108"/>
                  </a:cubicBezTo>
                  <a:cubicBezTo>
                    <a:pt x="4936" y="25108"/>
                    <a:pt x="4958" y="25106"/>
                    <a:pt x="4983" y="25102"/>
                  </a:cubicBezTo>
                  <a:cubicBezTo>
                    <a:pt x="5013" y="25092"/>
                    <a:pt x="5039" y="25088"/>
                    <a:pt x="5063" y="25088"/>
                  </a:cubicBezTo>
                  <a:cubicBezTo>
                    <a:pt x="5152" y="25088"/>
                    <a:pt x="5207" y="25150"/>
                    <a:pt x="5261" y="25241"/>
                  </a:cubicBezTo>
                  <a:cubicBezTo>
                    <a:pt x="5291" y="25280"/>
                    <a:pt x="5324" y="25295"/>
                    <a:pt x="5362" y="25295"/>
                  </a:cubicBezTo>
                  <a:cubicBezTo>
                    <a:pt x="5413" y="25295"/>
                    <a:pt x="5472" y="25268"/>
                    <a:pt x="5539" y="25241"/>
                  </a:cubicBezTo>
                  <a:cubicBezTo>
                    <a:pt x="5563" y="25229"/>
                    <a:pt x="5592" y="25224"/>
                    <a:pt x="5624" y="25224"/>
                  </a:cubicBezTo>
                  <a:cubicBezTo>
                    <a:pt x="5775" y="25224"/>
                    <a:pt x="5992" y="25342"/>
                    <a:pt x="6049" y="25380"/>
                  </a:cubicBezTo>
                  <a:cubicBezTo>
                    <a:pt x="6142" y="25403"/>
                    <a:pt x="6095" y="25612"/>
                    <a:pt x="6119" y="25751"/>
                  </a:cubicBezTo>
                  <a:cubicBezTo>
                    <a:pt x="6119" y="25890"/>
                    <a:pt x="6026" y="26052"/>
                    <a:pt x="6165" y="26145"/>
                  </a:cubicBezTo>
                  <a:cubicBezTo>
                    <a:pt x="6304" y="26215"/>
                    <a:pt x="6258" y="26423"/>
                    <a:pt x="6420" y="26470"/>
                  </a:cubicBezTo>
                  <a:cubicBezTo>
                    <a:pt x="6582" y="26539"/>
                    <a:pt x="6652" y="26748"/>
                    <a:pt x="6744" y="26794"/>
                  </a:cubicBezTo>
                  <a:cubicBezTo>
                    <a:pt x="6837" y="26817"/>
                    <a:pt x="7022" y="26956"/>
                    <a:pt x="7046" y="27072"/>
                  </a:cubicBezTo>
                  <a:cubicBezTo>
                    <a:pt x="7069" y="27165"/>
                    <a:pt x="6883" y="27257"/>
                    <a:pt x="6768" y="27327"/>
                  </a:cubicBezTo>
                  <a:cubicBezTo>
                    <a:pt x="6756" y="27332"/>
                    <a:pt x="6743" y="27334"/>
                    <a:pt x="6729" y="27334"/>
                  </a:cubicBezTo>
                  <a:cubicBezTo>
                    <a:pt x="6635" y="27334"/>
                    <a:pt x="6506" y="27233"/>
                    <a:pt x="6425" y="27233"/>
                  </a:cubicBezTo>
                  <a:cubicBezTo>
                    <a:pt x="6404" y="27233"/>
                    <a:pt x="6386" y="27240"/>
                    <a:pt x="6374" y="27257"/>
                  </a:cubicBezTo>
                  <a:cubicBezTo>
                    <a:pt x="6304" y="27350"/>
                    <a:pt x="6397" y="27489"/>
                    <a:pt x="6466" y="27767"/>
                  </a:cubicBezTo>
                  <a:cubicBezTo>
                    <a:pt x="6513" y="28022"/>
                    <a:pt x="6582" y="28045"/>
                    <a:pt x="6698" y="28045"/>
                  </a:cubicBezTo>
                  <a:cubicBezTo>
                    <a:pt x="6814" y="28045"/>
                    <a:pt x="6860" y="27976"/>
                    <a:pt x="6953" y="27930"/>
                  </a:cubicBezTo>
                  <a:cubicBezTo>
                    <a:pt x="6972" y="27917"/>
                    <a:pt x="7002" y="27913"/>
                    <a:pt x="7037" y="27913"/>
                  </a:cubicBezTo>
                  <a:cubicBezTo>
                    <a:pt x="7094" y="27913"/>
                    <a:pt x="7164" y="27923"/>
                    <a:pt x="7226" y="27923"/>
                  </a:cubicBezTo>
                  <a:cubicBezTo>
                    <a:pt x="7264" y="27923"/>
                    <a:pt x="7298" y="27919"/>
                    <a:pt x="7324" y="27906"/>
                  </a:cubicBezTo>
                  <a:cubicBezTo>
                    <a:pt x="7355" y="27896"/>
                    <a:pt x="7432" y="27886"/>
                    <a:pt x="7515" y="27886"/>
                  </a:cubicBezTo>
                  <a:cubicBezTo>
                    <a:pt x="7616" y="27886"/>
                    <a:pt x="7726" y="27901"/>
                    <a:pt x="7764" y="27953"/>
                  </a:cubicBezTo>
                  <a:cubicBezTo>
                    <a:pt x="7834" y="28069"/>
                    <a:pt x="7880" y="28277"/>
                    <a:pt x="7834" y="28370"/>
                  </a:cubicBezTo>
                  <a:cubicBezTo>
                    <a:pt x="7787" y="28463"/>
                    <a:pt x="7903" y="28555"/>
                    <a:pt x="7949" y="28671"/>
                  </a:cubicBezTo>
                  <a:cubicBezTo>
                    <a:pt x="8019" y="28787"/>
                    <a:pt x="8274" y="28741"/>
                    <a:pt x="8367" y="28764"/>
                  </a:cubicBezTo>
                  <a:cubicBezTo>
                    <a:pt x="8436" y="28810"/>
                    <a:pt x="8645" y="29065"/>
                    <a:pt x="8598" y="29204"/>
                  </a:cubicBezTo>
                  <a:cubicBezTo>
                    <a:pt x="8567" y="29283"/>
                    <a:pt x="8632" y="29319"/>
                    <a:pt x="8707" y="29319"/>
                  </a:cubicBezTo>
                  <a:cubicBezTo>
                    <a:pt x="8741" y="29319"/>
                    <a:pt x="8778" y="29312"/>
                    <a:pt x="8807" y="29297"/>
                  </a:cubicBezTo>
                  <a:cubicBezTo>
                    <a:pt x="8817" y="29294"/>
                    <a:pt x="8827" y="29293"/>
                    <a:pt x="8836" y="29293"/>
                  </a:cubicBezTo>
                  <a:cubicBezTo>
                    <a:pt x="8915" y="29293"/>
                    <a:pt x="8979" y="29374"/>
                    <a:pt x="9062" y="29436"/>
                  </a:cubicBezTo>
                  <a:cubicBezTo>
                    <a:pt x="9106" y="29454"/>
                    <a:pt x="9144" y="29461"/>
                    <a:pt x="9178" y="29461"/>
                  </a:cubicBezTo>
                  <a:cubicBezTo>
                    <a:pt x="9234" y="29461"/>
                    <a:pt x="9283" y="29441"/>
                    <a:pt x="9340" y="29413"/>
                  </a:cubicBezTo>
                  <a:cubicBezTo>
                    <a:pt x="9410" y="29371"/>
                    <a:pt x="9487" y="29338"/>
                    <a:pt x="9554" y="29338"/>
                  </a:cubicBezTo>
                  <a:cubicBezTo>
                    <a:pt x="9598" y="29338"/>
                    <a:pt x="9637" y="29352"/>
                    <a:pt x="9664" y="29390"/>
                  </a:cubicBezTo>
                  <a:cubicBezTo>
                    <a:pt x="9711" y="29459"/>
                    <a:pt x="9896" y="29621"/>
                    <a:pt x="9896" y="29668"/>
                  </a:cubicBezTo>
                  <a:cubicBezTo>
                    <a:pt x="9896" y="29714"/>
                    <a:pt x="10197" y="29668"/>
                    <a:pt x="10337" y="29737"/>
                  </a:cubicBezTo>
                  <a:cubicBezTo>
                    <a:pt x="10499" y="29807"/>
                    <a:pt x="10661" y="29784"/>
                    <a:pt x="10800" y="29853"/>
                  </a:cubicBezTo>
                  <a:cubicBezTo>
                    <a:pt x="10962" y="29946"/>
                    <a:pt x="11101" y="29969"/>
                    <a:pt x="11124" y="30062"/>
                  </a:cubicBezTo>
                  <a:cubicBezTo>
                    <a:pt x="11124" y="30154"/>
                    <a:pt x="10962" y="30247"/>
                    <a:pt x="10962" y="30293"/>
                  </a:cubicBezTo>
                  <a:cubicBezTo>
                    <a:pt x="10962" y="30340"/>
                    <a:pt x="11101" y="30363"/>
                    <a:pt x="11101" y="30456"/>
                  </a:cubicBezTo>
                  <a:cubicBezTo>
                    <a:pt x="11101" y="30525"/>
                    <a:pt x="10939" y="30525"/>
                    <a:pt x="10916" y="30572"/>
                  </a:cubicBezTo>
                  <a:cubicBezTo>
                    <a:pt x="10893" y="30641"/>
                    <a:pt x="11009" y="30711"/>
                    <a:pt x="11032" y="30780"/>
                  </a:cubicBezTo>
                  <a:cubicBezTo>
                    <a:pt x="11055" y="30850"/>
                    <a:pt x="10939" y="31058"/>
                    <a:pt x="10939" y="31105"/>
                  </a:cubicBezTo>
                  <a:cubicBezTo>
                    <a:pt x="10939" y="31128"/>
                    <a:pt x="10898" y="31135"/>
                    <a:pt x="10840" y="31135"/>
                  </a:cubicBezTo>
                  <a:cubicBezTo>
                    <a:pt x="10723" y="31135"/>
                    <a:pt x="10537" y="31105"/>
                    <a:pt x="10476" y="31105"/>
                  </a:cubicBezTo>
                  <a:cubicBezTo>
                    <a:pt x="10406" y="31105"/>
                    <a:pt x="10151" y="31383"/>
                    <a:pt x="10058" y="31383"/>
                  </a:cubicBezTo>
                  <a:cubicBezTo>
                    <a:pt x="9989" y="31406"/>
                    <a:pt x="10012" y="31522"/>
                    <a:pt x="10058" y="31638"/>
                  </a:cubicBezTo>
                  <a:cubicBezTo>
                    <a:pt x="10198" y="31612"/>
                    <a:pt x="10338" y="31594"/>
                    <a:pt x="10444" y="31594"/>
                  </a:cubicBezTo>
                  <a:cubicBezTo>
                    <a:pt x="10530" y="31594"/>
                    <a:pt x="10594" y="31606"/>
                    <a:pt x="10615" y="31638"/>
                  </a:cubicBezTo>
                  <a:cubicBezTo>
                    <a:pt x="10661" y="31730"/>
                    <a:pt x="10035" y="31985"/>
                    <a:pt x="9919" y="32032"/>
                  </a:cubicBezTo>
                  <a:cubicBezTo>
                    <a:pt x="9804" y="32078"/>
                    <a:pt x="10151" y="32240"/>
                    <a:pt x="10128" y="32333"/>
                  </a:cubicBezTo>
                  <a:cubicBezTo>
                    <a:pt x="10128" y="32426"/>
                    <a:pt x="9780" y="32449"/>
                    <a:pt x="9804" y="32657"/>
                  </a:cubicBezTo>
                  <a:cubicBezTo>
                    <a:pt x="9850" y="32843"/>
                    <a:pt x="9688" y="32889"/>
                    <a:pt x="9502" y="32889"/>
                  </a:cubicBezTo>
                  <a:cubicBezTo>
                    <a:pt x="9317" y="32889"/>
                    <a:pt x="9270" y="33005"/>
                    <a:pt x="9363" y="33005"/>
                  </a:cubicBezTo>
                  <a:cubicBezTo>
                    <a:pt x="9456" y="33028"/>
                    <a:pt x="9456" y="33283"/>
                    <a:pt x="9804" y="33353"/>
                  </a:cubicBezTo>
                  <a:cubicBezTo>
                    <a:pt x="10151" y="33445"/>
                    <a:pt x="10522" y="33770"/>
                    <a:pt x="10823" y="34094"/>
                  </a:cubicBezTo>
                  <a:cubicBezTo>
                    <a:pt x="10846" y="34140"/>
                    <a:pt x="10893" y="34187"/>
                    <a:pt x="10962" y="34210"/>
                  </a:cubicBezTo>
                  <a:cubicBezTo>
                    <a:pt x="11032" y="34164"/>
                    <a:pt x="11124" y="34117"/>
                    <a:pt x="11171" y="34117"/>
                  </a:cubicBezTo>
                  <a:cubicBezTo>
                    <a:pt x="11188" y="34115"/>
                    <a:pt x="11206" y="34114"/>
                    <a:pt x="11226" y="34114"/>
                  </a:cubicBezTo>
                  <a:cubicBezTo>
                    <a:pt x="11395" y="34114"/>
                    <a:pt x="11654" y="34199"/>
                    <a:pt x="11820" y="34303"/>
                  </a:cubicBezTo>
                  <a:cubicBezTo>
                    <a:pt x="11874" y="34341"/>
                    <a:pt x="11977" y="34352"/>
                    <a:pt x="12093" y="34352"/>
                  </a:cubicBezTo>
                  <a:cubicBezTo>
                    <a:pt x="12225" y="34352"/>
                    <a:pt x="12374" y="34338"/>
                    <a:pt x="12487" y="34338"/>
                  </a:cubicBezTo>
                  <a:cubicBezTo>
                    <a:pt x="12571" y="34338"/>
                    <a:pt x="12634" y="34346"/>
                    <a:pt x="12654" y="34372"/>
                  </a:cubicBezTo>
                  <a:cubicBezTo>
                    <a:pt x="12747" y="34465"/>
                    <a:pt x="12886" y="34604"/>
                    <a:pt x="13002" y="34604"/>
                  </a:cubicBezTo>
                  <a:cubicBezTo>
                    <a:pt x="13102" y="34604"/>
                    <a:pt x="13221" y="34779"/>
                    <a:pt x="13311" y="34779"/>
                  </a:cubicBezTo>
                  <a:cubicBezTo>
                    <a:pt x="13324" y="34779"/>
                    <a:pt x="13337" y="34775"/>
                    <a:pt x="13349" y="34766"/>
                  </a:cubicBezTo>
                  <a:cubicBezTo>
                    <a:pt x="13442" y="34697"/>
                    <a:pt x="13813" y="34697"/>
                    <a:pt x="13906" y="34697"/>
                  </a:cubicBezTo>
                  <a:cubicBezTo>
                    <a:pt x="13998" y="34697"/>
                    <a:pt x="13998" y="34766"/>
                    <a:pt x="14091" y="34766"/>
                  </a:cubicBezTo>
                  <a:cubicBezTo>
                    <a:pt x="14181" y="34766"/>
                    <a:pt x="14184" y="35115"/>
                    <a:pt x="14247" y="35115"/>
                  </a:cubicBezTo>
                  <a:cubicBezTo>
                    <a:pt x="14249" y="35115"/>
                    <a:pt x="14251" y="35115"/>
                    <a:pt x="14253" y="35114"/>
                  </a:cubicBezTo>
                  <a:cubicBezTo>
                    <a:pt x="14258" y="35113"/>
                    <a:pt x="14262" y="35112"/>
                    <a:pt x="14267" y="35112"/>
                  </a:cubicBezTo>
                  <a:cubicBezTo>
                    <a:pt x="14370" y="35112"/>
                    <a:pt x="14608" y="35324"/>
                    <a:pt x="14763" y="35346"/>
                  </a:cubicBezTo>
                  <a:cubicBezTo>
                    <a:pt x="14942" y="35368"/>
                    <a:pt x="15099" y="35648"/>
                    <a:pt x="15172" y="35648"/>
                  </a:cubicBezTo>
                  <a:cubicBezTo>
                    <a:pt x="15175" y="35648"/>
                    <a:pt x="15178" y="35648"/>
                    <a:pt x="15180" y="35647"/>
                  </a:cubicBezTo>
                  <a:cubicBezTo>
                    <a:pt x="15186" y="35645"/>
                    <a:pt x="15192" y="35644"/>
                    <a:pt x="15198" y="35644"/>
                  </a:cubicBezTo>
                  <a:cubicBezTo>
                    <a:pt x="15247" y="35644"/>
                    <a:pt x="15318" y="35694"/>
                    <a:pt x="15372" y="35694"/>
                  </a:cubicBezTo>
                  <a:cubicBezTo>
                    <a:pt x="15399" y="35694"/>
                    <a:pt x="15421" y="35682"/>
                    <a:pt x="15435" y="35647"/>
                  </a:cubicBezTo>
                  <a:cubicBezTo>
                    <a:pt x="15481" y="35531"/>
                    <a:pt x="15713" y="35577"/>
                    <a:pt x="15783" y="35392"/>
                  </a:cubicBezTo>
                  <a:cubicBezTo>
                    <a:pt x="15481" y="34998"/>
                    <a:pt x="15134" y="34581"/>
                    <a:pt x="15157" y="34419"/>
                  </a:cubicBezTo>
                  <a:cubicBezTo>
                    <a:pt x="15180" y="34164"/>
                    <a:pt x="15296" y="33978"/>
                    <a:pt x="14948" y="33677"/>
                  </a:cubicBezTo>
                  <a:cubicBezTo>
                    <a:pt x="14601" y="33399"/>
                    <a:pt x="14972" y="33213"/>
                    <a:pt x="15226" y="32889"/>
                  </a:cubicBezTo>
                  <a:cubicBezTo>
                    <a:pt x="15435" y="32611"/>
                    <a:pt x="15899" y="32495"/>
                    <a:pt x="16177" y="32310"/>
                  </a:cubicBezTo>
                  <a:cubicBezTo>
                    <a:pt x="16130" y="32263"/>
                    <a:pt x="16061" y="32217"/>
                    <a:pt x="16014" y="32194"/>
                  </a:cubicBezTo>
                  <a:cubicBezTo>
                    <a:pt x="15783" y="32101"/>
                    <a:pt x="15713" y="32008"/>
                    <a:pt x="15899" y="31962"/>
                  </a:cubicBezTo>
                  <a:cubicBezTo>
                    <a:pt x="16061" y="31916"/>
                    <a:pt x="15991" y="31823"/>
                    <a:pt x="15806" y="31614"/>
                  </a:cubicBezTo>
                  <a:cubicBezTo>
                    <a:pt x="15644" y="31429"/>
                    <a:pt x="15574" y="31244"/>
                    <a:pt x="15481" y="31244"/>
                  </a:cubicBezTo>
                  <a:cubicBezTo>
                    <a:pt x="15435" y="31244"/>
                    <a:pt x="15371" y="31238"/>
                    <a:pt x="15302" y="31238"/>
                  </a:cubicBezTo>
                  <a:cubicBezTo>
                    <a:pt x="15232" y="31238"/>
                    <a:pt x="15157" y="31244"/>
                    <a:pt x="15087" y="31267"/>
                  </a:cubicBezTo>
                  <a:cubicBezTo>
                    <a:pt x="15073" y="31272"/>
                    <a:pt x="15060" y="31274"/>
                    <a:pt x="15048" y="31274"/>
                  </a:cubicBezTo>
                  <a:cubicBezTo>
                    <a:pt x="14953" y="31274"/>
                    <a:pt x="14974" y="31110"/>
                    <a:pt x="14995" y="30965"/>
                  </a:cubicBezTo>
                  <a:cubicBezTo>
                    <a:pt x="15018" y="30803"/>
                    <a:pt x="14717" y="30826"/>
                    <a:pt x="14670" y="30757"/>
                  </a:cubicBezTo>
                  <a:cubicBezTo>
                    <a:pt x="14624" y="30687"/>
                    <a:pt x="14740" y="30432"/>
                    <a:pt x="14809" y="30409"/>
                  </a:cubicBezTo>
                  <a:cubicBezTo>
                    <a:pt x="14856" y="30386"/>
                    <a:pt x="14995" y="30317"/>
                    <a:pt x="14995" y="30247"/>
                  </a:cubicBezTo>
                  <a:cubicBezTo>
                    <a:pt x="14995" y="30178"/>
                    <a:pt x="14717" y="30131"/>
                    <a:pt x="14833" y="29969"/>
                  </a:cubicBezTo>
                  <a:cubicBezTo>
                    <a:pt x="14925" y="29807"/>
                    <a:pt x="15111" y="29807"/>
                    <a:pt x="15111" y="29645"/>
                  </a:cubicBezTo>
                  <a:cubicBezTo>
                    <a:pt x="15111" y="29506"/>
                    <a:pt x="15188" y="29394"/>
                    <a:pt x="15304" y="29394"/>
                  </a:cubicBezTo>
                  <a:cubicBezTo>
                    <a:pt x="15344" y="29394"/>
                    <a:pt x="15388" y="29407"/>
                    <a:pt x="15435" y="29436"/>
                  </a:cubicBezTo>
                  <a:cubicBezTo>
                    <a:pt x="15582" y="29541"/>
                    <a:pt x="15653" y="29816"/>
                    <a:pt x="15802" y="29816"/>
                  </a:cubicBezTo>
                  <a:cubicBezTo>
                    <a:pt x="15818" y="29816"/>
                    <a:pt x="15835" y="29813"/>
                    <a:pt x="15852" y="29807"/>
                  </a:cubicBezTo>
                  <a:cubicBezTo>
                    <a:pt x="16061" y="29737"/>
                    <a:pt x="15945" y="29552"/>
                    <a:pt x="15922" y="29459"/>
                  </a:cubicBezTo>
                  <a:cubicBezTo>
                    <a:pt x="15899" y="29366"/>
                    <a:pt x="15829" y="29227"/>
                    <a:pt x="16061" y="29181"/>
                  </a:cubicBezTo>
                  <a:cubicBezTo>
                    <a:pt x="16269" y="29135"/>
                    <a:pt x="16177" y="28903"/>
                    <a:pt x="16339" y="28903"/>
                  </a:cubicBezTo>
                  <a:cubicBezTo>
                    <a:pt x="16524" y="28903"/>
                    <a:pt x="16826" y="28694"/>
                    <a:pt x="16918" y="28648"/>
                  </a:cubicBezTo>
                  <a:cubicBezTo>
                    <a:pt x="17018" y="28608"/>
                    <a:pt x="17186" y="28500"/>
                    <a:pt x="17290" y="28500"/>
                  </a:cubicBezTo>
                  <a:cubicBezTo>
                    <a:pt x="17307" y="28500"/>
                    <a:pt x="17322" y="28502"/>
                    <a:pt x="17335" y="28509"/>
                  </a:cubicBezTo>
                  <a:cubicBezTo>
                    <a:pt x="17391" y="28551"/>
                    <a:pt x="17463" y="28609"/>
                    <a:pt x="17527" y="28609"/>
                  </a:cubicBezTo>
                  <a:cubicBezTo>
                    <a:pt x="17570" y="28609"/>
                    <a:pt x="17609" y="28583"/>
                    <a:pt x="17637" y="28509"/>
                  </a:cubicBezTo>
                  <a:cubicBezTo>
                    <a:pt x="17667" y="28438"/>
                    <a:pt x="17737" y="28412"/>
                    <a:pt x="17808" y="28412"/>
                  </a:cubicBezTo>
                  <a:cubicBezTo>
                    <a:pt x="17900" y="28412"/>
                    <a:pt x="17994" y="28457"/>
                    <a:pt x="18008" y="28509"/>
                  </a:cubicBezTo>
                  <a:cubicBezTo>
                    <a:pt x="18031" y="28625"/>
                    <a:pt x="18494" y="28625"/>
                    <a:pt x="18656" y="28717"/>
                  </a:cubicBezTo>
                  <a:cubicBezTo>
                    <a:pt x="18795" y="28810"/>
                    <a:pt x="19097" y="28996"/>
                    <a:pt x="19097" y="29111"/>
                  </a:cubicBezTo>
                  <a:cubicBezTo>
                    <a:pt x="19097" y="29173"/>
                    <a:pt x="19169" y="29256"/>
                    <a:pt x="19217" y="29256"/>
                  </a:cubicBezTo>
                  <a:cubicBezTo>
                    <a:pt x="19241" y="29256"/>
                    <a:pt x="19259" y="29235"/>
                    <a:pt x="19259" y="29181"/>
                  </a:cubicBezTo>
                  <a:cubicBezTo>
                    <a:pt x="19259" y="29095"/>
                    <a:pt x="19284" y="29059"/>
                    <a:pt x="19329" y="29059"/>
                  </a:cubicBezTo>
                  <a:cubicBezTo>
                    <a:pt x="19382" y="29059"/>
                    <a:pt x="19461" y="29107"/>
                    <a:pt x="19560" y="29181"/>
                  </a:cubicBezTo>
                  <a:cubicBezTo>
                    <a:pt x="19644" y="29228"/>
                    <a:pt x="19736" y="29248"/>
                    <a:pt x="19819" y="29248"/>
                  </a:cubicBezTo>
                  <a:cubicBezTo>
                    <a:pt x="19941" y="29248"/>
                    <a:pt x="20042" y="29204"/>
                    <a:pt x="20070" y="29135"/>
                  </a:cubicBezTo>
                  <a:cubicBezTo>
                    <a:pt x="20106" y="29027"/>
                    <a:pt x="20337" y="28919"/>
                    <a:pt x="20493" y="28919"/>
                  </a:cubicBezTo>
                  <a:cubicBezTo>
                    <a:pt x="20538" y="28919"/>
                    <a:pt x="20577" y="28928"/>
                    <a:pt x="20603" y="28949"/>
                  </a:cubicBezTo>
                  <a:cubicBezTo>
                    <a:pt x="20687" y="29005"/>
                    <a:pt x="20737" y="29061"/>
                    <a:pt x="20794" y="29061"/>
                  </a:cubicBezTo>
                  <a:cubicBezTo>
                    <a:pt x="20832" y="29061"/>
                    <a:pt x="20872" y="29037"/>
                    <a:pt x="20928" y="28972"/>
                  </a:cubicBezTo>
                  <a:cubicBezTo>
                    <a:pt x="20991" y="28909"/>
                    <a:pt x="21099" y="28879"/>
                    <a:pt x="21201" y="28879"/>
                  </a:cubicBezTo>
                  <a:cubicBezTo>
                    <a:pt x="21322" y="28879"/>
                    <a:pt x="21436" y="28920"/>
                    <a:pt x="21461" y="28996"/>
                  </a:cubicBezTo>
                  <a:cubicBezTo>
                    <a:pt x="21507" y="29135"/>
                    <a:pt x="21669" y="29181"/>
                    <a:pt x="21831" y="29181"/>
                  </a:cubicBezTo>
                  <a:cubicBezTo>
                    <a:pt x="21957" y="29181"/>
                    <a:pt x="21988" y="29350"/>
                    <a:pt x="22060" y="29350"/>
                  </a:cubicBezTo>
                  <a:cubicBezTo>
                    <a:pt x="22069" y="29350"/>
                    <a:pt x="22077" y="29348"/>
                    <a:pt x="22086" y="29343"/>
                  </a:cubicBezTo>
                  <a:cubicBezTo>
                    <a:pt x="22175" y="29299"/>
                    <a:pt x="22158" y="29064"/>
                    <a:pt x="22257" y="29064"/>
                  </a:cubicBezTo>
                  <a:cubicBezTo>
                    <a:pt x="22262" y="29064"/>
                    <a:pt x="22267" y="29064"/>
                    <a:pt x="22272" y="29065"/>
                  </a:cubicBezTo>
                  <a:cubicBezTo>
                    <a:pt x="22411" y="29088"/>
                    <a:pt x="22504" y="29251"/>
                    <a:pt x="22689" y="29251"/>
                  </a:cubicBezTo>
                  <a:cubicBezTo>
                    <a:pt x="22897" y="29251"/>
                    <a:pt x="23037" y="29204"/>
                    <a:pt x="23037" y="29042"/>
                  </a:cubicBezTo>
                  <a:cubicBezTo>
                    <a:pt x="23037" y="28903"/>
                    <a:pt x="23013" y="28671"/>
                    <a:pt x="22897" y="28671"/>
                  </a:cubicBezTo>
                  <a:cubicBezTo>
                    <a:pt x="22758" y="28671"/>
                    <a:pt x="22643" y="28532"/>
                    <a:pt x="22504" y="28532"/>
                  </a:cubicBezTo>
                  <a:cubicBezTo>
                    <a:pt x="22364" y="28532"/>
                    <a:pt x="22202" y="28300"/>
                    <a:pt x="22364" y="28254"/>
                  </a:cubicBezTo>
                  <a:cubicBezTo>
                    <a:pt x="22504" y="28208"/>
                    <a:pt x="22735" y="28092"/>
                    <a:pt x="22689" y="27953"/>
                  </a:cubicBezTo>
                  <a:cubicBezTo>
                    <a:pt x="22643" y="27837"/>
                    <a:pt x="22596" y="27605"/>
                    <a:pt x="22782" y="27582"/>
                  </a:cubicBezTo>
                  <a:cubicBezTo>
                    <a:pt x="22990" y="27559"/>
                    <a:pt x="23407" y="27559"/>
                    <a:pt x="23384" y="27489"/>
                  </a:cubicBezTo>
                  <a:cubicBezTo>
                    <a:pt x="23361" y="27397"/>
                    <a:pt x="22967" y="27350"/>
                    <a:pt x="22897" y="27234"/>
                  </a:cubicBezTo>
                  <a:cubicBezTo>
                    <a:pt x="22828" y="27118"/>
                    <a:pt x="22782" y="26817"/>
                    <a:pt x="22874" y="26771"/>
                  </a:cubicBezTo>
                  <a:cubicBezTo>
                    <a:pt x="22894" y="26758"/>
                    <a:pt x="22925" y="26754"/>
                    <a:pt x="22964" y="26754"/>
                  </a:cubicBezTo>
                  <a:cubicBezTo>
                    <a:pt x="23026" y="26754"/>
                    <a:pt x="23107" y="26764"/>
                    <a:pt x="23183" y="26764"/>
                  </a:cubicBezTo>
                  <a:cubicBezTo>
                    <a:pt x="23231" y="26764"/>
                    <a:pt x="23276" y="26760"/>
                    <a:pt x="23315" y="26748"/>
                  </a:cubicBezTo>
                  <a:cubicBezTo>
                    <a:pt x="23345" y="26739"/>
                    <a:pt x="23381" y="26736"/>
                    <a:pt x="23420" y="26736"/>
                  </a:cubicBezTo>
                  <a:cubicBezTo>
                    <a:pt x="23502" y="26736"/>
                    <a:pt x="23600" y="26749"/>
                    <a:pt x="23699" y="26749"/>
                  </a:cubicBezTo>
                  <a:cubicBezTo>
                    <a:pt x="23800" y="26749"/>
                    <a:pt x="23901" y="26735"/>
                    <a:pt x="23987" y="26678"/>
                  </a:cubicBezTo>
                  <a:cubicBezTo>
                    <a:pt x="24172" y="26539"/>
                    <a:pt x="24589" y="26516"/>
                    <a:pt x="24798" y="26516"/>
                  </a:cubicBezTo>
                  <a:cubicBezTo>
                    <a:pt x="25030" y="26516"/>
                    <a:pt x="25192" y="26377"/>
                    <a:pt x="25354" y="26330"/>
                  </a:cubicBezTo>
                  <a:cubicBezTo>
                    <a:pt x="25539" y="26307"/>
                    <a:pt x="26003" y="26238"/>
                    <a:pt x="26142" y="26191"/>
                  </a:cubicBezTo>
                  <a:cubicBezTo>
                    <a:pt x="26258" y="26145"/>
                    <a:pt x="26907" y="26052"/>
                    <a:pt x="26930" y="25936"/>
                  </a:cubicBezTo>
                  <a:cubicBezTo>
                    <a:pt x="26948" y="25830"/>
                    <a:pt x="27265" y="25751"/>
                    <a:pt x="27464" y="25751"/>
                  </a:cubicBezTo>
                  <a:cubicBezTo>
                    <a:pt x="27525" y="25751"/>
                    <a:pt x="27575" y="25758"/>
                    <a:pt x="27602" y="25774"/>
                  </a:cubicBezTo>
                  <a:cubicBezTo>
                    <a:pt x="27702" y="25824"/>
                    <a:pt x="27827" y="25862"/>
                    <a:pt x="27932" y="25862"/>
                  </a:cubicBezTo>
                  <a:cubicBezTo>
                    <a:pt x="27972" y="25862"/>
                    <a:pt x="28010" y="25857"/>
                    <a:pt x="28042" y="25844"/>
                  </a:cubicBezTo>
                  <a:cubicBezTo>
                    <a:pt x="28064" y="25831"/>
                    <a:pt x="28090" y="25825"/>
                    <a:pt x="28118" y="25825"/>
                  </a:cubicBezTo>
                  <a:cubicBezTo>
                    <a:pt x="28242" y="25825"/>
                    <a:pt x="28409" y="25939"/>
                    <a:pt x="28390" y="26052"/>
                  </a:cubicBezTo>
                  <a:cubicBezTo>
                    <a:pt x="28367" y="26191"/>
                    <a:pt x="28506" y="26330"/>
                    <a:pt x="28483" y="26446"/>
                  </a:cubicBezTo>
                  <a:cubicBezTo>
                    <a:pt x="28483" y="26539"/>
                    <a:pt x="28344" y="26585"/>
                    <a:pt x="28413" y="26678"/>
                  </a:cubicBezTo>
                  <a:cubicBezTo>
                    <a:pt x="28443" y="26700"/>
                    <a:pt x="28496" y="26711"/>
                    <a:pt x="28558" y="26711"/>
                  </a:cubicBezTo>
                  <a:cubicBezTo>
                    <a:pt x="28690" y="26711"/>
                    <a:pt x="28860" y="26664"/>
                    <a:pt x="28923" y="26585"/>
                  </a:cubicBezTo>
                  <a:cubicBezTo>
                    <a:pt x="28946" y="26557"/>
                    <a:pt x="28970" y="26545"/>
                    <a:pt x="28994" y="26545"/>
                  </a:cubicBezTo>
                  <a:cubicBezTo>
                    <a:pt x="29066" y="26545"/>
                    <a:pt x="29132" y="26655"/>
                    <a:pt x="29132" y="26724"/>
                  </a:cubicBezTo>
                  <a:cubicBezTo>
                    <a:pt x="29132" y="26767"/>
                    <a:pt x="29184" y="26810"/>
                    <a:pt x="29224" y="26810"/>
                  </a:cubicBezTo>
                  <a:cubicBezTo>
                    <a:pt x="29250" y="26810"/>
                    <a:pt x="29271" y="26793"/>
                    <a:pt x="29271" y="26748"/>
                  </a:cubicBezTo>
                  <a:cubicBezTo>
                    <a:pt x="29271" y="26716"/>
                    <a:pt x="29296" y="26703"/>
                    <a:pt x="29330" y="26703"/>
                  </a:cubicBezTo>
                  <a:cubicBezTo>
                    <a:pt x="29395" y="26703"/>
                    <a:pt x="29495" y="26748"/>
                    <a:pt x="29526" y="26794"/>
                  </a:cubicBezTo>
                  <a:cubicBezTo>
                    <a:pt x="29539" y="26807"/>
                    <a:pt x="29558" y="26812"/>
                    <a:pt x="29580" y="26812"/>
                  </a:cubicBezTo>
                  <a:cubicBezTo>
                    <a:pt x="29642" y="26812"/>
                    <a:pt x="29728" y="26774"/>
                    <a:pt x="29781" y="26774"/>
                  </a:cubicBezTo>
                  <a:cubicBezTo>
                    <a:pt x="29809" y="26774"/>
                    <a:pt x="29827" y="26785"/>
                    <a:pt x="29827" y="26817"/>
                  </a:cubicBezTo>
                  <a:cubicBezTo>
                    <a:pt x="29827" y="26956"/>
                    <a:pt x="29479" y="27049"/>
                    <a:pt x="29641" y="27188"/>
                  </a:cubicBezTo>
                  <a:cubicBezTo>
                    <a:pt x="29666" y="27208"/>
                    <a:pt x="29688" y="27216"/>
                    <a:pt x="29709" y="27216"/>
                  </a:cubicBezTo>
                  <a:cubicBezTo>
                    <a:pt x="29799" y="27216"/>
                    <a:pt x="29868" y="27067"/>
                    <a:pt x="29994" y="27067"/>
                  </a:cubicBezTo>
                  <a:cubicBezTo>
                    <a:pt x="30007" y="27067"/>
                    <a:pt x="30021" y="27068"/>
                    <a:pt x="30035" y="27072"/>
                  </a:cubicBezTo>
                  <a:cubicBezTo>
                    <a:pt x="30057" y="27080"/>
                    <a:pt x="30080" y="27084"/>
                    <a:pt x="30104" y="27084"/>
                  </a:cubicBezTo>
                  <a:cubicBezTo>
                    <a:pt x="30280" y="27084"/>
                    <a:pt x="30495" y="26881"/>
                    <a:pt x="30638" y="26840"/>
                  </a:cubicBezTo>
                  <a:cubicBezTo>
                    <a:pt x="30800" y="26794"/>
                    <a:pt x="30986" y="26655"/>
                    <a:pt x="31125" y="26562"/>
                  </a:cubicBezTo>
                  <a:cubicBezTo>
                    <a:pt x="31192" y="26524"/>
                    <a:pt x="31284" y="26505"/>
                    <a:pt x="31362" y="26505"/>
                  </a:cubicBezTo>
                  <a:cubicBezTo>
                    <a:pt x="31470" y="26505"/>
                    <a:pt x="31549" y="26541"/>
                    <a:pt x="31495" y="26609"/>
                  </a:cubicBezTo>
                  <a:cubicBezTo>
                    <a:pt x="31403" y="26701"/>
                    <a:pt x="31287" y="26887"/>
                    <a:pt x="31658" y="27003"/>
                  </a:cubicBezTo>
                  <a:cubicBezTo>
                    <a:pt x="32005" y="27142"/>
                    <a:pt x="32422" y="27837"/>
                    <a:pt x="32654" y="28208"/>
                  </a:cubicBezTo>
                  <a:cubicBezTo>
                    <a:pt x="32886" y="28555"/>
                    <a:pt x="33095" y="29181"/>
                    <a:pt x="33234" y="29181"/>
                  </a:cubicBezTo>
                  <a:cubicBezTo>
                    <a:pt x="33349" y="29181"/>
                    <a:pt x="33373" y="28857"/>
                    <a:pt x="33535" y="28833"/>
                  </a:cubicBezTo>
                  <a:cubicBezTo>
                    <a:pt x="33546" y="28830"/>
                    <a:pt x="33558" y="28829"/>
                    <a:pt x="33568" y="28829"/>
                  </a:cubicBezTo>
                  <a:cubicBezTo>
                    <a:pt x="33711" y="28829"/>
                    <a:pt x="33803" y="29092"/>
                    <a:pt x="33975" y="29135"/>
                  </a:cubicBezTo>
                  <a:cubicBezTo>
                    <a:pt x="34111" y="29154"/>
                    <a:pt x="34295" y="29238"/>
                    <a:pt x="34433" y="29238"/>
                  </a:cubicBezTo>
                  <a:cubicBezTo>
                    <a:pt x="34460" y="29238"/>
                    <a:pt x="34485" y="29235"/>
                    <a:pt x="34508" y="29227"/>
                  </a:cubicBezTo>
                  <a:cubicBezTo>
                    <a:pt x="34604" y="29170"/>
                    <a:pt x="34828" y="29048"/>
                    <a:pt x="34968" y="29048"/>
                  </a:cubicBezTo>
                  <a:cubicBezTo>
                    <a:pt x="34996" y="29048"/>
                    <a:pt x="35022" y="29053"/>
                    <a:pt x="35041" y="29065"/>
                  </a:cubicBezTo>
                  <a:cubicBezTo>
                    <a:pt x="35157" y="29111"/>
                    <a:pt x="35296" y="29111"/>
                    <a:pt x="35389" y="29343"/>
                  </a:cubicBezTo>
                  <a:cubicBezTo>
                    <a:pt x="35482" y="29575"/>
                    <a:pt x="35644" y="29621"/>
                    <a:pt x="35737" y="29621"/>
                  </a:cubicBezTo>
                  <a:cubicBezTo>
                    <a:pt x="35829" y="29621"/>
                    <a:pt x="35852" y="29737"/>
                    <a:pt x="35852" y="29830"/>
                  </a:cubicBezTo>
                  <a:cubicBezTo>
                    <a:pt x="35852" y="29923"/>
                    <a:pt x="36038" y="30062"/>
                    <a:pt x="36131" y="30062"/>
                  </a:cubicBezTo>
                  <a:cubicBezTo>
                    <a:pt x="36223" y="30062"/>
                    <a:pt x="36478" y="30038"/>
                    <a:pt x="36571" y="29969"/>
                  </a:cubicBezTo>
                  <a:cubicBezTo>
                    <a:pt x="36608" y="29944"/>
                    <a:pt x="36652" y="29919"/>
                    <a:pt x="36688" y="29919"/>
                  </a:cubicBezTo>
                  <a:cubicBezTo>
                    <a:pt x="36720" y="29919"/>
                    <a:pt x="36745" y="29938"/>
                    <a:pt x="36756" y="29992"/>
                  </a:cubicBezTo>
                  <a:cubicBezTo>
                    <a:pt x="36779" y="30108"/>
                    <a:pt x="36918" y="30293"/>
                    <a:pt x="37011" y="30293"/>
                  </a:cubicBezTo>
                  <a:cubicBezTo>
                    <a:pt x="37073" y="30293"/>
                    <a:pt x="37186" y="30324"/>
                    <a:pt x="37255" y="30324"/>
                  </a:cubicBezTo>
                  <a:cubicBezTo>
                    <a:pt x="37289" y="30324"/>
                    <a:pt x="37312" y="30317"/>
                    <a:pt x="37312" y="30293"/>
                  </a:cubicBezTo>
                  <a:cubicBezTo>
                    <a:pt x="37336" y="30201"/>
                    <a:pt x="37591" y="30154"/>
                    <a:pt x="37683" y="30131"/>
                  </a:cubicBezTo>
                  <a:cubicBezTo>
                    <a:pt x="37799" y="30131"/>
                    <a:pt x="38124" y="30062"/>
                    <a:pt x="38193" y="29923"/>
                  </a:cubicBezTo>
                  <a:cubicBezTo>
                    <a:pt x="38263" y="29760"/>
                    <a:pt x="38541" y="29760"/>
                    <a:pt x="38610" y="29668"/>
                  </a:cubicBezTo>
                  <a:cubicBezTo>
                    <a:pt x="38703" y="29575"/>
                    <a:pt x="38912" y="29529"/>
                    <a:pt x="38981" y="29436"/>
                  </a:cubicBezTo>
                  <a:cubicBezTo>
                    <a:pt x="39027" y="29343"/>
                    <a:pt x="39306" y="29343"/>
                    <a:pt x="39352" y="29274"/>
                  </a:cubicBezTo>
                  <a:cubicBezTo>
                    <a:pt x="39367" y="29212"/>
                    <a:pt x="39475" y="29191"/>
                    <a:pt x="39580" y="29191"/>
                  </a:cubicBezTo>
                  <a:cubicBezTo>
                    <a:pt x="39633" y="29191"/>
                    <a:pt x="39684" y="29196"/>
                    <a:pt x="39723" y="29204"/>
                  </a:cubicBezTo>
                  <a:cubicBezTo>
                    <a:pt x="39839" y="29227"/>
                    <a:pt x="40418" y="29343"/>
                    <a:pt x="40487" y="29343"/>
                  </a:cubicBezTo>
                  <a:cubicBezTo>
                    <a:pt x="40491" y="29342"/>
                    <a:pt x="40494" y="29342"/>
                    <a:pt x="40497" y="29342"/>
                  </a:cubicBezTo>
                  <a:cubicBezTo>
                    <a:pt x="40580" y="29342"/>
                    <a:pt x="40584" y="29622"/>
                    <a:pt x="40673" y="29645"/>
                  </a:cubicBezTo>
                  <a:cubicBezTo>
                    <a:pt x="40735" y="29665"/>
                    <a:pt x="40986" y="29837"/>
                    <a:pt x="41086" y="29837"/>
                  </a:cubicBezTo>
                  <a:cubicBezTo>
                    <a:pt x="41097" y="29837"/>
                    <a:pt x="41106" y="29835"/>
                    <a:pt x="41113" y="29830"/>
                  </a:cubicBezTo>
                  <a:cubicBezTo>
                    <a:pt x="41174" y="29784"/>
                    <a:pt x="41274" y="29739"/>
                    <a:pt x="41382" y="29739"/>
                  </a:cubicBezTo>
                  <a:cubicBezTo>
                    <a:pt x="41439" y="29739"/>
                    <a:pt x="41497" y="29752"/>
                    <a:pt x="41554" y="29784"/>
                  </a:cubicBezTo>
                  <a:cubicBezTo>
                    <a:pt x="41672" y="29851"/>
                    <a:pt x="41790" y="29943"/>
                    <a:pt x="41873" y="29943"/>
                  </a:cubicBezTo>
                  <a:cubicBezTo>
                    <a:pt x="41903" y="29943"/>
                    <a:pt x="41929" y="29931"/>
                    <a:pt x="41947" y="29899"/>
                  </a:cubicBezTo>
                  <a:cubicBezTo>
                    <a:pt x="42017" y="29784"/>
                    <a:pt x="42341" y="29737"/>
                    <a:pt x="42388" y="29668"/>
                  </a:cubicBezTo>
                  <a:cubicBezTo>
                    <a:pt x="42434" y="29621"/>
                    <a:pt x="42481" y="29413"/>
                    <a:pt x="42411" y="29343"/>
                  </a:cubicBezTo>
                  <a:cubicBezTo>
                    <a:pt x="42318" y="29297"/>
                    <a:pt x="42249" y="29019"/>
                    <a:pt x="42226" y="28903"/>
                  </a:cubicBezTo>
                  <a:cubicBezTo>
                    <a:pt x="42179" y="28764"/>
                    <a:pt x="42411" y="28741"/>
                    <a:pt x="42434" y="28625"/>
                  </a:cubicBezTo>
                  <a:cubicBezTo>
                    <a:pt x="42481" y="28509"/>
                    <a:pt x="42666" y="28486"/>
                    <a:pt x="42735" y="28439"/>
                  </a:cubicBezTo>
                  <a:cubicBezTo>
                    <a:pt x="42800" y="28375"/>
                    <a:pt x="42805" y="28251"/>
                    <a:pt x="42896" y="28251"/>
                  </a:cubicBezTo>
                  <a:cubicBezTo>
                    <a:pt x="42904" y="28251"/>
                    <a:pt x="42912" y="28252"/>
                    <a:pt x="42921" y="28254"/>
                  </a:cubicBezTo>
                  <a:cubicBezTo>
                    <a:pt x="43037" y="28277"/>
                    <a:pt x="43292" y="28370"/>
                    <a:pt x="43338" y="28416"/>
                  </a:cubicBezTo>
                  <a:cubicBezTo>
                    <a:pt x="43384" y="28463"/>
                    <a:pt x="43547" y="28486"/>
                    <a:pt x="43662" y="28486"/>
                  </a:cubicBezTo>
                  <a:cubicBezTo>
                    <a:pt x="43778" y="28486"/>
                    <a:pt x="43964" y="28602"/>
                    <a:pt x="44080" y="28648"/>
                  </a:cubicBezTo>
                  <a:cubicBezTo>
                    <a:pt x="44172" y="28717"/>
                    <a:pt x="44543" y="28717"/>
                    <a:pt x="44613" y="28810"/>
                  </a:cubicBezTo>
                  <a:cubicBezTo>
                    <a:pt x="44659" y="28926"/>
                    <a:pt x="44589" y="29181"/>
                    <a:pt x="44659" y="29297"/>
                  </a:cubicBezTo>
                  <a:cubicBezTo>
                    <a:pt x="44743" y="29381"/>
                    <a:pt x="44902" y="29558"/>
                    <a:pt x="44983" y="29558"/>
                  </a:cubicBezTo>
                  <a:cubicBezTo>
                    <a:pt x="44992" y="29558"/>
                    <a:pt x="45000" y="29556"/>
                    <a:pt x="45007" y="29552"/>
                  </a:cubicBezTo>
                  <a:cubicBezTo>
                    <a:pt x="45014" y="29547"/>
                    <a:pt x="45023" y="29545"/>
                    <a:pt x="45034" y="29545"/>
                  </a:cubicBezTo>
                  <a:cubicBezTo>
                    <a:pt x="45129" y="29545"/>
                    <a:pt x="45360" y="29693"/>
                    <a:pt x="45473" y="29693"/>
                  </a:cubicBezTo>
                  <a:cubicBezTo>
                    <a:pt x="45480" y="29693"/>
                    <a:pt x="45487" y="29692"/>
                    <a:pt x="45493" y="29691"/>
                  </a:cubicBezTo>
                  <a:cubicBezTo>
                    <a:pt x="45609" y="29668"/>
                    <a:pt x="45771" y="29505"/>
                    <a:pt x="45887" y="29505"/>
                  </a:cubicBezTo>
                  <a:cubicBezTo>
                    <a:pt x="45970" y="29505"/>
                    <a:pt x="46217" y="29432"/>
                    <a:pt x="46336" y="29432"/>
                  </a:cubicBezTo>
                  <a:cubicBezTo>
                    <a:pt x="46351" y="29432"/>
                    <a:pt x="46364" y="29433"/>
                    <a:pt x="46374" y="29436"/>
                  </a:cubicBezTo>
                  <a:cubicBezTo>
                    <a:pt x="46458" y="29457"/>
                    <a:pt x="46773" y="29555"/>
                    <a:pt x="46864" y="29555"/>
                  </a:cubicBezTo>
                  <a:cubicBezTo>
                    <a:pt x="46873" y="29555"/>
                    <a:pt x="46880" y="29554"/>
                    <a:pt x="46884" y="29552"/>
                  </a:cubicBezTo>
                  <a:cubicBezTo>
                    <a:pt x="46894" y="29542"/>
                    <a:pt x="46917" y="29537"/>
                    <a:pt x="46949" y="29537"/>
                  </a:cubicBezTo>
                  <a:cubicBezTo>
                    <a:pt x="47059" y="29537"/>
                    <a:pt x="47265" y="29595"/>
                    <a:pt x="47301" y="29668"/>
                  </a:cubicBezTo>
                  <a:cubicBezTo>
                    <a:pt x="47347" y="29760"/>
                    <a:pt x="47741" y="29760"/>
                    <a:pt x="47741" y="29876"/>
                  </a:cubicBezTo>
                  <a:cubicBezTo>
                    <a:pt x="47741" y="29992"/>
                    <a:pt x="47973" y="30038"/>
                    <a:pt x="48043" y="30178"/>
                  </a:cubicBezTo>
                  <a:cubicBezTo>
                    <a:pt x="48112" y="30317"/>
                    <a:pt x="48645" y="30224"/>
                    <a:pt x="48738" y="30317"/>
                  </a:cubicBezTo>
                  <a:cubicBezTo>
                    <a:pt x="48780" y="30348"/>
                    <a:pt x="48930" y="30360"/>
                    <a:pt x="49083" y="30360"/>
                  </a:cubicBezTo>
                  <a:cubicBezTo>
                    <a:pt x="49268" y="30360"/>
                    <a:pt x="49456" y="30342"/>
                    <a:pt x="49456" y="30317"/>
                  </a:cubicBezTo>
                  <a:cubicBezTo>
                    <a:pt x="49479" y="30247"/>
                    <a:pt x="50059" y="30201"/>
                    <a:pt x="50175" y="30131"/>
                  </a:cubicBezTo>
                  <a:cubicBezTo>
                    <a:pt x="50291" y="30038"/>
                    <a:pt x="50592" y="30085"/>
                    <a:pt x="50615" y="29969"/>
                  </a:cubicBezTo>
                  <a:cubicBezTo>
                    <a:pt x="50638" y="29853"/>
                    <a:pt x="50916" y="29784"/>
                    <a:pt x="51055" y="29668"/>
                  </a:cubicBezTo>
                  <a:cubicBezTo>
                    <a:pt x="51104" y="29629"/>
                    <a:pt x="51221" y="29610"/>
                    <a:pt x="51344" y="29610"/>
                  </a:cubicBezTo>
                  <a:cubicBezTo>
                    <a:pt x="51516" y="29610"/>
                    <a:pt x="51700" y="29647"/>
                    <a:pt x="51727" y="29714"/>
                  </a:cubicBezTo>
                  <a:cubicBezTo>
                    <a:pt x="51743" y="29793"/>
                    <a:pt x="51889" y="29829"/>
                    <a:pt x="52024" y="29829"/>
                  </a:cubicBezTo>
                  <a:cubicBezTo>
                    <a:pt x="52087" y="29829"/>
                    <a:pt x="52147" y="29821"/>
                    <a:pt x="52191" y="29807"/>
                  </a:cubicBezTo>
                  <a:cubicBezTo>
                    <a:pt x="52221" y="29797"/>
                    <a:pt x="52259" y="29792"/>
                    <a:pt x="52301" y="29792"/>
                  </a:cubicBezTo>
                  <a:cubicBezTo>
                    <a:pt x="52456" y="29792"/>
                    <a:pt x="52664" y="29855"/>
                    <a:pt x="52701" y="29946"/>
                  </a:cubicBezTo>
                  <a:cubicBezTo>
                    <a:pt x="52741" y="30026"/>
                    <a:pt x="53044" y="30089"/>
                    <a:pt x="53183" y="30089"/>
                  </a:cubicBezTo>
                  <a:cubicBezTo>
                    <a:pt x="53204" y="30089"/>
                    <a:pt x="53222" y="30088"/>
                    <a:pt x="53234" y="30085"/>
                  </a:cubicBezTo>
                  <a:cubicBezTo>
                    <a:pt x="53326" y="30038"/>
                    <a:pt x="53651" y="29830"/>
                    <a:pt x="53767" y="29807"/>
                  </a:cubicBezTo>
                  <a:cubicBezTo>
                    <a:pt x="53860" y="29784"/>
                    <a:pt x="54022" y="29668"/>
                    <a:pt x="53999" y="29575"/>
                  </a:cubicBezTo>
                  <a:cubicBezTo>
                    <a:pt x="53975" y="29459"/>
                    <a:pt x="54230" y="29135"/>
                    <a:pt x="54254" y="28996"/>
                  </a:cubicBezTo>
                  <a:cubicBezTo>
                    <a:pt x="54300" y="28880"/>
                    <a:pt x="54508" y="28509"/>
                    <a:pt x="54601" y="28486"/>
                  </a:cubicBezTo>
                  <a:cubicBezTo>
                    <a:pt x="54671" y="28439"/>
                    <a:pt x="54856" y="28300"/>
                    <a:pt x="54833" y="28208"/>
                  </a:cubicBezTo>
                  <a:cubicBezTo>
                    <a:pt x="54833" y="28115"/>
                    <a:pt x="54787" y="27814"/>
                    <a:pt x="54671" y="27814"/>
                  </a:cubicBezTo>
                  <a:cubicBezTo>
                    <a:pt x="54658" y="27814"/>
                    <a:pt x="54644" y="27814"/>
                    <a:pt x="54630" y="27814"/>
                  </a:cubicBezTo>
                  <a:cubicBezTo>
                    <a:pt x="54536" y="27814"/>
                    <a:pt x="54423" y="27797"/>
                    <a:pt x="54624" y="27536"/>
                  </a:cubicBezTo>
                  <a:cubicBezTo>
                    <a:pt x="54772" y="27329"/>
                    <a:pt x="54985" y="27292"/>
                    <a:pt x="55138" y="27292"/>
                  </a:cubicBezTo>
                  <a:cubicBezTo>
                    <a:pt x="55226" y="27292"/>
                    <a:pt x="55294" y="27304"/>
                    <a:pt x="55320" y="27304"/>
                  </a:cubicBezTo>
                  <a:cubicBezTo>
                    <a:pt x="55375" y="27304"/>
                    <a:pt x="55713" y="27215"/>
                    <a:pt x="55964" y="27215"/>
                  </a:cubicBezTo>
                  <a:cubicBezTo>
                    <a:pt x="56027" y="27215"/>
                    <a:pt x="56084" y="27220"/>
                    <a:pt x="56131" y="27234"/>
                  </a:cubicBezTo>
                  <a:cubicBezTo>
                    <a:pt x="56218" y="27260"/>
                    <a:pt x="56291" y="27264"/>
                    <a:pt x="56363" y="27264"/>
                  </a:cubicBezTo>
                  <a:cubicBezTo>
                    <a:pt x="56387" y="27264"/>
                    <a:pt x="56411" y="27263"/>
                    <a:pt x="56435" y="27263"/>
                  </a:cubicBezTo>
                  <a:cubicBezTo>
                    <a:pt x="56530" y="27263"/>
                    <a:pt x="56629" y="27269"/>
                    <a:pt x="56756" y="27327"/>
                  </a:cubicBezTo>
                  <a:cubicBezTo>
                    <a:pt x="56988" y="27466"/>
                    <a:pt x="57336" y="27420"/>
                    <a:pt x="57405" y="27536"/>
                  </a:cubicBezTo>
                  <a:cubicBezTo>
                    <a:pt x="57498" y="27651"/>
                    <a:pt x="57822" y="27744"/>
                    <a:pt x="57776" y="27930"/>
                  </a:cubicBezTo>
                  <a:cubicBezTo>
                    <a:pt x="57707" y="28138"/>
                    <a:pt x="57938" y="28022"/>
                    <a:pt x="58031" y="28439"/>
                  </a:cubicBezTo>
                  <a:cubicBezTo>
                    <a:pt x="58101" y="28857"/>
                    <a:pt x="58309" y="28880"/>
                    <a:pt x="58356" y="29088"/>
                  </a:cubicBezTo>
                  <a:cubicBezTo>
                    <a:pt x="58402" y="29274"/>
                    <a:pt x="58657" y="29621"/>
                    <a:pt x="58610" y="29737"/>
                  </a:cubicBezTo>
                  <a:cubicBezTo>
                    <a:pt x="58587" y="29853"/>
                    <a:pt x="58564" y="30038"/>
                    <a:pt x="58819" y="30062"/>
                  </a:cubicBezTo>
                  <a:cubicBezTo>
                    <a:pt x="59082" y="30062"/>
                    <a:pt x="59284" y="30249"/>
                    <a:pt x="59343" y="30249"/>
                  </a:cubicBezTo>
                  <a:cubicBezTo>
                    <a:pt x="59347" y="30249"/>
                    <a:pt x="59350" y="30248"/>
                    <a:pt x="59352" y="30247"/>
                  </a:cubicBezTo>
                  <a:cubicBezTo>
                    <a:pt x="59359" y="30245"/>
                    <a:pt x="59369" y="30244"/>
                    <a:pt x="59381" y="30244"/>
                  </a:cubicBezTo>
                  <a:cubicBezTo>
                    <a:pt x="59486" y="30244"/>
                    <a:pt x="59763" y="30333"/>
                    <a:pt x="59908" y="30479"/>
                  </a:cubicBezTo>
                  <a:cubicBezTo>
                    <a:pt x="60070" y="30641"/>
                    <a:pt x="60325" y="30572"/>
                    <a:pt x="60302" y="30757"/>
                  </a:cubicBezTo>
                  <a:cubicBezTo>
                    <a:pt x="60279" y="30919"/>
                    <a:pt x="60441" y="31058"/>
                    <a:pt x="60418" y="31220"/>
                  </a:cubicBezTo>
                  <a:cubicBezTo>
                    <a:pt x="60397" y="31345"/>
                    <a:pt x="60656" y="31433"/>
                    <a:pt x="60877" y="31433"/>
                  </a:cubicBezTo>
                  <a:cubicBezTo>
                    <a:pt x="60902" y="31433"/>
                    <a:pt x="60927" y="31431"/>
                    <a:pt x="60951" y="31429"/>
                  </a:cubicBezTo>
                  <a:cubicBezTo>
                    <a:pt x="60981" y="31426"/>
                    <a:pt x="61009" y="31425"/>
                    <a:pt x="61037" y="31425"/>
                  </a:cubicBezTo>
                  <a:cubicBezTo>
                    <a:pt x="61108" y="31425"/>
                    <a:pt x="61171" y="31432"/>
                    <a:pt x="61227" y="31432"/>
                  </a:cubicBezTo>
                  <a:cubicBezTo>
                    <a:pt x="61318" y="31432"/>
                    <a:pt x="61388" y="31413"/>
                    <a:pt x="61438" y="31313"/>
                  </a:cubicBezTo>
                  <a:cubicBezTo>
                    <a:pt x="61531" y="31128"/>
                    <a:pt x="61855" y="31197"/>
                    <a:pt x="61971" y="31128"/>
                  </a:cubicBezTo>
                  <a:cubicBezTo>
                    <a:pt x="62027" y="31083"/>
                    <a:pt x="62132" y="31038"/>
                    <a:pt x="62226" y="31038"/>
                  </a:cubicBezTo>
                  <a:cubicBezTo>
                    <a:pt x="62325" y="31038"/>
                    <a:pt x="62411" y="31088"/>
                    <a:pt x="62411" y="31244"/>
                  </a:cubicBezTo>
                  <a:cubicBezTo>
                    <a:pt x="62388" y="31522"/>
                    <a:pt x="62573" y="31591"/>
                    <a:pt x="62411" y="31684"/>
                  </a:cubicBezTo>
                  <a:cubicBezTo>
                    <a:pt x="62249" y="31777"/>
                    <a:pt x="62179" y="32194"/>
                    <a:pt x="62133" y="32379"/>
                  </a:cubicBezTo>
                  <a:cubicBezTo>
                    <a:pt x="62087" y="32565"/>
                    <a:pt x="61832" y="32611"/>
                    <a:pt x="61809" y="32796"/>
                  </a:cubicBezTo>
                  <a:cubicBezTo>
                    <a:pt x="61762" y="33005"/>
                    <a:pt x="61554" y="33005"/>
                    <a:pt x="61554" y="33167"/>
                  </a:cubicBezTo>
                  <a:cubicBezTo>
                    <a:pt x="61554" y="33230"/>
                    <a:pt x="61488" y="33255"/>
                    <a:pt x="61400" y="33255"/>
                  </a:cubicBezTo>
                  <a:cubicBezTo>
                    <a:pt x="61294" y="33255"/>
                    <a:pt x="61156" y="33218"/>
                    <a:pt x="61067" y="33167"/>
                  </a:cubicBezTo>
                  <a:cubicBezTo>
                    <a:pt x="61042" y="33150"/>
                    <a:pt x="61018" y="33142"/>
                    <a:pt x="60993" y="33142"/>
                  </a:cubicBezTo>
                  <a:cubicBezTo>
                    <a:pt x="60856" y="33142"/>
                    <a:pt x="60721" y="33376"/>
                    <a:pt x="60604" y="33376"/>
                  </a:cubicBezTo>
                  <a:cubicBezTo>
                    <a:pt x="60488" y="33376"/>
                    <a:pt x="60488" y="33654"/>
                    <a:pt x="60534" y="33747"/>
                  </a:cubicBezTo>
                  <a:cubicBezTo>
                    <a:pt x="60557" y="33862"/>
                    <a:pt x="60488" y="34025"/>
                    <a:pt x="60557" y="34210"/>
                  </a:cubicBezTo>
                  <a:cubicBezTo>
                    <a:pt x="60604" y="34303"/>
                    <a:pt x="60580" y="34511"/>
                    <a:pt x="60604" y="34720"/>
                  </a:cubicBezTo>
                  <a:cubicBezTo>
                    <a:pt x="60789" y="34581"/>
                    <a:pt x="60974" y="34488"/>
                    <a:pt x="61044" y="34488"/>
                  </a:cubicBezTo>
                  <a:cubicBezTo>
                    <a:pt x="61252" y="34488"/>
                    <a:pt x="61461" y="34836"/>
                    <a:pt x="61693" y="34836"/>
                  </a:cubicBezTo>
                  <a:cubicBezTo>
                    <a:pt x="61696" y="34836"/>
                    <a:pt x="61700" y="34836"/>
                    <a:pt x="61704" y="34836"/>
                  </a:cubicBezTo>
                  <a:cubicBezTo>
                    <a:pt x="61935" y="34836"/>
                    <a:pt x="62944" y="34162"/>
                    <a:pt x="62944" y="34048"/>
                  </a:cubicBezTo>
                  <a:cubicBezTo>
                    <a:pt x="62944" y="33932"/>
                    <a:pt x="63547" y="33353"/>
                    <a:pt x="63825" y="33074"/>
                  </a:cubicBezTo>
                  <a:cubicBezTo>
                    <a:pt x="64103" y="32773"/>
                    <a:pt x="64497" y="32333"/>
                    <a:pt x="64636" y="31985"/>
                  </a:cubicBezTo>
                  <a:cubicBezTo>
                    <a:pt x="64729" y="31777"/>
                    <a:pt x="65123" y="31383"/>
                    <a:pt x="65215" y="31220"/>
                  </a:cubicBezTo>
                  <a:cubicBezTo>
                    <a:pt x="65308" y="31058"/>
                    <a:pt x="65378" y="31035"/>
                    <a:pt x="65563" y="30664"/>
                  </a:cubicBezTo>
                  <a:cubicBezTo>
                    <a:pt x="65725" y="30270"/>
                    <a:pt x="65725" y="29274"/>
                    <a:pt x="65795" y="29227"/>
                  </a:cubicBezTo>
                  <a:cubicBezTo>
                    <a:pt x="65841" y="29158"/>
                    <a:pt x="65818" y="28996"/>
                    <a:pt x="65887" y="28880"/>
                  </a:cubicBezTo>
                  <a:cubicBezTo>
                    <a:pt x="65980" y="28787"/>
                    <a:pt x="65934" y="28625"/>
                    <a:pt x="66096" y="28486"/>
                  </a:cubicBezTo>
                  <a:cubicBezTo>
                    <a:pt x="66258" y="28347"/>
                    <a:pt x="66235" y="28231"/>
                    <a:pt x="66189" y="28138"/>
                  </a:cubicBezTo>
                  <a:cubicBezTo>
                    <a:pt x="66142" y="28022"/>
                    <a:pt x="66189" y="27790"/>
                    <a:pt x="66142" y="27721"/>
                  </a:cubicBezTo>
                  <a:cubicBezTo>
                    <a:pt x="66119" y="27651"/>
                    <a:pt x="66119" y="27605"/>
                    <a:pt x="66212" y="27559"/>
                  </a:cubicBezTo>
                  <a:cubicBezTo>
                    <a:pt x="66305" y="27512"/>
                    <a:pt x="66142" y="27350"/>
                    <a:pt x="66003" y="27281"/>
                  </a:cubicBezTo>
                  <a:cubicBezTo>
                    <a:pt x="65887" y="27234"/>
                    <a:pt x="65702" y="27165"/>
                    <a:pt x="65679" y="27026"/>
                  </a:cubicBezTo>
                  <a:cubicBezTo>
                    <a:pt x="65657" y="26873"/>
                    <a:pt x="65450" y="26699"/>
                    <a:pt x="65290" y="26699"/>
                  </a:cubicBezTo>
                  <a:cubicBezTo>
                    <a:pt x="65281" y="26699"/>
                    <a:pt x="65271" y="26700"/>
                    <a:pt x="65262" y="26701"/>
                  </a:cubicBezTo>
                  <a:cubicBezTo>
                    <a:pt x="65138" y="26701"/>
                    <a:pt x="64953" y="26650"/>
                    <a:pt x="64850" y="26650"/>
                  </a:cubicBezTo>
                  <a:cubicBezTo>
                    <a:pt x="64798" y="26650"/>
                    <a:pt x="64767" y="26663"/>
                    <a:pt x="64775" y="26701"/>
                  </a:cubicBezTo>
                  <a:cubicBezTo>
                    <a:pt x="64817" y="26805"/>
                    <a:pt x="64784" y="26890"/>
                    <a:pt x="64710" y="26890"/>
                  </a:cubicBezTo>
                  <a:cubicBezTo>
                    <a:pt x="64701" y="26890"/>
                    <a:pt x="64692" y="26889"/>
                    <a:pt x="64682" y="26887"/>
                  </a:cubicBezTo>
                  <a:cubicBezTo>
                    <a:pt x="64671" y="26884"/>
                    <a:pt x="64660" y="26882"/>
                    <a:pt x="64650" y="26882"/>
                  </a:cubicBezTo>
                  <a:cubicBezTo>
                    <a:pt x="64577" y="26882"/>
                    <a:pt x="64532" y="26953"/>
                    <a:pt x="64451" y="27095"/>
                  </a:cubicBezTo>
                  <a:cubicBezTo>
                    <a:pt x="64389" y="27182"/>
                    <a:pt x="64253" y="27229"/>
                    <a:pt x="64170" y="27229"/>
                  </a:cubicBezTo>
                  <a:cubicBezTo>
                    <a:pt x="64097" y="27229"/>
                    <a:pt x="64063" y="27194"/>
                    <a:pt x="64149" y="27118"/>
                  </a:cubicBezTo>
                  <a:cubicBezTo>
                    <a:pt x="64312" y="26979"/>
                    <a:pt x="64080" y="26956"/>
                    <a:pt x="64126" y="26817"/>
                  </a:cubicBezTo>
                  <a:cubicBezTo>
                    <a:pt x="64145" y="26688"/>
                    <a:pt x="64237" y="26558"/>
                    <a:pt x="64179" y="26558"/>
                  </a:cubicBezTo>
                  <a:cubicBezTo>
                    <a:pt x="64165" y="26558"/>
                    <a:pt x="64140" y="26567"/>
                    <a:pt x="64103" y="26585"/>
                  </a:cubicBezTo>
                  <a:cubicBezTo>
                    <a:pt x="63918" y="26701"/>
                    <a:pt x="63918" y="26956"/>
                    <a:pt x="63755" y="26979"/>
                  </a:cubicBezTo>
                  <a:cubicBezTo>
                    <a:pt x="63752" y="26980"/>
                    <a:pt x="63749" y="26980"/>
                    <a:pt x="63746" y="26980"/>
                  </a:cubicBezTo>
                  <a:cubicBezTo>
                    <a:pt x="63619" y="26980"/>
                    <a:pt x="63664" y="26536"/>
                    <a:pt x="63709" y="26423"/>
                  </a:cubicBezTo>
                  <a:cubicBezTo>
                    <a:pt x="63717" y="26383"/>
                    <a:pt x="63683" y="26371"/>
                    <a:pt x="63623" y="26371"/>
                  </a:cubicBezTo>
                  <a:cubicBezTo>
                    <a:pt x="63525" y="26371"/>
                    <a:pt x="63355" y="26403"/>
                    <a:pt x="63176" y="26403"/>
                  </a:cubicBezTo>
                  <a:cubicBezTo>
                    <a:pt x="63145" y="26403"/>
                    <a:pt x="63114" y="26402"/>
                    <a:pt x="63083" y="26400"/>
                  </a:cubicBezTo>
                  <a:cubicBezTo>
                    <a:pt x="62736" y="26377"/>
                    <a:pt x="62828" y="26145"/>
                    <a:pt x="63106" y="26006"/>
                  </a:cubicBezTo>
                  <a:cubicBezTo>
                    <a:pt x="63385" y="25844"/>
                    <a:pt x="63315" y="25705"/>
                    <a:pt x="63454" y="25658"/>
                  </a:cubicBezTo>
                  <a:cubicBezTo>
                    <a:pt x="63593" y="25612"/>
                    <a:pt x="63964" y="25380"/>
                    <a:pt x="64172" y="25241"/>
                  </a:cubicBezTo>
                  <a:cubicBezTo>
                    <a:pt x="64381" y="25125"/>
                    <a:pt x="64404" y="24986"/>
                    <a:pt x="64474" y="24847"/>
                  </a:cubicBezTo>
                  <a:cubicBezTo>
                    <a:pt x="64520" y="24708"/>
                    <a:pt x="64891" y="24546"/>
                    <a:pt x="65239" y="24268"/>
                  </a:cubicBezTo>
                  <a:cubicBezTo>
                    <a:pt x="65586" y="23990"/>
                    <a:pt x="65772" y="23828"/>
                    <a:pt x="65841" y="23642"/>
                  </a:cubicBezTo>
                  <a:cubicBezTo>
                    <a:pt x="65934" y="23480"/>
                    <a:pt x="66444" y="23271"/>
                    <a:pt x="66444" y="23132"/>
                  </a:cubicBezTo>
                  <a:cubicBezTo>
                    <a:pt x="66467" y="23016"/>
                    <a:pt x="67069" y="22692"/>
                    <a:pt x="67463" y="22599"/>
                  </a:cubicBezTo>
                  <a:cubicBezTo>
                    <a:pt x="67561" y="22583"/>
                    <a:pt x="67671" y="22576"/>
                    <a:pt x="67784" y="22576"/>
                  </a:cubicBezTo>
                  <a:cubicBezTo>
                    <a:pt x="68156" y="22576"/>
                    <a:pt x="68562" y="22655"/>
                    <a:pt x="68668" y="22761"/>
                  </a:cubicBezTo>
                  <a:cubicBezTo>
                    <a:pt x="68717" y="22810"/>
                    <a:pt x="68762" y="22830"/>
                    <a:pt x="68802" y="22830"/>
                  </a:cubicBezTo>
                  <a:cubicBezTo>
                    <a:pt x="68858" y="22830"/>
                    <a:pt x="68906" y="22792"/>
                    <a:pt x="68947" y="22738"/>
                  </a:cubicBezTo>
                  <a:cubicBezTo>
                    <a:pt x="68978" y="22707"/>
                    <a:pt x="69028" y="22694"/>
                    <a:pt x="69100" y="22694"/>
                  </a:cubicBezTo>
                  <a:cubicBezTo>
                    <a:pt x="69186" y="22694"/>
                    <a:pt x="69304" y="22713"/>
                    <a:pt x="69456" y="22738"/>
                  </a:cubicBezTo>
                  <a:cubicBezTo>
                    <a:pt x="69475" y="22740"/>
                    <a:pt x="69493" y="22741"/>
                    <a:pt x="69510" y="22741"/>
                  </a:cubicBezTo>
                  <a:cubicBezTo>
                    <a:pt x="69700" y="22741"/>
                    <a:pt x="69783" y="22651"/>
                    <a:pt x="69899" y="22651"/>
                  </a:cubicBezTo>
                  <a:cubicBezTo>
                    <a:pt x="69927" y="22651"/>
                    <a:pt x="69956" y="22656"/>
                    <a:pt x="69989" y="22669"/>
                  </a:cubicBezTo>
                  <a:cubicBezTo>
                    <a:pt x="70065" y="22688"/>
                    <a:pt x="70133" y="22707"/>
                    <a:pt x="70195" y="22707"/>
                  </a:cubicBezTo>
                  <a:cubicBezTo>
                    <a:pt x="70285" y="22707"/>
                    <a:pt x="70361" y="22667"/>
                    <a:pt x="70430" y="22530"/>
                  </a:cubicBezTo>
                  <a:cubicBezTo>
                    <a:pt x="70493" y="22416"/>
                    <a:pt x="70679" y="22378"/>
                    <a:pt x="70854" y="22378"/>
                  </a:cubicBezTo>
                  <a:cubicBezTo>
                    <a:pt x="71002" y="22378"/>
                    <a:pt x="71142" y="22405"/>
                    <a:pt x="71195" y="22437"/>
                  </a:cubicBezTo>
                  <a:cubicBezTo>
                    <a:pt x="71276" y="22502"/>
                    <a:pt x="71357" y="22578"/>
                    <a:pt x="71462" y="22578"/>
                  </a:cubicBezTo>
                  <a:cubicBezTo>
                    <a:pt x="71507" y="22578"/>
                    <a:pt x="71556" y="22564"/>
                    <a:pt x="71612" y="22530"/>
                  </a:cubicBezTo>
                  <a:cubicBezTo>
                    <a:pt x="71646" y="22504"/>
                    <a:pt x="71674" y="22493"/>
                    <a:pt x="71698" y="22493"/>
                  </a:cubicBezTo>
                  <a:cubicBezTo>
                    <a:pt x="71804" y="22493"/>
                    <a:pt x="71832" y="22696"/>
                    <a:pt x="71983" y="22715"/>
                  </a:cubicBezTo>
                  <a:cubicBezTo>
                    <a:pt x="72168" y="22738"/>
                    <a:pt x="72052" y="22901"/>
                    <a:pt x="71890" y="22901"/>
                  </a:cubicBezTo>
                  <a:cubicBezTo>
                    <a:pt x="71873" y="22898"/>
                    <a:pt x="71856" y="22897"/>
                    <a:pt x="71839" y="22897"/>
                  </a:cubicBezTo>
                  <a:cubicBezTo>
                    <a:pt x="71693" y="22897"/>
                    <a:pt x="71562" y="22982"/>
                    <a:pt x="71728" y="23086"/>
                  </a:cubicBezTo>
                  <a:cubicBezTo>
                    <a:pt x="71762" y="23103"/>
                    <a:pt x="71796" y="23110"/>
                    <a:pt x="71832" y="23110"/>
                  </a:cubicBezTo>
                  <a:cubicBezTo>
                    <a:pt x="71977" y="23110"/>
                    <a:pt x="72126" y="22991"/>
                    <a:pt x="72238" y="22991"/>
                  </a:cubicBezTo>
                  <a:cubicBezTo>
                    <a:pt x="72246" y="22991"/>
                    <a:pt x="72253" y="22992"/>
                    <a:pt x="72261" y="22993"/>
                  </a:cubicBezTo>
                  <a:cubicBezTo>
                    <a:pt x="72311" y="23000"/>
                    <a:pt x="72365" y="23005"/>
                    <a:pt x="72423" y="23005"/>
                  </a:cubicBezTo>
                  <a:cubicBezTo>
                    <a:pt x="72552" y="23005"/>
                    <a:pt x="72696" y="22981"/>
                    <a:pt x="72840" y="22901"/>
                  </a:cubicBezTo>
                  <a:cubicBezTo>
                    <a:pt x="72891" y="22867"/>
                    <a:pt x="72932" y="22855"/>
                    <a:pt x="72967" y="22855"/>
                  </a:cubicBezTo>
                  <a:cubicBezTo>
                    <a:pt x="73051" y="22855"/>
                    <a:pt x="73101" y="22923"/>
                    <a:pt x="73168" y="22923"/>
                  </a:cubicBezTo>
                  <a:cubicBezTo>
                    <a:pt x="73188" y="22923"/>
                    <a:pt x="73209" y="22917"/>
                    <a:pt x="73234" y="22901"/>
                  </a:cubicBezTo>
                  <a:cubicBezTo>
                    <a:pt x="73331" y="22804"/>
                    <a:pt x="73556" y="22756"/>
                    <a:pt x="73709" y="22756"/>
                  </a:cubicBezTo>
                  <a:cubicBezTo>
                    <a:pt x="73739" y="22756"/>
                    <a:pt x="73767" y="22758"/>
                    <a:pt x="73790" y="22761"/>
                  </a:cubicBezTo>
                  <a:cubicBezTo>
                    <a:pt x="73929" y="22761"/>
                    <a:pt x="73813" y="22576"/>
                    <a:pt x="73582" y="22576"/>
                  </a:cubicBezTo>
                  <a:cubicBezTo>
                    <a:pt x="73327" y="22576"/>
                    <a:pt x="73350" y="22460"/>
                    <a:pt x="73535" y="22113"/>
                  </a:cubicBezTo>
                  <a:cubicBezTo>
                    <a:pt x="73721" y="21788"/>
                    <a:pt x="74091" y="21626"/>
                    <a:pt x="74346" y="21417"/>
                  </a:cubicBezTo>
                  <a:cubicBezTo>
                    <a:pt x="74578" y="21209"/>
                    <a:pt x="74740" y="21301"/>
                    <a:pt x="74740" y="21186"/>
                  </a:cubicBezTo>
                  <a:cubicBezTo>
                    <a:pt x="74740" y="21047"/>
                    <a:pt x="74856" y="20676"/>
                    <a:pt x="75018" y="20676"/>
                  </a:cubicBezTo>
                  <a:cubicBezTo>
                    <a:pt x="75111" y="20676"/>
                    <a:pt x="75268" y="20693"/>
                    <a:pt x="75436" y="20693"/>
                  </a:cubicBezTo>
                  <a:cubicBezTo>
                    <a:pt x="75604" y="20693"/>
                    <a:pt x="75783" y="20676"/>
                    <a:pt x="75922" y="20606"/>
                  </a:cubicBezTo>
                  <a:cubicBezTo>
                    <a:pt x="75988" y="20568"/>
                    <a:pt x="76037" y="20553"/>
                    <a:pt x="76075" y="20553"/>
                  </a:cubicBezTo>
                  <a:cubicBezTo>
                    <a:pt x="76197" y="20553"/>
                    <a:pt x="76205" y="20710"/>
                    <a:pt x="76293" y="20745"/>
                  </a:cubicBezTo>
                  <a:cubicBezTo>
                    <a:pt x="76302" y="20749"/>
                    <a:pt x="76311" y="20750"/>
                    <a:pt x="76321" y="20750"/>
                  </a:cubicBezTo>
                  <a:cubicBezTo>
                    <a:pt x="76413" y="20750"/>
                    <a:pt x="76519" y="20587"/>
                    <a:pt x="76627" y="20587"/>
                  </a:cubicBezTo>
                  <a:cubicBezTo>
                    <a:pt x="76647" y="20587"/>
                    <a:pt x="76667" y="20593"/>
                    <a:pt x="76687" y="20606"/>
                  </a:cubicBezTo>
                  <a:cubicBezTo>
                    <a:pt x="76803" y="20676"/>
                    <a:pt x="76479" y="20861"/>
                    <a:pt x="76409" y="21116"/>
                  </a:cubicBezTo>
                  <a:cubicBezTo>
                    <a:pt x="76339" y="21348"/>
                    <a:pt x="76571" y="21255"/>
                    <a:pt x="76710" y="21325"/>
                  </a:cubicBezTo>
                  <a:cubicBezTo>
                    <a:pt x="76849" y="21371"/>
                    <a:pt x="76548" y="21487"/>
                    <a:pt x="76571" y="21533"/>
                  </a:cubicBezTo>
                  <a:cubicBezTo>
                    <a:pt x="76586" y="21555"/>
                    <a:pt x="76620" y="21570"/>
                    <a:pt x="76671" y="21570"/>
                  </a:cubicBezTo>
                  <a:cubicBezTo>
                    <a:pt x="76786" y="21570"/>
                    <a:pt x="76987" y="21495"/>
                    <a:pt x="77243" y="21255"/>
                  </a:cubicBezTo>
                  <a:cubicBezTo>
                    <a:pt x="77563" y="20936"/>
                    <a:pt x="77863" y="20812"/>
                    <a:pt x="78089" y="20812"/>
                  </a:cubicBezTo>
                  <a:cubicBezTo>
                    <a:pt x="78109" y="20812"/>
                    <a:pt x="78128" y="20813"/>
                    <a:pt x="78147" y="20815"/>
                  </a:cubicBezTo>
                  <a:cubicBezTo>
                    <a:pt x="78159" y="20816"/>
                    <a:pt x="78170" y="20817"/>
                    <a:pt x="78179" y="20817"/>
                  </a:cubicBezTo>
                  <a:cubicBezTo>
                    <a:pt x="78365" y="20817"/>
                    <a:pt x="78241" y="20612"/>
                    <a:pt x="78263" y="20282"/>
                  </a:cubicBezTo>
                  <a:cubicBezTo>
                    <a:pt x="78263" y="20036"/>
                    <a:pt x="78662" y="19923"/>
                    <a:pt x="78956" y="19923"/>
                  </a:cubicBezTo>
                  <a:cubicBezTo>
                    <a:pt x="79050" y="19923"/>
                    <a:pt x="79134" y="19935"/>
                    <a:pt x="79190" y="19957"/>
                  </a:cubicBezTo>
                  <a:cubicBezTo>
                    <a:pt x="79379" y="20033"/>
                    <a:pt x="79398" y="20109"/>
                    <a:pt x="79286" y="20109"/>
                  </a:cubicBezTo>
                  <a:cubicBezTo>
                    <a:pt x="79260" y="20109"/>
                    <a:pt x="79228" y="20105"/>
                    <a:pt x="79190" y="20096"/>
                  </a:cubicBezTo>
                  <a:cubicBezTo>
                    <a:pt x="79160" y="20087"/>
                    <a:pt x="79130" y="20083"/>
                    <a:pt x="79101" y="20083"/>
                  </a:cubicBezTo>
                  <a:cubicBezTo>
                    <a:pt x="78913" y="20083"/>
                    <a:pt x="78773" y="20272"/>
                    <a:pt x="78773" y="20513"/>
                  </a:cubicBezTo>
                  <a:cubicBezTo>
                    <a:pt x="78773" y="20768"/>
                    <a:pt x="78587" y="20861"/>
                    <a:pt x="78680" y="20977"/>
                  </a:cubicBezTo>
                  <a:cubicBezTo>
                    <a:pt x="78796" y="21070"/>
                    <a:pt x="78541" y="21093"/>
                    <a:pt x="78518" y="21209"/>
                  </a:cubicBezTo>
                  <a:cubicBezTo>
                    <a:pt x="78518" y="21325"/>
                    <a:pt x="78518" y="21417"/>
                    <a:pt x="78356" y="21464"/>
                  </a:cubicBezTo>
                  <a:cubicBezTo>
                    <a:pt x="78193" y="21510"/>
                    <a:pt x="77660" y="21580"/>
                    <a:pt x="77637" y="21788"/>
                  </a:cubicBezTo>
                  <a:cubicBezTo>
                    <a:pt x="77614" y="21997"/>
                    <a:pt x="77336" y="22020"/>
                    <a:pt x="77197" y="22275"/>
                  </a:cubicBezTo>
                  <a:cubicBezTo>
                    <a:pt x="77058" y="22530"/>
                    <a:pt x="76525" y="22692"/>
                    <a:pt x="76200" y="23202"/>
                  </a:cubicBezTo>
                  <a:cubicBezTo>
                    <a:pt x="75853" y="23712"/>
                    <a:pt x="75297" y="23712"/>
                    <a:pt x="75297" y="23828"/>
                  </a:cubicBezTo>
                  <a:cubicBezTo>
                    <a:pt x="75297" y="23920"/>
                    <a:pt x="74926" y="23897"/>
                    <a:pt x="74787" y="23920"/>
                  </a:cubicBezTo>
                  <a:cubicBezTo>
                    <a:pt x="74648" y="23943"/>
                    <a:pt x="74903" y="24245"/>
                    <a:pt x="74601" y="24592"/>
                  </a:cubicBezTo>
                  <a:cubicBezTo>
                    <a:pt x="74300" y="24917"/>
                    <a:pt x="74091" y="25380"/>
                    <a:pt x="74091" y="25844"/>
                  </a:cubicBezTo>
                  <a:cubicBezTo>
                    <a:pt x="74115" y="26307"/>
                    <a:pt x="74254" y="27628"/>
                    <a:pt x="74393" y="27860"/>
                  </a:cubicBezTo>
                  <a:cubicBezTo>
                    <a:pt x="74532" y="28092"/>
                    <a:pt x="74462" y="28671"/>
                    <a:pt x="74555" y="28787"/>
                  </a:cubicBezTo>
                  <a:cubicBezTo>
                    <a:pt x="74671" y="28903"/>
                    <a:pt x="74648" y="29111"/>
                    <a:pt x="74717" y="29181"/>
                  </a:cubicBezTo>
                  <a:cubicBezTo>
                    <a:pt x="74723" y="29187"/>
                    <a:pt x="74730" y="29189"/>
                    <a:pt x="74738" y="29189"/>
                  </a:cubicBezTo>
                  <a:cubicBezTo>
                    <a:pt x="74834" y="29189"/>
                    <a:pt x="75103" y="28844"/>
                    <a:pt x="75273" y="28694"/>
                  </a:cubicBezTo>
                  <a:cubicBezTo>
                    <a:pt x="75482" y="28532"/>
                    <a:pt x="75412" y="28463"/>
                    <a:pt x="75551" y="28370"/>
                  </a:cubicBezTo>
                  <a:cubicBezTo>
                    <a:pt x="75691" y="28277"/>
                    <a:pt x="75644" y="27906"/>
                    <a:pt x="75691" y="27814"/>
                  </a:cubicBezTo>
                  <a:cubicBezTo>
                    <a:pt x="75714" y="27721"/>
                    <a:pt x="75969" y="27675"/>
                    <a:pt x="76061" y="27559"/>
                  </a:cubicBezTo>
                  <a:cubicBezTo>
                    <a:pt x="76096" y="27512"/>
                    <a:pt x="76166" y="27507"/>
                    <a:pt x="76241" y="27507"/>
                  </a:cubicBezTo>
                  <a:cubicBezTo>
                    <a:pt x="76266" y="27507"/>
                    <a:pt x="76292" y="27507"/>
                    <a:pt x="76317" y="27507"/>
                  </a:cubicBezTo>
                  <a:cubicBezTo>
                    <a:pt x="76368" y="27507"/>
                    <a:pt x="76417" y="27505"/>
                    <a:pt x="76455" y="27489"/>
                  </a:cubicBezTo>
                  <a:cubicBezTo>
                    <a:pt x="76571" y="27443"/>
                    <a:pt x="76455" y="27188"/>
                    <a:pt x="76409" y="27026"/>
                  </a:cubicBezTo>
                  <a:cubicBezTo>
                    <a:pt x="76363" y="26863"/>
                    <a:pt x="76733" y="26655"/>
                    <a:pt x="76919" y="26516"/>
                  </a:cubicBezTo>
                  <a:cubicBezTo>
                    <a:pt x="76970" y="26487"/>
                    <a:pt x="77022" y="26479"/>
                    <a:pt x="77076" y="26479"/>
                  </a:cubicBezTo>
                  <a:cubicBezTo>
                    <a:pt x="77166" y="26479"/>
                    <a:pt x="77260" y="26504"/>
                    <a:pt x="77354" y="26504"/>
                  </a:cubicBezTo>
                  <a:cubicBezTo>
                    <a:pt x="77432" y="26504"/>
                    <a:pt x="77512" y="26487"/>
                    <a:pt x="77591" y="26423"/>
                  </a:cubicBezTo>
                  <a:cubicBezTo>
                    <a:pt x="77799" y="26215"/>
                    <a:pt x="77568" y="25983"/>
                    <a:pt x="77498" y="25867"/>
                  </a:cubicBezTo>
                  <a:cubicBezTo>
                    <a:pt x="77406" y="25774"/>
                    <a:pt x="77707" y="25264"/>
                    <a:pt x="77869" y="25218"/>
                  </a:cubicBezTo>
                  <a:cubicBezTo>
                    <a:pt x="77900" y="25206"/>
                    <a:pt x="77928" y="25202"/>
                    <a:pt x="77954" y="25202"/>
                  </a:cubicBezTo>
                  <a:cubicBezTo>
                    <a:pt x="78037" y="25202"/>
                    <a:pt x="78095" y="25248"/>
                    <a:pt x="78164" y="25248"/>
                  </a:cubicBezTo>
                  <a:cubicBezTo>
                    <a:pt x="78200" y="25248"/>
                    <a:pt x="78239" y="25235"/>
                    <a:pt x="78286" y="25195"/>
                  </a:cubicBezTo>
                  <a:cubicBezTo>
                    <a:pt x="78441" y="25040"/>
                    <a:pt x="78174" y="24822"/>
                    <a:pt x="78049" y="24822"/>
                  </a:cubicBezTo>
                  <a:cubicBezTo>
                    <a:pt x="78043" y="24822"/>
                    <a:pt x="78037" y="24823"/>
                    <a:pt x="78031" y="24824"/>
                  </a:cubicBezTo>
                  <a:cubicBezTo>
                    <a:pt x="78028" y="24825"/>
                    <a:pt x="78025" y="24825"/>
                    <a:pt x="78023" y="24825"/>
                  </a:cubicBezTo>
                  <a:cubicBezTo>
                    <a:pt x="77914" y="24825"/>
                    <a:pt x="77899" y="24402"/>
                    <a:pt x="78147" y="24198"/>
                  </a:cubicBezTo>
                  <a:cubicBezTo>
                    <a:pt x="78425" y="24013"/>
                    <a:pt x="78309" y="23967"/>
                    <a:pt x="78124" y="23920"/>
                  </a:cubicBezTo>
                  <a:cubicBezTo>
                    <a:pt x="78083" y="23909"/>
                    <a:pt x="78050" y="23904"/>
                    <a:pt x="78021" y="23904"/>
                  </a:cubicBezTo>
                  <a:cubicBezTo>
                    <a:pt x="77933" y="23904"/>
                    <a:pt x="77881" y="23943"/>
                    <a:pt x="77776" y="23943"/>
                  </a:cubicBezTo>
                  <a:cubicBezTo>
                    <a:pt x="77660" y="23943"/>
                    <a:pt x="77521" y="23665"/>
                    <a:pt x="77730" y="23387"/>
                  </a:cubicBezTo>
                  <a:cubicBezTo>
                    <a:pt x="77939" y="23086"/>
                    <a:pt x="78124" y="23132"/>
                    <a:pt x="78193" y="22901"/>
                  </a:cubicBezTo>
                  <a:cubicBezTo>
                    <a:pt x="78240" y="22669"/>
                    <a:pt x="78518" y="22321"/>
                    <a:pt x="78587" y="22205"/>
                  </a:cubicBezTo>
                  <a:cubicBezTo>
                    <a:pt x="78611" y="22165"/>
                    <a:pt x="78663" y="22153"/>
                    <a:pt x="78725" y="22153"/>
                  </a:cubicBezTo>
                  <a:cubicBezTo>
                    <a:pt x="78826" y="22153"/>
                    <a:pt x="78954" y="22185"/>
                    <a:pt x="79036" y="22185"/>
                  </a:cubicBezTo>
                  <a:cubicBezTo>
                    <a:pt x="79050" y="22185"/>
                    <a:pt x="79063" y="22184"/>
                    <a:pt x="79074" y="22182"/>
                  </a:cubicBezTo>
                  <a:cubicBezTo>
                    <a:pt x="79080" y="22181"/>
                    <a:pt x="79085" y="22180"/>
                    <a:pt x="79090" y="22180"/>
                  </a:cubicBezTo>
                  <a:cubicBezTo>
                    <a:pt x="79166" y="22180"/>
                    <a:pt x="79160" y="22307"/>
                    <a:pt x="79218" y="22307"/>
                  </a:cubicBezTo>
                  <a:cubicBezTo>
                    <a:pt x="79234" y="22307"/>
                    <a:pt x="79255" y="22298"/>
                    <a:pt x="79283" y="22275"/>
                  </a:cubicBezTo>
                  <a:cubicBezTo>
                    <a:pt x="79422" y="22159"/>
                    <a:pt x="79654" y="21765"/>
                    <a:pt x="79839" y="21765"/>
                  </a:cubicBezTo>
                  <a:cubicBezTo>
                    <a:pt x="80024" y="21765"/>
                    <a:pt x="79908" y="22043"/>
                    <a:pt x="79955" y="22228"/>
                  </a:cubicBezTo>
                  <a:cubicBezTo>
                    <a:pt x="79967" y="22276"/>
                    <a:pt x="79981" y="22296"/>
                    <a:pt x="80003" y="22296"/>
                  </a:cubicBezTo>
                  <a:cubicBezTo>
                    <a:pt x="80066" y="22296"/>
                    <a:pt x="80188" y="22123"/>
                    <a:pt x="80465" y="21950"/>
                  </a:cubicBezTo>
                  <a:cubicBezTo>
                    <a:pt x="80661" y="21806"/>
                    <a:pt x="80990" y="21751"/>
                    <a:pt x="81286" y="21751"/>
                  </a:cubicBezTo>
                  <a:cubicBezTo>
                    <a:pt x="81513" y="21751"/>
                    <a:pt x="81721" y="21784"/>
                    <a:pt x="81832" y="21834"/>
                  </a:cubicBezTo>
                  <a:cubicBezTo>
                    <a:pt x="82054" y="21945"/>
                    <a:pt x="82085" y="22184"/>
                    <a:pt x="82209" y="22184"/>
                  </a:cubicBezTo>
                  <a:cubicBezTo>
                    <a:pt x="82214" y="22184"/>
                    <a:pt x="82220" y="22183"/>
                    <a:pt x="82226" y="22182"/>
                  </a:cubicBezTo>
                  <a:cubicBezTo>
                    <a:pt x="82435" y="22136"/>
                    <a:pt x="82249" y="21927"/>
                    <a:pt x="82458" y="21858"/>
                  </a:cubicBezTo>
                  <a:cubicBezTo>
                    <a:pt x="82643" y="21811"/>
                    <a:pt x="82991" y="21603"/>
                    <a:pt x="83246" y="21417"/>
                  </a:cubicBezTo>
                  <a:cubicBezTo>
                    <a:pt x="83501" y="21232"/>
                    <a:pt x="83431" y="21371"/>
                    <a:pt x="83570" y="21209"/>
                  </a:cubicBezTo>
                  <a:cubicBezTo>
                    <a:pt x="83709" y="21023"/>
                    <a:pt x="83848" y="21093"/>
                    <a:pt x="83871" y="20977"/>
                  </a:cubicBezTo>
                  <a:cubicBezTo>
                    <a:pt x="83918" y="20884"/>
                    <a:pt x="84289" y="20699"/>
                    <a:pt x="84798" y="20583"/>
                  </a:cubicBezTo>
                  <a:cubicBezTo>
                    <a:pt x="85308" y="20467"/>
                    <a:pt x="85980" y="20120"/>
                    <a:pt x="85934" y="20027"/>
                  </a:cubicBezTo>
                  <a:cubicBezTo>
                    <a:pt x="85920" y="19958"/>
                    <a:pt x="85997" y="19913"/>
                    <a:pt x="86066" y="19913"/>
                  </a:cubicBezTo>
                  <a:cubicBezTo>
                    <a:pt x="86113" y="19913"/>
                    <a:pt x="86156" y="19934"/>
                    <a:pt x="86166" y="19980"/>
                  </a:cubicBezTo>
                  <a:cubicBezTo>
                    <a:pt x="86189" y="20073"/>
                    <a:pt x="86374" y="20027"/>
                    <a:pt x="86652" y="20096"/>
                  </a:cubicBezTo>
                  <a:cubicBezTo>
                    <a:pt x="86796" y="20122"/>
                    <a:pt x="86895" y="20170"/>
                    <a:pt x="86992" y="20170"/>
                  </a:cubicBezTo>
                  <a:cubicBezTo>
                    <a:pt x="87067" y="20170"/>
                    <a:pt x="87140" y="20141"/>
                    <a:pt x="87232" y="20050"/>
                  </a:cubicBezTo>
                  <a:cubicBezTo>
                    <a:pt x="87440" y="19841"/>
                    <a:pt x="87209" y="19749"/>
                    <a:pt x="87232" y="19610"/>
                  </a:cubicBezTo>
                  <a:cubicBezTo>
                    <a:pt x="87232" y="19447"/>
                    <a:pt x="86861" y="19262"/>
                    <a:pt x="86907" y="19100"/>
                  </a:cubicBezTo>
                  <a:cubicBezTo>
                    <a:pt x="86950" y="18952"/>
                    <a:pt x="86684" y="18555"/>
                    <a:pt x="86567" y="18555"/>
                  </a:cubicBezTo>
                  <a:cubicBezTo>
                    <a:pt x="86555" y="18555"/>
                    <a:pt x="86545" y="18558"/>
                    <a:pt x="86537" y="18567"/>
                  </a:cubicBezTo>
                  <a:cubicBezTo>
                    <a:pt x="86518" y="18586"/>
                    <a:pt x="86493" y="18594"/>
                    <a:pt x="86465" y="18594"/>
                  </a:cubicBezTo>
                  <a:cubicBezTo>
                    <a:pt x="86359" y="18594"/>
                    <a:pt x="86212" y="18469"/>
                    <a:pt x="86212" y="18358"/>
                  </a:cubicBezTo>
                  <a:cubicBezTo>
                    <a:pt x="86212" y="18266"/>
                    <a:pt x="86198" y="18145"/>
                    <a:pt x="86122" y="18145"/>
                  </a:cubicBezTo>
                  <a:cubicBezTo>
                    <a:pt x="86102" y="18145"/>
                    <a:pt x="86079" y="18154"/>
                    <a:pt x="86050" y="18173"/>
                  </a:cubicBezTo>
                  <a:cubicBezTo>
                    <a:pt x="85992" y="18206"/>
                    <a:pt x="85923" y="18221"/>
                    <a:pt x="85856" y="18221"/>
                  </a:cubicBezTo>
                  <a:cubicBezTo>
                    <a:pt x="85733" y="18221"/>
                    <a:pt x="85616" y="18170"/>
                    <a:pt x="85586" y="18080"/>
                  </a:cubicBezTo>
                  <a:cubicBezTo>
                    <a:pt x="85552" y="17976"/>
                    <a:pt x="85738" y="17885"/>
                    <a:pt x="85932" y="17885"/>
                  </a:cubicBezTo>
                  <a:cubicBezTo>
                    <a:pt x="85996" y="17885"/>
                    <a:pt x="86061" y="17895"/>
                    <a:pt x="86119" y="17918"/>
                  </a:cubicBezTo>
                  <a:cubicBezTo>
                    <a:pt x="86374" y="18034"/>
                    <a:pt x="86305" y="18126"/>
                    <a:pt x="86421" y="18196"/>
                  </a:cubicBezTo>
                  <a:cubicBezTo>
                    <a:pt x="86466" y="18223"/>
                    <a:pt x="86545" y="18236"/>
                    <a:pt x="86634" y="18236"/>
                  </a:cubicBezTo>
                  <a:cubicBezTo>
                    <a:pt x="86771" y="18236"/>
                    <a:pt x="86934" y="18206"/>
                    <a:pt x="87046" y="18150"/>
                  </a:cubicBezTo>
                  <a:cubicBezTo>
                    <a:pt x="87209" y="18080"/>
                    <a:pt x="87672" y="17918"/>
                    <a:pt x="87765" y="17779"/>
                  </a:cubicBezTo>
                  <a:cubicBezTo>
                    <a:pt x="87834" y="17640"/>
                    <a:pt x="87765" y="17570"/>
                    <a:pt x="87927" y="17501"/>
                  </a:cubicBezTo>
                  <a:cubicBezTo>
                    <a:pt x="88089" y="17408"/>
                    <a:pt x="87950" y="17246"/>
                    <a:pt x="87811" y="17176"/>
                  </a:cubicBezTo>
                  <a:cubicBezTo>
                    <a:pt x="87672" y="17107"/>
                    <a:pt x="87718" y="16921"/>
                    <a:pt x="87858" y="16921"/>
                  </a:cubicBezTo>
                  <a:cubicBezTo>
                    <a:pt x="87997" y="16921"/>
                    <a:pt x="87973" y="16736"/>
                    <a:pt x="88066" y="16736"/>
                  </a:cubicBezTo>
                  <a:cubicBezTo>
                    <a:pt x="88077" y="16733"/>
                    <a:pt x="88087" y="16732"/>
                    <a:pt x="88096" y="16732"/>
                  </a:cubicBezTo>
                  <a:cubicBezTo>
                    <a:pt x="88139" y="16732"/>
                    <a:pt x="88168" y="16755"/>
                    <a:pt x="88216" y="16755"/>
                  </a:cubicBezTo>
                  <a:cubicBezTo>
                    <a:pt x="88248" y="16755"/>
                    <a:pt x="88288" y="16745"/>
                    <a:pt x="88344" y="16713"/>
                  </a:cubicBezTo>
                  <a:cubicBezTo>
                    <a:pt x="88373" y="16698"/>
                    <a:pt x="88394" y="16692"/>
                    <a:pt x="88408" y="16692"/>
                  </a:cubicBezTo>
                  <a:cubicBezTo>
                    <a:pt x="88480" y="16692"/>
                    <a:pt x="88353" y="16877"/>
                    <a:pt x="88275" y="17014"/>
                  </a:cubicBezTo>
                  <a:cubicBezTo>
                    <a:pt x="88205" y="17153"/>
                    <a:pt x="88437" y="17292"/>
                    <a:pt x="88483" y="17385"/>
                  </a:cubicBezTo>
                  <a:cubicBezTo>
                    <a:pt x="88496" y="17424"/>
                    <a:pt x="88611" y="17455"/>
                    <a:pt x="88742" y="17455"/>
                  </a:cubicBezTo>
                  <a:cubicBezTo>
                    <a:pt x="88845" y="17455"/>
                    <a:pt x="88958" y="17436"/>
                    <a:pt x="89039" y="17385"/>
                  </a:cubicBezTo>
                  <a:cubicBezTo>
                    <a:pt x="89069" y="17370"/>
                    <a:pt x="89109" y="17364"/>
                    <a:pt x="89156" y="17364"/>
                  </a:cubicBezTo>
                  <a:cubicBezTo>
                    <a:pt x="89408" y="17364"/>
                    <a:pt x="89858" y="17550"/>
                    <a:pt x="89897" y="17686"/>
                  </a:cubicBezTo>
                  <a:cubicBezTo>
                    <a:pt x="89943" y="17825"/>
                    <a:pt x="90013" y="18011"/>
                    <a:pt x="90291" y="18150"/>
                  </a:cubicBezTo>
                  <a:cubicBezTo>
                    <a:pt x="90546" y="18266"/>
                    <a:pt x="90778" y="18219"/>
                    <a:pt x="90824" y="18335"/>
                  </a:cubicBezTo>
                  <a:cubicBezTo>
                    <a:pt x="90864" y="18436"/>
                    <a:pt x="90940" y="18502"/>
                    <a:pt x="91050" y="18502"/>
                  </a:cubicBezTo>
                  <a:cubicBezTo>
                    <a:pt x="91067" y="18502"/>
                    <a:pt x="91084" y="18500"/>
                    <a:pt x="91102" y="18497"/>
                  </a:cubicBezTo>
                  <a:cubicBezTo>
                    <a:pt x="91123" y="18491"/>
                    <a:pt x="91143" y="18489"/>
                    <a:pt x="91161" y="18489"/>
                  </a:cubicBezTo>
                  <a:cubicBezTo>
                    <a:pt x="91251" y="18489"/>
                    <a:pt x="91310" y="18550"/>
                    <a:pt x="91375" y="18550"/>
                  </a:cubicBezTo>
                  <a:cubicBezTo>
                    <a:pt x="91399" y="18550"/>
                    <a:pt x="91423" y="18542"/>
                    <a:pt x="91450" y="18520"/>
                  </a:cubicBezTo>
                  <a:cubicBezTo>
                    <a:pt x="91473" y="18497"/>
                    <a:pt x="91495" y="18490"/>
                    <a:pt x="91516" y="18490"/>
                  </a:cubicBezTo>
                  <a:cubicBezTo>
                    <a:pt x="91553" y="18490"/>
                    <a:pt x="91589" y="18510"/>
                    <a:pt x="91632" y="18510"/>
                  </a:cubicBezTo>
                  <a:cubicBezTo>
                    <a:pt x="91666" y="18510"/>
                    <a:pt x="91705" y="18497"/>
                    <a:pt x="91751" y="18451"/>
                  </a:cubicBezTo>
                  <a:cubicBezTo>
                    <a:pt x="91867" y="18335"/>
                    <a:pt x="91450" y="18266"/>
                    <a:pt x="91496" y="18173"/>
                  </a:cubicBezTo>
                  <a:cubicBezTo>
                    <a:pt x="91513" y="18145"/>
                    <a:pt x="91530" y="18134"/>
                    <a:pt x="91547" y="18134"/>
                  </a:cubicBezTo>
                  <a:cubicBezTo>
                    <a:pt x="91599" y="18134"/>
                    <a:pt x="91658" y="18221"/>
                    <a:pt x="91750" y="18221"/>
                  </a:cubicBezTo>
                  <a:cubicBezTo>
                    <a:pt x="91758" y="18221"/>
                    <a:pt x="91766" y="18221"/>
                    <a:pt x="91774" y="18219"/>
                  </a:cubicBezTo>
                  <a:cubicBezTo>
                    <a:pt x="91890" y="18219"/>
                    <a:pt x="91728" y="17987"/>
                    <a:pt x="91820" y="17964"/>
                  </a:cubicBezTo>
                  <a:cubicBezTo>
                    <a:pt x="91913" y="17941"/>
                    <a:pt x="91844" y="17454"/>
                    <a:pt x="91751" y="17408"/>
                  </a:cubicBezTo>
                  <a:cubicBezTo>
                    <a:pt x="91669" y="17392"/>
                    <a:pt x="91691" y="17306"/>
                    <a:pt x="91777" y="17306"/>
                  </a:cubicBezTo>
                  <a:cubicBezTo>
                    <a:pt x="91812" y="17306"/>
                    <a:pt x="91859" y="17321"/>
                    <a:pt x="91913" y="17362"/>
                  </a:cubicBezTo>
                  <a:cubicBezTo>
                    <a:pt x="92052" y="17466"/>
                    <a:pt x="92243" y="17479"/>
                    <a:pt x="92389" y="17479"/>
                  </a:cubicBezTo>
                  <a:cubicBezTo>
                    <a:pt x="92438" y="17479"/>
                    <a:pt x="92481" y="17478"/>
                    <a:pt x="92516" y="17478"/>
                  </a:cubicBezTo>
                  <a:cubicBezTo>
                    <a:pt x="92655" y="17478"/>
                    <a:pt x="92539" y="17362"/>
                    <a:pt x="92400" y="17338"/>
                  </a:cubicBezTo>
                  <a:cubicBezTo>
                    <a:pt x="92299" y="17322"/>
                    <a:pt x="92356" y="17257"/>
                    <a:pt x="92430" y="17257"/>
                  </a:cubicBezTo>
                  <a:cubicBezTo>
                    <a:pt x="92459" y="17257"/>
                    <a:pt x="92490" y="17266"/>
                    <a:pt x="92516" y="17292"/>
                  </a:cubicBezTo>
                  <a:cubicBezTo>
                    <a:pt x="92571" y="17334"/>
                    <a:pt x="92660" y="17367"/>
                    <a:pt x="92728" y="17367"/>
                  </a:cubicBezTo>
                  <a:cubicBezTo>
                    <a:pt x="92773" y="17367"/>
                    <a:pt x="92808" y="17352"/>
                    <a:pt x="92817" y="17315"/>
                  </a:cubicBezTo>
                  <a:cubicBezTo>
                    <a:pt x="92840" y="17223"/>
                    <a:pt x="92933" y="17014"/>
                    <a:pt x="93095" y="17014"/>
                  </a:cubicBezTo>
                  <a:cubicBezTo>
                    <a:pt x="93281" y="16945"/>
                    <a:pt x="93327" y="16852"/>
                    <a:pt x="93165" y="16805"/>
                  </a:cubicBezTo>
                  <a:cubicBezTo>
                    <a:pt x="93002" y="16736"/>
                    <a:pt x="92493" y="16411"/>
                    <a:pt x="92354" y="16226"/>
                  </a:cubicBezTo>
                  <a:cubicBezTo>
                    <a:pt x="92269" y="16090"/>
                    <a:pt x="91911" y="16004"/>
                    <a:pt x="91725" y="16004"/>
                  </a:cubicBezTo>
                  <a:cubicBezTo>
                    <a:pt x="91657" y="16004"/>
                    <a:pt x="91612" y="16016"/>
                    <a:pt x="91612" y="16041"/>
                  </a:cubicBezTo>
                  <a:cubicBezTo>
                    <a:pt x="91612" y="16072"/>
                    <a:pt x="91597" y="16085"/>
                    <a:pt x="91573" y="16085"/>
                  </a:cubicBezTo>
                  <a:cubicBezTo>
                    <a:pt x="91511" y="16085"/>
                    <a:pt x="91391" y="15992"/>
                    <a:pt x="91357" y="15925"/>
                  </a:cubicBezTo>
                  <a:cubicBezTo>
                    <a:pt x="91334" y="15867"/>
                    <a:pt x="91160" y="15838"/>
                    <a:pt x="90989" y="15838"/>
                  </a:cubicBezTo>
                  <a:cubicBezTo>
                    <a:pt x="90818" y="15838"/>
                    <a:pt x="90650" y="15867"/>
                    <a:pt x="90639" y="15925"/>
                  </a:cubicBezTo>
                  <a:cubicBezTo>
                    <a:pt x="90639" y="16018"/>
                    <a:pt x="90801" y="16041"/>
                    <a:pt x="90893" y="16157"/>
                  </a:cubicBezTo>
                  <a:cubicBezTo>
                    <a:pt x="90986" y="16296"/>
                    <a:pt x="90778" y="16365"/>
                    <a:pt x="90824" y="16504"/>
                  </a:cubicBezTo>
                  <a:cubicBezTo>
                    <a:pt x="90836" y="16545"/>
                    <a:pt x="90825" y="16561"/>
                    <a:pt x="90802" y="16561"/>
                  </a:cubicBezTo>
                  <a:cubicBezTo>
                    <a:pt x="90733" y="16561"/>
                    <a:pt x="90546" y="16417"/>
                    <a:pt x="90476" y="16365"/>
                  </a:cubicBezTo>
                  <a:cubicBezTo>
                    <a:pt x="90360" y="16272"/>
                    <a:pt x="90407" y="15971"/>
                    <a:pt x="90453" y="15809"/>
                  </a:cubicBezTo>
                  <a:cubicBezTo>
                    <a:pt x="90476" y="15647"/>
                    <a:pt x="90268" y="15670"/>
                    <a:pt x="90245" y="15508"/>
                  </a:cubicBezTo>
                  <a:cubicBezTo>
                    <a:pt x="90221" y="15345"/>
                    <a:pt x="89480" y="15021"/>
                    <a:pt x="89179" y="14882"/>
                  </a:cubicBezTo>
                  <a:cubicBezTo>
                    <a:pt x="88877" y="14766"/>
                    <a:pt x="88483" y="14650"/>
                    <a:pt x="88367" y="14488"/>
                  </a:cubicBezTo>
                  <a:cubicBezTo>
                    <a:pt x="88275" y="14326"/>
                    <a:pt x="87718" y="14303"/>
                    <a:pt x="87510" y="14094"/>
                  </a:cubicBezTo>
                  <a:cubicBezTo>
                    <a:pt x="87301" y="13862"/>
                    <a:pt x="86374" y="13491"/>
                    <a:pt x="85980" y="13468"/>
                  </a:cubicBezTo>
                  <a:cubicBezTo>
                    <a:pt x="85605" y="13446"/>
                    <a:pt x="85671" y="13235"/>
                    <a:pt x="85498" y="13235"/>
                  </a:cubicBezTo>
                  <a:cubicBezTo>
                    <a:pt x="85490" y="13235"/>
                    <a:pt x="85480" y="13235"/>
                    <a:pt x="85470" y="13236"/>
                  </a:cubicBezTo>
                  <a:cubicBezTo>
                    <a:pt x="85416" y="13250"/>
                    <a:pt x="85306" y="13256"/>
                    <a:pt x="85171" y="13256"/>
                  </a:cubicBezTo>
                  <a:cubicBezTo>
                    <a:pt x="84846" y="13256"/>
                    <a:pt x="84376" y="13223"/>
                    <a:pt x="84196" y="13190"/>
                  </a:cubicBezTo>
                  <a:cubicBezTo>
                    <a:pt x="84181" y="13189"/>
                    <a:pt x="84166" y="13188"/>
                    <a:pt x="84152" y="13188"/>
                  </a:cubicBezTo>
                  <a:cubicBezTo>
                    <a:pt x="83970" y="13188"/>
                    <a:pt x="83889" y="13299"/>
                    <a:pt x="83767" y="13299"/>
                  </a:cubicBezTo>
                  <a:cubicBezTo>
                    <a:pt x="83742" y="13299"/>
                    <a:pt x="83716" y="13294"/>
                    <a:pt x="83686" y="13283"/>
                  </a:cubicBezTo>
                  <a:cubicBezTo>
                    <a:pt x="83527" y="13223"/>
                    <a:pt x="82803" y="12958"/>
                    <a:pt x="82529" y="12958"/>
                  </a:cubicBezTo>
                  <a:cubicBezTo>
                    <a:pt x="82484" y="12958"/>
                    <a:pt x="82451" y="12965"/>
                    <a:pt x="82435" y="12982"/>
                  </a:cubicBezTo>
                  <a:cubicBezTo>
                    <a:pt x="82319" y="13121"/>
                    <a:pt x="82365" y="13306"/>
                    <a:pt x="82249" y="13329"/>
                  </a:cubicBezTo>
                  <a:cubicBezTo>
                    <a:pt x="82156" y="13376"/>
                    <a:pt x="82249" y="13538"/>
                    <a:pt x="82527" y="13770"/>
                  </a:cubicBezTo>
                  <a:cubicBezTo>
                    <a:pt x="82782" y="14024"/>
                    <a:pt x="82620" y="14210"/>
                    <a:pt x="82388" y="14303"/>
                  </a:cubicBezTo>
                  <a:cubicBezTo>
                    <a:pt x="82337" y="14326"/>
                    <a:pt x="82282" y="14336"/>
                    <a:pt x="82224" y="14336"/>
                  </a:cubicBezTo>
                  <a:cubicBezTo>
                    <a:pt x="81995" y="14336"/>
                    <a:pt x="81739" y="14173"/>
                    <a:pt x="81647" y="14024"/>
                  </a:cubicBezTo>
                  <a:cubicBezTo>
                    <a:pt x="81508" y="13839"/>
                    <a:pt x="81183" y="13909"/>
                    <a:pt x="81114" y="13677"/>
                  </a:cubicBezTo>
                  <a:cubicBezTo>
                    <a:pt x="81057" y="13523"/>
                    <a:pt x="81103" y="13453"/>
                    <a:pt x="81184" y="13453"/>
                  </a:cubicBezTo>
                  <a:cubicBezTo>
                    <a:pt x="81237" y="13453"/>
                    <a:pt x="81304" y="13483"/>
                    <a:pt x="81368" y="13538"/>
                  </a:cubicBezTo>
                  <a:cubicBezTo>
                    <a:pt x="81418" y="13580"/>
                    <a:pt x="81472" y="13599"/>
                    <a:pt x="81524" y="13599"/>
                  </a:cubicBezTo>
                  <a:cubicBezTo>
                    <a:pt x="81641" y="13599"/>
                    <a:pt x="81746" y="13504"/>
                    <a:pt x="81762" y="13376"/>
                  </a:cubicBezTo>
                  <a:cubicBezTo>
                    <a:pt x="81784" y="13206"/>
                    <a:pt x="81398" y="13095"/>
                    <a:pt x="81136" y="13095"/>
                  </a:cubicBezTo>
                  <a:cubicBezTo>
                    <a:pt x="81112" y="13095"/>
                    <a:pt x="81089" y="13095"/>
                    <a:pt x="81067" y="13097"/>
                  </a:cubicBezTo>
                  <a:cubicBezTo>
                    <a:pt x="80835" y="13097"/>
                    <a:pt x="80696" y="13445"/>
                    <a:pt x="80441" y="13607"/>
                  </a:cubicBezTo>
                  <a:cubicBezTo>
                    <a:pt x="80375" y="13640"/>
                    <a:pt x="80269" y="13654"/>
                    <a:pt x="80143" y="13654"/>
                  </a:cubicBezTo>
                  <a:cubicBezTo>
                    <a:pt x="79741" y="13654"/>
                    <a:pt x="79145" y="13516"/>
                    <a:pt x="79074" y="13445"/>
                  </a:cubicBezTo>
                  <a:cubicBezTo>
                    <a:pt x="79040" y="13418"/>
                    <a:pt x="78897" y="13407"/>
                    <a:pt x="78708" y="13407"/>
                  </a:cubicBezTo>
                  <a:cubicBezTo>
                    <a:pt x="78251" y="13407"/>
                    <a:pt x="77527" y="13472"/>
                    <a:pt x="77429" y="13538"/>
                  </a:cubicBezTo>
                  <a:cubicBezTo>
                    <a:pt x="77266" y="13654"/>
                    <a:pt x="77382" y="14024"/>
                    <a:pt x="77313" y="14048"/>
                  </a:cubicBezTo>
                  <a:cubicBezTo>
                    <a:pt x="77310" y="14050"/>
                    <a:pt x="77306" y="14051"/>
                    <a:pt x="77303" y="14051"/>
                  </a:cubicBezTo>
                  <a:cubicBezTo>
                    <a:pt x="77235" y="14051"/>
                    <a:pt x="77151" y="13604"/>
                    <a:pt x="77151" y="13538"/>
                  </a:cubicBezTo>
                  <a:cubicBezTo>
                    <a:pt x="77151" y="13445"/>
                    <a:pt x="76988" y="13376"/>
                    <a:pt x="76733" y="13376"/>
                  </a:cubicBezTo>
                  <a:cubicBezTo>
                    <a:pt x="76502" y="13376"/>
                    <a:pt x="76339" y="13376"/>
                    <a:pt x="76455" y="13260"/>
                  </a:cubicBezTo>
                  <a:cubicBezTo>
                    <a:pt x="76548" y="13167"/>
                    <a:pt x="76363" y="13051"/>
                    <a:pt x="76548" y="12912"/>
                  </a:cubicBezTo>
                  <a:cubicBezTo>
                    <a:pt x="76733" y="12773"/>
                    <a:pt x="76200" y="12356"/>
                    <a:pt x="75667" y="12147"/>
                  </a:cubicBezTo>
                  <a:cubicBezTo>
                    <a:pt x="75447" y="12061"/>
                    <a:pt x="75109" y="12030"/>
                    <a:pt x="74765" y="12030"/>
                  </a:cubicBezTo>
                  <a:cubicBezTo>
                    <a:pt x="74275" y="12030"/>
                    <a:pt x="73772" y="12093"/>
                    <a:pt x="73582" y="12147"/>
                  </a:cubicBezTo>
                  <a:cubicBezTo>
                    <a:pt x="73365" y="12209"/>
                    <a:pt x="73015" y="12219"/>
                    <a:pt x="72710" y="12219"/>
                  </a:cubicBezTo>
                  <a:cubicBezTo>
                    <a:pt x="72557" y="12219"/>
                    <a:pt x="72415" y="12217"/>
                    <a:pt x="72307" y="12217"/>
                  </a:cubicBezTo>
                  <a:cubicBezTo>
                    <a:pt x="72285" y="12219"/>
                    <a:pt x="72265" y="12219"/>
                    <a:pt x="72249" y="12219"/>
                  </a:cubicBezTo>
                  <a:cubicBezTo>
                    <a:pt x="72042" y="12219"/>
                    <a:pt x="72254" y="12091"/>
                    <a:pt x="72168" y="11962"/>
                  </a:cubicBezTo>
                  <a:cubicBezTo>
                    <a:pt x="72097" y="11838"/>
                    <a:pt x="71783" y="11714"/>
                    <a:pt x="71597" y="11714"/>
                  </a:cubicBezTo>
                  <a:cubicBezTo>
                    <a:pt x="71540" y="11714"/>
                    <a:pt x="71495" y="11726"/>
                    <a:pt x="71473" y="11753"/>
                  </a:cubicBezTo>
                  <a:cubicBezTo>
                    <a:pt x="71452" y="11788"/>
                    <a:pt x="71425" y="11802"/>
                    <a:pt x="71397" y="11802"/>
                  </a:cubicBezTo>
                  <a:cubicBezTo>
                    <a:pt x="71332" y="11802"/>
                    <a:pt x="71264" y="11726"/>
                    <a:pt x="71264" y="11661"/>
                  </a:cubicBezTo>
                  <a:cubicBezTo>
                    <a:pt x="71264" y="11574"/>
                    <a:pt x="70839" y="11427"/>
                    <a:pt x="70632" y="11427"/>
                  </a:cubicBezTo>
                  <a:cubicBezTo>
                    <a:pt x="70618" y="11427"/>
                    <a:pt x="70604" y="11427"/>
                    <a:pt x="70592" y="11429"/>
                  </a:cubicBezTo>
                  <a:cubicBezTo>
                    <a:pt x="70571" y="11433"/>
                    <a:pt x="70552" y="11436"/>
                    <a:pt x="70534" y="11436"/>
                  </a:cubicBezTo>
                  <a:cubicBezTo>
                    <a:pt x="70372" y="11436"/>
                    <a:pt x="70335" y="11267"/>
                    <a:pt x="70522" y="11267"/>
                  </a:cubicBezTo>
                  <a:cubicBezTo>
                    <a:pt x="70584" y="11267"/>
                    <a:pt x="70658" y="11270"/>
                    <a:pt x="70728" y="11270"/>
                  </a:cubicBezTo>
                  <a:cubicBezTo>
                    <a:pt x="70923" y="11270"/>
                    <a:pt x="71099" y="11245"/>
                    <a:pt x="70963" y="11058"/>
                  </a:cubicBezTo>
                  <a:cubicBezTo>
                    <a:pt x="70827" y="10845"/>
                    <a:pt x="69786" y="10745"/>
                    <a:pt x="69366" y="10745"/>
                  </a:cubicBezTo>
                  <a:cubicBezTo>
                    <a:pt x="69283" y="10745"/>
                    <a:pt x="69224" y="10749"/>
                    <a:pt x="69201" y="10757"/>
                  </a:cubicBezTo>
                  <a:cubicBezTo>
                    <a:pt x="69062" y="10803"/>
                    <a:pt x="69201" y="10989"/>
                    <a:pt x="68877" y="11290"/>
                  </a:cubicBezTo>
                  <a:cubicBezTo>
                    <a:pt x="68764" y="11403"/>
                    <a:pt x="68647" y="11444"/>
                    <a:pt x="68549" y="11444"/>
                  </a:cubicBezTo>
                  <a:cubicBezTo>
                    <a:pt x="68384" y="11444"/>
                    <a:pt x="68269" y="11330"/>
                    <a:pt x="68298" y="11243"/>
                  </a:cubicBezTo>
                  <a:cubicBezTo>
                    <a:pt x="68344" y="11104"/>
                    <a:pt x="68738" y="11128"/>
                    <a:pt x="68738" y="10989"/>
                  </a:cubicBezTo>
                  <a:cubicBezTo>
                    <a:pt x="68738" y="10826"/>
                    <a:pt x="68205" y="10919"/>
                    <a:pt x="68112" y="10803"/>
                  </a:cubicBezTo>
                  <a:cubicBezTo>
                    <a:pt x="68057" y="10693"/>
                    <a:pt x="68162" y="10627"/>
                    <a:pt x="68300" y="10627"/>
                  </a:cubicBezTo>
                  <a:cubicBezTo>
                    <a:pt x="68336" y="10627"/>
                    <a:pt x="68375" y="10631"/>
                    <a:pt x="68414" y="10641"/>
                  </a:cubicBezTo>
                  <a:cubicBezTo>
                    <a:pt x="68525" y="10678"/>
                    <a:pt x="68670" y="10702"/>
                    <a:pt x="68784" y="10702"/>
                  </a:cubicBezTo>
                  <a:cubicBezTo>
                    <a:pt x="68883" y="10702"/>
                    <a:pt x="68959" y="10684"/>
                    <a:pt x="68970" y="10641"/>
                  </a:cubicBezTo>
                  <a:cubicBezTo>
                    <a:pt x="68993" y="10571"/>
                    <a:pt x="68784" y="10548"/>
                    <a:pt x="68460" y="10479"/>
                  </a:cubicBezTo>
                  <a:cubicBezTo>
                    <a:pt x="68171" y="10437"/>
                    <a:pt x="67515" y="10286"/>
                    <a:pt x="67080" y="10286"/>
                  </a:cubicBezTo>
                  <a:cubicBezTo>
                    <a:pt x="67026" y="10286"/>
                    <a:pt x="66976" y="10288"/>
                    <a:pt x="66930" y="10293"/>
                  </a:cubicBezTo>
                  <a:cubicBezTo>
                    <a:pt x="66906" y="10295"/>
                    <a:pt x="66882" y="10295"/>
                    <a:pt x="66859" y="10295"/>
                  </a:cubicBezTo>
                  <a:cubicBezTo>
                    <a:pt x="66491" y="10295"/>
                    <a:pt x="66316" y="10130"/>
                    <a:pt x="66119" y="10108"/>
                  </a:cubicBezTo>
                  <a:cubicBezTo>
                    <a:pt x="66102" y="10106"/>
                    <a:pt x="66086" y="10105"/>
                    <a:pt x="66071" y="10105"/>
                  </a:cubicBezTo>
                  <a:cubicBezTo>
                    <a:pt x="65888" y="10105"/>
                    <a:pt x="65894" y="10234"/>
                    <a:pt x="65980" y="10363"/>
                  </a:cubicBezTo>
                  <a:cubicBezTo>
                    <a:pt x="66072" y="10473"/>
                    <a:pt x="65888" y="10539"/>
                    <a:pt x="65669" y="10539"/>
                  </a:cubicBezTo>
                  <a:cubicBezTo>
                    <a:pt x="65612" y="10539"/>
                    <a:pt x="65552" y="10535"/>
                    <a:pt x="65493" y="10525"/>
                  </a:cubicBezTo>
                  <a:cubicBezTo>
                    <a:pt x="65479" y="10524"/>
                    <a:pt x="65464" y="10523"/>
                    <a:pt x="65448" y="10523"/>
                  </a:cubicBezTo>
                  <a:cubicBezTo>
                    <a:pt x="65195" y="10523"/>
                    <a:pt x="64854" y="10698"/>
                    <a:pt x="65007" y="10873"/>
                  </a:cubicBezTo>
                  <a:cubicBezTo>
                    <a:pt x="65048" y="10927"/>
                    <a:pt x="65091" y="10946"/>
                    <a:pt x="65134" y="10946"/>
                  </a:cubicBezTo>
                  <a:cubicBezTo>
                    <a:pt x="65225" y="10946"/>
                    <a:pt x="65320" y="10866"/>
                    <a:pt x="65407" y="10866"/>
                  </a:cubicBezTo>
                  <a:cubicBezTo>
                    <a:pt x="65421" y="10866"/>
                    <a:pt x="65434" y="10868"/>
                    <a:pt x="65447" y="10873"/>
                  </a:cubicBezTo>
                  <a:cubicBezTo>
                    <a:pt x="65563" y="10942"/>
                    <a:pt x="65099" y="11081"/>
                    <a:pt x="65285" y="11174"/>
                  </a:cubicBezTo>
                  <a:cubicBezTo>
                    <a:pt x="65493" y="11267"/>
                    <a:pt x="65447" y="11452"/>
                    <a:pt x="65470" y="11545"/>
                  </a:cubicBezTo>
                  <a:cubicBezTo>
                    <a:pt x="65470" y="11596"/>
                    <a:pt x="65373" y="11632"/>
                    <a:pt x="65262" y="11632"/>
                  </a:cubicBezTo>
                  <a:cubicBezTo>
                    <a:pt x="65170" y="11632"/>
                    <a:pt x="65070" y="11607"/>
                    <a:pt x="65007" y="11545"/>
                  </a:cubicBezTo>
                  <a:cubicBezTo>
                    <a:pt x="64962" y="11490"/>
                    <a:pt x="64909" y="11475"/>
                    <a:pt x="64848" y="11475"/>
                  </a:cubicBezTo>
                  <a:cubicBezTo>
                    <a:pt x="64769" y="11475"/>
                    <a:pt x="64674" y="11502"/>
                    <a:pt x="64562" y="11502"/>
                  </a:cubicBezTo>
                  <a:cubicBezTo>
                    <a:pt x="64541" y="11502"/>
                    <a:pt x="64519" y="11501"/>
                    <a:pt x="64497" y="11498"/>
                  </a:cubicBezTo>
                  <a:cubicBezTo>
                    <a:pt x="64265" y="11498"/>
                    <a:pt x="64103" y="11591"/>
                    <a:pt x="64335" y="11637"/>
                  </a:cubicBezTo>
                  <a:cubicBezTo>
                    <a:pt x="64590" y="11661"/>
                    <a:pt x="64659" y="11823"/>
                    <a:pt x="64335" y="11846"/>
                  </a:cubicBezTo>
                  <a:cubicBezTo>
                    <a:pt x="64324" y="11847"/>
                    <a:pt x="64314" y="11847"/>
                    <a:pt x="64305" y="11847"/>
                  </a:cubicBezTo>
                  <a:cubicBezTo>
                    <a:pt x="64056" y="11847"/>
                    <a:pt x="64090" y="11587"/>
                    <a:pt x="63951" y="11587"/>
                  </a:cubicBezTo>
                  <a:cubicBezTo>
                    <a:pt x="63941" y="11587"/>
                    <a:pt x="63930" y="11588"/>
                    <a:pt x="63918" y="11591"/>
                  </a:cubicBezTo>
                  <a:cubicBezTo>
                    <a:pt x="63897" y="11596"/>
                    <a:pt x="63873" y="11598"/>
                    <a:pt x="63849" y="11598"/>
                  </a:cubicBezTo>
                  <a:cubicBezTo>
                    <a:pt x="63640" y="11598"/>
                    <a:pt x="63310" y="11450"/>
                    <a:pt x="63098" y="11450"/>
                  </a:cubicBezTo>
                  <a:cubicBezTo>
                    <a:pt x="63085" y="11450"/>
                    <a:pt x="63072" y="11451"/>
                    <a:pt x="63060" y="11452"/>
                  </a:cubicBezTo>
                  <a:cubicBezTo>
                    <a:pt x="62851" y="11452"/>
                    <a:pt x="62736" y="11637"/>
                    <a:pt x="62434" y="11661"/>
                  </a:cubicBezTo>
                  <a:cubicBezTo>
                    <a:pt x="62417" y="11662"/>
                    <a:pt x="62399" y="11663"/>
                    <a:pt x="62382" y="11663"/>
                  </a:cubicBezTo>
                  <a:cubicBezTo>
                    <a:pt x="62089" y="11663"/>
                    <a:pt x="61732" y="11489"/>
                    <a:pt x="61623" y="11336"/>
                  </a:cubicBezTo>
                  <a:cubicBezTo>
                    <a:pt x="61547" y="11247"/>
                    <a:pt x="61505" y="11193"/>
                    <a:pt x="61457" y="11193"/>
                  </a:cubicBezTo>
                  <a:cubicBezTo>
                    <a:pt x="61417" y="11193"/>
                    <a:pt x="61372" y="11229"/>
                    <a:pt x="61299" y="11313"/>
                  </a:cubicBezTo>
                  <a:cubicBezTo>
                    <a:pt x="61160" y="11498"/>
                    <a:pt x="61160" y="11869"/>
                    <a:pt x="61021" y="11892"/>
                  </a:cubicBezTo>
                  <a:cubicBezTo>
                    <a:pt x="60858" y="11916"/>
                    <a:pt x="60812" y="12217"/>
                    <a:pt x="60673" y="12309"/>
                  </a:cubicBezTo>
                  <a:cubicBezTo>
                    <a:pt x="60650" y="12320"/>
                    <a:pt x="60630" y="12324"/>
                    <a:pt x="60612" y="12324"/>
                  </a:cubicBezTo>
                  <a:cubicBezTo>
                    <a:pt x="60513" y="12324"/>
                    <a:pt x="60487" y="12192"/>
                    <a:pt x="60353" y="12192"/>
                  </a:cubicBezTo>
                  <a:cubicBezTo>
                    <a:pt x="60345" y="12192"/>
                    <a:pt x="60335" y="12192"/>
                    <a:pt x="60325" y="12194"/>
                  </a:cubicBezTo>
                  <a:cubicBezTo>
                    <a:pt x="60322" y="12194"/>
                    <a:pt x="60318" y="12194"/>
                    <a:pt x="60314" y="12194"/>
                  </a:cubicBezTo>
                  <a:cubicBezTo>
                    <a:pt x="60117" y="12194"/>
                    <a:pt x="59537" y="11634"/>
                    <a:pt x="59514" y="11452"/>
                  </a:cubicBezTo>
                  <a:cubicBezTo>
                    <a:pt x="59468" y="11290"/>
                    <a:pt x="59097" y="10965"/>
                    <a:pt x="59004" y="10896"/>
                  </a:cubicBezTo>
                  <a:cubicBezTo>
                    <a:pt x="58955" y="10871"/>
                    <a:pt x="58985" y="10846"/>
                    <a:pt x="59041" y="10846"/>
                  </a:cubicBezTo>
                  <a:cubicBezTo>
                    <a:pt x="59090" y="10846"/>
                    <a:pt x="59159" y="10865"/>
                    <a:pt x="59213" y="10919"/>
                  </a:cubicBezTo>
                  <a:cubicBezTo>
                    <a:pt x="59294" y="10973"/>
                    <a:pt x="59376" y="10996"/>
                    <a:pt x="59457" y="10996"/>
                  </a:cubicBezTo>
                  <a:cubicBezTo>
                    <a:pt x="59515" y="10996"/>
                    <a:pt x="59573" y="10985"/>
                    <a:pt x="59630" y="10965"/>
                  </a:cubicBezTo>
                  <a:cubicBezTo>
                    <a:pt x="59746" y="10896"/>
                    <a:pt x="59723" y="10595"/>
                    <a:pt x="59514" y="10595"/>
                  </a:cubicBezTo>
                  <a:cubicBezTo>
                    <a:pt x="59306" y="10571"/>
                    <a:pt x="59375" y="10409"/>
                    <a:pt x="59491" y="10363"/>
                  </a:cubicBezTo>
                  <a:cubicBezTo>
                    <a:pt x="59607" y="10340"/>
                    <a:pt x="59259" y="10015"/>
                    <a:pt x="59375" y="9992"/>
                  </a:cubicBezTo>
                  <a:cubicBezTo>
                    <a:pt x="59514" y="9946"/>
                    <a:pt x="59445" y="9807"/>
                    <a:pt x="59283" y="9783"/>
                  </a:cubicBezTo>
                  <a:cubicBezTo>
                    <a:pt x="59097" y="9760"/>
                    <a:pt x="58912" y="9621"/>
                    <a:pt x="58912" y="9528"/>
                  </a:cubicBezTo>
                  <a:cubicBezTo>
                    <a:pt x="58900" y="9482"/>
                    <a:pt x="58709" y="9453"/>
                    <a:pt x="58524" y="9453"/>
                  </a:cubicBezTo>
                  <a:cubicBezTo>
                    <a:pt x="58338" y="9453"/>
                    <a:pt x="58159" y="9482"/>
                    <a:pt x="58170" y="9552"/>
                  </a:cubicBezTo>
                  <a:cubicBezTo>
                    <a:pt x="58191" y="9604"/>
                    <a:pt x="58146" y="9628"/>
                    <a:pt x="58095" y="9628"/>
                  </a:cubicBezTo>
                  <a:cubicBezTo>
                    <a:pt x="58032" y="9628"/>
                    <a:pt x="57959" y="9592"/>
                    <a:pt x="57985" y="9528"/>
                  </a:cubicBezTo>
                  <a:cubicBezTo>
                    <a:pt x="58008" y="9436"/>
                    <a:pt x="57707" y="9459"/>
                    <a:pt x="57359" y="9366"/>
                  </a:cubicBezTo>
                  <a:cubicBezTo>
                    <a:pt x="56988" y="9274"/>
                    <a:pt x="56988" y="9019"/>
                    <a:pt x="56872" y="8995"/>
                  </a:cubicBezTo>
                  <a:cubicBezTo>
                    <a:pt x="56869" y="8995"/>
                    <a:pt x="56865" y="8994"/>
                    <a:pt x="56862" y="8994"/>
                  </a:cubicBezTo>
                  <a:cubicBezTo>
                    <a:pt x="56767" y="8994"/>
                    <a:pt x="56773" y="9282"/>
                    <a:pt x="56655" y="9282"/>
                  </a:cubicBezTo>
                  <a:cubicBezTo>
                    <a:pt x="56644" y="9282"/>
                    <a:pt x="56631" y="9280"/>
                    <a:pt x="56617" y="9274"/>
                  </a:cubicBezTo>
                  <a:cubicBezTo>
                    <a:pt x="56581" y="9255"/>
                    <a:pt x="56544" y="9247"/>
                    <a:pt x="56509" y="9247"/>
                  </a:cubicBezTo>
                  <a:cubicBezTo>
                    <a:pt x="56369" y="9247"/>
                    <a:pt x="56265" y="9384"/>
                    <a:pt x="56339" y="9552"/>
                  </a:cubicBezTo>
                  <a:cubicBezTo>
                    <a:pt x="56432" y="9760"/>
                    <a:pt x="56339" y="9783"/>
                    <a:pt x="56316" y="9969"/>
                  </a:cubicBezTo>
                  <a:cubicBezTo>
                    <a:pt x="56316" y="10042"/>
                    <a:pt x="56297" y="10068"/>
                    <a:pt x="56255" y="10068"/>
                  </a:cubicBezTo>
                  <a:cubicBezTo>
                    <a:pt x="56204" y="10068"/>
                    <a:pt x="56119" y="10030"/>
                    <a:pt x="55992" y="9992"/>
                  </a:cubicBezTo>
                  <a:cubicBezTo>
                    <a:pt x="55958" y="9977"/>
                    <a:pt x="55930" y="9971"/>
                    <a:pt x="55905" y="9971"/>
                  </a:cubicBezTo>
                  <a:cubicBezTo>
                    <a:pt x="55802" y="9971"/>
                    <a:pt x="55744" y="10069"/>
                    <a:pt x="55552" y="10069"/>
                  </a:cubicBezTo>
                  <a:cubicBezTo>
                    <a:pt x="55496" y="10069"/>
                    <a:pt x="55427" y="10061"/>
                    <a:pt x="55343" y="10038"/>
                  </a:cubicBezTo>
                  <a:cubicBezTo>
                    <a:pt x="55150" y="9990"/>
                    <a:pt x="55005" y="9986"/>
                    <a:pt x="54895" y="9986"/>
                  </a:cubicBezTo>
                  <a:cubicBezTo>
                    <a:pt x="54873" y="9986"/>
                    <a:pt x="54852" y="9986"/>
                    <a:pt x="54833" y="9986"/>
                  </a:cubicBezTo>
                  <a:cubicBezTo>
                    <a:pt x="54717" y="9986"/>
                    <a:pt x="54647" y="9980"/>
                    <a:pt x="54601" y="9899"/>
                  </a:cubicBezTo>
                  <a:cubicBezTo>
                    <a:pt x="54563" y="9824"/>
                    <a:pt x="54505" y="9783"/>
                    <a:pt x="54456" y="9783"/>
                  </a:cubicBezTo>
                  <a:cubicBezTo>
                    <a:pt x="54415" y="9783"/>
                    <a:pt x="54380" y="9812"/>
                    <a:pt x="54369" y="9876"/>
                  </a:cubicBezTo>
                  <a:cubicBezTo>
                    <a:pt x="54361" y="9919"/>
                    <a:pt x="54262" y="9939"/>
                    <a:pt x="54138" y="9939"/>
                  </a:cubicBezTo>
                  <a:cubicBezTo>
                    <a:pt x="53924" y="9939"/>
                    <a:pt x="53634" y="9878"/>
                    <a:pt x="53605" y="9760"/>
                  </a:cubicBezTo>
                  <a:cubicBezTo>
                    <a:pt x="53535" y="9598"/>
                    <a:pt x="53720" y="9552"/>
                    <a:pt x="53836" y="9505"/>
                  </a:cubicBezTo>
                  <a:cubicBezTo>
                    <a:pt x="53916" y="9465"/>
                    <a:pt x="53772" y="9408"/>
                    <a:pt x="53477" y="9408"/>
                  </a:cubicBezTo>
                  <a:cubicBezTo>
                    <a:pt x="53431" y="9408"/>
                    <a:pt x="53380" y="9409"/>
                    <a:pt x="53326" y="9413"/>
                  </a:cubicBezTo>
                  <a:cubicBezTo>
                    <a:pt x="53307" y="9414"/>
                    <a:pt x="53288" y="9414"/>
                    <a:pt x="53269" y="9414"/>
                  </a:cubicBezTo>
                  <a:cubicBezTo>
                    <a:pt x="52947" y="9414"/>
                    <a:pt x="52709" y="9249"/>
                    <a:pt x="52388" y="9249"/>
                  </a:cubicBezTo>
                  <a:cubicBezTo>
                    <a:pt x="52369" y="9249"/>
                    <a:pt x="52350" y="9249"/>
                    <a:pt x="52330" y="9250"/>
                  </a:cubicBezTo>
                  <a:cubicBezTo>
                    <a:pt x="51936" y="9297"/>
                    <a:pt x="51079" y="9389"/>
                    <a:pt x="50963" y="9436"/>
                  </a:cubicBezTo>
                  <a:cubicBezTo>
                    <a:pt x="50824" y="9482"/>
                    <a:pt x="51055" y="9714"/>
                    <a:pt x="50870" y="9714"/>
                  </a:cubicBezTo>
                  <a:cubicBezTo>
                    <a:pt x="50864" y="9715"/>
                    <a:pt x="50859" y="9715"/>
                    <a:pt x="50854" y="9715"/>
                  </a:cubicBezTo>
                  <a:cubicBezTo>
                    <a:pt x="50693" y="9715"/>
                    <a:pt x="50823" y="9361"/>
                    <a:pt x="50800" y="9181"/>
                  </a:cubicBezTo>
                  <a:cubicBezTo>
                    <a:pt x="50775" y="9090"/>
                    <a:pt x="50677" y="9043"/>
                    <a:pt x="50603" y="9043"/>
                  </a:cubicBezTo>
                  <a:cubicBezTo>
                    <a:pt x="50545" y="9043"/>
                    <a:pt x="50502" y="9073"/>
                    <a:pt x="50522" y="9134"/>
                  </a:cubicBezTo>
                  <a:cubicBezTo>
                    <a:pt x="50536" y="9219"/>
                    <a:pt x="50369" y="9270"/>
                    <a:pt x="50205" y="9270"/>
                  </a:cubicBezTo>
                  <a:cubicBezTo>
                    <a:pt x="50101" y="9270"/>
                    <a:pt x="49997" y="9249"/>
                    <a:pt x="49943" y="9204"/>
                  </a:cubicBezTo>
                  <a:cubicBezTo>
                    <a:pt x="49827" y="9111"/>
                    <a:pt x="49642" y="8972"/>
                    <a:pt x="49317" y="8880"/>
                  </a:cubicBezTo>
                  <a:cubicBezTo>
                    <a:pt x="49289" y="8873"/>
                    <a:pt x="49259" y="8870"/>
                    <a:pt x="49229" y="8870"/>
                  </a:cubicBezTo>
                  <a:cubicBezTo>
                    <a:pt x="48945" y="8870"/>
                    <a:pt x="48631" y="9146"/>
                    <a:pt x="48715" y="9250"/>
                  </a:cubicBezTo>
                  <a:cubicBezTo>
                    <a:pt x="48807" y="9343"/>
                    <a:pt x="49039" y="9274"/>
                    <a:pt x="49039" y="9343"/>
                  </a:cubicBezTo>
                  <a:cubicBezTo>
                    <a:pt x="49062" y="9459"/>
                    <a:pt x="48367" y="9413"/>
                    <a:pt x="48367" y="9528"/>
                  </a:cubicBezTo>
                  <a:cubicBezTo>
                    <a:pt x="48367" y="9644"/>
                    <a:pt x="47741" y="9783"/>
                    <a:pt x="47533" y="9807"/>
                  </a:cubicBezTo>
                  <a:cubicBezTo>
                    <a:pt x="47000" y="9876"/>
                    <a:pt x="46884" y="9876"/>
                    <a:pt x="46652" y="10085"/>
                  </a:cubicBezTo>
                  <a:cubicBezTo>
                    <a:pt x="46601" y="10126"/>
                    <a:pt x="46568" y="10144"/>
                    <a:pt x="46548" y="10144"/>
                  </a:cubicBezTo>
                  <a:cubicBezTo>
                    <a:pt x="46471" y="10144"/>
                    <a:pt x="46620" y="9862"/>
                    <a:pt x="46768" y="9714"/>
                  </a:cubicBezTo>
                  <a:cubicBezTo>
                    <a:pt x="46976" y="9528"/>
                    <a:pt x="47185" y="9598"/>
                    <a:pt x="47278" y="9436"/>
                  </a:cubicBezTo>
                  <a:cubicBezTo>
                    <a:pt x="47394" y="9297"/>
                    <a:pt x="47579" y="9320"/>
                    <a:pt x="47880" y="9250"/>
                  </a:cubicBezTo>
                  <a:cubicBezTo>
                    <a:pt x="48182" y="9204"/>
                    <a:pt x="48182" y="9042"/>
                    <a:pt x="48321" y="8972"/>
                  </a:cubicBezTo>
                  <a:cubicBezTo>
                    <a:pt x="48460" y="8903"/>
                    <a:pt x="48831" y="8764"/>
                    <a:pt x="48877" y="8625"/>
                  </a:cubicBezTo>
                  <a:cubicBezTo>
                    <a:pt x="48943" y="8492"/>
                    <a:pt x="49625" y="8252"/>
                    <a:pt x="49806" y="8252"/>
                  </a:cubicBezTo>
                  <a:cubicBezTo>
                    <a:pt x="49814" y="8252"/>
                    <a:pt x="49821" y="8253"/>
                    <a:pt x="49827" y="8254"/>
                  </a:cubicBezTo>
                  <a:cubicBezTo>
                    <a:pt x="49966" y="8254"/>
                    <a:pt x="50012" y="7953"/>
                    <a:pt x="50082" y="7953"/>
                  </a:cubicBezTo>
                  <a:cubicBezTo>
                    <a:pt x="50175" y="7953"/>
                    <a:pt x="50592" y="7767"/>
                    <a:pt x="50754" y="7698"/>
                  </a:cubicBezTo>
                  <a:cubicBezTo>
                    <a:pt x="50916" y="7628"/>
                    <a:pt x="50986" y="7466"/>
                    <a:pt x="51009" y="7373"/>
                  </a:cubicBezTo>
                  <a:cubicBezTo>
                    <a:pt x="51009" y="7257"/>
                    <a:pt x="50777" y="7280"/>
                    <a:pt x="50754" y="7188"/>
                  </a:cubicBezTo>
                  <a:cubicBezTo>
                    <a:pt x="50731" y="7095"/>
                    <a:pt x="50870" y="7141"/>
                    <a:pt x="51032" y="7095"/>
                  </a:cubicBezTo>
                  <a:cubicBezTo>
                    <a:pt x="51180" y="7032"/>
                    <a:pt x="51059" y="6834"/>
                    <a:pt x="50931" y="6834"/>
                  </a:cubicBezTo>
                  <a:cubicBezTo>
                    <a:pt x="50918" y="6834"/>
                    <a:pt x="50906" y="6836"/>
                    <a:pt x="50893" y="6840"/>
                  </a:cubicBezTo>
                  <a:cubicBezTo>
                    <a:pt x="50877" y="6846"/>
                    <a:pt x="50865" y="6848"/>
                    <a:pt x="50857" y="6848"/>
                  </a:cubicBezTo>
                  <a:cubicBezTo>
                    <a:pt x="50799" y="6848"/>
                    <a:pt x="50949" y="6705"/>
                    <a:pt x="50847" y="6562"/>
                  </a:cubicBezTo>
                  <a:cubicBezTo>
                    <a:pt x="50818" y="6527"/>
                    <a:pt x="50780" y="6516"/>
                    <a:pt x="50740" y="6516"/>
                  </a:cubicBezTo>
                  <a:cubicBezTo>
                    <a:pt x="50661" y="6516"/>
                    <a:pt x="50572" y="6562"/>
                    <a:pt x="50527" y="6562"/>
                  </a:cubicBezTo>
                  <a:cubicBezTo>
                    <a:pt x="50505" y="6562"/>
                    <a:pt x="50493" y="6550"/>
                    <a:pt x="50499" y="6516"/>
                  </a:cubicBezTo>
                  <a:cubicBezTo>
                    <a:pt x="50499" y="6353"/>
                    <a:pt x="50476" y="6168"/>
                    <a:pt x="50383" y="6052"/>
                  </a:cubicBezTo>
                  <a:cubicBezTo>
                    <a:pt x="50369" y="6038"/>
                    <a:pt x="50353" y="6033"/>
                    <a:pt x="50336" y="6033"/>
                  </a:cubicBezTo>
                  <a:cubicBezTo>
                    <a:pt x="50263" y="6033"/>
                    <a:pt x="50158" y="6127"/>
                    <a:pt x="50039" y="6127"/>
                  </a:cubicBezTo>
                  <a:cubicBezTo>
                    <a:pt x="49993" y="6127"/>
                    <a:pt x="49946" y="6114"/>
                    <a:pt x="49897" y="6075"/>
                  </a:cubicBezTo>
                  <a:cubicBezTo>
                    <a:pt x="49731" y="5965"/>
                    <a:pt x="49332" y="5869"/>
                    <a:pt x="49174" y="5869"/>
                  </a:cubicBezTo>
                  <a:cubicBezTo>
                    <a:pt x="49133" y="5869"/>
                    <a:pt x="49109" y="5876"/>
                    <a:pt x="49109" y="5890"/>
                  </a:cubicBezTo>
                  <a:cubicBezTo>
                    <a:pt x="49109" y="5903"/>
                    <a:pt x="49099" y="5908"/>
                    <a:pt x="49083" y="5908"/>
                  </a:cubicBezTo>
                  <a:cubicBezTo>
                    <a:pt x="49029" y="5908"/>
                    <a:pt x="48899" y="5849"/>
                    <a:pt x="48817" y="5849"/>
                  </a:cubicBezTo>
                  <a:cubicBezTo>
                    <a:pt x="48794" y="5849"/>
                    <a:pt x="48774" y="5854"/>
                    <a:pt x="48761" y="5867"/>
                  </a:cubicBezTo>
                  <a:cubicBezTo>
                    <a:pt x="48740" y="5898"/>
                    <a:pt x="48634" y="5911"/>
                    <a:pt x="48509" y="5911"/>
                  </a:cubicBezTo>
                  <a:cubicBezTo>
                    <a:pt x="48358" y="5911"/>
                    <a:pt x="48178" y="5892"/>
                    <a:pt x="48089" y="5867"/>
                  </a:cubicBezTo>
                  <a:cubicBezTo>
                    <a:pt x="48075" y="5864"/>
                    <a:pt x="48059" y="5863"/>
                    <a:pt x="48044" y="5863"/>
                  </a:cubicBezTo>
                  <a:cubicBezTo>
                    <a:pt x="47909" y="5863"/>
                    <a:pt x="47741" y="5951"/>
                    <a:pt x="47741" y="6075"/>
                  </a:cubicBezTo>
                  <a:cubicBezTo>
                    <a:pt x="47741" y="6150"/>
                    <a:pt x="47574" y="6171"/>
                    <a:pt x="47401" y="6171"/>
                  </a:cubicBezTo>
                  <a:cubicBezTo>
                    <a:pt x="47252" y="6171"/>
                    <a:pt x="47100" y="6156"/>
                    <a:pt x="47046" y="6145"/>
                  </a:cubicBezTo>
                  <a:cubicBezTo>
                    <a:pt x="46953" y="6122"/>
                    <a:pt x="47463" y="5705"/>
                    <a:pt x="47463" y="5635"/>
                  </a:cubicBezTo>
                  <a:cubicBezTo>
                    <a:pt x="47463" y="5612"/>
                    <a:pt x="47368" y="5607"/>
                    <a:pt x="47239" y="5607"/>
                  </a:cubicBezTo>
                  <a:cubicBezTo>
                    <a:pt x="47136" y="5607"/>
                    <a:pt x="47012" y="5610"/>
                    <a:pt x="46898" y="5610"/>
                  </a:cubicBezTo>
                  <a:cubicBezTo>
                    <a:pt x="46726" y="5610"/>
                    <a:pt x="46578" y="5603"/>
                    <a:pt x="46559" y="5566"/>
                  </a:cubicBezTo>
                  <a:cubicBezTo>
                    <a:pt x="46513" y="5496"/>
                    <a:pt x="46096" y="5473"/>
                    <a:pt x="45910" y="5473"/>
                  </a:cubicBezTo>
                  <a:cubicBezTo>
                    <a:pt x="45725" y="5473"/>
                    <a:pt x="45910" y="5426"/>
                    <a:pt x="46073" y="5403"/>
                  </a:cubicBezTo>
                  <a:cubicBezTo>
                    <a:pt x="46235" y="5380"/>
                    <a:pt x="46397" y="5241"/>
                    <a:pt x="46583" y="5218"/>
                  </a:cubicBezTo>
                  <a:cubicBezTo>
                    <a:pt x="46768" y="5172"/>
                    <a:pt x="46722" y="5125"/>
                    <a:pt x="46652" y="5009"/>
                  </a:cubicBezTo>
                  <a:cubicBezTo>
                    <a:pt x="46559" y="4893"/>
                    <a:pt x="46374" y="4940"/>
                    <a:pt x="46189" y="4893"/>
                  </a:cubicBezTo>
                  <a:cubicBezTo>
                    <a:pt x="46003" y="4824"/>
                    <a:pt x="45771" y="4754"/>
                    <a:pt x="45609" y="4754"/>
                  </a:cubicBezTo>
                  <a:cubicBezTo>
                    <a:pt x="45592" y="4752"/>
                    <a:pt x="45574" y="4751"/>
                    <a:pt x="45557" y="475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59"/>
            <p:cNvSpPr/>
            <p:nvPr/>
          </p:nvSpPr>
          <p:spPr>
            <a:xfrm>
              <a:off x="4191069" y="3244580"/>
              <a:ext cx="204306" cy="142691"/>
            </a:xfrm>
            <a:custGeom>
              <a:avLst/>
              <a:gdLst/>
              <a:ahLst/>
              <a:cxnLst/>
              <a:rect l="l" t="t" r="r" b="b"/>
              <a:pathLst>
                <a:path w="6698" h="4678" extrusionOk="0">
                  <a:moveTo>
                    <a:pt x="4166" y="1"/>
                  </a:moveTo>
                  <a:cubicBezTo>
                    <a:pt x="4043" y="1"/>
                    <a:pt x="3872" y="111"/>
                    <a:pt x="3778" y="205"/>
                  </a:cubicBezTo>
                  <a:cubicBezTo>
                    <a:pt x="3685" y="298"/>
                    <a:pt x="3754" y="367"/>
                    <a:pt x="3685" y="460"/>
                  </a:cubicBezTo>
                  <a:cubicBezTo>
                    <a:pt x="3592" y="529"/>
                    <a:pt x="3314" y="784"/>
                    <a:pt x="3152" y="993"/>
                  </a:cubicBezTo>
                  <a:cubicBezTo>
                    <a:pt x="3051" y="1119"/>
                    <a:pt x="2869" y="1135"/>
                    <a:pt x="2701" y="1135"/>
                  </a:cubicBezTo>
                  <a:cubicBezTo>
                    <a:pt x="2641" y="1135"/>
                    <a:pt x="2582" y="1133"/>
                    <a:pt x="2529" y="1133"/>
                  </a:cubicBezTo>
                  <a:cubicBezTo>
                    <a:pt x="2459" y="1133"/>
                    <a:pt x="2400" y="1137"/>
                    <a:pt x="2364" y="1155"/>
                  </a:cubicBezTo>
                  <a:cubicBezTo>
                    <a:pt x="2225" y="1248"/>
                    <a:pt x="2433" y="1387"/>
                    <a:pt x="2341" y="1456"/>
                  </a:cubicBezTo>
                  <a:cubicBezTo>
                    <a:pt x="2248" y="1526"/>
                    <a:pt x="1947" y="1665"/>
                    <a:pt x="1854" y="1711"/>
                  </a:cubicBezTo>
                  <a:cubicBezTo>
                    <a:pt x="1761" y="1758"/>
                    <a:pt x="1367" y="1735"/>
                    <a:pt x="1252" y="1897"/>
                  </a:cubicBezTo>
                  <a:cubicBezTo>
                    <a:pt x="1229" y="1924"/>
                    <a:pt x="1206" y="1935"/>
                    <a:pt x="1183" y="1935"/>
                  </a:cubicBezTo>
                  <a:cubicBezTo>
                    <a:pt x="1116" y="1935"/>
                    <a:pt x="1049" y="1847"/>
                    <a:pt x="982" y="1847"/>
                  </a:cubicBezTo>
                  <a:cubicBezTo>
                    <a:pt x="956" y="1847"/>
                    <a:pt x="930" y="1860"/>
                    <a:pt x="904" y="1897"/>
                  </a:cubicBezTo>
                  <a:cubicBezTo>
                    <a:pt x="828" y="2003"/>
                    <a:pt x="743" y="2039"/>
                    <a:pt x="674" y="2039"/>
                  </a:cubicBezTo>
                  <a:cubicBezTo>
                    <a:pt x="636" y="2039"/>
                    <a:pt x="604" y="2029"/>
                    <a:pt x="579" y="2013"/>
                  </a:cubicBezTo>
                  <a:cubicBezTo>
                    <a:pt x="579" y="2013"/>
                    <a:pt x="556" y="1989"/>
                    <a:pt x="533" y="1966"/>
                  </a:cubicBezTo>
                  <a:cubicBezTo>
                    <a:pt x="440" y="2059"/>
                    <a:pt x="301" y="2175"/>
                    <a:pt x="255" y="2291"/>
                  </a:cubicBezTo>
                  <a:cubicBezTo>
                    <a:pt x="185" y="2523"/>
                    <a:pt x="0" y="2731"/>
                    <a:pt x="0" y="2847"/>
                  </a:cubicBezTo>
                  <a:cubicBezTo>
                    <a:pt x="0" y="2963"/>
                    <a:pt x="70" y="3102"/>
                    <a:pt x="70" y="3287"/>
                  </a:cubicBezTo>
                  <a:cubicBezTo>
                    <a:pt x="70" y="3496"/>
                    <a:pt x="116" y="3589"/>
                    <a:pt x="232" y="3728"/>
                  </a:cubicBezTo>
                  <a:cubicBezTo>
                    <a:pt x="348" y="3867"/>
                    <a:pt x="301" y="4052"/>
                    <a:pt x="301" y="4052"/>
                  </a:cubicBezTo>
                  <a:cubicBezTo>
                    <a:pt x="301" y="4052"/>
                    <a:pt x="348" y="4122"/>
                    <a:pt x="440" y="4237"/>
                  </a:cubicBezTo>
                  <a:cubicBezTo>
                    <a:pt x="510" y="4353"/>
                    <a:pt x="765" y="4516"/>
                    <a:pt x="788" y="4585"/>
                  </a:cubicBezTo>
                  <a:cubicBezTo>
                    <a:pt x="788" y="4631"/>
                    <a:pt x="834" y="4655"/>
                    <a:pt x="881" y="4678"/>
                  </a:cubicBezTo>
                  <a:cubicBezTo>
                    <a:pt x="881" y="4678"/>
                    <a:pt x="904" y="4655"/>
                    <a:pt x="904" y="4631"/>
                  </a:cubicBezTo>
                  <a:cubicBezTo>
                    <a:pt x="1043" y="4469"/>
                    <a:pt x="1020" y="4237"/>
                    <a:pt x="1020" y="4237"/>
                  </a:cubicBezTo>
                  <a:lnTo>
                    <a:pt x="1321" y="4168"/>
                  </a:lnTo>
                  <a:lnTo>
                    <a:pt x="1553" y="4098"/>
                  </a:lnTo>
                  <a:lnTo>
                    <a:pt x="2016" y="4168"/>
                  </a:lnTo>
                  <a:lnTo>
                    <a:pt x="2016" y="3797"/>
                  </a:lnTo>
                  <a:cubicBezTo>
                    <a:pt x="2016" y="3797"/>
                    <a:pt x="2364" y="3357"/>
                    <a:pt x="2596" y="3357"/>
                  </a:cubicBezTo>
                  <a:cubicBezTo>
                    <a:pt x="2827" y="3357"/>
                    <a:pt x="3036" y="3658"/>
                    <a:pt x="3036" y="3658"/>
                  </a:cubicBezTo>
                  <a:lnTo>
                    <a:pt x="4079" y="3867"/>
                  </a:lnTo>
                  <a:cubicBezTo>
                    <a:pt x="4079" y="3867"/>
                    <a:pt x="4148" y="3542"/>
                    <a:pt x="4241" y="3496"/>
                  </a:cubicBezTo>
                  <a:cubicBezTo>
                    <a:pt x="4269" y="3479"/>
                    <a:pt x="4301" y="3473"/>
                    <a:pt x="4336" y="3473"/>
                  </a:cubicBezTo>
                  <a:cubicBezTo>
                    <a:pt x="4419" y="3473"/>
                    <a:pt x="4516" y="3507"/>
                    <a:pt x="4604" y="3507"/>
                  </a:cubicBezTo>
                  <a:cubicBezTo>
                    <a:pt x="4631" y="3507"/>
                    <a:pt x="4657" y="3504"/>
                    <a:pt x="4681" y="3496"/>
                  </a:cubicBezTo>
                  <a:cubicBezTo>
                    <a:pt x="4821" y="3426"/>
                    <a:pt x="5029" y="3310"/>
                    <a:pt x="5261" y="3310"/>
                  </a:cubicBezTo>
                  <a:cubicBezTo>
                    <a:pt x="5393" y="3310"/>
                    <a:pt x="5480" y="3356"/>
                    <a:pt x="5552" y="3356"/>
                  </a:cubicBezTo>
                  <a:cubicBezTo>
                    <a:pt x="5606" y="3356"/>
                    <a:pt x="5652" y="3330"/>
                    <a:pt x="5701" y="3241"/>
                  </a:cubicBezTo>
                  <a:cubicBezTo>
                    <a:pt x="5726" y="3192"/>
                    <a:pt x="5780" y="3173"/>
                    <a:pt x="5847" y="3173"/>
                  </a:cubicBezTo>
                  <a:cubicBezTo>
                    <a:pt x="6030" y="3173"/>
                    <a:pt x="6304" y="3310"/>
                    <a:pt x="6304" y="3310"/>
                  </a:cubicBezTo>
                  <a:lnTo>
                    <a:pt x="6698" y="3241"/>
                  </a:lnTo>
                  <a:lnTo>
                    <a:pt x="6559" y="2917"/>
                  </a:lnTo>
                  <a:cubicBezTo>
                    <a:pt x="6582" y="2917"/>
                    <a:pt x="6211" y="2754"/>
                    <a:pt x="6211" y="2638"/>
                  </a:cubicBezTo>
                  <a:cubicBezTo>
                    <a:pt x="6211" y="2546"/>
                    <a:pt x="6211" y="2453"/>
                    <a:pt x="6002" y="2268"/>
                  </a:cubicBezTo>
                  <a:cubicBezTo>
                    <a:pt x="5794" y="2105"/>
                    <a:pt x="5655" y="2082"/>
                    <a:pt x="5655" y="1966"/>
                  </a:cubicBezTo>
                  <a:cubicBezTo>
                    <a:pt x="5655" y="1874"/>
                    <a:pt x="5608" y="1850"/>
                    <a:pt x="5423" y="1642"/>
                  </a:cubicBezTo>
                  <a:cubicBezTo>
                    <a:pt x="5261" y="1433"/>
                    <a:pt x="4983" y="1433"/>
                    <a:pt x="4983" y="1433"/>
                  </a:cubicBezTo>
                  <a:lnTo>
                    <a:pt x="4936" y="1271"/>
                  </a:lnTo>
                  <a:lnTo>
                    <a:pt x="4681" y="1225"/>
                  </a:lnTo>
                  <a:cubicBezTo>
                    <a:pt x="4681" y="1225"/>
                    <a:pt x="4566" y="1132"/>
                    <a:pt x="4751" y="1039"/>
                  </a:cubicBezTo>
                  <a:cubicBezTo>
                    <a:pt x="4960" y="923"/>
                    <a:pt x="4751" y="669"/>
                    <a:pt x="4728" y="553"/>
                  </a:cubicBezTo>
                  <a:cubicBezTo>
                    <a:pt x="4705" y="460"/>
                    <a:pt x="4403" y="135"/>
                    <a:pt x="4334" y="43"/>
                  </a:cubicBezTo>
                  <a:cubicBezTo>
                    <a:pt x="4311" y="43"/>
                    <a:pt x="4264" y="43"/>
                    <a:pt x="4241" y="20"/>
                  </a:cubicBezTo>
                  <a:cubicBezTo>
                    <a:pt x="4220" y="7"/>
                    <a:pt x="4194" y="1"/>
                    <a:pt x="41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59"/>
            <p:cNvSpPr/>
            <p:nvPr/>
          </p:nvSpPr>
          <p:spPr>
            <a:xfrm>
              <a:off x="4094226" y="3210540"/>
              <a:ext cx="123718" cy="191586"/>
            </a:xfrm>
            <a:custGeom>
              <a:avLst/>
              <a:gdLst/>
              <a:ahLst/>
              <a:cxnLst/>
              <a:rect l="l" t="t" r="r" b="b"/>
              <a:pathLst>
                <a:path w="4056" h="6281" extrusionOk="0">
                  <a:moveTo>
                    <a:pt x="3013" y="0"/>
                  </a:moveTo>
                  <a:cubicBezTo>
                    <a:pt x="2967" y="116"/>
                    <a:pt x="2967" y="255"/>
                    <a:pt x="2967" y="301"/>
                  </a:cubicBezTo>
                  <a:cubicBezTo>
                    <a:pt x="2967" y="371"/>
                    <a:pt x="3106" y="487"/>
                    <a:pt x="3198" y="510"/>
                  </a:cubicBezTo>
                  <a:cubicBezTo>
                    <a:pt x="3291" y="556"/>
                    <a:pt x="3245" y="718"/>
                    <a:pt x="3221" y="858"/>
                  </a:cubicBezTo>
                  <a:cubicBezTo>
                    <a:pt x="3221" y="997"/>
                    <a:pt x="2943" y="973"/>
                    <a:pt x="2897" y="1043"/>
                  </a:cubicBezTo>
                  <a:cubicBezTo>
                    <a:pt x="2851" y="1089"/>
                    <a:pt x="2573" y="1553"/>
                    <a:pt x="2573" y="1622"/>
                  </a:cubicBezTo>
                  <a:cubicBezTo>
                    <a:pt x="2596" y="1715"/>
                    <a:pt x="2526" y="1947"/>
                    <a:pt x="2457" y="1993"/>
                  </a:cubicBezTo>
                  <a:cubicBezTo>
                    <a:pt x="2364" y="2016"/>
                    <a:pt x="2387" y="2202"/>
                    <a:pt x="2387" y="2271"/>
                  </a:cubicBezTo>
                  <a:cubicBezTo>
                    <a:pt x="2387" y="2364"/>
                    <a:pt x="2132" y="2480"/>
                    <a:pt x="2132" y="2596"/>
                  </a:cubicBezTo>
                  <a:cubicBezTo>
                    <a:pt x="2132" y="2735"/>
                    <a:pt x="1831" y="3268"/>
                    <a:pt x="1738" y="3453"/>
                  </a:cubicBezTo>
                  <a:cubicBezTo>
                    <a:pt x="1650" y="3576"/>
                    <a:pt x="1575" y="3740"/>
                    <a:pt x="1534" y="3740"/>
                  </a:cubicBezTo>
                  <a:cubicBezTo>
                    <a:pt x="1522" y="3740"/>
                    <a:pt x="1512" y="3724"/>
                    <a:pt x="1506" y="3685"/>
                  </a:cubicBezTo>
                  <a:cubicBezTo>
                    <a:pt x="1467" y="3547"/>
                    <a:pt x="1293" y="3392"/>
                    <a:pt x="1171" y="3392"/>
                  </a:cubicBezTo>
                  <a:cubicBezTo>
                    <a:pt x="1149" y="3392"/>
                    <a:pt x="1130" y="3396"/>
                    <a:pt x="1112" y="3407"/>
                  </a:cubicBezTo>
                  <a:cubicBezTo>
                    <a:pt x="1062" y="3447"/>
                    <a:pt x="1008" y="3457"/>
                    <a:pt x="956" y="3457"/>
                  </a:cubicBezTo>
                  <a:cubicBezTo>
                    <a:pt x="908" y="3457"/>
                    <a:pt x="863" y="3448"/>
                    <a:pt x="826" y="3448"/>
                  </a:cubicBezTo>
                  <a:cubicBezTo>
                    <a:pt x="812" y="3448"/>
                    <a:pt x="799" y="3449"/>
                    <a:pt x="788" y="3453"/>
                  </a:cubicBezTo>
                  <a:cubicBezTo>
                    <a:pt x="719" y="3476"/>
                    <a:pt x="162" y="4056"/>
                    <a:pt x="162" y="4056"/>
                  </a:cubicBezTo>
                  <a:cubicBezTo>
                    <a:pt x="162" y="4056"/>
                    <a:pt x="116" y="4334"/>
                    <a:pt x="0" y="4635"/>
                  </a:cubicBezTo>
                  <a:cubicBezTo>
                    <a:pt x="70" y="4681"/>
                    <a:pt x="162" y="4820"/>
                    <a:pt x="232" y="4936"/>
                  </a:cubicBezTo>
                  <a:cubicBezTo>
                    <a:pt x="285" y="5010"/>
                    <a:pt x="357" y="5027"/>
                    <a:pt x="429" y="5027"/>
                  </a:cubicBezTo>
                  <a:cubicBezTo>
                    <a:pt x="484" y="5027"/>
                    <a:pt x="538" y="5017"/>
                    <a:pt x="584" y="5017"/>
                  </a:cubicBezTo>
                  <a:cubicBezTo>
                    <a:pt x="609" y="5017"/>
                    <a:pt x="631" y="5020"/>
                    <a:pt x="649" y="5029"/>
                  </a:cubicBezTo>
                  <a:cubicBezTo>
                    <a:pt x="742" y="5075"/>
                    <a:pt x="834" y="5469"/>
                    <a:pt x="811" y="5562"/>
                  </a:cubicBezTo>
                  <a:cubicBezTo>
                    <a:pt x="765" y="5678"/>
                    <a:pt x="649" y="5933"/>
                    <a:pt x="695" y="6049"/>
                  </a:cubicBezTo>
                  <a:lnTo>
                    <a:pt x="1460" y="6049"/>
                  </a:lnTo>
                  <a:lnTo>
                    <a:pt x="1692" y="5979"/>
                  </a:lnTo>
                  <a:cubicBezTo>
                    <a:pt x="1692" y="5979"/>
                    <a:pt x="2645" y="6030"/>
                    <a:pt x="3020" y="6030"/>
                  </a:cubicBezTo>
                  <a:cubicBezTo>
                    <a:pt x="3082" y="6030"/>
                    <a:pt x="3129" y="6029"/>
                    <a:pt x="3152" y="6026"/>
                  </a:cubicBezTo>
                  <a:cubicBezTo>
                    <a:pt x="3163" y="6022"/>
                    <a:pt x="3177" y="6021"/>
                    <a:pt x="3193" y="6021"/>
                  </a:cubicBezTo>
                  <a:cubicBezTo>
                    <a:pt x="3397" y="6021"/>
                    <a:pt x="3917" y="6280"/>
                    <a:pt x="3917" y="6280"/>
                  </a:cubicBezTo>
                  <a:cubicBezTo>
                    <a:pt x="3917" y="6280"/>
                    <a:pt x="3940" y="5979"/>
                    <a:pt x="4056" y="5794"/>
                  </a:cubicBezTo>
                  <a:cubicBezTo>
                    <a:pt x="4009" y="5771"/>
                    <a:pt x="3963" y="5747"/>
                    <a:pt x="3963" y="5701"/>
                  </a:cubicBezTo>
                  <a:cubicBezTo>
                    <a:pt x="3940" y="5632"/>
                    <a:pt x="3685" y="5469"/>
                    <a:pt x="3615" y="5353"/>
                  </a:cubicBezTo>
                  <a:cubicBezTo>
                    <a:pt x="3523" y="5261"/>
                    <a:pt x="3500" y="5168"/>
                    <a:pt x="3500" y="5168"/>
                  </a:cubicBezTo>
                  <a:cubicBezTo>
                    <a:pt x="3500" y="5168"/>
                    <a:pt x="3523" y="5006"/>
                    <a:pt x="3407" y="4844"/>
                  </a:cubicBezTo>
                  <a:cubicBezTo>
                    <a:pt x="3291" y="4705"/>
                    <a:pt x="3245" y="4612"/>
                    <a:pt x="3245" y="4403"/>
                  </a:cubicBezTo>
                  <a:cubicBezTo>
                    <a:pt x="3245" y="4218"/>
                    <a:pt x="3175" y="4079"/>
                    <a:pt x="3175" y="3963"/>
                  </a:cubicBezTo>
                  <a:cubicBezTo>
                    <a:pt x="3175" y="3847"/>
                    <a:pt x="3360" y="3639"/>
                    <a:pt x="3453" y="3430"/>
                  </a:cubicBezTo>
                  <a:cubicBezTo>
                    <a:pt x="3476" y="3291"/>
                    <a:pt x="3615" y="3175"/>
                    <a:pt x="3708" y="3082"/>
                  </a:cubicBezTo>
                  <a:cubicBezTo>
                    <a:pt x="3662" y="2990"/>
                    <a:pt x="3615" y="2851"/>
                    <a:pt x="3546" y="2688"/>
                  </a:cubicBezTo>
                  <a:cubicBezTo>
                    <a:pt x="3500" y="2480"/>
                    <a:pt x="3314" y="2410"/>
                    <a:pt x="3106" y="2225"/>
                  </a:cubicBezTo>
                  <a:cubicBezTo>
                    <a:pt x="2897" y="2016"/>
                    <a:pt x="2967" y="1900"/>
                    <a:pt x="2967" y="1831"/>
                  </a:cubicBezTo>
                  <a:cubicBezTo>
                    <a:pt x="2967" y="1769"/>
                    <a:pt x="3090" y="1748"/>
                    <a:pt x="3234" y="1748"/>
                  </a:cubicBezTo>
                  <a:cubicBezTo>
                    <a:pt x="3306" y="1748"/>
                    <a:pt x="3384" y="1754"/>
                    <a:pt x="3453" y="1761"/>
                  </a:cubicBezTo>
                  <a:cubicBezTo>
                    <a:pt x="3487" y="1766"/>
                    <a:pt x="3519" y="1768"/>
                    <a:pt x="3547" y="1768"/>
                  </a:cubicBezTo>
                  <a:cubicBezTo>
                    <a:pt x="3674" y="1768"/>
                    <a:pt x="3737" y="1730"/>
                    <a:pt x="3662" y="1692"/>
                  </a:cubicBezTo>
                  <a:cubicBezTo>
                    <a:pt x="3592" y="1622"/>
                    <a:pt x="3430" y="1251"/>
                    <a:pt x="3453" y="997"/>
                  </a:cubicBezTo>
                  <a:cubicBezTo>
                    <a:pt x="3453" y="742"/>
                    <a:pt x="3360" y="672"/>
                    <a:pt x="3384" y="510"/>
                  </a:cubicBezTo>
                  <a:cubicBezTo>
                    <a:pt x="3407" y="371"/>
                    <a:pt x="3198" y="0"/>
                    <a:pt x="30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8" name="Google Shape;8828;p59"/>
            <p:cNvSpPr/>
            <p:nvPr/>
          </p:nvSpPr>
          <p:spPr>
            <a:xfrm>
              <a:off x="3743609" y="3003401"/>
              <a:ext cx="279250" cy="258387"/>
            </a:xfrm>
            <a:custGeom>
              <a:avLst/>
              <a:gdLst/>
              <a:ahLst/>
              <a:cxnLst/>
              <a:rect l="l" t="t" r="r" b="b"/>
              <a:pathLst>
                <a:path w="9155" h="8471" extrusionOk="0">
                  <a:moveTo>
                    <a:pt x="3152" y="1"/>
                  </a:moveTo>
                  <a:lnTo>
                    <a:pt x="3662" y="4821"/>
                  </a:lnTo>
                  <a:lnTo>
                    <a:pt x="3824" y="5007"/>
                  </a:lnTo>
                  <a:cubicBezTo>
                    <a:pt x="3824" y="5007"/>
                    <a:pt x="3847" y="5424"/>
                    <a:pt x="3755" y="5470"/>
                  </a:cubicBezTo>
                  <a:cubicBezTo>
                    <a:pt x="3708" y="5493"/>
                    <a:pt x="3175" y="5499"/>
                    <a:pt x="2654" y="5499"/>
                  </a:cubicBezTo>
                  <a:cubicBezTo>
                    <a:pt x="2132" y="5499"/>
                    <a:pt x="1622" y="5493"/>
                    <a:pt x="1622" y="5493"/>
                  </a:cubicBezTo>
                  <a:cubicBezTo>
                    <a:pt x="1622" y="5493"/>
                    <a:pt x="1414" y="5586"/>
                    <a:pt x="1275" y="5586"/>
                  </a:cubicBezTo>
                  <a:cubicBezTo>
                    <a:pt x="1174" y="5586"/>
                    <a:pt x="1048" y="5537"/>
                    <a:pt x="969" y="5537"/>
                  </a:cubicBezTo>
                  <a:cubicBezTo>
                    <a:pt x="940" y="5537"/>
                    <a:pt x="917" y="5544"/>
                    <a:pt x="904" y="5563"/>
                  </a:cubicBezTo>
                  <a:cubicBezTo>
                    <a:pt x="873" y="5609"/>
                    <a:pt x="863" y="5705"/>
                    <a:pt x="793" y="5705"/>
                  </a:cubicBezTo>
                  <a:cubicBezTo>
                    <a:pt x="756" y="5705"/>
                    <a:pt x="705" y="5680"/>
                    <a:pt x="626" y="5609"/>
                  </a:cubicBezTo>
                  <a:cubicBezTo>
                    <a:pt x="543" y="5534"/>
                    <a:pt x="480" y="5505"/>
                    <a:pt x="433" y="5505"/>
                  </a:cubicBezTo>
                  <a:cubicBezTo>
                    <a:pt x="333" y="5505"/>
                    <a:pt x="301" y="5631"/>
                    <a:pt x="301" y="5725"/>
                  </a:cubicBezTo>
                  <a:cubicBezTo>
                    <a:pt x="301" y="5841"/>
                    <a:pt x="162" y="5910"/>
                    <a:pt x="0" y="5910"/>
                  </a:cubicBezTo>
                  <a:cubicBezTo>
                    <a:pt x="47" y="5980"/>
                    <a:pt x="47" y="6026"/>
                    <a:pt x="47" y="6026"/>
                  </a:cubicBezTo>
                  <a:lnTo>
                    <a:pt x="162" y="6188"/>
                  </a:lnTo>
                  <a:cubicBezTo>
                    <a:pt x="162" y="6188"/>
                    <a:pt x="139" y="6420"/>
                    <a:pt x="232" y="6513"/>
                  </a:cubicBezTo>
                  <a:cubicBezTo>
                    <a:pt x="325" y="6606"/>
                    <a:pt x="510" y="6791"/>
                    <a:pt x="533" y="6884"/>
                  </a:cubicBezTo>
                  <a:cubicBezTo>
                    <a:pt x="533" y="6953"/>
                    <a:pt x="533" y="7324"/>
                    <a:pt x="533" y="7324"/>
                  </a:cubicBezTo>
                  <a:cubicBezTo>
                    <a:pt x="533" y="7324"/>
                    <a:pt x="579" y="7493"/>
                    <a:pt x="647" y="7493"/>
                  </a:cubicBezTo>
                  <a:cubicBezTo>
                    <a:pt x="662" y="7493"/>
                    <a:pt x="678" y="7485"/>
                    <a:pt x="695" y="7463"/>
                  </a:cubicBezTo>
                  <a:cubicBezTo>
                    <a:pt x="717" y="7431"/>
                    <a:pt x="741" y="7420"/>
                    <a:pt x="766" y="7420"/>
                  </a:cubicBezTo>
                  <a:cubicBezTo>
                    <a:pt x="821" y="7420"/>
                    <a:pt x="881" y="7473"/>
                    <a:pt x="930" y="7473"/>
                  </a:cubicBezTo>
                  <a:cubicBezTo>
                    <a:pt x="956" y="7473"/>
                    <a:pt x="979" y="7459"/>
                    <a:pt x="997" y="7417"/>
                  </a:cubicBezTo>
                  <a:cubicBezTo>
                    <a:pt x="1018" y="7367"/>
                    <a:pt x="1052" y="7350"/>
                    <a:pt x="1092" y="7350"/>
                  </a:cubicBezTo>
                  <a:cubicBezTo>
                    <a:pt x="1182" y="7350"/>
                    <a:pt x="1303" y="7440"/>
                    <a:pt x="1368" y="7440"/>
                  </a:cubicBezTo>
                  <a:cubicBezTo>
                    <a:pt x="1460" y="7440"/>
                    <a:pt x="1692" y="7162"/>
                    <a:pt x="1762" y="7162"/>
                  </a:cubicBezTo>
                  <a:cubicBezTo>
                    <a:pt x="1831" y="7185"/>
                    <a:pt x="1970" y="7463"/>
                    <a:pt x="1970" y="7579"/>
                  </a:cubicBezTo>
                  <a:cubicBezTo>
                    <a:pt x="1970" y="7672"/>
                    <a:pt x="2248" y="7788"/>
                    <a:pt x="2155" y="7834"/>
                  </a:cubicBezTo>
                  <a:cubicBezTo>
                    <a:pt x="2063" y="7857"/>
                    <a:pt x="2040" y="8019"/>
                    <a:pt x="2155" y="8019"/>
                  </a:cubicBezTo>
                  <a:cubicBezTo>
                    <a:pt x="2271" y="8019"/>
                    <a:pt x="2225" y="8228"/>
                    <a:pt x="2295" y="8321"/>
                  </a:cubicBezTo>
                  <a:cubicBezTo>
                    <a:pt x="2339" y="8379"/>
                    <a:pt x="2401" y="8438"/>
                    <a:pt x="2459" y="8438"/>
                  </a:cubicBezTo>
                  <a:cubicBezTo>
                    <a:pt x="2492" y="8438"/>
                    <a:pt x="2524" y="8418"/>
                    <a:pt x="2549" y="8367"/>
                  </a:cubicBezTo>
                  <a:cubicBezTo>
                    <a:pt x="2573" y="8313"/>
                    <a:pt x="2604" y="8292"/>
                    <a:pt x="2637" y="8292"/>
                  </a:cubicBezTo>
                  <a:cubicBezTo>
                    <a:pt x="2704" y="8292"/>
                    <a:pt x="2781" y="8375"/>
                    <a:pt x="2828" y="8436"/>
                  </a:cubicBezTo>
                  <a:cubicBezTo>
                    <a:pt x="2845" y="8460"/>
                    <a:pt x="2872" y="8470"/>
                    <a:pt x="2902" y="8470"/>
                  </a:cubicBezTo>
                  <a:cubicBezTo>
                    <a:pt x="2991" y="8470"/>
                    <a:pt x="3112" y="8384"/>
                    <a:pt x="3129" y="8297"/>
                  </a:cubicBezTo>
                  <a:cubicBezTo>
                    <a:pt x="3155" y="8220"/>
                    <a:pt x="3245" y="8171"/>
                    <a:pt x="3316" y="8171"/>
                  </a:cubicBezTo>
                  <a:cubicBezTo>
                    <a:pt x="3373" y="8171"/>
                    <a:pt x="3417" y="8202"/>
                    <a:pt x="3407" y="8274"/>
                  </a:cubicBezTo>
                  <a:cubicBezTo>
                    <a:pt x="3394" y="8353"/>
                    <a:pt x="3403" y="8395"/>
                    <a:pt x="3443" y="8395"/>
                  </a:cubicBezTo>
                  <a:cubicBezTo>
                    <a:pt x="3474" y="8395"/>
                    <a:pt x="3522" y="8371"/>
                    <a:pt x="3592" y="8321"/>
                  </a:cubicBezTo>
                  <a:cubicBezTo>
                    <a:pt x="3662" y="8297"/>
                    <a:pt x="3708" y="8297"/>
                    <a:pt x="3755" y="8297"/>
                  </a:cubicBezTo>
                  <a:cubicBezTo>
                    <a:pt x="3824" y="8112"/>
                    <a:pt x="3870" y="7927"/>
                    <a:pt x="3917" y="7880"/>
                  </a:cubicBezTo>
                  <a:cubicBezTo>
                    <a:pt x="3963" y="7788"/>
                    <a:pt x="3801" y="7556"/>
                    <a:pt x="3870" y="7509"/>
                  </a:cubicBezTo>
                  <a:cubicBezTo>
                    <a:pt x="3963" y="7486"/>
                    <a:pt x="4241" y="7556"/>
                    <a:pt x="4311" y="7324"/>
                  </a:cubicBezTo>
                  <a:cubicBezTo>
                    <a:pt x="4403" y="7092"/>
                    <a:pt x="4496" y="6976"/>
                    <a:pt x="4496" y="6976"/>
                  </a:cubicBezTo>
                  <a:cubicBezTo>
                    <a:pt x="4496" y="6976"/>
                    <a:pt x="4515" y="6571"/>
                    <a:pt x="4625" y="6571"/>
                  </a:cubicBezTo>
                  <a:cubicBezTo>
                    <a:pt x="4635" y="6571"/>
                    <a:pt x="4646" y="6574"/>
                    <a:pt x="4658" y="6582"/>
                  </a:cubicBezTo>
                  <a:cubicBezTo>
                    <a:pt x="4761" y="6626"/>
                    <a:pt x="4863" y="6698"/>
                    <a:pt x="4931" y="6698"/>
                  </a:cubicBezTo>
                  <a:cubicBezTo>
                    <a:pt x="4970" y="6698"/>
                    <a:pt x="4998" y="6674"/>
                    <a:pt x="5006" y="6606"/>
                  </a:cubicBezTo>
                  <a:cubicBezTo>
                    <a:pt x="5029" y="6397"/>
                    <a:pt x="5191" y="6513"/>
                    <a:pt x="5261" y="6351"/>
                  </a:cubicBezTo>
                  <a:cubicBezTo>
                    <a:pt x="5292" y="6227"/>
                    <a:pt x="5343" y="6196"/>
                    <a:pt x="5409" y="6196"/>
                  </a:cubicBezTo>
                  <a:cubicBezTo>
                    <a:pt x="5441" y="6196"/>
                    <a:pt x="5477" y="6204"/>
                    <a:pt x="5516" y="6212"/>
                  </a:cubicBezTo>
                  <a:cubicBezTo>
                    <a:pt x="5536" y="6216"/>
                    <a:pt x="5555" y="6218"/>
                    <a:pt x="5573" y="6218"/>
                  </a:cubicBezTo>
                  <a:cubicBezTo>
                    <a:pt x="5661" y="6218"/>
                    <a:pt x="5724" y="6173"/>
                    <a:pt x="5724" y="6096"/>
                  </a:cubicBezTo>
                  <a:cubicBezTo>
                    <a:pt x="5724" y="6003"/>
                    <a:pt x="5979" y="6049"/>
                    <a:pt x="6188" y="5910"/>
                  </a:cubicBezTo>
                  <a:cubicBezTo>
                    <a:pt x="6349" y="5785"/>
                    <a:pt x="6454" y="5702"/>
                    <a:pt x="6526" y="5702"/>
                  </a:cubicBezTo>
                  <a:cubicBezTo>
                    <a:pt x="6548" y="5702"/>
                    <a:pt x="6566" y="5709"/>
                    <a:pt x="6582" y="5725"/>
                  </a:cubicBezTo>
                  <a:cubicBezTo>
                    <a:pt x="6633" y="5763"/>
                    <a:pt x="6817" y="5780"/>
                    <a:pt x="6985" y="5780"/>
                  </a:cubicBezTo>
                  <a:cubicBezTo>
                    <a:pt x="7121" y="5780"/>
                    <a:pt x="7246" y="5769"/>
                    <a:pt x="7277" y="5748"/>
                  </a:cubicBezTo>
                  <a:cubicBezTo>
                    <a:pt x="7363" y="5727"/>
                    <a:pt x="7508" y="5606"/>
                    <a:pt x="7675" y="5606"/>
                  </a:cubicBezTo>
                  <a:cubicBezTo>
                    <a:pt x="7689" y="5606"/>
                    <a:pt x="7703" y="5607"/>
                    <a:pt x="7718" y="5609"/>
                  </a:cubicBezTo>
                  <a:cubicBezTo>
                    <a:pt x="7752" y="5617"/>
                    <a:pt x="7794" y="5620"/>
                    <a:pt x="7841" y="5620"/>
                  </a:cubicBezTo>
                  <a:cubicBezTo>
                    <a:pt x="8073" y="5620"/>
                    <a:pt x="8421" y="5540"/>
                    <a:pt x="8575" y="5540"/>
                  </a:cubicBezTo>
                  <a:cubicBezTo>
                    <a:pt x="8760" y="5540"/>
                    <a:pt x="8853" y="5354"/>
                    <a:pt x="8923" y="5285"/>
                  </a:cubicBezTo>
                  <a:cubicBezTo>
                    <a:pt x="8969" y="5238"/>
                    <a:pt x="9039" y="4937"/>
                    <a:pt x="9085" y="4891"/>
                  </a:cubicBezTo>
                  <a:cubicBezTo>
                    <a:pt x="9154" y="4844"/>
                    <a:pt x="9131" y="3825"/>
                    <a:pt x="9131" y="3431"/>
                  </a:cubicBezTo>
                  <a:lnTo>
                    <a:pt x="9131" y="3431"/>
                  </a:lnTo>
                  <a:cubicBezTo>
                    <a:pt x="8923" y="3477"/>
                    <a:pt x="8668" y="3547"/>
                    <a:pt x="8668" y="3547"/>
                  </a:cubicBezTo>
                  <a:cubicBezTo>
                    <a:pt x="8668" y="3547"/>
                    <a:pt x="8668" y="3106"/>
                    <a:pt x="8390" y="2967"/>
                  </a:cubicBezTo>
                  <a:cubicBezTo>
                    <a:pt x="8112" y="2805"/>
                    <a:pt x="7787" y="2759"/>
                    <a:pt x="7787" y="2759"/>
                  </a:cubicBezTo>
                  <a:cubicBezTo>
                    <a:pt x="7787" y="2759"/>
                    <a:pt x="7578" y="2434"/>
                    <a:pt x="7439" y="2272"/>
                  </a:cubicBezTo>
                  <a:cubicBezTo>
                    <a:pt x="7347" y="2179"/>
                    <a:pt x="5539" y="974"/>
                    <a:pt x="40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9" name="Google Shape;8829;p59"/>
            <p:cNvSpPr/>
            <p:nvPr/>
          </p:nvSpPr>
          <p:spPr>
            <a:xfrm>
              <a:off x="4176215" y="3030274"/>
              <a:ext cx="167550" cy="277054"/>
            </a:xfrm>
            <a:custGeom>
              <a:avLst/>
              <a:gdLst/>
              <a:ahLst/>
              <a:cxnLst/>
              <a:rect l="l" t="t" r="r" b="b"/>
              <a:pathLst>
                <a:path w="5493" h="9083" extrusionOk="0">
                  <a:moveTo>
                    <a:pt x="1275" y="0"/>
                  </a:moveTo>
                  <a:lnTo>
                    <a:pt x="788" y="278"/>
                  </a:lnTo>
                  <a:cubicBezTo>
                    <a:pt x="812" y="533"/>
                    <a:pt x="812" y="904"/>
                    <a:pt x="812" y="974"/>
                  </a:cubicBezTo>
                  <a:cubicBezTo>
                    <a:pt x="812" y="1113"/>
                    <a:pt x="1066" y="1275"/>
                    <a:pt x="1043" y="1484"/>
                  </a:cubicBezTo>
                  <a:cubicBezTo>
                    <a:pt x="1020" y="1692"/>
                    <a:pt x="1206" y="1669"/>
                    <a:pt x="1136" y="1901"/>
                  </a:cubicBezTo>
                  <a:cubicBezTo>
                    <a:pt x="1066" y="2109"/>
                    <a:pt x="1043" y="2318"/>
                    <a:pt x="1043" y="2480"/>
                  </a:cubicBezTo>
                  <a:cubicBezTo>
                    <a:pt x="1043" y="2642"/>
                    <a:pt x="1043" y="3778"/>
                    <a:pt x="974" y="3824"/>
                  </a:cubicBezTo>
                  <a:cubicBezTo>
                    <a:pt x="927" y="3871"/>
                    <a:pt x="163" y="4635"/>
                    <a:pt x="116" y="4937"/>
                  </a:cubicBezTo>
                  <a:cubicBezTo>
                    <a:pt x="70" y="5215"/>
                    <a:pt x="0" y="5099"/>
                    <a:pt x="0" y="5400"/>
                  </a:cubicBezTo>
                  <a:cubicBezTo>
                    <a:pt x="0" y="5447"/>
                    <a:pt x="0" y="5516"/>
                    <a:pt x="0" y="5586"/>
                  </a:cubicBezTo>
                  <a:cubicBezTo>
                    <a:pt x="24" y="5586"/>
                    <a:pt x="47" y="5632"/>
                    <a:pt x="116" y="5701"/>
                  </a:cubicBezTo>
                  <a:cubicBezTo>
                    <a:pt x="186" y="5771"/>
                    <a:pt x="186" y="5910"/>
                    <a:pt x="348" y="5910"/>
                  </a:cubicBezTo>
                  <a:cubicBezTo>
                    <a:pt x="510" y="5910"/>
                    <a:pt x="719" y="6281"/>
                    <a:pt x="696" y="6443"/>
                  </a:cubicBezTo>
                  <a:cubicBezTo>
                    <a:pt x="672" y="6582"/>
                    <a:pt x="765" y="6652"/>
                    <a:pt x="765" y="6930"/>
                  </a:cubicBezTo>
                  <a:cubicBezTo>
                    <a:pt x="742" y="7185"/>
                    <a:pt x="904" y="7555"/>
                    <a:pt x="974" y="7602"/>
                  </a:cubicBezTo>
                  <a:cubicBezTo>
                    <a:pt x="1049" y="7640"/>
                    <a:pt x="986" y="7678"/>
                    <a:pt x="859" y="7678"/>
                  </a:cubicBezTo>
                  <a:cubicBezTo>
                    <a:pt x="831" y="7678"/>
                    <a:pt x="799" y="7676"/>
                    <a:pt x="765" y="7671"/>
                  </a:cubicBezTo>
                  <a:cubicBezTo>
                    <a:pt x="557" y="7671"/>
                    <a:pt x="279" y="7671"/>
                    <a:pt x="279" y="7741"/>
                  </a:cubicBezTo>
                  <a:cubicBezTo>
                    <a:pt x="279" y="7834"/>
                    <a:pt x="209" y="7926"/>
                    <a:pt x="418" y="8135"/>
                  </a:cubicBezTo>
                  <a:cubicBezTo>
                    <a:pt x="626" y="8320"/>
                    <a:pt x="812" y="8390"/>
                    <a:pt x="858" y="8598"/>
                  </a:cubicBezTo>
                  <a:cubicBezTo>
                    <a:pt x="927" y="8807"/>
                    <a:pt x="1020" y="8992"/>
                    <a:pt x="1090" y="9062"/>
                  </a:cubicBezTo>
                  <a:cubicBezTo>
                    <a:pt x="1103" y="9075"/>
                    <a:pt x="1124" y="9083"/>
                    <a:pt x="1151" y="9083"/>
                  </a:cubicBezTo>
                  <a:cubicBezTo>
                    <a:pt x="1215" y="9083"/>
                    <a:pt x="1309" y="9038"/>
                    <a:pt x="1391" y="8923"/>
                  </a:cubicBezTo>
                  <a:cubicBezTo>
                    <a:pt x="1417" y="8886"/>
                    <a:pt x="1443" y="8873"/>
                    <a:pt x="1469" y="8873"/>
                  </a:cubicBezTo>
                  <a:cubicBezTo>
                    <a:pt x="1536" y="8873"/>
                    <a:pt x="1603" y="8961"/>
                    <a:pt x="1670" y="8961"/>
                  </a:cubicBezTo>
                  <a:cubicBezTo>
                    <a:pt x="1693" y="8961"/>
                    <a:pt x="1716" y="8950"/>
                    <a:pt x="1739" y="8923"/>
                  </a:cubicBezTo>
                  <a:cubicBezTo>
                    <a:pt x="1854" y="8784"/>
                    <a:pt x="2248" y="8784"/>
                    <a:pt x="2341" y="8737"/>
                  </a:cubicBezTo>
                  <a:cubicBezTo>
                    <a:pt x="2434" y="8691"/>
                    <a:pt x="2735" y="8575"/>
                    <a:pt x="2828" y="8482"/>
                  </a:cubicBezTo>
                  <a:cubicBezTo>
                    <a:pt x="2920" y="8413"/>
                    <a:pt x="2712" y="8274"/>
                    <a:pt x="2851" y="8204"/>
                  </a:cubicBezTo>
                  <a:cubicBezTo>
                    <a:pt x="2990" y="8112"/>
                    <a:pt x="3454" y="8251"/>
                    <a:pt x="3639" y="8042"/>
                  </a:cubicBezTo>
                  <a:cubicBezTo>
                    <a:pt x="3801" y="7810"/>
                    <a:pt x="4079" y="7555"/>
                    <a:pt x="4172" y="7486"/>
                  </a:cubicBezTo>
                  <a:cubicBezTo>
                    <a:pt x="4241" y="7393"/>
                    <a:pt x="4172" y="7347"/>
                    <a:pt x="4288" y="7231"/>
                  </a:cubicBezTo>
                  <a:cubicBezTo>
                    <a:pt x="4363" y="7137"/>
                    <a:pt x="4531" y="7027"/>
                    <a:pt x="4653" y="7027"/>
                  </a:cubicBezTo>
                  <a:cubicBezTo>
                    <a:pt x="4681" y="7027"/>
                    <a:pt x="4707" y="7033"/>
                    <a:pt x="4728" y="7046"/>
                  </a:cubicBezTo>
                  <a:cubicBezTo>
                    <a:pt x="4751" y="7069"/>
                    <a:pt x="4798" y="7069"/>
                    <a:pt x="4821" y="7069"/>
                  </a:cubicBezTo>
                  <a:cubicBezTo>
                    <a:pt x="4821" y="7069"/>
                    <a:pt x="4798" y="7046"/>
                    <a:pt x="4798" y="7046"/>
                  </a:cubicBezTo>
                  <a:lnTo>
                    <a:pt x="4867" y="6814"/>
                  </a:lnTo>
                  <a:cubicBezTo>
                    <a:pt x="4867" y="6814"/>
                    <a:pt x="4612" y="6675"/>
                    <a:pt x="4612" y="6489"/>
                  </a:cubicBezTo>
                  <a:cubicBezTo>
                    <a:pt x="4612" y="6281"/>
                    <a:pt x="4682" y="6072"/>
                    <a:pt x="4496" y="6072"/>
                  </a:cubicBezTo>
                  <a:cubicBezTo>
                    <a:pt x="4334" y="6072"/>
                    <a:pt x="4311" y="5910"/>
                    <a:pt x="4427" y="5771"/>
                  </a:cubicBezTo>
                  <a:cubicBezTo>
                    <a:pt x="4566" y="5632"/>
                    <a:pt x="4241" y="5377"/>
                    <a:pt x="4473" y="5377"/>
                  </a:cubicBezTo>
                  <a:cubicBezTo>
                    <a:pt x="4705" y="5377"/>
                    <a:pt x="4543" y="5006"/>
                    <a:pt x="4705" y="4960"/>
                  </a:cubicBezTo>
                  <a:cubicBezTo>
                    <a:pt x="4867" y="4937"/>
                    <a:pt x="4914" y="4798"/>
                    <a:pt x="4914" y="4635"/>
                  </a:cubicBezTo>
                  <a:cubicBezTo>
                    <a:pt x="4914" y="4450"/>
                    <a:pt x="5284" y="4357"/>
                    <a:pt x="5377" y="4334"/>
                  </a:cubicBezTo>
                  <a:cubicBezTo>
                    <a:pt x="5493" y="4288"/>
                    <a:pt x="5447" y="3755"/>
                    <a:pt x="5447" y="3755"/>
                  </a:cubicBezTo>
                  <a:lnTo>
                    <a:pt x="5447" y="2248"/>
                  </a:lnTo>
                  <a:lnTo>
                    <a:pt x="12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0" name="Google Shape;8830;p59"/>
            <p:cNvSpPr/>
            <p:nvPr/>
          </p:nvSpPr>
          <p:spPr>
            <a:xfrm>
              <a:off x="4097032" y="3392911"/>
              <a:ext cx="94771" cy="104654"/>
            </a:xfrm>
            <a:custGeom>
              <a:avLst/>
              <a:gdLst/>
              <a:ahLst/>
              <a:cxnLst/>
              <a:rect l="l" t="t" r="r" b="b"/>
              <a:pathLst>
                <a:path w="3107" h="3431" extrusionOk="0">
                  <a:moveTo>
                    <a:pt x="1600" y="0"/>
                  </a:moveTo>
                  <a:lnTo>
                    <a:pt x="1507" y="47"/>
                  </a:lnTo>
                  <a:cubicBezTo>
                    <a:pt x="1530" y="441"/>
                    <a:pt x="1484" y="742"/>
                    <a:pt x="1484" y="742"/>
                  </a:cubicBezTo>
                  <a:cubicBezTo>
                    <a:pt x="1484" y="742"/>
                    <a:pt x="858" y="765"/>
                    <a:pt x="742" y="765"/>
                  </a:cubicBezTo>
                  <a:cubicBezTo>
                    <a:pt x="696" y="765"/>
                    <a:pt x="603" y="788"/>
                    <a:pt x="487" y="811"/>
                  </a:cubicBezTo>
                  <a:cubicBezTo>
                    <a:pt x="441" y="858"/>
                    <a:pt x="418" y="904"/>
                    <a:pt x="395" y="927"/>
                  </a:cubicBezTo>
                  <a:cubicBezTo>
                    <a:pt x="325" y="997"/>
                    <a:pt x="557" y="1089"/>
                    <a:pt x="603" y="1205"/>
                  </a:cubicBezTo>
                  <a:cubicBezTo>
                    <a:pt x="650" y="1298"/>
                    <a:pt x="302" y="1275"/>
                    <a:pt x="302" y="1437"/>
                  </a:cubicBezTo>
                  <a:cubicBezTo>
                    <a:pt x="302" y="1576"/>
                    <a:pt x="186" y="1692"/>
                    <a:pt x="93" y="1785"/>
                  </a:cubicBezTo>
                  <a:cubicBezTo>
                    <a:pt x="1" y="1854"/>
                    <a:pt x="348" y="2156"/>
                    <a:pt x="348" y="2248"/>
                  </a:cubicBezTo>
                  <a:cubicBezTo>
                    <a:pt x="372" y="2364"/>
                    <a:pt x="441" y="2457"/>
                    <a:pt x="742" y="2758"/>
                  </a:cubicBezTo>
                  <a:cubicBezTo>
                    <a:pt x="1044" y="3036"/>
                    <a:pt x="905" y="3129"/>
                    <a:pt x="1299" y="3430"/>
                  </a:cubicBezTo>
                  <a:cubicBezTo>
                    <a:pt x="1345" y="3361"/>
                    <a:pt x="1414" y="3268"/>
                    <a:pt x="1554" y="3268"/>
                  </a:cubicBezTo>
                  <a:cubicBezTo>
                    <a:pt x="1808" y="3268"/>
                    <a:pt x="1716" y="3106"/>
                    <a:pt x="1623" y="2828"/>
                  </a:cubicBezTo>
                  <a:cubicBezTo>
                    <a:pt x="1525" y="2612"/>
                    <a:pt x="1709" y="2595"/>
                    <a:pt x="1866" y="2595"/>
                  </a:cubicBezTo>
                  <a:cubicBezTo>
                    <a:pt x="1895" y="2595"/>
                    <a:pt x="1923" y="2596"/>
                    <a:pt x="1947" y="2596"/>
                  </a:cubicBezTo>
                  <a:cubicBezTo>
                    <a:pt x="2133" y="2596"/>
                    <a:pt x="2063" y="2295"/>
                    <a:pt x="2202" y="2295"/>
                  </a:cubicBezTo>
                  <a:cubicBezTo>
                    <a:pt x="2311" y="2295"/>
                    <a:pt x="2359" y="2623"/>
                    <a:pt x="2480" y="2623"/>
                  </a:cubicBezTo>
                  <a:cubicBezTo>
                    <a:pt x="2488" y="2623"/>
                    <a:pt x="2496" y="2622"/>
                    <a:pt x="2504" y="2619"/>
                  </a:cubicBezTo>
                  <a:cubicBezTo>
                    <a:pt x="2515" y="2617"/>
                    <a:pt x="2525" y="2616"/>
                    <a:pt x="2535" y="2616"/>
                  </a:cubicBezTo>
                  <a:cubicBezTo>
                    <a:pt x="2638" y="2616"/>
                    <a:pt x="2719" y="2698"/>
                    <a:pt x="2831" y="2698"/>
                  </a:cubicBezTo>
                  <a:cubicBezTo>
                    <a:pt x="2852" y="2698"/>
                    <a:pt x="2874" y="2695"/>
                    <a:pt x="2898" y="2689"/>
                  </a:cubicBezTo>
                  <a:cubicBezTo>
                    <a:pt x="3060" y="2665"/>
                    <a:pt x="3060" y="2318"/>
                    <a:pt x="3060" y="2063"/>
                  </a:cubicBezTo>
                  <a:cubicBezTo>
                    <a:pt x="3060" y="1785"/>
                    <a:pt x="3106" y="1576"/>
                    <a:pt x="2944" y="1483"/>
                  </a:cubicBezTo>
                  <a:cubicBezTo>
                    <a:pt x="2759" y="1391"/>
                    <a:pt x="2620" y="1136"/>
                    <a:pt x="2828" y="1043"/>
                  </a:cubicBezTo>
                  <a:cubicBezTo>
                    <a:pt x="3037" y="950"/>
                    <a:pt x="3060" y="742"/>
                    <a:pt x="2898" y="603"/>
                  </a:cubicBezTo>
                  <a:cubicBezTo>
                    <a:pt x="2863" y="573"/>
                    <a:pt x="2820" y="563"/>
                    <a:pt x="2772" y="563"/>
                  </a:cubicBezTo>
                  <a:cubicBezTo>
                    <a:pt x="2643" y="563"/>
                    <a:pt x="2484" y="643"/>
                    <a:pt x="2409" y="643"/>
                  </a:cubicBezTo>
                  <a:cubicBezTo>
                    <a:pt x="2381" y="643"/>
                    <a:pt x="2365" y="632"/>
                    <a:pt x="2365" y="603"/>
                  </a:cubicBezTo>
                  <a:cubicBezTo>
                    <a:pt x="2365" y="533"/>
                    <a:pt x="2388" y="255"/>
                    <a:pt x="2411" y="47"/>
                  </a:cubicBezTo>
                  <a:cubicBezTo>
                    <a:pt x="2017" y="23"/>
                    <a:pt x="1600" y="0"/>
                    <a:pt x="16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1" name="Google Shape;8831;p59"/>
            <p:cNvSpPr/>
            <p:nvPr/>
          </p:nvSpPr>
          <p:spPr>
            <a:xfrm>
              <a:off x="4305573" y="3032378"/>
              <a:ext cx="276414" cy="339096"/>
            </a:xfrm>
            <a:custGeom>
              <a:avLst/>
              <a:gdLst/>
              <a:ahLst/>
              <a:cxnLst/>
              <a:rect l="l" t="t" r="r" b="b"/>
              <a:pathLst>
                <a:path w="9062" h="11117" extrusionOk="0">
                  <a:moveTo>
                    <a:pt x="7486" y="1"/>
                  </a:moveTo>
                  <a:cubicBezTo>
                    <a:pt x="7486" y="24"/>
                    <a:pt x="7463" y="24"/>
                    <a:pt x="7463" y="24"/>
                  </a:cubicBezTo>
                  <a:cubicBezTo>
                    <a:pt x="7328" y="217"/>
                    <a:pt x="7321" y="233"/>
                    <a:pt x="7242" y="233"/>
                  </a:cubicBezTo>
                  <a:cubicBezTo>
                    <a:pt x="7227" y="233"/>
                    <a:pt x="7208" y="233"/>
                    <a:pt x="7185" y="233"/>
                  </a:cubicBezTo>
                  <a:cubicBezTo>
                    <a:pt x="7023" y="233"/>
                    <a:pt x="7069" y="603"/>
                    <a:pt x="6814" y="603"/>
                  </a:cubicBezTo>
                  <a:cubicBezTo>
                    <a:pt x="6559" y="603"/>
                    <a:pt x="6652" y="858"/>
                    <a:pt x="6490" y="858"/>
                  </a:cubicBezTo>
                  <a:cubicBezTo>
                    <a:pt x="6327" y="858"/>
                    <a:pt x="6211" y="696"/>
                    <a:pt x="6211" y="696"/>
                  </a:cubicBezTo>
                  <a:lnTo>
                    <a:pt x="5493" y="696"/>
                  </a:lnTo>
                  <a:cubicBezTo>
                    <a:pt x="5493" y="696"/>
                    <a:pt x="5383" y="586"/>
                    <a:pt x="5292" y="586"/>
                  </a:cubicBezTo>
                  <a:cubicBezTo>
                    <a:pt x="5273" y="586"/>
                    <a:pt x="5254" y="591"/>
                    <a:pt x="5238" y="603"/>
                  </a:cubicBezTo>
                  <a:cubicBezTo>
                    <a:pt x="5145" y="673"/>
                    <a:pt x="5053" y="742"/>
                    <a:pt x="5053" y="742"/>
                  </a:cubicBezTo>
                  <a:lnTo>
                    <a:pt x="1715" y="742"/>
                  </a:lnTo>
                  <a:lnTo>
                    <a:pt x="1715" y="1878"/>
                  </a:lnTo>
                  <a:lnTo>
                    <a:pt x="1206" y="1878"/>
                  </a:lnTo>
                  <a:lnTo>
                    <a:pt x="1206" y="3663"/>
                  </a:lnTo>
                  <a:cubicBezTo>
                    <a:pt x="1206" y="3663"/>
                    <a:pt x="1229" y="4219"/>
                    <a:pt x="1136" y="4242"/>
                  </a:cubicBezTo>
                  <a:cubicBezTo>
                    <a:pt x="1043" y="4288"/>
                    <a:pt x="673" y="4381"/>
                    <a:pt x="673" y="4543"/>
                  </a:cubicBezTo>
                  <a:cubicBezTo>
                    <a:pt x="673" y="4705"/>
                    <a:pt x="626" y="4844"/>
                    <a:pt x="464" y="4891"/>
                  </a:cubicBezTo>
                  <a:cubicBezTo>
                    <a:pt x="302" y="4914"/>
                    <a:pt x="464" y="5285"/>
                    <a:pt x="232" y="5285"/>
                  </a:cubicBezTo>
                  <a:cubicBezTo>
                    <a:pt x="0" y="5285"/>
                    <a:pt x="325" y="5563"/>
                    <a:pt x="186" y="5702"/>
                  </a:cubicBezTo>
                  <a:cubicBezTo>
                    <a:pt x="47" y="5818"/>
                    <a:pt x="93" y="6003"/>
                    <a:pt x="255" y="6003"/>
                  </a:cubicBezTo>
                  <a:cubicBezTo>
                    <a:pt x="418" y="6003"/>
                    <a:pt x="371" y="6212"/>
                    <a:pt x="371" y="6397"/>
                  </a:cubicBezTo>
                  <a:cubicBezTo>
                    <a:pt x="371" y="6606"/>
                    <a:pt x="626" y="6745"/>
                    <a:pt x="626" y="6745"/>
                  </a:cubicBezTo>
                  <a:lnTo>
                    <a:pt x="557" y="6977"/>
                  </a:lnTo>
                  <a:cubicBezTo>
                    <a:pt x="557" y="6977"/>
                    <a:pt x="927" y="7417"/>
                    <a:pt x="974" y="7510"/>
                  </a:cubicBezTo>
                  <a:cubicBezTo>
                    <a:pt x="997" y="7602"/>
                    <a:pt x="1206" y="7880"/>
                    <a:pt x="997" y="7973"/>
                  </a:cubicBezTo>
                  <a:cubicBezTo>
                    <a:pt x="812" y="8089"/>
                    <a:pt x="927" y="8182"/>
                    <a:pt x="927" y="8182"/>
                  </a:cubicBezTo>
                  <a:lnTo>
                    <a:pt x="1182" y="8228"/>
                  </a:lnTo>
                  <a:lnTo>
                    <a:pt x="1229" y="8390"/>
                  </a:lnTo>
                  <a:cubicBezTo>
                    <a:pt x="1229" y="8390"/>
                    <a:pt x="1507" y="8390"/>
                    <a:pt x="1669" y="8599"/>
                  </a:cubicBezTo>
                  <a:cubicBezTo>
                    <a:pt x="1854" y="8784"/>
                    <a:pt x="1901" y="8831"/>
                    <a:pt x="1901" y="8923"/>
                  </a:cubicBezTo>
                  <a:cubicBezTo>
                    <a:pt x="1901" y="9039"/>
                    <a:pt x="2040" y="9062"/>
                    <a:pt x="2248" y="9225"/>
                  </a:cubicBezTo>
                  <a:cubicBezTo>
                    <a:pt x="2457" y="9410"/>
                    <a:pt x="2457" y="9503"/>
                    <a:pt x="2457" y="9595"/>
                  </a:cubicBezTo>
                  <a:cubicBezTo>
                    <a:pt x="2457" y="9711"/>
                    <a:pt x="2828" y="9874"/>
                    <a:pt x="2828" y="9874"/>
                  </a:cubicBezTo>
                  <a:lnTo>
                    <a:pt x="2944" y="10175"/>
                  </a:lnTo>
                  <a:cubicBezTo>
                    <a:pt x="3013" y="10221"/>
                    <a:pt x="3060" y="10267"/>
                    <a:pt x="3083" y="10337"/>
                  </a:cubicBezTo>
                  <a:cubicBezTo>
                    <a:pt x="3152" y="10499"/>
                    <a:pt x="3338" y="10592"/>
                    <a:pt x="3338" y="10592"/>
                  </a:cubicBezTo>
                  <a:cubicBezTo>
                    <a:pt x="3338" y="10592"/>
                    <a:pt x="3420" y="10654"/>
                    <a:pt x="3516" y="10654"/>
                  </a:cubicBezTo>
                  <a:cubicBezTo>
                    <a:pt x="3564" y="10654"/>
                    <a:pt x="3616" y="10638"/>
                    <a:pt x="3662" y="10592"/>
                  </a:cubicBezTo>
                  <a:cubicBezTo>
                    <a:pt x="3700" y="10554"/>
                    <a:pt x="3740" y="10540"/>
                    <a:pt x="3777" y="10540"/>
                  </a:cubicBezTo>
                  <a:cubicBezTo>
                    <a:pt x="3878" y="10540"/>
                    <a:pt x="3963" y="10638"/>
                    <a:pt x="3963" y="10638"/>
                  </a:cubicBezTo>
                  <a:cubicBezTo>
                    <a:pt x="3963" y="10638"/>
                    <a:pt x="4082" y="10549"/>
                    <a:pt x="4177" y="10549"/>
                  </a:cubicBezTo>
                  <a:cubicBezTo>
                    <a:pt x="4201" y="10549"/>
                    <a:pt x="4223" y="10555"/>
                    <a:pt x="4242" y="10569"/>
                  </a:cubicBezTo>
                  <a:cubicBezTo>
                    <a:pt x="4311" y="10615"/>
                    <a:pt x="4612" y="10847"/>
                    <a:pt x="4867" y="11102"/>
                  </a:cubicBezTo>
                  <a:cubicBezTo>
                    <a:pt x="4914" y="11079"/>
                    <a:pt x="5169" y="10986"/>
                    <a:pt x="5284" y="10986"/>
                  </a:cubicBezTo>
                  <a:cubicBezTo>
                    <a:pt x="5291" y="10985"/>
                    <a:pt x="5297" y="10984"/>
                    <a:pt x="5303" y="10984"/>
                  </a:cubicBezTo>
                  <a:cubicBezTo>
                    <a:pt x="5400" y="10984"/>
                    <a:pt x="5521" y="11116"/>
                    <a:pt x="5582" y="11116"/>
                  </a:cubicBezTo>
                  <a:cubicBezTo>
                    <a:pt x="5593" y="11116"/>
                    <a:pt x="5602" y="11112"/>
                    <a:pt x="5609" y="11102"/>
                  </a:cubicBezTo>
                  <a:cubicBezTo>
                    <a:pt x="5648" y="11043"/>
                    <a:pt x="5834" y="10952"/>
                    <a:pt x="5962" y="10952"/>
                  </a:cubicBezTo>
                  <a:cubicBezTo>
                    <a:pt x="5986" y="10952"/>
                    <a:pt x="6008" y="10955"/>
                    <a:pt x="6026" y="10963"/>
                  </a:cubicBezTo>
                  <a:cubicBezTo>
                    <a:pt x="6072" y="10986"/>
                    <a:pt x="6153" y="11003"/>
                    <a:pt x="6223" y="11003"/>
                  </a:cubicBezTo>
                  <a:cubicBezTo>
                    <a:pt x="6293" y="11003"/>
                    <a:pt x="6350" y="10986"/>
                    <a:pt x="6350" y="10940"/>
                  </a:cubicBezTo>
                  <a:cubicBezTo>
                    <a:pt x="6350" y="10893"/>
                    <a:pt x="6466" y="10824"/>
                    <a:pt x="6536" y="10777"/>
                  </a:cubicBezTo>
                  <a:cubicBezTo>
                    <a:pt x="6582" y="10731"/>
                    <a:pt x="6605" y="10708"/>
                    <a:pt x="6605" y="10685"/>
                  </a:cubicBezTo>
                  <a:cubicBezTo>
                    <a:pt x="6629" y="10592"/>
                    <a:pt x="6930" y="10407"/>
                    <a:pt x="7046" y="10383"/>
                  </a:cubicBezTo>
                  <a:cubicBezTo>
                    <a:pt x="7088" y="10375"/>
                    <a:pt x="7134" y="10369"/>
                    <a:pt x="7178" y="10369"/>
                  </a:cubicBezTo>
                  <a:cubicBezTo>
                    <a:pt x="7254" y="10369"/>
                    <a:pt x="7326" y="10386"/>
                    <a:pt x="7370" y="10430"/>
                  </a:cubicBezTo>
                  <a:cubicBezTo>
                    <a:pt x="7393" y="10453"/>
                    <a:pt x="7440" y="10476"/>
                    <a:pt x="7509" y="10499"/>
                  </a:cubicBezTo>
                  <a:cubicBezTo>
                    <a:pt x="7556" y="10198"/>
                    <a:pt x="7625" y="10036"/>
                    <a:pt x="7509" y="10036"/>
                  </a:cubicBezTo>
                  <a:cubicBezTo>
                    <a:pt x="7370" y="10036"/>
                    <a:pt x="7115" y="9897"/>
                    <a:pt x="6999" y="9619"/>
                  </a:cubicBezTo>
                  <a:cubicBezTo>
                    <a:pt x="6907" y="9340"/>
                    <a:pt x="6605" y="9178"/>
                    <a:pt x="6536" y="9016"/>
                  </a:cubicBezTo>
                  <a:cubicBezTo>
                    <a:pt x="6466" y="8854"/>
                    <a:pt x="6096" y="8877"/>
                    <a:pt x="6026" y="8738"/>
                  </a:cubicBezTo>
                  <a:cubicBezTo>
                    <a:pt x="5956" y="8599"/>
                    <a:pt x="6142" y="8599"/>
                    <a:pt x="6142" y="8437"/>
                  </a:cubicBezTo>
                  <a:cubicBezTo>
                    <a:pt x="6142" y="8356"/>
                    <a:pt x="6240" y="8338"/>
                    <a:pt x="6342" y="8338"/>
                  </a:cubicBezTo>
                  <a:cubicBezTo>
                    <a:pt x="6418" y="8338"/>
                    <a:pt x="6495" y="8348"/>
                    <a:pt x="6534" y="8348"/>
                  </a:cubicBezTo>
                  <a:cubicBezTo>
                    <a:pt x="6547" y="8348"/>
                    <a:pt x="6556" y="8347"/>
                    <a:pt x="6559" y="8344"/>
                  </a:cubicBezTo>
                  <a:cubicBezTo>
                    <a:pt x="6605" y="8298"/>
                    <a:pt x="6629" y="7927"/>
                    <a:pt x="6629" y="7718"/>
                  </a:cubicBezTo>
                  <a:cubicBezTo>
                    <a:pt x="6629" y="7533"/>
                    <a:pt x="6907" y="7324"/>
                    <a:pt x="6814" y="7232"/>
                  </a:cubicBezTo>
                  <a:cubicBezTo>
                    <a:pt x="6698" y="7116"/>
                    <a:pt x="6907" y="7092"/>
                    <a:pt x="7046" y="6977"/>
                  </a:cubicBezTo>
                  <a:cubicBezTo>
                    <a:pt x="7185" y="6884"/>
                    <a:pt x="7069" y="6583"/>
                    <a:pt x="7208" y="6444"/>
                  </a:cubicBezTo>
                  <a:cubicBezTo>
                    <a:pt x="7347" y="6305"/>
                    <a:pt x="7440" y="6026"/>
                    <a:pt x="7556" y="6026"/>
                  </a:cubicBezTo>
                  <a:cubicBezTo>
                    <a:pt x="7648" y="6026"/>
                    <a:pt x="7787" y="5911"/>
                    <a:pt x="7787" y="5772"/>
                  </a:cubicBezTo>
                  <a:cubicBezTo>
                    <a:pt x="7787" y="5632"/>
                    <a:pt x="8019" y="5354"/>
                    <a:pt x="7996" y="5123"/>
                  </a:cubicBezTo>
                  <a:cubicBezTo>
                    <a:pt x="7950" y="4891"/>
                    <a:pt x="7857" y="4590"/>
                    <a:pt x="8019" y="4381"/>
                  </a:cubicBezTo>
                  <a:cubicBezTo>
                    <a:pt x="8181" y="4172"/>
                    <a:pt x="8251" y="4010"/>
                    <a:pt x="8228" y="3848"/>
                  </a:cubicBezTo>
                  <a:cubicBezTo>
                    <a:pt x="8181" y="3686"/>
                    <a:pt x="8436" y="3639"/>
                    <a:pt x="8529" y="3547"/>
                  </a:cubicBezTo>
                  <a:cubicBezTo>
                    <a:pt x="8598" y="3477"/>
                    <a:pt x="8853" y="3361"/>
                    <a:pt x="9062" y="3060"/>
                  </a:cubicBezTo>
                  <a:cubicBezTo>
                    <a:pt x="8923" y="2898"/>
                    <a:pt x="8807" y="2782"/>
                    <a:pt x="8714" y="2736"/>
                  </a:cubicBezTo>
                  <a:cubicBezTo>
                    <a:pt x="8506" y="2643"/>
                    <a:pt x="8390" y="2318"/>
                    <a:pt x="8390" y="1878"/>
                  </a:cubicBezTo>
                  <a:cubicBezTo>
                    <a:pt x="8390" y="1461"/>
                    <a:pt x="8274" y="1113"/>
                    <a:pt x="8274" y="974"/>
                  </a:cubicBezTo>
                  <a:cubicBezTo>
                    <a:pt x="8251" y="835"/>
                    <a:pt x="8042" y="557"/>
                    <a:pt x="7787" y="418"/>
                  </a:cubicBezTo>
                  <a:cubicBezTo>
                    <a:pt x="7602" y="325"/>
                    <a:pt x="7509" y="163"/>
                    <a:pt x="74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59"/>
            <p:cNvSpPr/>
            <p:nvPr/>
          </p:nvSpPr>
          <p:spPr>
            <a:xfrm>
              <a:off x="4152180" y="3341759"/>
              <a:ext cx="305422" cy="315396"/>
            </a:xfrm>
            <a:custGeom>
              <a:avLst/>
              <a:gdLst/>
              <a:ahLst/>
              <a:cxnLst/>
              <a:rect l="l" t="t" r="r" b="b"/>
              <a:pathLst>
                <a:path w="10013" h="10340" extrusionOk="0">
                  <a:moveTo>
                    <a:pt x="7126" y="1"/>
                  </a:moveTo>
                  <a:cubicBezTo>
                    <a:pt x="7058" y="1"/>
                    <a:pt x="7001" y="21"/>
                    <a:pt x="6976" y="78"/>
                  </a:cubicBezTo>
                  <a:cubicBezTo>
                    <a:pt x="6927" y="168"/>
                    <a:pt x="6881" y="193"/>
                    <a:pt x="6827" y="193"/>
                  </a:cubicBezTo>
                  <a:cubicBezTo>
                    <a:pt x="6755" y="193"/>
                    <a:pt x="6668" y="148"/>
                    <a:pt x="6536" y="148"/>
                  </a:cubicBezTo>
                  <a:cubicBezTo>
                    <a:pt x="6304" y="148"/>
                    <a:pt x="6096" y="240"/>
                    <a:pt x="5956" y="310"/>
                  </a:cubicBezTo>
                  <a:cubicBezTo>
                    <a:pt x="5927" y="325"/>
                    <a:pt x="5895" y="330"/>
                    <a:pt x="5861" y="330"/>
                  </a:cubicBezTo>
                  <a:cubicBezTo>
                    <a:pt x="5768" y="330"/>
                    <a:pt x="5666" y="290"/>
                    <a:pt x="5589" y="290"/>
                  </a:cubicBezTo>
                  <a:cubicBezTo>
                    <a:pt x="5560" y="290"/>
                    <a:pt x="5536" y="295"/>
                    <a:pt x="5516" y="310"/>
                  </a:cubicBezTo>
                  <a:cubicBezTo>
                    <a:pt x="5423" y="379"/>
                    <a:pt x="5354" y="681"/>
                    <a:pt x="5354" y="681"/>
                  </a:cubicBezTo>
                  <a:lnTo>
                    <a:pt x="4311" y="472"/>
                  </a:lnTo>
                  <a:cubicBezTo>
                    <a:pt x="4311" y="472"/>
                    <a:pt x="4102" y="171"/>
                    <a:pt x="3871" y="171"/>
                  </a:cubicBezTo>
                  <a:cubicBezTo>
                    <a:pt x="3639" y="171"/>
                    <a:pt x="3291" y="611"/>
                    <a:pt x="3291" y="611"/>
                  </a:cubicBezTo>
                  <a:lnTo>
                    <a:pt x="3291" y="982"/>
                  </a:lnTo>
                  <a:cubicBezTo>
                    <a:pt x="3338" y="1191"/>
                    <a:pt x="3291" y="1422"/>
                    <a:pt x="3222" y="1538"/>
                  </a:cubicBezTo>
                  <a:cubicBezTo>
                    <a:pt x="3106" y="1700"/>
                    <a:pt x="3013" y="1770"/>
                    <a:pt x="3013" y="2118"/>
                  </a:cubicBezTo>
                  <a:cubicBezTo>
                    <a:pt x="3013" y="2442"/>
                    <a:pt x="2596" y="2998"/>
                    <a:pt x="2596" y="3253"/>
                  </a:cubicBezTo>
                  <a:cubicBezTo>
                    <a:pt x="2596" y="3531"/>
                    <a:pt x="2133" y="3693"/>
                    <a:pt x="2133" y="3879"/>
                  </a:cubicBezTo>
                  <a:cubicBezTo>
                    <a:pt x="2133" y="4041"/>
                    <a:pt x="2109" y="4412"/>
                    <a:pt x="2109" y="4783"/>
                  </a:cubicBezTo>
                  <a:cubicBezTo>
                    <a:pt x="2109" y="5153"/>
                    <a:pt x="1901" y="4852"/>
                    <a:pt x="1901" y="5200"/>
                  </a:cubicBezTo>
                  <a:cubicBezTo>
                    <a:pt x="1901" y="5524"/>
                    <a:pt x="1739" y="5316"/>
                    <a:pt x="1553" y="5501"/>
                  </a:cubicBezTo>
                  <a:cubicBezTo>
                    <a:pt x="1466" y="5588"/>
                    <a:pt x="1406" y="5635"/>
                    <a:pt x="1369" y="5635"/>
                  </a:cubicBezTo>
                  <a:cubicBezTo>
                    <a:pt x="1336" y="5635"/>
                    <a:pt x="1321" y="5600"/>
                    <a:pt x="1321" y="5524"/>
                  </a:cubicBezTo>
                  <a:cubicBezTo>
                    <a:pt x="1321" y="5435"/>
                    <a:pt x="1252" y="5381"/>
                    <a:pt x="1154" y="5381"/>
                  </a:cubicBezTo>
                  <a:cubicBezTo>
                    <a:pt x="1074" y="5381"/>
                    <a:pt x="975" y="5418"/>
                    <a:pt x="881" y="5501"/>
                  </a:cubicBezTo>
                  <a:cubicBezTo>
                    <a:pt x="815" y="5553"/>
                    <a:pt x="762" y="5572"/>
                    <a:pt x="719" y="5572"/>
                  </a:cubicBezTo>
                  <a:cubicBezTo>
                    <a:pt x="626" y="5572"/>
                    <a:pt x="573" y="5486"/>
                    <a:pt x="510" y="5455"/>
                  </a:cubicBezTo>
                  <a:cubicBezTo>
                    <a:pt x="507" y="5453"/>
                    <a:pt x="502" y="5452"/>
                    <a:pt x="497" y="5452"/>
                  </a:cubicBezTo>
                  <a:cubicBezTo>
                    <a:pt x="430" y="5452"/>
                    <a:pt x="215" y="5583"/>
                    <a:pt x="0" y="5733"/>
                  </a:cubicBezTo>
                  <a:cubicBezTo>
                    <a:pt x="93" y="5941"/>
                    <a:pt x="163" y="6150"/>
                    <a:pt x="186" y="6335"/>
                  </a:cubicBezTo>
                  <a:cubicBezTo>
                    <a:pt x="186" y="6359"/>
                    <a:pt x="209" y="6382"/>
                    <a:pt x="209" y="6382"/>
                  </a:cubicBezTo>
                  <a:cubicBezTo>
                    <a:pt x="325" y="6312"/>
                    <a:pt x="441" y="6220"/>
                    <a:pt x="510" y="6220"/>
                  </a:cubicBezTo>
                  <a:cubicBezTo>
                    <a:pt x="572" y="6212"/>
                    <a:pt x="791" y="6209"/>
                    <a:pt x="1055" y="6209"/>
                  </a:cubicBezTo>
                  <a:cubicBezTo>
                    <a:pt x="1584" y="6209"/>
                    <a:pt x="2295" y="6220"/>
                    <a:pt x="2295" y="6220"/>
                  </a:cubicBezTo>
                  <a:cubicBezTo>
                    <a:pt x="2295" y="6220"/>
                    <a:pt x="2434" y="6474"/>
                    <a:pt x="2387" y="6683"/>
                  </a:cubicBezTo>
                  <a:cubicBezTo>
                    <a:pt x="2341" y="6892"/>
                    <a:pt x="2480" y="6799"/>
                    <a:pt x="2596" y="7100"/>
                  </a:cubicBezTo>
                  <a:cubicBezTo>
                    <a:pt x="2690" y="7326"/>
                    <a:pt x="2784" y="7444"/>
                    <a:pt x="2939" y="7444"/>
                  </a:cubicBezTo>
                  <a:cubicBezTo>
                    <a:pt x="2976" y="7444"/>
                    <a:pt x="3016" y="7438"/>
                    <a:pt x="3060" y="7425"/>
                  </a:cubicBezTo>
                  <a:cubicBezTo>
                    <a:pt x="3269" y="7367"/>
                    <a:pt x="3495" y="7326"/>
                    <a:pt x="3620" y="7326"/>
                  </a:cubicBezTo>
                  <a:cubicBezTo>
                    <a:pt x="3647" y="7326"/>
                    <a:pt x="3669" y="7328"/>
                    <a:pt x="3685" y="7332"/>
                  </a:cubicBezTo>
                  <a:cubicBezTo>
                    <a:pt x="3688" y="7333"/>
                    <a:pt x="3690" y="7333"/>
                    <a:pt x="3692" y="7333"/>
                  </a:cubicBezTo>
                  <a:cubicBezTo>
                    <a:pt x="3777" y="7333"/>
                    <a:pt x="3759" y="6913"/>
                    <a:pt x="3917" y="6845"/>
                  </a:cubicBezTo>
                  <a:cubicBezTo>
                    <a:pt x="3963" y="6822"/>
                    <a:pt x="4025" y="6814"/>
                    <a:pt x="4087" y="6814"/>
                  </a:cubicBezTo>
                  <a:cubicBezTo>
                    <a:pt x="4211" y="6814"/>
                    <a:pt x="4334" y="6845"/>
                    <a:pt x="4334" y="6845"/>
                  </a:cubicBezTo>
                  <a:cubicBezTo>
                    <a:pt x="4334" y="6845"/>
                    <a:pt x="4357" y="6961"/>
                    <a:pt x="4612" y="6961"/>
                  </a:cubicBezTo>
                  <a:cubicBezTo>
                    <a:pt x="4728" y="6961"/>
                    <a:pt x="4821" y="6938"/>
                    <a:pt x="4885" y="6938"/>
                  </a:cubicBezTo>
                  <a:cubicBezTo>
                    <a:pt x="4948" y="6938"/>
                    <a:pt x="4983" y="6961"/>
                    <a:pt x="4983" y="7054"/>
                  </a:cubicBezTo>
                  <a:cubicBezTo>
                    <a:pt x="4983" y="7216"/>
                    <a:pt x="5006" y="7401"/>
                    <a:pt x="5076" y="7471"/>
                  </a:cubicBezTo>
                  <a:cubicBezTo>
                    <a:pt x="5145" y="7541"/>
                    <a:pt x="4867" y="8166"/>
                    <a:pt x="5006" y="8259"/>
                  </a:cubicBezTo>
                  <a:cubicBezTo>
                    <a:pt x="5122" y="8352"/>
                    <a:pt x="5284" y="8560"/>
                    <a:pt x="5261" y="8699"/>
                  </a:cubicBezTo>
                  <a:cubicBezTo>
                    <a:pt x="5238" y="8815"/>
                    <a:pt x="5169" y="9093"/>
                    <a:pt x="5261" y="9140"/>
                  </a:cubicBezTo>
                  <a:cubicBezTo>
                    <a:pt x="5267" y="9141"/>
                    <a:pt x="5272" y="9142"/>
                    <a:pt x="5277" y="9142"/>
                  </a:cubicBezTo>
                  <a:cubicBezTo>
                    <a:pt x="5357" y="9142"/>
                    <a:pt x="5388" y="8977"/>
                    <a:pt x="5562" y="8977"/>
                  </a:cubicBezTo>
                  <a:cubicBezTo>
                    <a:pt x="5627" y="8977"/>
                    <a:pt x="5689" y="8981"/>
                    <a:pt x="5749" y="8981"/>
                  </a:cubicBezTo>
                  <a:cubicBezTo>
                    <a:pt x="5840" y="8981"/>
                    <a:pt x="5929" y="8973"/>
                    <a:pt x="6026" y="8931"/>
                  </a:cubicBezTo>
                  <a:cubicBezTo>
                    <a:pt x="6049" y="8923"/>
                    <a:pt x="6070" y="8921"/>
                    <a:pt x="6089" y="8921"/>
                  </a:cubicBezTo>
                  <a:cubicBezTo>
                    <a:pt x="6126" y="8921"/>
                    <a:pt x="6157" y="8931"/>
                    <a:pt x="6188" y="8931"/>
                  </a:cubicBezTo>
                  <a:cubicBezTo>
                    <a:pt x="6281" y="8977"/>
                    <a:pt x="6327" y="9070"/>
                    <a:pt x="6327" y="9070"/>
                  </a:cubicBezTo>
                  <a:cubicBezTo>
                    <a:pt x="6327" y="9070"/>
                    <a:pt x="6364" y="9217"/>
                    <a:pt x="6437" y="9217"/>
                  </a:cubicBezTo>
                  <a:cubicBezTo>
                    <a:pt x="6446" y="9217"/>
                    <a:pt x="6456" y="9214"/>
                    <a:pt x="6466" y="9209"/>
                  </a:cubicBezTo>
                  <a:cubicBezTo>
                    <a:pt x="6526" y="9179"/>
                    <a:pt x="6663" y="9130"/>
                    <a:pt x="6747" y="9130"/>
                  </a:cubicBezTo>
                  <a:cubicBezTo>
                    <a:pt x="6792" y="9130"/>
                    <a:pt x="6822" y="9145"/>
                    <a:pt x="6814" y="9186"/>
                  </a:cubicBezTo>
                  <a:cubicBezTo>
                    <a:pt x="6793" y="9270"/>
                    <a:pt x="6866" y="9448"/>
                    <a:pt x="6949" y="9448"/>
                  </a:cubicBezTo>
                  <a:cubicBezTo>
                    <a:pt x="6958" y="9448"/>
                    <a:pt x="6967" y="9445"/>
                    <a:pt x="6976" y="9441"/>
                  </a:cubicBezTo>
                  <a:cubicBezTo>
                    <a:pt x="6986" y="9436"/>
                    <a:pt x="6999" y="9433"/>
                    <a:pt x="7013" y="9433"/>
                  </a:cubicBezTo>
                  <a:cubicBezTo>
                    <a:pt x="7124" y="9433"/>
                    <a:pt x="7337" y="9580"/>
                    <a:pt x="7440" y="9580"/>
                  </a:cubicBezTo>
                  <a:cubicBezTo>
                    <a:pt x="7556" y="9580"/>
                    <a:pt x="7695" y="9580"/>
                    <a:pt x="7695" y="9510"/>
                  </a:cubicBezTo>
                  <a:cubicBezTo>
                    <a:pt x="7695" y="9459"/>
                    <a:pt x="7770" y="9383"/>
                    <a:pt x="7828" y="9383"/>
                  </a:cubicBezTo>
                  <a:cubicBezTo>
                    <a:pt x="7849" y="9383"/>
                    <a:pt x="7868" y="9393"/>
                    <a:pt x="7880" y="9418"/>
                  </a:cubicBezTo>
                  <a:cubicBezTo>
                    <a:pt x="7926" y="9510"/>
                    <a:pt x="8042" y="9742"/>
                    <a:pt x="8181" y="9742"/>
                  </a:cubicBezTo>
                  <a:cubicBezTo>
                    <a:pt x="8297" y="9742"/>
                    <a:pt x="8575" y="9742"/>
                    <a:pt x="8575" y="9835"/>
                  </a:cubicBezTo>
                  <a:cubicBezTo>
                    <a:pt x="8575" y="9928"/>
                    <a:pt x="8668" y="10206"/>
                    <a:pt x="8807" y="10298"/>
                  </a:cubicBezTo>
                  <a:cubicBezTo>
                    <a:pt x="8846" y="10329"/>
                    <a:pt x="8900" y="10340"/>
                    <a:pt x="8955" y="10340"/>
                  </a:cubicBezTo>
                  <a:cubicBezTo>
                    <a:pt x="9065" y="10340"/>
                    <a:pt x="9178" y="10298"/>
                    <a:pt x="9178" y="10298"/>
                  </a:cubicBezTo>
                  <a:cubicBezTo>
                    <a:pt x="9178" y="10298"/>
                    <a:pt x="9294" y="10229"/>
                    <a:pt x="9294" y="10043"/>
                  </a:cubicBezTo>
                  <a:cubicBezTo>
                    <a:pt x="9294" y="9881"/>
                    <a:pt x="9294" y="9673"/>
                    <a:pt x="9201" y="9673"/>
                  </a:cubicBezTo>
                  <a:cubicBezTo>
                    <a:pt x="9140" y="9673"/>
                    <a:pt x="9044" y="9797"/>
                    <a:pt x="8912" y="9797"/>
                  </a:cubicBezTo>
                  <a:cubicBezTo>
                    <a:pt x="8893" y="9797"/>
                    <a:pt x="8874" y="9794"/>
                    <a:pt x="8853" y="9789"/>
                  </a:cubicBezTo>
                  <a:cubicBezTo>
                    <a:pt x="8668" y="9742"/>
                    <a:pt x="8552" y="9395"/>
                    <a:pt x="8483" y="9348"/>
                  </a:cubicBezTo>
                  <a:cubicBezTo>
                    <a:pt x="8413" y="9302"/>
                    <a:pt x="8598" y="8977"/>
                    <a:pt x="8598" y="8838"/>
                  </a:cubicBezTo>
                  <a:cubicBezTo>
                    <a:pt x="8598" y="8699"/>
                    <a:pt x="8737" y="8282"/>
                    <a:pt x="8622" y="8236"/>
                  </a:cubicBezTo>
                  <a:cubicBezTo>
                    <a:pt x="8529" y="8189"/>
                    <a:pt x="8575" y="8050"/>
                    <a:pt x="8714" y="7958"/>
                  </a:cubicBezTo>
                  <a:cubicBezTo>
                    <a:pt x="8830" y="7842"/>
                    <a:pt x="8645" y="7587"/>
                    <a:pt x="8853" y="7587"/>
                  </a:cubicBezTo>
                  <a:cubicBezTo>
                    <a:pt x="8906" y="7587"/>
                    <a:pt x="8974" y="7589"/>
                    <a:pt x="9047" y="7589"/>
                  </a:cubicBezTo>
                  <a:cubicBezTo>
                    <a:pt x="9228" y="7589"/>
                    <a:pt x="9436" y="7577"/>
                    <a:pt x="9502" y="7494"/>
                  </a:cubicBezTo>
                  <a:cubicBezTo>
                    <a:pt x="9525" y="7471"/>
                    <a:pt x="9525" y="7471"/>
                    <a:pt x="9525" y="7471"/>
                  </a:cubicBezTo>
                  <a:cubicBezTo>
                    <a:pt x="9549" y="7448"/>
                    <a:pt x="9549" y="7401"/>
                    <a:pt x="9572" y="7378"/>
                  </a:cubicBezTo>
                  <a:cubicBezTo>
                    <a:pt x="9456" y="7170"/>
                    <a:pt x="9317" y="6892"/>
                    <a:pt x="9178" y="6822"/>
                  </a:cubicBezTo>
                  <a:cubicBezTo>
                    <a:pt x="8900" y="6660"/>
                    <a:pt x="8807" y="4829"/>
                    <a:pt x="8923" y="4783"/>
                  </a:cubicBezTo>
                  <a:cubicBezTo>
                    <a:pt x="8946" y="4783"/>
                    <a:pt x="8969" y="4806"/>
                    <a:pt x="8992" y="4852"/>
                  </a:cubicBezTo>
                  <a:lnTo>
                    <a:pt x="8946" y="4435"/>
                  </a:lnTo>
                  <a:cubicBezTo>
                    <a:pt x="8946" y="4435"/>
                    <a:pt x="8946" y="4435"/>
                    <a:pt x="8923" y="4412"/>
                  </a:cubicBezTo>
                  <a:cubicBezTo>
                    <a:pt x="8877" y="4389"/>
                    <a:pt x="8807" y="4366"/>
                    <a:pt x="8807" y="4250"/>
                  </a:cubicBezTo>
                  <a:cubicBezTo>
                    <a:pt x="8807" y="4111"/>
                    <a:pt x="8923" y="4087"/>
                    <a:pt x="8923" y="4087"/>
                  </a:cubicBezTo>
                  <a:cubicBezTo>
                    <a:pt x="8923" y="4087"/>
                    <a:pt x="8900" y="3786"/>
                    <a:pt x="9039" y="3740"/>
                  </a:cubicBezTo>
                  <a:cubicBezTo>
                    <a:pt x="9062" y="3740"/>
                    <a:pt x="9085" y="3717"/>
                    <a:pt x="9108" y="3693"/>
                  </a:cubicBezTo>
                  <a:cubicBezTo>
                    <a:pt x="9178" y="3601"/>
                    <a:pt x="9201" y="3439"/>
                    <a:pt x="9201" y="3299"/>
                  </a:cubicBezTo>
                  <a:cubicBezTo>
                    <a:pt x="9201" y="3137"/>
                    <a:pt x="9224" y="2952"/>
                    <a:pt x="9294" y="2836"/>
                  </a:cubicBezTo>
                  <a:cubicBezTo>
                    <a:pt x="9363" y="2697"/>
                    <a:pt x="9340" y="2512"/>
                    <a:pt x="9433" y="2442"/>
                  </a:cubicBezTo>
                  <a:cubicBezTo>
                    <a:pt x="9525" y="2372"/>
                    <a:pt x="9502" y="2164"/>
                    <a:pt x="9641" y="2141"/>
                  </a:cubicBezTo>
                  <a:cubicBezTo>
                    <a:pt x="9757" y="2094"/>
                    <a:pt x="9850" y="2048"/>
                    <a:pt x="9850" y="1978"/>
                  </a:cubicBezTo>
                  <a:cubicBezTo>
                    <a:pt x="9873" y="1909"/>
                    <a:pt x="10012" y="1816"/>
                    <a:pt x="10012" y="1700"/>
                  </a:cubicBezTo>
                  <a:cubicBezTo>
                    <a:pt x="10012" y="1585"/>
                    <a:pt x="9827" y="1561"/>
                    <a:pt x="9827" y="1445"/>
                  </a:cubicBezTo>
                  <a:cubicBezTo>
                    <a:pt x="9827" y="1306"/>
                    <a:pt x="9873" y="959"/>
                    <a:pt x="9873" y="959"/>
                  </a:cubicBezTo>
                  <a:lnTo>
                    <a:pt x="9896" y="959"/>
                  </a:lnTo>
                  <a:cubicBezTo>
                    <a:pt x="9641" y="727"/>
                    <a:pt x="9340" y="472"/>
                    <a:pt x="9271" y="426"/>
                  </a:cubicBezTo>
                  <a:cubicBezTo>
                    <a:pt x="9247" y="412"/>
                    <a:pt x="9222" y="406"/>
                    <a:pt x="9197" y="406"/>
                  </a:cubicBezTo>
                  <a:cubicBezTo>
                    <a:pt x="9096" y="406"/>
                    <a:pt x="8992" y="495"/>
                    <a:pt x="8992" y="495"/>
                  </a:cubicBezTo>
                  <a:cubicBezTo>
                    <a:pt x="8992" y="495"/>
                    <a:pt x="8913" y="416"/>
                    <a:pt x="8818" y="416"/>
                  </a:cubicBezTo>
                  <a:cubicBezTo>
                    <a:pt x="8777" y="416"/>
                    <a:pt x="8733" y="430"/>
                    <a:pt x="8691" y="472"/>
                  </a:cubicBezTo>
                  <a:cubicBezTo>
                    <a:pt x="8645" y="511"/>
                    <a:pt x="8591" y="524"/>
                    <a:pt x="8539" y="524"/>
                  </a:cubicBezTo>
                  <a:cubicBezTo>
                    <a:pt x="8436" y="524"/>
                    <a:pt x="8344" y="472"/>
                    <a:pt x="8344" y="472"/>
                  </a:cubicBezTo>
                  <a:cubicBezTo>
                    <a:pt x="8344" y="472"/>
                    <a:pt x="8181" y="356"/>
                    <a:pt x="8112" y="194"/>
                  </a:cubicBezTo>
                  <a:cubicBezTo>
                    <a:pt x="8089" y="124"/>
                    <a:pt x="8042" y="78"/>
                    <a:pt x="7973" y="55"/>
                  </a:cubicBezTo>
                  <a:lnTo>
                    <a:pt x="7973" y="78"/>
                  </a:lnTo>
                  <a:lnTo>
                    <a:pt x="7579" y="148"/>
                  </a:lnTo>
                  <a:cubicBezTo>
                    <a:pt x="7579" y="148"/>
                    <a:pt x="7309" y="1"/>
                    <a:pt x="71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3" name="Google Shape;8833;p59"/>
            <p:cNvSpPr/>
            <p:nvPr/>
          </p:nvSpPr>
          <p:spPr>
            <a:xfrm>
              <a:off x="5515058" y="3340295"/>
              <a:ext cx="767016" cy="270435"/>
            </a:xfrm>
            <a:custGeom>
              <a:avLst/>
              <a:gdLst/>
              <a:ahLst/>
              <a:cxnLst/>
              <a:rect l="l" t="t" r="r" b="b"/>
              <a:pathLst>
                <a:path w="25146" h="8866" extrusionOk="0">
                  <a:moveTo>
                    <a:pt x="1120" y="2313"/>
                  </a:moveTo>
                  <a:cubicBezTo>
                    <a:pt x="1093" y="2313"/>
                    <a:pt x="1074" y="2324"/>
                    <a:pt x="1066" y="2351"/>
                  </a:cubicBezTo>
                  <a:cubicBezTo>
                    <a:pt x="1047" y="2484"/>
                    <a:pt x="1153" y="2821"/>
                    <a:pt x="1308" y="2821"/>
                  </a:cubicBezTo>
                  <a:cubicBezTo>
                    <a:pt x="1341" y="2821"/>
                    <a:pt x="1377" y="2805"/>
                    <a:pt x="1414" y="2768"/>
                  </a:cubicBezTo>
                  <a:cubicBezTo>
                    <a:pt x="1569" y="2613"/>
                    <a:pt x="1254" y="2313"/>
                    <a:pt x="1120" y="2313"/>
                  </a:cubicBezTo>
                  <a:close/>
                  <a:moveTo>
                    <a:pt x="17909" y="2048"/>
                  </a:moveTo>
                  <a:cubicBezTo>
                    <a:pt x="17859" y="2048"/>
                    <a:pt x="17800" y="2086"/>
                    <a:pt x="17729" y="2189"/>
                  </a:cubicBezTo>
                  <a:cubicBezTo>
                    <a:pt x="17481" y="2527"/>
                    <a:pt x="17783" y="3372"/>
                    <a:pt x="17991" y="3372"/>
                  </a:cubicBezTo>
                  <a:cubicBezTo>
                    <a:pt x="17997" y="3372"/>
                    <a:pt x="18002" y="3372"/>
                    <a:pt x="18007" y="3371"/>
                  </a:cubicBezTo>
                  <a:cubicBezTo>
                    <a:pt x="18188" y="3348"/>
                    <a:pt x="17885" y="2929"/>
                    <a:pt x="18190" y="2929"/>
                  </a:cubicBezTo>
                  <a:cubicBezTo>
                    <a:pt x="18199" y="2929"/>
                    <a:pt x="18207" y="2930"/>
                    <a:pt x="18216" y="2930"/>
                  </a:cubicBezTo>
                  <a:cubicBezTo>
                    <a:pt x="18251" y="2935"/>
                    <a:pt x="18282" y="2937"/>
                    <a:pt x="18308" y="2937"/>
                  </a:cubicBezTo>
                  <a:cubicBezTo>
                    <a:pt x="18557" y="2937"/>
                    <a:pt x="18424" y="2746"/>
                    <a:pt x="18424" y="2536"/>
                  </a:cubicBezTo>
                  <a:cubicBezTo>
                    <a:pt x="18424" y="2435"/>
                    <a:pt x="18363" y="2413"/>
                    <a:pt x="18293" y="2413"/>
                  </a:cubicBezTo>
                  <a:cubicBezTo>
                    <a:pt x="18241" y="2413"/>
                    <a:pt x="18184" y="2426"/>
                    <a:pt x="18146" y="2426"/>
                  </a:cubicBezTo>
                  <a:cubicBezTo>
                    <a:pt x="18118" y="2426"/>
                    <a:pt x="18100" y="2419"/>
                    <a:pt x="18100" y="2397"/>
                  </a:cubicBezTo>
                  <a:cubicBezTo>
                    <a:pt x="18100" y="2313"/>
                    <a:pt x="18039" y="2048"/>
                    <a:pt x="17909" y="2048"/>
                  </a:cubicBezTo>
                  <a:close/>
                  <a:moveTo>
                    <a:pt x="1944" y="3657"/>
                  </a:moveTo>
                  <a:cubicBezTo>
                    <a:pt x="1911" y="3657"/>
                    <a:pt x="1879" y="3681"/>
                    <a:pt x="1854" y="3741"/>
                  </a:cubicBezTo>
                  <a:cubicBezTo>
                    <a:pt x="1834" y="3802"/>
                    <a:pt x="1974" y="4059"/>
                    <a:pt x="2071" y="4059"/>
                  </a:cubicBezTo>
                  <a:cubicBezTo>
                    <a:pt x="2085" y="4059"/>
                    <a:pt x="2098" y="4054"/>
                    <a:pt x="2109" y="4043"/>
                  </a:cubicBezTo>
                  <a:cubicBezTo>
                    <a:pt x="2200" y="3970"/>
                    <a:pt x="2064" y="3657"/>
                    <a:pt x="1944" y="3657"/>
                  </a:cubicBezTo>
                  <a:close/>
                  <a:moveTo>
                    <a:pt x="7024" y="4642"/>
                  </a:moveTo>
                  <a:cubicBezTo>
                    <a:pt x="6912" y="4642"/>
                    <a:pt x="6770" y="4719"/>
                    <a:pt x="6860" y="4854"/>
                  </a:cubicBezTo>
                  <a:cubicBezTo>
                    <a:pt x="6895" y="4917"/>
                    <a:pt x="6935" y="4942"/>
                    <a:pt x="6973" y="4942"/>
                  </a:cubicBezTo>
                  <a:cubicBezTo>
                    <a:pt x="7060" y="4942"/>
                    <a:pt x="7138" y="4812"/>
                    <a:pt x="7138" y="4715"/>
                  </a:cubicBezTo>
                  <a:cubicBezTo>
                    <a:pt x="7138" y="4666"/>
                    <a:pt x="7086" y="4642"/>
                    <a:pt x="7024" y="4642"/>
                  </a:cubicBezTo>
                  <a:close/>
                  <a:moveTo>
                    <a:pt x="17056" y="4819"/>
                  </a:moveTo>
                  <a:cubicBezTo>
                    <a:pt x="16948" y="4819"/>
                    <a:pt x="16872" y="4856"/>
                    <a:pt x="16895" y="4947"/>
                  </a:cubicBezTo>
                  <a:cubicBezTo>
                    <a:pt x="16940" y="5127"/>
                    <a:pt x="17151" y="5249"/>
                    <a:pt x="17332" y="5249"/>
                  </a:cubicBezTo>
                  <a:cubicBezTo>
                    <a:pt x="17429" y="5249"/>
                    <a:pt x="17518" y="5213"/>
                    <a:pt x="17567" y="5132"/>
                  </a:cubicBezTo>
                  <a:cubicBezTo>
                    <a:pt x="17645" y="4976"/>
                    <a:pt x="17281" y="4819"/>
                    <a:pt x="17056" y="4819"/>
                  </a:cubicBezTo>
                  <a:close/>
                  <a:moveTo>
                    <a:pt x="18643" y="4677"/>
                  </a:moveTo>
                  <a:cubicBezTo>
                    <a:pt x="18294" y="4677"/>
                    <a:pt x="17959" y="4778"/>
                    <a:pt x="18007" y="4923"/>
                  </a:cubicBezTo>
                  <a:cubicBezTo>
                    <a:pt x="18047" y="5029"/>
                    <a:pt x="18178" y="5052"/>
                    <a:pt x="18343" y="5052"/>
                  </a:cubicBezTo>
                  <a:cubicBezTo>
                    <a:pt x="18467" y="5052"/>
                    <a:pt x="18610" y="5039"/>
                    <a:pt x="18749" y="5039"/>
                  </a:cubicBezTo>
                  <a:cubicBezTo>
                    <a:pt x="19097" y="5039"/>
                    <a:pt x="19282" y="5271"/>
                    <a:pt x="19444" y="5271"/>
                  </a:cubicBezTo>
                  <a:cubicBezTo>
                    <a:pt x="19630" y="5271"/>
                    <a:pt x="19514" y="4854"/>
                    <a:pt x="19073" y="4738"/>
                  </a:cubicBezTo>
                  <a:cubicBezTo>
                    <a:pt x="18948" y="4696"/>
                    <a:pt x="18794" y="4677"/>
                    <a:pt x="18643" y="4677"/>
                  </a:cubicBezTo>
                  <a:close/>
                  <a:moveTo>
                    <a:pt x="11830" y="724"/>
                  </a:moveTo>
                  <a:cubicBezTo>
                    <a:pt x="11549" y="724"/>
                    <a:pt x="11205" y="763"/>
                    <a:pt x="11240" y="1076"/>
                  </a:cubicBezTo>
                  <a:cubicBezTo>
                    <a:pt x="11263" y="1493"/>
                    <a:pt x="10869" y="1331"/>
                    <a:pt x="10916" y="1563"/>
                  </a:cubicBezTo>
                  <a:cubicBezTo>
                    <a:pt x="10939" y="1795"/>
                    <a:pt x="10707" y="1795"/>
                    <a:pt x="10753" y="2073"/>
                  </a:cubicBezTo>
                  <a:cubicBezTo>
                    <a:pt x="10777" y="2374"/>
                    <a:pt x="10591" y="2235"/>
                    <a:pt x="10267" y="2397"/>
                  </a:cubicBezTo>
                  <a:cubicBezTo>
                    <a:pt x="10188" y="2436"/>
                    <a:pt x="10137" y="2451"/>
                    <a:pt x="10100" y="2451"/>
                  </a:cubicBezTo>
                  <a:cubicBezTo>
                    <a:pt x="9982" y="2451"/>
                    <a:pt x="10003" y="2305"/>
                    <a:pt x="9757" y="2305"/>
                  </a:cubicBezTo>
                  <a:cubicBezTo>
                    <a:pt x="9432" y="2305"/>
                    <a:pt x="9386" y="2467"/>
                    <a:pt x="9201" y="2536"/>
                  </a:cubicBezTo>
                  <a:cubicBezTo>
                    <a:pt x="9139" y="2560"/>
                    <a:pt x="9054" y="2565"/>
                    <a:pt x="8963" y="2565"/>
                  </a:cubicBezTo>
                  <a:cubicBezTo>
                    <a:pt x="8890" y="2565"/>
                    <a:pt x="8814" y="2561"/>
                    <a:pt x="8742" y="2561"/>
                  </a:cubicBezTo>
                  <a:cubicBezTo>
                    <a:pt x="8634" y="2561"/>
                    <a:pt x="8538" y="2569"/>
                    <a:pt x="8482" y="2606"/>
                  </a:cubicBezTo>
                  <a:cubicBezTo>
                    <a:pt x="8468" y="2617"/>
                    <a:pt x="8452" y="2623"/>
                    <a:pt x="8435" y="2623"/>
                  </a:cubicBezTo>
                  <a:cubicBezTo>
                    <a:pt x="8316" y="2623"/>
                    <a:pt x="8143" y="2374"/>
                    <a:pt x="8042" y="2374"/>
                  </a:cubicBezTo>
                  <a:cubicBezTo>
                    <a:pt x="7972" y="2374"/>
                    <a:pt x="7926" y="2189"/>
                    <a:pt x="7880" y="2026"/>
                  </a:cubicBezTo>
                  <a:cubicBezTo>
                    <a:pt x="7864" y="2026"/>
                    <a:pt x="7849" y="2016"/>
                    <a:pt x="7833" y="2016"/>
                  </a:cubicBezTo>
                  <a:cubicBezTo>
                    <a:pt x="7826" y="2016"/>
                    <a:pt x="7818" y="2019"/>
                    <a:pt x="7810" y="2026"/>
                  </a:cubicBezTo>
                  <a:cubicBezTo>
                    <a:pt x="7602" y="2026"/>
                    <a:pt x="7254" y="2583"/>
                    <a:pt x="7463" y="2768"/>
                  </a:cubicBezTo>
                  <a:cubicBezTo>
                    <a:pt x="7694" y="3000"/>
                    <a:pt x="7625" y="3347"/>
                    <a:pt x="7741" y="3533"/>
                  </a:cubicBezTo>
                  <a:cubicBezTo>
                    <a:pt x="7857" y="3718"/>
                    <a:pt x="8204" y="3741"/>
                    <a:pt x="8204" y="4089"/>
                  </a:cubicBezTo>
                  <a:cubicBezTo>
                    <a:pt x="8204" y="4377"/>
                    <a:pt x="8460" y="4830"/>
                    <a:pt x="8664" y="4830"/>
                  </a:cubicBezTo>
                  <a:cubicBezTo>
                    <a:pt x="8689" y="4830"/>
                    <a:pt x="8714" y="4823"/>
                    <a:pt x="8737" y="4808"/>
                  </a:cubicBezTo>
                  <a:cubicBezTo>
                    <a:pt x="8786" y="4775"/>
                    <a:pt x="8832" y="4762"/>
                    <a:pt x="8874" y="4762"/>
                  </a:cubicBezTo>
                  <a:cubicBezTo>
                    <a:pt x="9015" y="4762"/>
                    <a:pt x="9119" y="4909"/>
                    <a:pt x="9154" y="5016"/>
                  </a:cubicBezTo>
                  <a:cubicBezTo>
                    <a:pt x="9170" y="5046"/>
                    <a:pt x="9206" y="5058"/>
                    <a:pt x="9255" y="5058"/>
                  </a:cubicBezTo>
                  <a:cubicBezTo>
                    <a:pt x="9411" y="5058"/>
                    <a:pt x="9697" y="4941"/>
                    <a:pt x="9847" y="4941"/>
                  </a:cubicBezTo>
                  <a:cubicBezTo>
                    <a:pt x="9866" y="4941"/>
                    <a:pt x="9882" y="4943"/>
                    <a:pt x="9896" y="4947"/>
                  </a:cubicBezTo>
                  <a:cubicBezTo>
                    <a:pt x="10058" y="4970"/>
                    <a:pt x="10545" y="5062"/>
                    <a:pt x="10591" y="5271"/>
                  </a:cubicBezTo>
                  <a:cubicBezTo>
                    <a:pt x="10598" y="5324"/>
                    <a:pt x="10640" y="5345"/>
                    <a:pt x="10705" y="5345"/>
                  </a:cubicBezTo>
                  <a:cubicBezTo>
                    <a:pt x="10866" y="5345"/>
                    <a:pt x="11164" y="5215"/>
                    <a:pt x="11379" y="5132"/>
                  </a:cubicBezTo>
                  <a:cubicBezTo>
                    <a:pt x="11680" y="5016"/>
                    <a:pt x="11495" y="4112"/>
                    <a:pt x="11796" y="3927"/>
                  </a:cubicBezTo>
                  <a:cubicBezTo>
                    <a:pt x="12098" y="3741"/>
                    <a:pt x="12144" y="3394"/>
                    <a:pt x="12121" y="3093"/>
                  </a:cubicBezTo>
                  <a:cubicBezTo>
                    <a:pt x="12098" y="2768"/>
                    <a:pt x="12839" y="2745"/>
                    <a:pt x="12932" y="2606"/>
                  </a:cubicBezTo>
                  <a:cubicBezTo>
                    <a:pt x="13048" y="2490"/>
                    <a:pt x="12770" y="2281"/>
                    <a:pt x="12561" y="2166"/>
                  </a:cubicBezTo>
                  <a:cubicBezTo>
                    <a:pt x="12353" y="2073"/>
                    <a:pt x="12538" y="1864"/>
                    <a:pt x="12399" y="1748"/>
                  </a:cubicBezTo>
                  <a:cubicBezTo>
                    <a:pt x="12260" y="1609"/>
                    <a:pt x="12005" y="1262"/>
                    <a:pt x="12214" y="1262"/>
                  </a:cubicBezTo>
                  <a:cubicBezTo>
                    <a:pt x="12422" y="1239"/>
                    <a:pt x="12074" y="960"/>
                    <a:pt x="12260" y="845"/>
                  </a:cubicBezTo>
                  <a:lnTo>
                    <a:pt x="12329" y="821"/>
                  </a:lnTo>
                  <a:cubicBezTo>
                    <a:pt x="12214" y="752"/>
                    <a:pt x="12121" y="729"/>
                    <a:pt x="12074" y="729"/>
                  </a:cubicBezTo>
                  <a:cubicBezTo>
                    <a:pt x="12011" y="729"/>
                    <a:pt x="11924" y="724"/>
                    <a:pt x="11830" y="724"/>
                  </a:cubicBezTo>
                  <a:close/>
                  <a:moveTo>
                    <a:pt x="16368" y="2242"/>
                  </a:moveTo>
                  <a:cubicBezTo>
                    <a:pt x="16278" y="2242"/>
                    <a:pt x="15983" y="2443"/>
                    <a:pt x="15782" y="2560"/>
                  </a:cubicBezTo>
                  <a:cubicBezTo>
                    <a:pt x="15699" y="2615"/>
                    <a:pt x="15575" y="2638"/>
                    <a:pt x="15433" y="2638"/>
                  </a:cubicBezTo>
                  <a:cubicBezTo>
                    <a:pt x="15103" y="2638"/>
                    <a:pt x="14674" y="2518"/>
                    <a:pt x="14415" y="2420"/>
                  </a:cubicBezTo>
                  <a:cubicBezTo>
                    <a:pt x="14363" y="2404"/>
                    <a:pt x="14318" y="2397"/>
                    <a:pt x="14279" y="2397"/>
                  </a:cubicBezTo>
                  <a:cubicBezTo>
                    <a:pt x="14044" y="2397"/>
                    <a:pt x="14022" y="2659"/>
                    <a:pt x="13743" y="2699"/>
                  </a:cubicBezTo>
                  <a:cubicBezTo>
                    <a:pt x="13442" y="2745"/>
                    <a:pt x="13511" y="3417"/>
                    <a:pt x="13372" y="3510"/>
                  </a:cubicBezTo>
                  <a:cubicBezTo>
                    <a:pt x="13210" y="3579"/>
                    <a:pt x="13210" y="4089"/>
                    <a:pt x="12932" y="4553"/>
                  </a:cubicBezTo>
                  <a:cubicBezTo>
                    <a:pt x="12631" y="5016"/>
                    <a:pt x="13025" y="5086"/>
                    <a:pt x="13256" y="5109"/>
                  </a:cubicBezTo>
                  <a:cubicBezTo>
                    <a:pt x="13511" y="5109"/>
                    <a:pt x="13465" y="5480"/>
                    <a:pt x="13419" y="5688"/>
                  </a:cubicBezTo>
                  <a:cubicBezTo>
                    <a:pt x="13375" y="5883"/>
                    <a:pt x="13292" y="6321"/>
                    <a:pt x="13451" y="6321"/>
                  </a:cubicBezTo>
                  <a:cubicBezTo>
                    <a:pt x="13462" y="6321"/>
                    <a:pt x="13474" y="6318"/>
                    <a:pt x="13488" y="6314"/>
                  </a:cubicBezTo>
                  <a:cubicBezTo>
                    <a:pt x="13743" y="6221"/>
                    <a:pt x="13905" y="5897"/>
                    <a:pt x="13766" y="5781"/>
                  </a:cubicBezTo>
                  <a:cubicBezTo>
                    <a:pt x="13627" y="5665"/>
                    <a:pt x="13627" y="4947"/>
                    <a:pt x="13697" y="4784"/>
                  </a:cubicBezTo>
                  <a:cubicBezTo>
                    <a:pt x="13719" y="4725"/>
                    <a:pt x="13779" y="4699"/>
                    <a:pt x="13845" y="4699"/>
                  </a:cubicBezTo>
                  <a:cubicBezTo>
                    <a:pt x="13988" y="4699"/>
                    <a:pt x="14162" y="4819"/>
                    <a:pt x="14068" y="4993"/>
                  </a:cubicBezTo>
                  <a:cubicBezTo>
                    <a:pt x="13905" y="5271"/>
                    <a:pt x="14346" y="5248"/>
                    <a:pt x="14346" y="5549"/>
                  </a:cubicBezTo>
                  <a:cubicBezTo>
                    <a:pt x="14346" y="5682"/>
                    <a:pt x="14391" y="5725"/>
                    <a:pt x="14464" y="5725"/>
                  </a:cubicBezTo>
                  <a:cubicBezTo>
                    <a:pt x="14555" y="5725"/>
                    <a:pt x="14690" y="5657"/>
                    <a:pt x="14832" y="5619"/>
                  </a:cubicBezTo>
                  <a:cubicBezTo>
                    <a:pt x="15087" y="5526"/>
                    <a:pt x="15041" y="5387"/>
                    <a:pt x="14879" y="5201"/>
                  </a:cubicBezTo>
                  <a:cubicBezTo>
                    <a:pt x="14693" y="4993"/>
                    <a:pt x="14995" y="4738"/>
                    <a:pt x="14763" y="4576"/>
                  </a:cubicBezTo>
                  <a:cubicBezTo>
                    <a:pt x="14508" y="4414"/>
                    <a:pt x="14346" y="4159"/>
                    <a:pt x="14577" y="4112"/>
                  </a:cubicBezTo>
                  <a:cubicBezTo>
                    <a:pt x="14809" y="4066"/>
                    <a:pt x="15481" y="3672"/>
                    <a:pt x="15389" y="3510"/>
                  </a:cubicBezTo>
                  <a:cubicBezTo>
                    <a:pt x="15372" y="3470"/>
                    <a:pt x="15303" y="3453"/>
                    <a:pt x="15207" y="3453"/>
                  </a:cubicBezTo>
                  <a:cubicBezTo>
                    <a:pt x="14908" y="3453"/>
                    <a:pt x="14346" y="3624"/>
                    <a:pt x="14276" y="3834"/>
                  </a:cubicBezTo>
                  <a:cubicBezTo>
                    <a:pt x="14258" y="3914"/>
                    <a:pt x="14197" y="3950"/>
                    <a:pt x="14118" y="3950"/>
                  </a:cubicBezTo>
                  <a:cubicBezTo>
                    <a:pt x="13902" y="3950"/>
                    <a:pt x="13553" y="3676"/>
                    <a:pt x="13604" y="3301"/>
                  </a:cubicBezTo>
                  <a:cubicBezTo>
                    <a:pt x="13668" y="2967"/>
                    <a:pt x="14311" y="2818"/>
                    <a:pt x="14836" y="2818"/>
                  </a:cubicBezTo>
                  <a:cubicBezTo>
                    <a:pt x="15074" y="2818"/>
                    <a:pt x="15288" y="2849"/>
                    <a:pt x="15412" y="2907"/>
                  </a:cubicBezTo>
                  <a:cubicBezTo>
                    <a:pt x="15474" y="2937"/>
                    <a:pt x="15538" y="2950"/>
                    <a:pt x="15600" y="2950"/>
                  </a:cubicBezTo>
                  <a:cubicBezTo>
                    <a:pt x="15931" y="2950"/>
                    <a:pt x="16245" y="2585"/>
                    <a:pt x="16362" y="2351"/>
                  </a:cubicBezTo>
                  <a:cubicBezTo>
                    <a:pt x="16407" y="2273"/>
                    <a:pt x="16404" y="2242"/>
                    <a:pt x="16368" y="2242"/>
                  </a:cubicBezTo>
                  <a:close/>
                  <a:moveTo>
                    <a:pt x="204" y="0"/>
                  </a:moveTo>
                  <a:cubicBezTo>
                    <a:pt x="178" y="0"/>
                    <a:pt x="157" y="16"/>
                    <a:pt x="139" y="57"/>
                  </a:cubicBezTo>
                  <a:cubicBezTo>
                    <a:pt x="0" y="335"/>
                    <a:pt x="603" y="960"/>
                    <a:pt x="881" y="1123"/>
                  </a:cubicBezTo>
                  <a:cubicBezTo>
                    <a:pt x="1159" y="1285"/>
                    <a:pt x="1298" y="1864"/>
                    <a:pt x="1622" y="1887"/>
                  </a:cubicBezTo>
                  <a:cubicBezTo>
                    <a:pt x="1947" y="1934"/>
                    <a:pt x="1993" y="2954"/>
                    <a:pt x="2225" y="3000"/>
                  </a:cubicBezTo>
                  <a:cubicBezTo>
                    <a:pt x="2457" y="3046"/>
                    <a:pt x="2990" y="3834"/>
                    <a:pt x="3059" y="4251"/>
                  </a:cubicBezTo>
                  <a:cubicBezTo>
                    <a:pt x="3152" y="4668"/>
                    <a:pt x="3685" y="4877"/>
                    <a:pt x="3847" y="5178"/>
                  </a:cubicBezTo>
                  <a:cubicBezTo>
                    <a:pt x="4033" y="5503"/>
                    <a:pt x="4751" y="5920"/>
                    <a:pt x="4844" y="6036"/>
                  </a:cubicBezTo>
                  <a:cubicBezTo>
                    <a:pt x="4919" y="6148"/>
                    <a:pt x="4994" y="6352"/>
                    <a:pt x="5069" y="6352"/>
                  </a:cubicBezTo>
                  <a:cubicBezTo>
                    <a:pt x="5087" y="6352"/>
                    <a:pt x="5104" y="6340"/>
                    <a:pt x="5122" y="6314"/>
                  </a:cubicBezTo>
                  <a:cubicBezTo>
                    <a:pt x="5144" y="6269"/>
                    <a:pt x="5196" y="6253"/>
                    <a:pt x="5262" y="6253"/>
                  </a:cubicBezTo>
                  <a:cubicBezTo>
                    <a:pt x="5398" y="6253"/>
                    <a:pt x="5592" y="6321"/>
                    <a:pt x="5701" y="6337"/>
                  </a:cubicBezTo>
                  <a:cubicBezTo>
                    <a:pt x="5864" y="6337"/>
                    <a:pt x="5910" y="5758"/>
                    <a:pt x="5887" y="5526"/>
                  </a:cubicBezTo>
                  <a:cubicBezTo>
                    <a:pt x="5864" y="5294"/>
                    <a:pt x="5956" y="5062"/>
                    <a:pt x="5956" y="4970"/>
                  </a:cubicBezTo>
                  <a:cubicBezTo>
                    <a:pt x="5956" y="4873"/>
                    <a:pt x="6021" y="4825"/>
                    <a:pt x="6123" y="4825"/>
                  </a:cubicBezTo>
                  <a:cubicBezTo>
                    <a:pt x="6143" y="4825"/>
                    <a:pt x="6165" y="4827"/>
                    <a:pt x="6188" y="4831"/>
                  </a:cubicBezTo>
                  <a:cubicBezTo>
                    <a:pt x="6193" y="4831"/>
                    <a:pt x="6197" y="4832"/>
                    <a:pt x="6202" y="4832"/>
                  </a:cubicBezTo>
                  <a:cubicBezTo>
                    <a:pt x="6327" y="4832"/>
                    <a:pt x="6323" y="4528"/>
                    <a:pt x="6211" y="4483"/>
                  </a:cubicBezTo>
                  <a:cubicBezTo>
                    <a:pt x="6095" y="4460"/>
                    <a:pt x="6026" y="4066"/>
                    <a:pt x="5748" y="4066"/>
                  </a:cubicBezTo>
                  <a:cubicBezTo>
                    <a:pt x="5470" y="4066"/>
                    <a:pt x="5539" y="4274"/>
                    <a:pt x="5701" y="4298"/>
                  </a:cubicBezTo>
                  <a:cubicBezTo>
                    <a:pt x="5864" y="4321"/>
                    <a:pt x="5956" y="4437"/>
                    <a:pt x="5910" y="4553"/>
                  </a:cubicBezTo>
                  <a:cubicBezTo>
                    <a:pt x="5901" y="4576"/>
                    <a:pt x="5890" y="4585"/>
                    <a:pt x="5878" y="4585"/>
                  </a:cubicBezTo>
                  <a:cubicBezTo>
                    <a:pt x="5832" y="4585"/>
                    <a:pt x="5757" y="4458"/>
                    <a:pt x="5595" y="4458"/>
                  </a:cubicBezTo>
                  <a:cubicBezTo>
                    <a:pt x="5584" y="4458"/>
                    <a:pt x="5573" y="4459"/>
                    <a:pt x="5562" y="4460"/>
                  </a:cubicBezTo>
                  <a:cubicBezTo>
                    <a:pt x="5554" y="4461"/>
                    <a:pt x="5546" y="4461"/>
                    <a:pt x="5538" y="4461"/>
                  </a:cubicBezTo>
                  <a:cubicBezTo>
                    <a:pt x="5342" y="4461"/>
                    <a:pt x="5483" y="4181"/>
                    <a:pt x="5238" y="4159"/>
                  </a:cubicBezTo>
                  <a:cubicBezTo>
                    <a:pt x="4960" y="4159"/>
                    <a:pt x="5029" y="3695"/>
                    <a:pt x="4751" y="3695"/>
                  </a:cubicBezTo>
                  <a:cubicBezTo>
                    <a:pt x="4473" y="3695"/>
                    <a:pt x="4450" y="3463"/>
                    <a:pt x="4635" y="3301"/>
                  </a:cubicBezTo>
                  <a:cubicBezTo>
                    <a:pt x="4797" y="3139"/>
                    <a:pt x="4357" y="3000"/>
                    <a:pt x="4357" y="2791"/>
                  </a:cubicBezTo>
                  <a:cubicBezTo>
                    <a:pt x="4357" y="2606"/>
                    <a:pt x="4056" y="2722"/>
                    <a:pt x="4056" y="2560"/>
                  </a:cubicBezTo>
                  <a:cubicBezTo>
                    <a:pt x="4056" y="2397"/>
                    <a:pt x="3940" y="2467"/>
                    <a:pt x="3801" y="2281"/>
                  </a:cubicBezTo>
                  <a:cubicBezTo>
                    <a:pt x="3729" y="2188"/>
                    <a:pt x="3679" y="2174"/>
                    <a:pt x="3634" y="2174"/>
                  </a:cubicBezTo>
                  <a:cubicBezTo>
                    <a:pt x="3614" y="2174"/>
                    <a:pt x="3594" y="2177"/>
                    <a:pt x="3574" y="2177"/>
                  </a:cubicBezTo>
                  <a:cubicBezTo>
                    <a:pt x="3539" y="2177"/>
                    <a:pt x="3502" y="2168"/>
                    <a:pt x="3453" y="2119"/>
                  </a:cubicBezTo>
                  <a:cubicBezTo>
                    <a:pt x="3339" y="2005"/>
                    <a:pt x="3209" y="1922"/>
                    <a:pt x="3102" y="1922"/>
                  </a:cubicBezTo>
                  <a:cubicBezTo>
                    <a:pt x="3079" y="1922"/>
                    <a:pt x="3057" y="1926"/>
                    <a:pt x="3036" y="1934"/>
                  </a:cubicBezTo>
                  <a:cubicBezTo>
                    <a:pt x="3027" y="1938"/>
                    <a:pt x="3017" y="1939"/>
                    <a:pt x="3006" y="1939"/>
                  </a:cubicBezTo>
                  <a:cubicBezTo>
                    <a:pt x="2880" y="1939"/>
                    <a:pt x="2658" y="1705"/>
                    <a:pt x="2573" y="1470"/>
                  </a:cubicBezTo>
                  <a:cubicBezTo>
                    <a:pt x="2480" y="1262"/>
                    <a:pt x="1738" y="914"/>
                    <a:pt x="1646" y="636"/>
                  </a:cubicBezTo>
                  <a:cubicBezTo>
                    <a:pt x="1553" y="381"/>
                    <a:pt x="1275" y="265"/>
                    <a:pt x="858" y="265"/>
                  </a:cubicBezTo>
                  <a:cubicBezTo>
                    <a:pt x="846" y="266"/>
                    <a:pt x="835" y="266"/>
                    <a:pt x="824" y="266"/>
                  </a:cubicBezTo>
                  <a:cubicBezTo>
                    <a:pt x="490" y="266"/>
                    <a:pt x="309" y="0"/>
                    <a:pt x="204" y="0"/>
                  </a:cubicBezTo>
                  <a:close/>
                  <a:moveTo>
                    <a:pt x="6362" y="6369"/>
                  </a:moveTo>
                  <a:cubicBezTo>
                    <a:pt x="6175" y="6369"/>
                    <a:pt x="6016" y="6411"/>
                    <a:pt x="5956" y="6522"/>
                  </a:cubicBezTo>
                  <a:cubicBezTo>
                    <a:pt x="5771" y="6824"/>
                    <a:pt x="5609" y="6569"/>
                    <a:pt x="5701" y="6847"/>
                  </a:cubicBezTo>
                  <a:cubicBezTo>
                    <a:pt x="5724" y="6940"/>
                    <a:pt x="5788" y="6963"/>
                    <a:pt x="5864" y="6963"/>
                  </a:cubicBezTo>
                  <a:cubicBezTo>
                    <a:pt x="5939" y="6963"/>
                    <a:pt x="6026" y="6940"/>
                    <a:pt x="6095" y="6940"/>
                  </a:cubicBezTo>
                  <a:cubicBezTo>
                    <a:pt x="6234" y="6940"/>
                    <a:pt x="6165" y="7195"/>
                    <a:pt x="6373" y="7241"/>
                  </a:cubicBezTo>
                  <a:cubicBezTo>
                    <a:pt x="6526" y="7258"/>
                    <a:pt x="6939" y="7362"/>
                    <a:pt x="7177" y="7362"/>
                  </a:cubicBezTo>
                  <a:cubicBezTo>
                    <a:pt x="7264" y="7362"/>
                    <a:pt x="7328" y="7348"/>
                    <a:pt x="7347" y="7310"/>
                  </a:cubicBezTo>
                  <a:cubicBezTo>
                    <a:pt x="7366" y="7273"/>
                    <a:pt x="7427" y="7255"/>
                    <a:pt x="7513" y="7255"/>
                  </a:cubicBezTo>
                  <a:cubicBezTo>
                    <a:pt x="7745" y="7255"/>
                    <a:pt x="8153" y="7380"/>
                    <a:pt x="8390" y="7565"/>
                  </a:cubicBezTo>
                  <a:cubicBezTo>
                    <a:pt x="8631" y="7755"/>
                    <a:pt x="9103" y="7816"/>
                    <a:pt x="9443" y="7816"/>
                  </a:cubicBezTo>
                  <a:cubicBezTo>
                    <a:pt x="9561" y="7816"/>
                    <a:pt x="9662" y="7809"/>
                    <a:pt x="9734" y="7797"/>
                  </a:cubicBezTo>
                  <a:cubicBezTo>
                    <a:pt x="9762" y="7793"/>
                    <a:pt x="9791" y="7791"/>
                    <a:pt x="9819" y="7791"/>
                  </a:cubicBezTo>
                  <a:cubicBezTo>
                    <a:pt x="10013" y="7791"/>
                    <a:pt x="10208" y="7879"/>
                    <a:pt x="10343" y="7879"/>
                  </a:cubicBezTo>
                  <a:cubicBezTo>
                    <a:pt x="10399" y="7879"/>
                    <a:pt x="10445" y="7864"/>
                    <a:pt x="10475" y="7820"/>
                  </a:cubicBezTo>
                  <a:cubicBezTo>
                    <a:pt x="10494" y="7794"/>
                    <a:pt x="10516" y="7783"/>
                    <a:pt x="10540" y="7783"/>
                  </a:cubicBezTo>
                  <a:cubicBezTo>
                    <a:pt x="10628" y="7783"/>
                    <a:pt x="10751" y="7925"/>
                    <a:pt x="10915" y="7925"/>
                  </a:cubicBezTo>
                  <a:cubicBezTo>
                    <a:pt x="10978" y="7925"/>
                    <a:pt x="11048" y="7903"/>
                    <a:pt x="11124" y="7843"/>
                  </a:cubicBezTo>
                  <a:cubicBezTo>
                    <a:pt x="11449" y="7612"/>
                    <a:pt x="10591" y="7704"/>
                    <a:pt x="10568" y="7519"/>
                  </a:cubicBezTo>
                  <a:cubicBezTo>
                    <a:pt x="10558" y="7426"/>
                    <a:pt x="10427" y="7411"/>
                    <a:pt x="10259" y="7411"/>
                  </a:cubicBezTo>
                  <a:cubicBezTo>
                    <a:pt x="10183" y="7411"/>
                    <a:pt x="10098" y="7414"/>
                    <a:pt x="10013" y="7414"/>
                  </a:cubicBezTo>
                  <a:cubicBezTo>
                    <a:pt x="9868" y="7414"/>
                    <a:pt x="9723" y="7405"/>
                    <a:pt x="9618" y="7357"/>
                  </a:cubicBezTo>
                  <a:cubicBezTo>
                    <a:pt x="9317" y="7241"/>
                    <a:pt x="9966" y="7125"/>
                    <a:pt x="10174" y="6986"/>
                  </a:cubicBezTo>
                  <a:cubicBezTo>
                    <a:pt x="10287" y="6923"/>
                    <a:pt x="10237" y="6881"/>
                    <a:pt x="10087" y="6881"/>
                  </a:cubicBezTo>
                  <a:cubicBezTo>
                    <a:pt x="9959" y="6881"/>
                    <a:pt x="9759" y="6911"/>
                    <a:pt x="9525" y="6986"/>
                  </a:cubicBezTo>
                  <a:cubicBezTo>
                    <a:pt x="9453" y="7008"/>
                    <a:pt x="9379" y="7017"/>
                    <a:pt x="9306" y="7017"/>
                  </a:cubicBezTo>
                  <a:cubicBezTo>
                    <a:pt x="8943" y="7017"/>
                    <a:pt x="8596" y="6788"/>
                    <a:pt x="8455" y="6788"/>
                  </a:cubicBezTo>
                  <a:cubicBezTo>
                    <a:pt x="8417" y="6788"/>
                    <a:pt x="8394" y="6804"/>
                    <a:pt x="8390" y="6847"/>
                  </a:cubicBezTo>
                  <a:cubicBezTo>
                    <a:pt x="8384" y="6904"/>
                    <a:pt x="8324" y="6928"/>
                    <a:pt x="8233" y="6928"/>
                  </a:cubicBezTo>
                  <a:cubicBezTo>
                    <a:pt x="7959" y="6928"/>
                    <a:pt x="7405" y="6714"/>
                    <a:pt x="7231" y="6592"/>
                  </a:cubicBezTo>
                  <a:cubicBezTo>
                    <a:pt x="7085" y="6490"/>
                    <a:pt x="6682" y="6369"/>
                    <a:pt x="6362" y="6369"/>
                  </a:cubicBezTo>
                  <a:close/>
                  <a:moveTo>
                    <a:pt x="15494" y="7671"/>
                  </a:moveTo>
                  <a:cubicBezTo>
                    <a:pt x="15207" y="7671"/>
                    <a:pt x="14984" y="7820"/>
                    <a:pt x="14714" y="7820"/>
                  </a:cubicBezTo>
                  <a:cubicBezTo>
                    <a:pt x="14635" y="7820"/>
                    <a:pt x="14552" y="7807"/>
                    <a:pt x="14462" y="7774"/>
                  </a:cubicBezTo>
                  <a:cubicBezTo>
                    <a:pt x="14333" y="7726"/>
                    <a:pt x="14186" y="7707"/>
                    <a:pt x="14044" y="7707"/>
                  </a:cubicBezTo>
                  <a:cubicBezTo>
                    <a:pt x="13703" y="7707"/>
                    <a:pt x="13393" y="7821"/>
                    <a:pt x="13442" y="7936"/>
                  </a:cubicBezTo>
                  <a:cubicBezTo>
                    <a:pt x="13511" y="8052"/>
                    <a:pt x="13905" y="8075"/>
                    <a:pt x="14346" y="8098"/>
                  </a:cubicBezTo>
                  <a:cubicBezTo>
                    <a:pt x="14763" y="8098"/>
                    <a:pt x="15157" y="7867"/>
                    <a:pt x="15458" y="7843"/>
                  </a:cubicBezTo>
                  <a:cubicBezTo>
                    <a:pt x="15736" y="7843"/>
                    <a:pt x="16061" y="7751"/>
                    <a:pt x="15620" y="7681"/>
                  </a:cubicBezTo>
                  <a:cubicBezTo>
                    <a:pt x="15577" y="7674"/>
                    <a:pt x="15534" y="7671"/>
                    <a:pt x="15494" y="7671"/>
                  </a:cubicBezTo>
                  <a:close/>
                  <a:moveTo>
                    <a:pt x="20429" y="3341"/>
                  </a:moveTo>
                  <a:cubicBezTo>
                    <a:pt x="20259" y="3341"/>
                    <a:pt x="20125" y="3376"/>
                    <a:pt x="20093" y="3463"/>
                  </a:cubicBezTo>
                  <a:cubicBezTo>
                    <a:pt x="19977" y="3741"/>
                    <a:pt x="19653" y="3602"/>
                    <a:pt x="19606" y="3834"/>
                  </a:cubicBezTo>
                  <a:cubicBezTo>
                    <a:pt x="19592" y="3959"/>
                    <a:pt x="19629" y="3984"/>
                    <a:pt x="19705" y="3984"/>
                  </a:cubicBezTo>
                  <a:cubicBezTo>
                    <a:pt x="19756" y="3984"/>
                    <a:pt x="19824" y="3973"/>
                    <a:pt x="19908" y="3973"/>
                  </a:cubicBezTo>
                  <a:cubicBezTo>
                    <a:pt x="20116" y="3973"/>
                    <a:pt x="20116" y="4135"/>
                    <a:pt x="20209" y="4344"/>
                  </a:cubicBezTo>
                  <a:cubicBezTo>
                    <a:pt x="20247" y="4430"/>
                    <a:pt x="20369" y="4457"/>
                    <a:pt x="20514" y="4457"/>
                  </a:cubicBezTo>
                  <a:cubicBezTo>
                    <a:pt x="20718" y="4457"/>
                    <a:pt x="20968" y="4404"/>
                    <a:pt x="21090" y="4390"/>
                  </a:cubicBezTo>
                  <a:cubicBezTo>
                    <a:pt x="21097" y="4389"/>
                    <a:pt x="21104" y="4389"/>
                    <a:pt x="21111" y="4389"/>
                  </a:cubicBezTo>
                  <a:cubicBezTo>
                    <a:pt x="21252" y="4389"/>
                    <a:pt x="21281" y="4572"/>
                    <a:pt x="21136" y="4572"/>
                  </a:cubicBezTo>
                  <a:cubicBezTo>
                    <a:pt x="21111" y="4572"/>
                    <a:pt x="21080" y="4566"/>
                    <a:pt x="21043" y="4553"/>
                  </a:cubicBezTo>
                  <a:cubicBezTo>
                    <a:pt x="20996" y="4537"/>
                    <a:pt x="20957" y="4530"/>
                    <a:pt x="20923" y="4530"/>
                  </a:cubicBezTo>
                  <a:cubicBezTo>
                    <a:pt x="20777" y="4530"/>
                    <a:pt x="20738" y="4651"/>
                    <a:pt x="20610" y="4651"/>
                  </a:cubicBezTo>
                  <a:cubicBezTo>
                    <a:pt x="20593" y="4651"/>
                    <a:pt x="20576" y="4650"/>
                    <a:pt x="20557" y="4645"/>
                  </a:cubicBezTo>
                  <a:cubicBezTo>
                    <a:pt x="20487" y="4619"/>
                    <a:pt x="20408" y="4606"/>
                    <a:pt x="20342" y="4606"/>
                  </a:cubicBezTo>
                  <a:cubicBezTo>
                    <a:pt x="20232" y="4606"/>
                    <a:pt x="20160" y="4642"/>
                    <a:pt x="20232" y="4715"/>
                  </a:cubicBezTo>
                  <a:cubicBezTo>
                    <a:pt x="20371" y="4831"/>
                    <a:pt x="20580" y="4947"/>
                    <a:pt x="20580" y="5201"/>
                  </a:cubicBezTo>
                  <a:cubicBezTo>
                    <a:pt x="20580" y="5323"/>
                    <a:pt x="20663" y="5376"/>
                    <a:pt x="20751" y="5376"/>
                  </a:cubicBezTo>
                  <a:cubicBezTo>
                    <a:pt x="20848" y="5376"/>
                    <a:pt x="20951" y="5311"/>
                    <a:pt x="20951" y="5201"/>
                  </a:cubicBezTo>
                  <a:cubicBezTo>
                    <a:pt x="20951" y="5147"/>
                    <a:pt x="20963" y="5126"/>
                    <a:pt x="20989" y="5126"/>
                  </a:cubicBezTo>
                  <a:cubicBezTo>
                    <a:pt x="21060" y="5126"/>
                    <a:pt x="21233" y="5295"/>
                    <a:pt x="21507" y="5364"/>
                  </a:cubicBezTo>
                  <a:cubicBezTo>
                    <a:pt x="21878" y="5456"/>
                    <a:pt x="21623" y="5595"/>
                    <a:pt x="21993" y="5619"/>
                  </a:cubicBezTo>
                  <a:cubicBezTo>
                    <a:pt x="22364" y="5642"/>
                    <a:pt x="23199" y="5920"/>
                    <a:pt x="23523" y="6152"/>
                  </a:cubicBezTo>
                  <a:cubicBezTo>
                    <a:pt x="23847" y="6383"/>
                    <a:pt x="23639" y="6546"/>
                    <a:pt x="23847" y="6777"/>
                  </a:cubicBezTo>
                  <a:cubicBezTo>
                    <a:pt x="24056" y="7009"/>
                    <a:pt x="24102" y="7264"/>
                    <a:pt x="23824" y="7264"/>
                  </a:cubicBezTo>
                  <a:cubicBezTo>
                    <a:pt x="23523" y="7264"/>
                    <a:pt x="23222" y="7565"/>
                    <a:pt x="23314" y="7704"/>
                  </a:cubicBezTo>
                  <a:cubicBezTo>
                    <a:pt x="23332" y="7739"/>
                    <a:pt x="23404" y="7752"/>
                    <a:pt x="23507" y="7752"/>
                  </a:cubicBezTo>
                  <a:cubicBezTo>
                    <a:pt x="23814" y="7752"/>
                    <a:pt x="24392" y="7635"/>
                    <a:pt x="24566" y="7635"/>
                  </a:cubicBezTo>
                  <a:cubicBezTo>
                    <a:pt x="24705" y="7635"/>
                    <a:pt x="24867" y="7913"/>
                    <a:pt x="25145" y="8098"/>
                  </a:cubicBezTo>
                  <a:lnTo>
                    <a:pt x="25145" y="4645"/>
                  </a:lnTo>
                  <a:cubicBezTo>
                    <a:pt x="24468" y="4419"/>
                    <a:pt x="23526" y="3996"/>
                    <a:pt x="23307" y="3996"/>
                  </a:cubicBezTo>
                  <a:cubicBezTo>
                    <a:pt x="23301" y="3996"/>
                    <a:pt x="23296" y="3996"/>
                    <a:pt x="23291" y="3996"/>
                  </a:cubicBezTo>
                  <a:cubicBezTo>
                    <a:pt x="23036" y="3996"/>
                    <a:pt x="23013" y="4437"/>
                    <a:pt x="22805" y="4437"/>
                  </a:cubicBezTo>
                  <a:cubicBezTo>
                    <a:pt x="22596" y="4437"/>
                    <a:pt x="22295" y="4854"/>
                    <a:pt x="21901" y="4993"/>
                  </a:cubicBezTo>
                  <a:cubicBezTo>
                    <a:pt x="21880" y="5000"/>
                    <a:pt x="21861" y="5004"/>
                    <a:pt x="21842" y="5004"/>
                  </a:cubicBezTo>
                  <a:cubicBezTo>
                    <a:pt x="21506" y="5004"/>
                    <a:pt x="21497" y="3867"/>
                    <a:pt x="21321" y="3626"/>
                  </a:cubicBezTo>
                  <a:cubicBezTo>
                    <a:pt x="21215" y="3473"/>
                    <a:pt x="20756" y="3341"/>
                    <a:pt x="20429" y="3341"/>
                  </a:cubicBezTo>
                  <a:close/>
                  <a:moveTo>
                    <a:pt x="12351" y="7610"/>
                  </a:moveTo>
                  <a:cubicBezTo>
                    <a:pt x="12268" y="7610"/>
                    <a:pt x="12207" y="7625"/>
                    <a:pt x="12190" y="7658"/>
                  </a:cubicBezTo>
                  <a:cubicBezTo>
                    <a:pt x="12163" y="7741"/>
                    <a:pt x="12051" y="7783"/>
                    <a:pt x="11932" y="7783"/>
                  </a:cubicBezTo>
                  <a:cubicBezTo>
                    <a:pt x="11852" y="7783"/>
                    <a:pt x="11769" y="7765"/>
                    <a:pt x="11704" y="7728"/>
                  </a:cubicBezTo>
                  <a:cubicBezTo>
                    <a:pt x="11675" y="7707"/>
                    <a:pt x="11645" y="7698"/>
                    <a:pt x="11615" y="7698"/>
                  </a:cubicBezTo>
                  <a:cubicBezTo>
                    <a:pt x="11478" y="7698"/>
                    <a:pt x="11353" y="7891"/>
                    <a:pt x="11449" y="8006"/>
                  </a:cubicBezTo>
                  <a:cubicBezTo>
                    <a:pt x="11483" y="8057"/>
                    <a:pt x="11671" y="8211"/>
                    <a:pt x="11936" y="8211"/>
                  </a:cubicBezTo>
                  <a:cubicBezTo>
                    <a:pt x="12028" y="8211"/>
                    <a:pt x="12129" y="8193"/>
                    <a:pt x="12237" y="8145"/>
                  </a:cubicBezTo>
                  <a:cubicBezTo>
                    <a:pt x="12631" y="7936"/>
                    <a:pt x="12909" y="8122"/>
                    <a:pt x="13001" y="7913"/>
                  </a:cubicBezTo>
                  <a:cubicBezTo>
                    <a:pt x="13072" y="7755"/>
                    <a:pt x="12609" y="7610"/>
                    <a:pt x="12351" y="7610"/>
                  </a:cubicBezTo>
                  <a:close/>
                  <a:moveTo>
                    <a:pt x="13149" y="8381"/>
                  </a:moveTo>
                  <a:cubicBezTo>
                    <a:pt x="13041" y="8381"/>
                    <a:pt x="12976" y="8402"/>
                    <a:pt x="13001" y="8446"/>
                  </a:cubicBezTo>
                  <a:cubicBezTo>
                    <a:pt x="13094" y="8585"/>
                    <a:pt x="13372" y="8585"/>
                    <a:pt x="13488" y="8701"/>
                  </a:cubicBezTo>
                  <a:cubicBezTo>
                    <a:pt x="13561" y="8759"/>
                    <a:pt x="13744" y="8863"/>
                    <a:pt x="13870" y="8863"/>
                  </a:cubicBezTo>
                  <a:cubicBezTo>
                    <a:pt x="13944" y="8863"/>
                    <a:pt x="13998" y="8827"/>
                    <a:pt x="13998" y="8724"/>
                  </a:cubicBezTo>
                  <a:cubicBezTo>
                    <a:pt x="14015" y="8522"/>
                    <a:pt x="13433" y="8381"/>
                    <a:pt x="13149" y="8381"/>
                  </a:cubicBezTo>
                  <a:close/>
                  <a:moveTo>
                    <a:pt x="16292" y="8075"/>
                  </a:moveTo>
                  <a:cubicBezTo>
                    <a:pt x="16246" y="8122"/>
                    <a:pt x="16176" y="8145"/>
                    <a:pt x="16107" y="8168"/>
                  </a:cubicBezTo>
                  <a:cubicBezTo>
                    <a:pt x="16084" y="8214"/>
                    <a:pt x="16061" y="8284"/>
                    <a:pt x="16037" y="8307"/>
                  </a:cubicBezTo>
                  <a:cubicBezTo>
                    <a:pt x="16027" y="8317"/>
                    <a:pt x="16014" y="8322"/>
                    <a:pt x="16000" y="8322"/>
                  </a:cubicBezTo>
                  <a:cubicBezTo>
                    <a:pt x="15952" y="8322"/>
                    <a:pt x="15888" y="8268"/>
                    <a:pt x="15852" y="8214"/>
                  </a:cubicBezTo>
                  <a:cubicBezTo>
                    <a:pt x="15551" y="8353"/>
                    <a:pt x="15365" y="8724"/>
                    <a:pt x="15597" y="8840"/>
                  </a:cubicBezTo>
                  <a:cubicBezTo>
                    <a:pt x="15629" y="8858"/>
                    <a:pt x="15663" y="8866"/>
                    <a:pt x="15699" y="8866"/>
                  </a:cubicBezTo>
                  <a:cubicBezTo>
                    <a:pt x="15895" y="8866"/>
                    <a:pt x="16132" y="8623"/>
                    <a:pt x="16269" y="8446"/>
                  </a:cubicBezTo>
                  <a:cubicBezTo>
                    <a:pt x="16316" y="8400"/>
                    <a:pt x="16339" y="8376"/>
                    <a:pt x="16362" y="8353"/>
                  </a:cubicBezTo>
                  <a:cubicBezTo>
                    <a:pt x="16362" y="8330"/>
                    <a:pt x="16385" y="8330"/>
                    <a:pt x="16408" y="8307"/>
                  </a:cubicBezTo>
                  <a:cubicBezTo>
                    <a:pt x="16431" y="8284"/>
                    <a:pt x="16431" y="8284"/>
                    <a:pt x="16455" y="8261"/>
                  </a:cubicBezTo>
                  <a:cubicBezTo>
                    <a:pt x="16408" y="8191"/>
                    <a:pt x="16339" y="8122"/>
                    <a:pt x="16292" y="807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4" name="Google Shape;8834;p59"/>
            <p:cNvSpPr/>
            <p:nvPr/>
          </p:nvSpPr>
          <p:spPr>
            <a:xfrm>
              <a:off x="5180698" y="2438720"/>
              <a:ext cx="1001001" cy="685696"/>
            </a:xfrm>
            <a:custGeom>
              <a:avLst/>
              <a:gdLst/>
              <a:ahLst/>
              <a:cxnLst/>
              <a:rect l="l" t="t" r="r" b="b"/>
              <a:pathLst>
                <a:path w="32817" h="22480" extrusionOk="0">
                  <a:moveTo>
                    <a:pt x="25561" y="18497"/>
                  </a:moveTo>
                  <a:cubicBezTo>
                    <a:pt x="25317" y="18497"/>
                    <a:pt x="24876" y="18808"/>
                    <a:pt x="24728" y="19325"/>
                  </a:cubicBezTo>
                  <a:cubicBezTo>
                    <a:pt x="24554" y="19913"/>
                    <a:pt x="24913" y="20256"/>
                    <a:pt x="24994" y="20256"/>
                  </a:cubicBezTo>
                  <a:cubicBezTo>
                    <a:pt x="25000" y="20256"/>
                    <a:pt x="25004" y="20255"/>
                    <a:pt x="25006" y="20252"/>
                  </a:cubicBezTo>
                  <a:cubicBezTo>
                    <a:pt x="25169" y="20136"/>
                    <a:pt x="25841" y="18745"/>
                    <a:pt x="25702" y="18560"/>
                  </a:cubicBezTo>
                  <a:cubicBezTo>
                    <a:pt x="25673" y="18518"/>
                    <a:pt x="25624" y="18497"/>
                    <a:pt x="25561" y="18497"/>
                  </a:cubicBezTo>
                  <a:close/>
                  <a:moveTo>
                    <a:pt x="26207" y="0"/>
                  </a:moveTo>
                  <a:cubicBezTo>
                    <a:pt x="25956" y="0"/>
                    <a:pt x="25618" y="89"/>
                    <a:pt x="25563" y="89"/>
                  </a:cubicBezTo>
                  <a:cubicBezTo>
                    <a:pt x="25537" y="89"/>
                    <a:pt x="25469" y="77"/>
                    <a:pt x="25381" y="77"/>
                  </a:cubicBezTo>
                  <a:cubicBezTo>
                    <a:pt x="25228" y="77"/>
                    <a:pt x="25015" y="115"/>
                    <a:pt x="24867" y="321"/>
                  </a:cubicBezTo>
                  <a:cubicBezTo>
                    <a:pt x="24666" y="582"/>
                    <a:pt x="24779" y="600"/>
                    <a:pt x="24873" y="600"/>
                  </a:cubicBezTo>
                  <a:cubicBezTo>
                    <a:pt x="24887" y="600"/>
                    <a:pt x="24901" y="599"/>
                    <a:pt x="24914" y="599"/>
                  </a:cubicBezTo>
                  <a:cubicBezTo>
                    <a:pt x="25006" y="599"/>
                    <a:pt x="25053" y="901"/>
                    <a:pt x="25076" y="993"/>
                  </a:cubicBezTo>
                  <a:cubicBezTo>
                    <a:pt x="25099" y="1086"/>
                    <a:pt x="24914" y="1225"/>
                    <a:pt x="24844" y="1271"/>
                  </a:cubicBezTo>
                  <a:cubicBezTo>
                    <a:pt x="24751" y="1295"/>
                    <a:pt x="24520" y="1642"/>
                    <a:pt x="24497" y="1781"/>
                  </a:cubicBezTo>
                  <a:cubicBezTo>
                    <a:pt x="24473" y="1920"/>
                    <a:pt x="24218" y="2245"/>
                    <a:pt x="24242" y="2337"/>
                  </a:cubicBezTo>
                  <a:cubicBezTo>
                    <a:pt x="24265" y="2453"/>
                    <a:pt x="24103" y="2569"/>
                    <a:pt x="23987" y="2592"/>
                  </a:cubicBezTo>
                  <a:cubicBezTo>
                    <a:pt x="23894" y="2616"/>
                    <a:pt x="23569" y="2824"/>
                    <a:pt x="23477" y="2870"/>
                  </a:cubicBezTo>
                  <a:cubicBezTo>
                    <a:pt x="23465" y="2873"/>
                    <a:pt x="23448" y="2875"/>
                    <a:pt x="23427" y="2875"/>
                  </a:cubicBezTo>
                  <a:cubicBezTo>
                    <a:pt x="23288" y="2875"/>
                    <a:pt x="22984" y="2809"/>
                    <a:pt x="22944" y="2708"/>
                  </a:cubicBezTo>
                  <a:cubicBezTo>
                    <a:pt x="22944" y="2685"/>
                    <a:pt x="22874" y="2662"/>
                    <a:pt x="22828" y="2639"/>
                  </a:cubicBezTo>
                  <a:lnTo>
                    <a:pt x="22388" y="3496"/>
                  </a:lnTo>
                  <a:lnTo>
                    <a:pt x="22364" y="3774"/>
                  </a:lnTo>
                  <a:cubicBezTo>
                    <a:pt x="22364" y="3774"/>
                    <a:pt x="22063" y="3844"/>
                    <a:pt x="22295" y="4076"/>
                  </a:cubicBezTo>
                  <a:cubicBezTo>
                    <a:pt x="22370" y="4151"/>
                    <a:pt x="22421" y="4175"/>
                    <a:pt x="22471" y="4175"/>
                  </a:cubicBezTo>
                  <a:cubicBezTo>
                    <a:pt x="22559" y="4175"/>
                    <a:pt x="22643" y="4099"/>
                    <a:pt x="22851" y="4099"/>
                  </a:cubicBezTo>
                  <a:cubicBezTo>
                    <a:pt x="23089" y="4099"/>
                    <a:pt x="23227" y="4236"/>
                    <a:pt x="23311" y="4236"/>
                  </a:cubicBezTo>
                  <a:cubicBezTo>
                    <a:pt x="23342" y="4236"/>
                    <a:pt x="23366" y="4218"/>
                    <a:pt x="23384" y="4168"/>
                  </a:cubicBezTo>
                  <a:cubicBezTo>
                    <a:pt x="23426" y="4057"/>
                    <a:pt x="23542" y="3980"/>
                    <a:pt x="23663" y="3980"/>
                  </a:cubicBezTo>
                  <a:cubicBezTo>
                    <a:pt x="23745" y="3980"/>
                    <a:pt x="23829" y="4015"/>
                    <a:pt x="23894" y="4099"/>
                  </a:cubicBezTo>
                  <a:cubicBezTo>
                    <a:pt x="24079" y="4307"/>
                    <a:pt x="24636" y="4655"/>
                    <a:pt x="24612" y="4840"/>
                  </a:cubicBezTo>
                  <a:cubicBezTo>
                    <a:pt x="24588" y="4937"/>
                    <a:pt x="24494" y="4971"/>
                    <a:pt x="24377" y="4971"/>
                  </a:cubicBezTo>
                  <a:cubicBezTo>
                    <a:pt x="24270" y="4971"/>
                    <a:pt x="24144" y="4943"/>
                    <a:pt x="24033" y="4910"/>
                  </a:cubicBezTo>
                  <a:cubicBezTo>
                    <a:pt x="24003" y="4900"/>
                    <a:pt x="23972" y="4896"/>
                    <a:pt x="23940" y="4896"/>
                  </a:cubicBezTo>
                  <a:cubicBezTo>
                    <a:pt x="23746" y="4896"/>
                    <a:pt x="23517" y="5049"/>
                    <a:pt x="23338" y="5049"/>
                  </a:cubicBezTo>
                  <a:cubicBezTo>
                    <a:pt x="23129" y="5049"/>
                    <a:pt x="22874" y="5118"/>
                    <a:pt x="22666" y="5327"/>
                  </a:cubicBezTo>
                  <a:cubicBezTo>
                    <a:pt x="22457" y="5536"/>
                    <a:pt x="22503" y="5767"/>
                    <a:pt x="22179" y="5791"/>
                  </a:cubicBezTo>
                  <a:cubicBezTo>
                    <a:pt x="21855" y="5837"/>
                    <a:pt x="21715" y="5791"/>
                    <a:pt x="21368" y="6045"/>
                  </a:cubicBezTo>
                  <a:cubicBezTo>
                    <a:pt x="21201" y="6157"/>
                    <a:pt x="21023" y="6193"/>
                    <a:pt x="20867" y="6193"/>
                  </a:cubicBezTo>
                  <a:cubicBezTo>
                    <a:pt x="20700" y="6193"/>
                    <a:pt x="20559" y="6151"/>
                    <a:pt x="20487" y="6115"/>
                  </a:cubicBezTo>
                  <a:cubicBezTo>
                    <a:pt x="20428" y="6086"/>
                    <a:pt x="20349" y="6060"/>
                    <a:pt x="20266" y="6060"/>
                  </a:cubicBezTo>
                  <a:cubicBezTo>
                    <a:pt x="20153" y="6060"/>
                    <a:pt x="20034" y="6107"/>
                    <a:pt x="19954" y="6254"/>
                  </a:cubicBezTo>
                  <a:cubicBezTo>
                    <a:pt x="19815" y="6486"/>
                    <a:pt x="20140" y="6602"/>
                    <a:pt x="20116" y="6880"/>
                  </a:cubicBezTo>
                  <a:cubicBezTo>
                    <a:pt x="20070" y="7158"/>
                    <a:pt x="19722" y="7088"/>
                    <a:pt x="19444" y="7413"/>
                  </a:cubicBezTo>
                  <a:cubicBezTo>
                    <a:pt x="19201" y="7697"/>
                    <a:pt x="18816" y="7839"/>
                    <a:pt x="18552" y="7839"/>
                  </a:cubicBezTo>
                  <a:cubicBezTo>
                    <a:pt x="18515" y="7839"/>
                    <a:pt x="18480" y="7836"/>
                    <a:pt x="18448" y="7830"/>
                  </a:cubicBezTo>
                  <a:cubicBezTo>
                    <a:pt x="18312" y="7816"/>
                    <a:pt x="18073" y="7763"/>
                    <a:pt x="17805" y="7763"/>
                  </a:cubicBezTo>
                  <a:cubicBezTo>
                    <a:pt x="17616" y="7763"/>
                    <a:pt x="17412" y="7790"/>
                    <a:pt x="17219" y="7876"/>
                  </a:cubicBezTo>
                  <a:cubicBezTo>
                    <a:pt x="16773" y="8077"/>
                    <a:pt x="16477" y="8364"/>
                    <a:pt x="16290" y="8364"/>
                  </a:cubicBezTo>
                  <a:cubicBezTo>
                    <a:pt x="16283" y="8364"/>
                    <a:pt x="16276" y="8364"/>
                    <a:pt x="16269" y="8363"/>
                  </a:cubicBezTo>
                  <a:cubicBezTo>
                    <a:pt x="16102" y="8321"/>
                    <a:pt x="16086" y="8148"/>
                    <a:pt x="15915" y="8148"/>
                  </a:cubicBezTo>
                  <a:cubicBezTo>
                    <a:pt x="15896" y="8148"/>
                    <a:pt x="15875" y="8150"/>
                    <a:pt x="15852" y="8154"/>
                  </a:cubicBezTo>
                  <a:cubicBezTo>
                    <a:pt x="15819" y="8157"/>
                    <a:pt x="15787" y="8159"/>
                    <a:pt x="15757" y="8159"/>
                  </a:cubicBezTo>
                  <a:cubicBezTo>
                    <a:pt x="15560" y="8159"/>
                    <a:pt x="15437" y="8096"/>
                    <a:pt x="15296" y="8015"/>
                  </a:cubicBezTo>
                  <a:cubicBezTo>
                    <a:pt x="15241" y="7981"/>
                    <a:pt x="15189" y="7973"/>
                    <a:pt x="15137" y="7973"/>
                  </a:cubicBezTo>
                  <a:cubicBezTo>
                    <a:pt x="15095" y="7973"/>
                    <a:pt x="15053" y="7978"/>
                    <a:pt x="15007" y="7978"/>
                  </a:cubicBezTo>
                  <a:cubicBezTo>
                    <a:pt x="14920" y="7978"/>
                    <a:pt x="14821" y="7960"/>
                    <a:pt x="14693" y="7853"/>
                  </a:cubicBezTo>
                  <a:cubicBezTo>
                    <a:pt x="14415" y="7645"/>
                    <a:pt x="13905" y="7691"/>
                    <a:pt x="13697" y="7645"/>
                  </a:cubicBezTo>
                  <a:cubicBezTo>
                    <a:pt x="13593" y="7633"/>
                    <a:pt x="13338" y="7633"/>
                    <a:pt x="13074" y="7633"/>
                  </a:cubicBezTo>
                  <a:cubicBezTo>
                    <a:pt x="12810" y="7633"/>
                    <a:pt x="12538" y="7633"/>
                    <a:pt x="12399" y="7621"/>
                  </a:cubicBezTo>
                  <a:cubicBezTo>
                    <a:pt x="12347" y="7613"/>
                    <a:pt x="12290" y="7610"/>
                    <a:pt x="12233" y="7610"/>
                  </a:cubicBezTo>
                  <a:cubicBezTo>
                    <a:pt x="12111" y="7610"/>
                    <a:pt x="11985" y="7623"/>
                    <a:pt x="11886" y="7623"/>
                  </a:cubicBezTo>
                  <a:cubicBezTo>
                    <a:pt x="11785" y="7623"/>
                    <a:pt x="11713" y="7609"/>
                    <a:pt x="11704" y="7552"/>
                  </a:cubicBezTo>
                  <a:cubicBezTo>
                    <a:pt x="11657" y="7413"/>
                    <a:pt x="11449" y="7297"/>
                    <a:pt x="11379" y="6996"/>
                  </a:cubicBezTo>
                  <a:cubicBezTo>
                    <a:pt x="11310" y="6671"/>
                    <a:pt x="11124" y="6555"/>
                    <a:pt x="10962" y="6532"/>
                  </a:cubicBezTo>
                  <a:cubicBezTo>
                    <a:pt x="10777" y="6486"/>
                    <a:pt x="10754" y="6300"/>
                    <a:pt x="10615" y="6277"/>
                  </a:cubicBezTo>
                  <a:cubicBezTo>
                    <a:pt x="10522" y="6277"/>
                    <a:pt x="10429" y="6045"/>
                    <a:pt x="10197" y="6045"/>
                  </a:cubicBezTo>
                  <a:cubicBezTo>
                    <a:pt x="9942" y="6045"/>
                    <a:pt x="9085" y="5930"/>
                    <a:pt x="8969" y="5744"/>
                  </a:cubicBezTo>
                  <a:cubicBezTo>
                    <a:pt x="8830" y="5536"/>
                    <a:pt x="9085" y="5489"/>
                    <a:pt x="9085" y="5281"/>
                  </a:cubicBezTo>
                  <a:cubicBezTo>
                    <a:pt x="9085" y="5095"/>
                    <a:pt x="9224" y="4817"/>
                    <a:pt x="9108" y="4748"/>
                  </a:cubicBezTo>
                  <a:cubicBezTo>
                    <a:pt x="9015" y="4655"/>
                    <a:pt x="8853" y="4493"/>
                    <a:pt x="8830" y="4331"/>
                  </a:cubicBezTo>
                  <a:cubicBezTo>
                    <a:pt x="8807" y="4168"/>
                    <a:pt x="8529" y="3960"/>
                    <a:pt x="8367" y="3937"/>
                  </a:cubicBezTo>
                  <a:cubicBezTo>
                    <a:pt x="8181" y="3937"/>
                    <a:pt x="8042" y="3821"/>
                    <a:pt x="7857" y="3682"/>
                  </a:cubicBezTo>
                  <a:cubicBezTo>
                    <a:pt x="7694" y="3543"/>
                    <a:pt x="7532" y="3543"/>
                    <a:pt x="7463" y="3172"/>
                  </a:cubicBezTo>
                  <a:cubicBezTo>
                    <a:pt x="7463" y="3149"/>
                    <a:pt x="7463" y="3125"/>
                    <a:pt x="7463" y="3102"/>
                  </a:cubicBezTo>
                  <a:cubicBezTo>
                    <a:pt x="7393" y="3102"/>
                    <a:pt x="7301" y="3079"/>
                    <a:pt x="7254" y="3079"/>
                  </a:cubicBezTo>
                  <a:cubicBezTo>
                    <a:pt x="7208" y="3079"/>
                    <a:pt x="7161" y="3033"/>
                    <a:pt x="7115" y="2986"/>
                  </a:cubicBezTo>
                  <a:cubicBezTo>
                    <a:pt x="7069" y="3149"/>
                    <a:pt x="6907" y="3218"/>
                    <a:pt x="6907" y="3334"/>
                  </a:cubicBezTo>
                  <a:cubicBezTo>
                    <a:pt x="6907" y="3473"/>
                    <a:pt x="6860" y="3635"/>
                    <a:pt x="6675" y="3635"/>
                  </a:cubicBezTo>
                  <a:cubicBezTo>
                    <a:pt x="6513" y="3635"/>
                    <a:pt x="6327" y="3774"/>
                    <a:pt x="6327" y="4052"/>
                  </a:cubicBezTo>
                  <a:cubicBezTo>
                    <a:pt x="6327" y="4331"/>
                    <a:pt x="6489" y="4377"/>
                    <a:pt x="6397" y="4493"/>
                  </a:cubicBezTo>
                  <a:cubicBezTo>
                    <a:pt x="6340" y="4587"/>
                    <a:pt x="6115" y="4697"/>
                    <a:pt x="5970" y="4697"/>
                  </a:cubicBezTo>
                  <a:cubicBezTo>
                    <a:pt x="5937" y="4697"/>
                    <a:pt x="5908" y="4691"/>
                    <a:pt x="5887" y="4678"/>
                  </a:cubicBezTo>
                  <a:cubicBezTo>
                    <a:pt x="5771" y="4632"/>
                    <a:pt x="5562" y="4655"/>
                    <a:pt x="5377" y="4632"/>
                  </a:cubicBezTo>
                  <a:cubicBezTo>
                    <a:pt x="5272" y="4617"/>
                    <a:pt x="5176" y="4523"/>
                    <a:pt x="5109" y="4523"/>
                  </a:cubicBezTo>
                  <a:cubicBezTo>
                    <a:pt x="5073" y="4523"/>
                    <a:pt x="5046" y="4551"/>
                    <a:pt x="5029" y="4632"/>
                  </a:cubicBezTo>
                  <a:cubicBezTo>
                    <a:pt x="4960" y="4887"/>
                    <a:pt x="4589" y="5605"/>
                    <a:pt x="4682" y="5698"/>
                  </a:cubicBezTo>
                  <a:cubicBezTo>
                    <a:pt x="4774" y="5767"/>
                    <a:pt x="4844" y="5953"/>
                    <a:pt x="4682" y="5953"/>
                  </a:cubicBezTo>
                  <a:cubicBezTo>
                    <a:pt x="4519" y="5953"/>
                    <a:pt x="4380" y="5930"/>
                    <a:pt x="4288" y="5837"/>
                  </a:cubicBezTo>
                  <a:cubicBezTo>
                    <a:pt x="4277" y="5826"/>
                    <a:pt x="4261" y="5821"/>
                    <a:pt x="4242" y="5821"/>
                  </a:cubicBezTo>
                  <a:cubicBezTo>
                    <a:pt x="4139" y="5821"/>
                    <a:pt x="3934" y="5953"/>
                    <a:pt x="3778" y="5953"/>
                  </a:cubicBezTo>
                  <a:cubicBezTo>
                    <a:pt x="3685" y="5953"/>
                    <a:pt x="3338" y="6092"/>
                    <a:pt x="3477" y="6161"/>
                  </a:cubicBezTo>
                  <a:cubicBezTo>
                    <a:pt x="3592" y="6231"/>
                    <a:pt x="3592" y="6509"/>
                    <a:pt x="3592" y="6625"/>
                  </a:cubicBezTo>
                  <a:cubicBezTo>
                    <a:pt x="3592" y="6764"/>
                    <a:pt x="3847" y="7112"/>
                    <a:pt x="3801" y="7251"/>
                  </a:cubicBezTo>
                  <a:cubicBezTo>
                    <a:pt x="3755" y="7366"/>
                    <a:pt x="3523" y="7506"/>
                    <a:pt x="3523" y="7645"/>
                  </a:cubicBezTo>
                  <a:cubicBezTo>
                    <a:pt x="3523" y="7807"/>
                    <a:pt x="3569" y="7946"/>
                    <a:pt x="3477" y="7992"/>
                  </a:cubicBezTo>
                  <a:cubicBezTo>
                    <a:pt x="3384" y="8039"/>
                    <a:pt x="3129" y="8131"/>
                    <a:pt x="2990" y="8224"/>
                  </a:cubicBezTo>
                  <a:cubicBezTo>
                    <a:pt x="2851" y="8340"/>
                    <a:pt x="2642" y="8340"/>
                    <a:pt x="2573" y="8479"/>
                  </a:cubicBezTo>
                  <a:cubicBezTo>
                    <a:pt x="2513" y="8599"/>
                    <a:pt x="2418" y="8720"/>
                    <a:pt x="2228" y="8720"/>
                  </a:cubicBezTo>
                  <a:cubicBezTo>
                    <a:pt x="2198" y="8720"/>
                    <a:pt x="2167" y="8717"/>
                    <a:pt x="2132" y="8711"/>
                  </a:cubicBezTo>
                  <a:cubicBezTo>
                    <a:pt x="2066" y="8703"/>
                    <a:pt x="2010" y="8696"/>
                    <a:pt x="1958" y="8696"/>
                  </a:cubicBezTo>
                  <a:cubicBezTo>
                    <a:pt x="1846" y="8696"/>
                    <a:pt x="1757" y="8730"/>
                    <a:pt x="1646" y="8873"/>
                  </a:cubicBezTo>
                  <a:cubicBezTo>
                    <a:pt x="1460" y="9081"/>
                    <a:pt x="1437" y="8989"/>
                    <a:pt x="1298" y="9081"/>
                  </a:cubicBezTo>
                  <a:cubicBezTo>
                    <a:pt x="1273" y="9101"/>
                    <a:pt x="1248" y="9110"/>
                    <a:pt x="1223" y="9110"/>
                  </a:cubicBezTo>
                  <a:cubicBezTo>
                    <a:pt x="1133" y="9110"/>
                    <a:pt x="1046" y="9002"/>
                    <a:pt x="974" y="8966"/>
                  </a:cubicBezTo>
                  <a:cubicBezTo>
                    <a:pt x="967" y="8964"/>
                    <a:pt x="959" y="8963"/>
                    <a:pt x="952" y="8963"/>
                  </a:cubicBezTo>
                  <a:cubicBezTo>
                    <a:pt x="860" y="8963"/>
                    <a:pt x="735" y="9081"/>
                    <a:pt x="649" y="9081"/>
                  </a:cubicBezTo>
                  <a:cubicBezTo>
                    <a:pt x="557" y="9081"/>
                    <a:pt x="464" y="9244"/>
                    <a:pt x="348" y="9267"/>
                  </a:cubicBezTo>
                  <a:cubicBezTo>
                    <a:pt x="232" y="9313"/>
                    <a:pt x="93" y="9267"/>
                    <a:pt x="93" y="9429"/>
                  </a:cubicBezTo>
                  <a:cubicBezTo>
                    <a:pt x="93" y="9522"/>
                    <a:pt x="70" y="9614"/>
                    <a:pt x="0" y="9684"/>
                  </a:cubicBezTo>
                  <a:lnTo>
                    <a:pt x="93" y="10171"/>
                  </a:lnTo>
                  <a:cubicBezTo>
                    <a:pt x="93" y="10171"/>
                    <a:pt x="603" y="10333"/>
                    <a:pt x="626" y="10518"/>
                  </a:cubicBezTo>
                  <a:cubicBezTo>
                    <a:pt x="649" y="10681"/>
                    <a:pt x="742" y="11237"/>
                    <a:pt x="742" y="11237"/>
                  </a:cubicBezTo>
                  <a:lnTo>
                    <a:pt x="719" y="11237"/>
                  </a:lnTo>
                  <a:cubicBezTo>
                    <a:pt x="927" y="11399"/>
                    <a:pt x="1229" y="11584"/>
                    <a:pt x="1229" y="11654"/>
                  </a:cubicBezTo>
                  <a:cubicBezTo>
                    <a:pt x="1229" y="11723"/>
                    <a:pt x="1252" y="11932"/>
                    <a:pt x="1507" y="12048"/>
                  </a:cubicBezTo>
                  <a:cubicBezTo>
                    <a:pt x="1669" y="12141"/>
                    <a:pt x="1831" y="12210"/>
                    <a:pt x="1924" y="12280"/>
                  </a:cubicBezTo>
                  <a:cubicBezTo>
                    <a:pt x="1947" y="12256"/>
                    <a:pt x="1947" y="12233"/>
                    <a:pt x="1947" y="12233"/>
                  </a:cubicBezTo>
                  <a:lnTo>
                    <a:pt x="2156" y="12210"/>
                  </a:lnTo>
                  <a:cubicBezTo>
                    <a:pt x="2156" y="12210"/>
                    <a:pt x="2225" y="12256"/>
                    <a:pt x="2295" y="12303"/>
                  </a:cubicBezTo>
                  <a:cubicBezTo>
                    <a:pt x="2341" y="12141"/>
                    <a:pt x="2712" y="11955"/>
                    <a:pt x="2920" y="11955"/>
                  </a:cubicBezTo>
                  <a:cubicBezTo>
                    <a:pt x="3106" y="11978"/>
                    <a:pt x="3592" y="12349"/>
                    <a:pt x="3546" y="12488"/>
                  </a:cubicBezTo>
                  <a:cubicBezTo>
                    <a:pt x="3500" y="12604"/>
                    <a:pt x="3152" y="13091"/>
                    <a:pt x="2990" y="13137"/>
                  </a:cubicBezTo>
                  <a:cubicBezTo>
                    <a:pt x="2944" y="13137"/>
                    <a:pt x="2851" y="13160"/>
                    <a:pt x="2758" y="13160"/>
                  </a:cubicBezTo>
                  <a:cubicBezTo>
                    <a:pt x="2758" y="13230"/>
                    <a:pt x="2735" y="13299"/>
                    <a:pt x="2735" y="13346"/>
                  </a:cubicBezTo>
                  <a:cubicBezTo>
                    <a:pt x="2735" y="13462"/>
                    <a:pt x="2920" y="13624"/>
                    <a:pt x="3036" y="13832"/>
                  </a:cubicBezTo>
                  <a:cubicBezTo>
                    <a:pt x="3103" y="13965"/>
                    <a:pt x="2979" y="14074"/>
                    <a:pt x="2852" y="14074"/>
                  </a:cubicBezTo>
                  <a:cubicBezTo>
                    <a:pt x="2802" y="14074"/>
                    <a:pt x="2751" y="14057"/>
                    <a:pt x="2712" y="14018"/>
                  </a:cubicBezTo>
                  <a:cubicBezTo>
                    <a:pt x="2680" y="13991"/>
                    <a:pt x="2652" y="13979"/>
                    <a:pt x="2628" y="13979"/>
                  </a:cubicBezTo>
                  <a:cubicBezTo>
                    <a:pt x="2529" y="13979"/>
                    <a:pt x="2498" y="14175"/>
                    <a:pt x="2573" y="14249"/>
                  </a:cubicBezTo>
                  <a:cubicBezTo>
                    <a:pt x="2665" y="14365"/>
                    <a:pt x="2619" y="14667"/>
                    <a:pt x="2758" y="14690"/>
                  </a:cubicBezTo>
                  <a:cubicBezTo>
                    <a:pt x="2920" y="14713"/>
                    <a:pt x="3059" y="15014"/>
                    <a:pt x="3222" y="15014"/>
                  </a:cubicBezTo>
                  <a:cubicBezTo>
                    <a:pt x="3384" y="15014"/>
                    <a:pt x="3546" y="15292"/>
                    <a:pt x="3546" y="15292"/>
                  </a:cubicBezTo>
                  <a:cubicBezTo>
                    <a:pt x="3546" y="15292"/>
                    <a:pt x="3778" y="15455"/>
                    <a:pt x="3778" y="15524"/>
                  </a:cubicBezTo>
                  <a:cubicBezTo>
                    <a:pt x="3778" y="15547"/>
                    <a:pt x="3778" y="15547"/>
                    <a:pt x="3778" y="15570"/>
                  </a:cubicBezTo>
                  <a:cubicBezTo>
                    <a:pt x="3963" y="15547"/>
                    <a:pt x="4079" y="15547"/>
                    <a:pt x="4102" y="15455"/>
                  </a:cubicBezTo>
                  <a:cubicBezTo>
                    <a:pt x="4112" y="15427"/>
                    <a:pt x="4157" y="15410"/>
                    <a:pt x="4219" y="15410"/>
                  </a:cubicBezTo>
                  <a:cubicBezTo>
                    <a:pt x="4313" y="15410"/>
                    <a:pt x="4445" y="15449"/>
                    <a:pt x="4543" y="15547"/>
                  </a:cubicBezTo>
                  <a:cubicBezTo>
                    <a:pt x="4705" y="15710"/>
                    <a:pt x="5400" y="16150"/>
                    <a:pt x="5655" y="16358"/>
                  </a:cubicBezTo>
                  <a:cubicBezTo>
                    <a:pt x="5898" y="16557"/>
                    <a:pt x="6457" y="16777"/>
                    <a:pt x="6689" y="16777"/>
                  </a:cubicBezTo>
                  <a:cubicBezTo>
                    <a:pt x="6701" y="16777"/>
                    <a:pt x="6711" y="16777"/>
                    <a:pt x="6721" y="16776"/>
                  </a:cubicBezTo>
                  <a:cubicBezTo>
                    <a:pt x="6930" y="16776"/>
                    <a:pt x="7115" y="16915"/>
                    <a:pt x="7440" y="16915"/>
                  </a:cubicBezTo>
                  <a:lnTo>
                    <a:pt x="7555" y="16915"/>
                  </a:lnTo>
                  <a:cubicBezTo>
                    <a:pt x="7602" y="16868"/>
                    <a:pt x="7671" y="16868"/>
                    <a:pt x="7741" y="16776"/>
                  </a:cubicBezTo>
                  <a:cubicBezTo>
                    <a:pt x="7755" y="16748"/>
                    <a:pt x="7772" y="16736"/>
                    <a:pt x="7789" y="16736"/>
                  </a:cubicBezTo>
                  <a:cubicBezTo>
                    <a:pt x="7859" y="16736"/>
                    <a:pt x="7940" y="16924"/>
                    <a:pt x="7903" y="17054"/>
                  </a:cubicBezTo>
                  <a:cubicBezTo>
                    <a:pt x="7880" y="17146"/>
                    <a:pt x="7903" y="17216"/>
                    <a:pt x="7949" y="17309"/>
                  </a:cubicBezTo>
                  <a:cubicBezTo>
                    <a:pt x="7973" y="17239"/>
                    <a:pt x="8019" y="17146"/>
                    <a:pt x="8065" y="17077"/>
                  </a:cubicBezTo>
                  <a:cubicBezTo>
                    <a:pt x="8181" y="16799"/>
                    <a:pt x="8343" y="16822"/>
                    <a:pt x="8459" y="16729"/>
                  </a:cubicBezTo>
                  <a:cubicBezTo>
                    <a:pt x="8493" y="16695"/>
                    <a:pt x="8530" y="16680"/>
                    <a:pt x="8575" y="16680"/>
                  </a:cubicBezTo>
                  <a:cubicBezTo>
                    <a:pt x="8653" y="16680"/>
                    <a:pt x="8753" y="16725"/>
                    <a:pt x="8900" y="16799"/>
                  </a:cubicBezTo>
                  <a:cubicBezTo>
                    <a:pt x="8949" y="16826"/>
                    <a:pt x="8991" y="16834"/>
                    <a:pt x="9032" y="16834"/>
                  </a:cubicBezTo>
                  <a:cubicBezTo>
                    <a:pt x="9091" y="16834"/>
                    <a:pt x="9146" y="16817"/>
                    <a:pt x="9211" y="16817"/>
                  </a:cubicBezTo>
                  <a:cubicBezTo>
                    <a:pt x="9292" y="16817"/>
                    <a:pt x="9388" y="16843"/>
                    <a:pt x="9525" y="16961"/>
                  </a:cubicBezTo>
                  <a:cubicBezTo>
                    <a:pt x="9595" y="16938"/>
                    <a:pt x="9688" y="16915"/>
                    <a:pt x="9711" y="16915"/>
                  </a:cubicBezTo>
                  <a:cubicBezTo>
                    <a:pt x="9780" y="16915"/>
                    <a:pt x="9873" y="16776"/>
                    <a:pt x="9989" y="16660"/>
                  </a:cubicBezTo>
                  <a:cubicBezTo>
                    <a:pt x="10075" y="16574"/>
                    <a:pt x="10061" y="16449"/>
                    <a:pt x="10169" y="16449"/>
                  </a:cubicBezTo>
                  <a:cubicBezTo>
                    <a:pt x="10177" y="16449"/>
                    <a:pt x="10187" y="16449"/>
                    <a:pt x="10197" y="16451"/>
                  </a:cubicBezTo>
                  <a:cubicBezTo>
                    <a:pt x="10205" y="16452"/>
                    <a:pt x="10213" y="16453"/>
                    <a:pt x="10221" y="16453"/>
                  </a:cubicBezTo>
                  <a:cubicBezTo>
                    <a:pt x="10343" y="16453"/>
                    <a:pt x="10399" y="16281"/>
                    <a:pt x="10661" y="16150"/>
                  </a:cubicBezTo>
                  <a:cubicBezTo>
                    <a:pt x="10738" y="16108"/>
                    <a:pt x="10811" y="16094"/>
                    <a:pt x="10878" y="16094"/>
                  </a:cubicBezTo>
                  <a:cubicBezTo>
                    <a:pt x="11022" y="16094"/>
                    <a:pt x="11141" y="16158"/>
                    <a:pt x="11228" y="16158"/>
                  </a:cubicBezTo>
                  <a:cubicBezTo>
                    <a:pt x="11259" y="16158"/>
                    <a:pt x="11287" y="16150"/>
                    <a:pt x="11310" y="16127"/>
                  </a:cubicBezTo>
                  <a:cubicBezTo>
                    <a:pt x="11391" y="16059"/>
                    <a:pt x="11472" y="16023"/>
                    <a:pt x="11525" y="16023"/>
                  </a:cubicBezTo>
                  <a:cubicBezTo>
                    <a:pt x="11564" y="16023"/>
                    <a:pt x="11588" y="16042"/>
                    <a:pt x="11588" y="16080"/>
                  </a:cubicBezTo>
                  <a:cubicBezTo>
                    <a:pt x="11588" y="16196"/>
                    <a:pt x="11773" y="16312"/>
                    <a:pt x="11820" y="16451"/>
                  </a:cubicBezTo>
                  <a:cubicBezTo>
                    <a:pt x="11843" y="16567"/>
                    <a:pt x="12075" y="16613"/>
                    <a:pt x="12121" y="16613"/>
                  </a:cubicBezTo>
                  <a:cubicBezTo>
                    <a:pt x="12167" y="16590"/>
                    <a:pt x="12190" y="16590"/>
                    <a:pt x="12214" y="16567"/>
                  </a:cubicBezTo>
                  <a:cubicBezTo>
                    <a:pt x="12252" y="16542"/>
                    <a:pt x="12297" y="16530"/>
                    <a:pt x="12342" y="16530"/>
                  </a:cubicBezTo>
                  <a:cubicBezTo>
                    <a:pt x="12462" y="16530"/>
                    <a:pt x="12584" y="16611"/>
                    <a:pt x="12584" y="16729"/>
                  </a:cubicBezTo>
                  <a:cubicBezTo>
                    <a:pt x="12584" y="16868"/>
                    <a:pt x="12608" y="17030"/>
                    <a:pt x="12700" y="17030"/>
                  </a:cubicBezTo>
                  <a:cubicBezTo>
                    <a:pt x="12816" y="17030"/>
                    <a:pt x="12932" y="17030"/>
                    <a:pt x="12932" y="17285"/>
                  </a:cubicBezTo>
                  <a:cubicBezTo>
                    <a:pt x="12932" y="17564"/>
                    <a:pt x="13025" y="17865"/>
                    <a:pt x="12793" y="18097"/>
                  </a:cubicBezTo>
                  <a:cubicBezTo>
                    <a:pt x="12561" y="18328"/>
                    <a:pt x="12283" y="18722"/>
                    <a:pt x="12353" y="18861"/>
                  </a:cubicBezTo>
                  <a:cubicBezTo>
                    <a:pt x="12392" y="18959"/>
                    <a:pt x="12300" y="19138"/>
                    <a:pt x="12379" y="19138"/>
                  </a:cubicBezTo>
                  <a:cubicBezTo>
                    <a:pt x="12394" y="19138"/>
                    <a:pt x="12416" y="19131"/>
                    <a:pt x="12445" y="19116"/>
                  </a:cubicBezTo>
                  <a:cubicBezTo>
                    <a:pt x="12493" y="19089"/>
                    <a:pt x="12560" y="19078"/>
                    <a:pt x="12630" y="19078"/>
                  </a:cubicBezTo>
                  <a:cubicBezTo>
                    <a:pt x="12799" y="19078"/>
                    <a:pt x="12981" y="19143"/>
                    <a:pt x="12932" y="19209"/>
                  </a:cubicBezTo>
                  <a:cubicBezTo>
                    <a:pt x="12863" y="19302"/>
                    <a:pt x="12955" y="19649"/>
                    <a:pt x="13094" y="19672"/>
                  </a:cubicBezTo>
                  <a:cubicBezTo>
                    <a:pt x="13257" y="19672"/>
                    <a:pt x="13349" y="19765"/>
                    <a:pt x="13303" y="19904"/>
                  </a:cubicBezTo>
                  <a:cubicBezTo>
                    <a:pt x="13257" y="20043"/>
                    <a:pt x="13187" y="20275"/>
                    <a:pt x="13303" y="20275"/>
                  </a:cubicBezTo>
                  <a:cubicBezTo>
                    <a:pt x="13442" y="20275"/>
                    <a:pt x="13627" y="20275"/>
                    <a:pt x="13604" y="20414"/>
                  </a:cubicBezTo>
                  <a:cubicBezTo>
                    <a:pt x="13586" y="20522"/>
                    <a:pt x="13666" y="20629"/>
                    <a:pt x="13810" y="20629"/>
                  </a:cubicBezTo>
                  <a:cubicBezTo>
                    <a:pt x="13852" y="20629"/>
                    <a:pt x="13900" y="20620"/>
                    <a:pt x="13952" y="20599"/>
                  </a:cubicBezTo>
                  <a:cubicBezTo>
                    <a:pt x="14042" y="20554"/>
                    <a:pt x="14103" y="20519"/>
                    <a:pt x="14148" y="20519"/>
                  </a:cubicBezTo>
                  <a:cubicBezTo>
                    <a:pt x="14172" y="20519"/>
                    <a:pt x="14191" y="20529"/>
                    <a:pt x="14207" y="20553"/>
                  </a:cubicBezTo>
                  <a:cubicBezTo>
                    <a:pt x="14211" y="20552"/>
                    <a:pt x="14215" y="20551"/>
                    <a:pt x="14219" y="20551"/>
                  </a:cubicBezTo>
                  <a:cubicBezTo>
                    <a:pt x="14300" y="20551"/>
                    <a:pt x="14307" y="20764"/>
                    <a:pt x="14462" y="20808"/>
                  </a:cubicBezTo>
                  <a:cubicBezTo>
                    <a:pt x="14471" y="20810"/>
                    <a:pt x="14480" y="20812"/>
                    <a:pt x="14489" y="20812"/>
                  </a:cubicBezTo>
                  <a:cubicBezTo>
                    <a:pt x="14637" y="20812"/>
                    <a:pt x="14551" y="20434"/>
                    <a:pt x="14485" y="20368"/>
                  </a:cubicBezTo>
                  <a:cubicBezTo>
                    <a:pt x="14423" y="20306"/>
                    <a:pt x="14490" y="20079"/>
                    <a:pt x="14554" y="20079"/>
                  </a:cubicBezTo>
                  <a:cubicBezTo>
                    <a:pt x="14562" y="20079"/>
                    <a:pt x="14570" y="20082"/>
                    <a:pt x="14578" y="20090"/>
                  </a:cubicBezTo>
                  <a:cubicBezTo>
                    <a:pt x="14596" y="20108"/>
                    <a:pt x="14623" y="20117"/>
                    <a:pt x="14655" y="20117"/>
                  </a:cubicBezTo>
                  <a:cubicBezTo>
                    <a:pt x="14741" y="20117"/>
                    <a:pt x="14864" y="20052"/>
                    <a:pt x="14948" y="19951"/>
                  </a:cubicBezTo>
                  <a:cubicBezTo>
                    <a:pt x="14968" y="19925"/>
                    <a:pt x="14995" y="19917"/>
                    <a:pt x="15025" y="19917"/>
                  </a:cubicBezTo>
                  <a:cubicBezTo>
                    <a:pt x="15095" y="19917"/>
                    <a:pt x="15184" y="19964"/>
                    <a:pt x="15253" y="19964"/>
                  </a:cubicBezTo>
                  <a:cubicBezTo>
                    <a:pt x="15291" y="19964"/>
                    <a:pt x="15323" y="19950"/>
                    <a:pt x="15342" y="19904"/>
                  </a:cubicBezTo>
                  <a:cubicBezTo>
                    <a:pt x="15363" y="19873"/>
                    <a:pt x="15389" y="19861"/>
                    <a:pt x="15419" y="19861"/>
                  </a:cubicBezTo>
                  <a:cubicBezTo>
                    <a:pt x="15494" y="19861"/>
                    <a:pt x="15596" y="19935"/>
                    <a:pt x="15710" y="19935"/>
                  </a:cubicBezTo>
                  <a:cubicBezTo>
                    <a:pt x="15748" y="19935"/>
                    <a:pt x="15788" y="19927"/>
                    <a:pt x="15829" y="19904"/>
                  </a:cubicBezTo>
                  <a:cubicBezTo>
                    <a:pt x="15869" y="19884"/>
                    <a:pt x="15906" y="19877"/>
                    <a:pt x="15938" y="19877"/>
                  </a:cubicBezTo>
                  <a:cubicBezTo>
                    <a:pt x="16011" y="19877"/>
                    <a:pt x="16066" y="19912"/>
                    <a:pt x="16115" y="19912"/>
                  </a:cubicBezTo>
                  <a:cubicBezTo>
                    <a:pt x="16145" y="19912"/>
                    <a:pt x="16172" y="19899"/>
                    <a:pt x="16200" y="19858"/>
                  </a:cubicBezTo>
                  <a:cubicBezTo>
                    <a:pt x="16259" y="19720"/>
                    <a:pt x="16469" y="19565"/>
                    <a:pt x="16574" y="19565"/>
                  </a:cubicBezTo>
                  <a:cubicBezTo>
                    <a:pt x="16592" y="19565"/>
                    <a:pt x="16607" y="19569"/>
                    <a:pt x="16617" y="19580"/>
                  </a:cubicBezTo>
                  <a:cubicBezTo>
                    <a:pt x="16686" y="19626"/>
                    <a:pt x="16733" y="19765"/>
                    <a:pt x="17080" y="19812"/>
                  </a:cubicBezTo>
                  <a:cubicBezTo>
                    <a:pt x="17428" y="19858"/>
                    <a:pt x="17219" y="20020"/>
                    <a:pt x="17219" y="20136"/>
                  </a:cubicBezTo>
                  <a:cubicBezTo>
                    <a:pt x="17219" y="20229"/>
                    <a:pt x="17613" y="20530"/>
                    <a:pt x="17753" y="20530"/>
                  </a:cubicBezTo>
                  <a:cubicBezTo>
                    <a:pt x="17799" y="20553"/>
                    <a:pt x="17822" y="20576"/>
                    <a:pt x="17868" y="20623"/>
                  </a:cubicBezTo>
                  <a:cubicBezTo>
                    <a:pt x="17897" y="20611"/>
                    <a:pt x="17931" y="20608"/>
                    <a:pt x="17965" y="20608"/>
                  </a:cubicBezTo>
                  <a:cubicBezTo>
                    <a:pt x="17999" y="20608"/>
                    <a:pt x="18035" y="20611"/>
                    <a:pt x="18068" y="20611"/>
                  </a:cubicBezTo>
                  <a:cubicBezTo>
                    <a:pt x="18135" y="20611"/>
                    <a:pt x="18193" y="20599"/>
                    <a:pt x="18216" y="20530"/>
                  </a:cubicBezTo>
                  <a:cubicBezTo>
                    <a:pt x="18236" y="20470"/>
                    <a:pt x="18278" y="20444"/>
                    <a:pt x="18327" y="20444"/>
                  </a:cubicBezTo>
                  <a:cubicBezTo>
                    <a:pt x="18390" y="20444"/>
                    <a:pt x="18465" y="20488"/>
                    <a:pt x="18517" y="20553"/>
                  </a:cubicBezTo>
                  <a:cubicBezTo>
                    <a:pt x="18554" y="20614"/>
                    <a:pt x="18590" y="20649"/>
                    <a:pt x="18640" y="20649"/>
                  </a:cubicBezTo>
                  <a:cubicBezTo>
                    <a:pt x="18685" y="20649"/>
                    <a:pt x="18741" y="20620"/>
                    <a:pt x="18819" y="20553"/>
                  </a:cubicBezTo>
                  <a:cubicBezTo>
                    <a:pt x="18850" y="20526"/>
                    <a:pt x="18879" y="20515"/>
                    <a:pt x="18904" y="20515"/>
                  </a:cubicBezTo>
                  <a:cubicBezTo>
                    <a:pt x="19009" y="20515"/>
                    <a:pt x="19051" y="20710"/>
                    <a:pt x="18958" y="20785"/>
                  </a:cubicBezTo>
                  <a:cubicBezTo>
                    <a:pt x="18865" y="20854"/>
                    <a:pt x="18934" y="21109"/>
                    <a:pt x="19097" y="21248"/>
                  </a:cubicBezTo>
                  <a:cubicBezTo>
                    <a:pt x="19130" y="21287"/>
                    <a:pt x="19157" y="21304"/>
                    <a:pt x="19178" y="21304"/>
                  </a:cubicBezTo>
                  <a:cubicBezTo>
                    <a:pt x="19244" y="21304"/>
                    <a:pt x="19253" y="21140"/>
                    <a:pt x="19236" y="21017"/>
                  </a:cubicBezTo>
                  <a:cubicBezTo>
                    <a:pt x="19213" y="20878"/>
                    <a:pt x="19491" y="20739"/>
                    <a:pt x="20001" y="20553"/>
                  </a:cubicBezTo>
                  <a:cubicBezTo>
                    <a:pt x="20510" y="20391"/>
                    <a:pt x="21067" y="20020"/>
                    <a:pt x="21067" y="19951"/>
                  </a:cubicBezTo>
                  <a:cubicBezTo>
                    <a:pt x="21067" y="19934"/>
                    <a:pt x="21078" y="19928"/>
                    <a:pt x="21098" y="19928"/>
                  </a:cubicBezTo>
                  <a:cubicBezTo>
                    <a:pt x="21163" y="19928"/>
                    <a:pt x="21320" y="19996"/>
                    <a:pt x="21453" y="19996"/>
                  </a:cubicBezTo>
                  <a:cubicBezTo>
                    <a:pt x="21509" y="19996"/>
                    <a:pt x="21560" y="19984"/>
                    <a:pt x="21600" y="19951"/>
                  </a:cubicBezTo>
                  <a:cubicBezTo>
                    <a:pt x="21762" y="19835"/>
                    <a:pt x="22388" y="19812"/>
                    <a:pt x="22550" y="19812"/>
                  </a:cubicBezTo>
                  <a:cubicBezTo>
                    <a:pt x="22712" y="19788"/>
                    <a:pt x="22689" y="19649"/>
                    <a:pt x="22874" y="19533"/>
                  </a:cubicBezTo>
                  <a:cubicBezTo>
                    <a:pt x="23036" y="19394"/>
                    <a:pt x="22990" y="19325"/>
                    <a:pt x="23199" y="19255"/>
                  </a:cubicBezTo>
                  <a:cubicBezTo>
                    <a:pt x="23384" y="19209"/>
                    <a:pt x="23500" y="19024"/>
                    <a:pt x="23500" y="18931"/>
                  </a:cubicBezTo>
                  <a:cubicBezTo>
                    <a:pt x="23500" y="18838"/>
                    <a:pt x="23871" y="18792"/>
                    <a:pt x="23871" y="18699"/>
                  </a:cubicBezTo>
                  <a:cubicBezTo>
                    <a:pt x="23894" y="18583"/>
                    <a:pt x="24149" y="18560"/>
                    <a:pt x="24149" y="18421"/>
                  </a:cubicBezTo>
                  <a:cubicBezTo>
                    <a:pt x="24149" y="18305"/>
                    <a:pt x="24311" y="18328"/>
                    <a:pt x="24381" y="18236"/>
                  </a:cubicBezTo>
                  <a:cubicBezTo>
                    <a:pt x="24473" y="18143"/>
                    <a:pt x="24334" y="17842"/>
                    <a:pt x="24473" y="17818"/>
                  </a:cubicBezTo>
                  <a:cubicBezTo>
                    <a:pt x="24589" y="17772"/>
                    <a:pt x="24404" y="17610"/>
                    <a:pt x="24381" y="17540"/>
                  </a:cubicBezTo>
                  <a:cubicBezTo>
                    <a:pt x="24357" y="17471"/>
                    <a:pt x="24636" y="17448"/>
                    <a:pt x="24775" y="17355"/>
                  </a:cubicBezTo>
                  <a:cubicBezTo>
                    <a:pt x="24914" y="17285"/>
                    <a:pt x="25006" y="17146"/>
                    <a:pt x="25030" y="16984"/>
                  </a:cubicBezTo>
                  <a:cubicBezTo>
                    <a:pt x="25053" y="16822"/>
                    <a:pt x="25261" y="16706"/>
                    <a:pt x="25377" y="16660"/>
                  </a:cubicBezTo>
                  <a:cubicBezTo>
                    <a:pt x="25493" y="16613"/>
                    <a:pt x="25516" y="16405"/>
                    <a:pt x="25493" y="16219"/>
                  </a:cubicBezTo>
                  <a:cubicBezTo>
                    <a:pt x="25470" y="16034"/>
                    <a:pt x="25678" y="16080"/>
                    <a:pt x="25586" y="16011"/>
                  </a:cubicBezTo>
                  <a:cubicBezTo>
                    <a:pt x="25493" y="15918"/>
                    <a:pt x="25632" y="15733"/>
                    <a:pt x="25817" y="15663"/>
                  </a:cubicBezTo>
                  <a:cubicBezTo>
                    <a:pt x="25945" y="15631"/>
                    <a:pt x="25842" y="15577"/>
                    <a:pt x="25727" y="15577"/>
                  </a:cubicBezTo>
                  <a:cubicBezTo>
                    <a:pt x="25675" y="15577"/>
                    <a:pt x="25622" y="15588"/>
                    <a:pt x="25586" y="15617"/>
                  </a:cubicBezTo>
                  <a:cubicBezTo>
                    <a:pt x="25577" y="15624"/>
                    <a:pt x="25567" y="15627"/>
                    <a:pt x="25558" y="15627"/>
                  </a:cubicBezTo>
                  <a:cubicBezTo>
                    <a:pt x="25488" y="15627"/>
                    <a:pt x="25408" y="15466"/>
                    <a:pt x="25336" y="15466"/>
                  </a:cubicBezTo>
                  <a:cubicBezTo>
                    <a:pt x="25319" y="15466"/>
                    <a:pt x="25301" y="15476"/>
                    <a:pt x="25284" y="15501"/>
                  </a:cubicBezTo>
                  <a:cubicBezTo>
                    <a:pt x="25258" y="15528"/>
                    <a:pt x="25223" y="15538"/>
                    <a:pt x="25189" y="15538"/>
                  </a:cubicBezTo>
                  <a:cubicBezTo>
                    <a:pt x="25073" y="15538"/>
                    <a:pt x="24951" y="15421"/>
                    <a:pt x="25076" y="15385"/>
                  </a:cubicBezTo>
                  <a:cubicBezTo>
                    <a:pt x="25261" y="15339"/>
                    <a:pt x="25539" y="15130"/>
                    <a:pt x="25655" y="15107"/>
                  </a:cubicBezTo>
                  <a:cubicBezTo>
                    <a:pt x="25767" y="15062"/>
                    <a:pt x="25493" y="14804"/>
                    <a:pt x="25348" y="14804"/>
                  </a:cubicBezTo>
                  <a:cubicBezTo>
                    <a:pt x="25342" y="14804"/>
                    <a:pt x="25336" y="14805"/>
                    <a:pt x="25331" y="14806"/>
                  </a:cubicBezTo>
                  <a:cubicBezTo>
                    <a:pt x="25169" y="14806"/>
                    <a:pt x="25006" y="14435"/>
                    <a:pt x="24844" y="14435"/>
                  </a:cubicBezTo>
                  <a:cubicBezTo>
                    <a:pt x="24736" y="14435"/>
                    <a:pt x="24824" y="14383"/>
                    <a:pt x="24949" y="14383"/>
                  </a:cubicBezTo>
                  <a:cubicBezTo>
                    <a:pt x="25012" y="14383"/>
                    <a:pt x="25084" y="14396"/>
                    <a:pt x="25145" y="14435"/>
                  </a:cubicBezTo>
                  <a:cubicBezTo>
                    <a:pt x="25278" y="14501"/>
                    <a:pt x="25423" y="14556"/>
                    <a:pt x="25528" y="14556"/>
                  </a:cubicBezTo>
                  <a:cubicBezTo>
                    <a:pt x="25570" y="14556"/>
                    <a:pt x="25606" y="14547"/>
                    <a:pt x="25632" y="14528"/>
                  </a:cubicBezTo>
                  <a:cubicBezTo>
                    <a:pt x="25702" y="14435"/>
                    <a:pt x="25308" y="14110"/>
                    <a:pt x="25169" y="13995"/>
                  </a:cubicBezTo>
                  <a:cubicBezTo>
                    <a:pt x="25030" y="13902"/>
                    <a:pt x="25169" y="13740"/>
                    <a:pt x="25076" y="13670"/>
                  </a:cubicBezTo>
                  <a:cubicBezTo>
                    <a:pt x="24983" y="13601"/>
                    <a:pt x="24798" y="13207"/>
                    <a:pt x="24728" y="13021"/>
                  </a:cubicBezTo>
                  <a:cubicBezTo>
                    <a:pt x="24659" y="12836"/>
                    <a:pt x="24311" y="12789"/>
                    <a:pt x="24242" y="12674"/>
                  </a:cubicBezTo>
                  <a:cubicBezTo>
                    <a:pt x="24149" y="12558"/>
                    <a:pt x="24242" y="12280"/>
                    <a:pt x="24497" y="12164"/>
                  </a:cubicBezTo>
                  <a:cubicBezTo>
                    <a:pt x="24738" y="12054"/>
                    <a:pt x="24647" y="11861"/>
                    <a:pt x="24735" y="11861"/>
                  </a:cubicBezTo>
                  <a:cubicBezTo>
                    <a:pt x="24740" y="11861"/>
                    <a:pt x="24745" y="11861"/>
                    <a:pt x="24751" y="11862"/>
                  </a:cubicBezTo>
                  <a:cubicBezTo>
                    <a:pt x="24769" y="11866"/>
                    <a:pt x="24787" y="11868"/>
                    <a:pt x="24804" y="11868"/>
                  </a:cubicBezTo>
                  <a:cubicBezTo>
                    <a:pt x="24896" y="11868"/>
                    <a:pt x="24974" y="11811"/>
                    <a:pt x="25053" y="11654"/>
                  </a:cubicBezTo>
                  <a:cubicBezTo>
                    <a:pt x="25145" y="11468"/>
                    <a:pt x="25308" y="11584"/>
                    <a:pt x="25377" y="11492"/>
                  </a:cubicBezTo>
                  <a:cubicBezTo>
                    <a:pt x="25470" y="11399"/>
                    <a:pt x="25864" y="11399"/>
                    <a:pt x="26003" y="11306"/>
                  </a:cubicBezTo>
                  <a:cubicBezTo>
                    <a:pt x="26132" y="11220"/>
                    <a:pt x="25921" y="10954"/>
                    <a:pt x="25742" y="10954"/>
                  </a:cubicBezTo>
                  <a:cubicBezTo>
                    <a:pt x="25728" y="10954"/>
                    <a:pt x="25715" y="10955"/>
                    <a:pt x="25702" y="10959"/>
                  </a:cubicBezTo>
                  <a:cubicBezTo>
                    <a:pt x="25665" y="10968"/>
                    <a:pt x="25626" y="10973"/>
                    <a:pt x="25586" y="10973"/>
                  </a:cubicBezTo>
                  <a:cubicBezTo>
                    <a:pt x="25428" y="10973"/>
                    <a:pt x="25261" y="10898"/>
                    <a:pt x="25169" y="10750"/>
                  </a:cubicBezTo>
                  <a:cubicBezTo>
                    <a:pt x="25147" y="10718"/>
                    <a:pt x="25120" y="10704"/>
                    <a:pt x="25090" y="10704"/>
                  </a:cubicBezTo>
                  <a:cubicBezTo>
                    <a:pt x="24924" y="10704"/>
                    <a:pt x="24642" y="11116"/>
                    <a:pt x="24427" y="11214"/>
                  </a:cubicBezTo>
                  <a:cubicBezTo>
                    <a:pt x="24390" y="11230"/>
                    <a:pt x="24355" y="11238"/>
                    <a:pt x="24323" y="11238"/>
                  </a:cubicBezTo>
                  <a:cubicBezTo>
                    <a:pt x="24131" y="11238"/>
                    <a:pt x="24023" y="10972"/>
                    <a:pt x="24103" y="10773"/>
                  </a:cubicBezTo>
                  <a:cubicBezTo>
                    <a:pt x="24155" y="10617"/>
                    <a:pt x="24011" y="10578"/>
                    <a:pt x="23780" y="10578"/>
                  </a:cubicBezTo>
                  <a:cubicBezTo>
                    <a:pt x="23703" y="10578"/>
                    <a:pt x="23616" y="10582"/>
                    <a:pt x="23523" y="10588"/>
                  </a:cubicBezTo>
                  <a:cubicBezTo>
                    <a:pt x="23517" y="10588"/>
                    <a:pt x="23511" y="10588"/>
                    <a:pt x="23506" y="10588"/>
                  </a:cubicBezTo>
                  <a:cubicBezTo>
                    <a:pt x="23179" y="10588"/>
                    <a:pt x="23295" y="9939"/>
                    <a:pt x="23523" y="9916"/>
                  </a:cubicBezTo>
                  <a:cubicBezTo>
                    <a:pt x="23544" y="9911"/>
                    <a:pt x="23566" y="9909"/>
                    <a:pt x="23588" y="9909"/>
                  </a:cubicBezTo>
                  <a:cubicBezTo>
                    <a:pt x="23684" y="9909"/>
                    <a:pt x="23794" y="9942"/>
                    <a:pt x="23897" y="9942"/>
                  </a:cubicBezTo>
                  <a:cubicBezTo>
                    <a:pt x="24017" y="9942"/>
                    <a:pt x="24128" y="9898"/>
                    <a:pt x="24195" y="9707"/>
                  </a:cubicBezTo>
                  <a:cubicBezTo>
                    <a:pt x="24334" y="9313"/>
                    <a:pt x="24520" y="9614"/>
                    <a:pt x="24844" y="9267"/>
                  </a:cubicBezTo>
                  <a:cubicBezTo>
                    <a:pt x="25063" y="8997"/>
                    <a:pt x="25307" y="8813"/>
                    <a:pt x="25530" y="8813"/>
                  </a:cubicBezTo>
                  <a:cubicBezTo>
                    <a:pt x="25614" y="8813"/>
                    <a:pt x="25695" y="8839"/>
                    <a:pt x="25771" y="8896"/>
                  </a:cubicBezTo>
                  <a:cubicBezTo>
                    <a:pt x="26026" y="9105"/>
                    <a:pt x="25470" y="9429"/>
                    <a:pt x="25400" y="9638"/>
                  </a:cubicBezTo>
                  <a:cubicBezTo>
                    <a:pt x="25308" y="9846"/>
                    <a:pt x="25470" y="9916"/>
                    <a:pt x="25308" y="10055"/>
                  </a:cubicBezTo>
                  <a:cubicBezTo>
                    <a:pt x="25222" y="10141"/>
                    <a:pt x="25246" y="10194"/>
                    <a:pt x="25337" y="10194"/>
                  </a:cubicBezTo>
                  <a:cubicBezTo>
                    <a:pt x="25418" y="10194"/>
                    <a:pt x="25549" y="10153"/>
                    <a:pt x="25702" y="10055"/>
                  </a:cubicBezTo>
                  <a:cubicBezTo>
                    <a:pt x="26003" y="9846"/>
                    <a:pt x="26397" y="9614"/>
                    <a:pt x="26698" y="9499"/>
                  </a:cubicBezTo>
                  <a:cubicBezTo>
                    <a:pt x="26791" y="9452"/>
                    <a:pt x="26884" y="9452"/>
                    <a:pt x="26976" y="9452"/>
                  </a:cubicBezTo>
                  <a:cubicBezTo>
                    <a:pt x="26999" y="9336"/>
                    <a:pt x="27069" y="9244"/>
                    <a:pt x="27115" y="9220"/>
                  </a:cubicBezTo>
                  <a:cubicBezTo>
                    <a:pt x="27324" y="9105"/>
                    <a:pt x="28042" y="8780"/>
                    <a:pt x="28135" y="8641"/>
                  </a:cubicBezTo>
                  <a:cubicBezTo>
                    <a:pt x="28251" y="8502"/>
                    <a:pt x="28344" y="8270"/>
                    <a:pt x="28483" y="8270"/>
                  </a:cubicBezTo>
                  <a:cubicBezTo>
                    <a:pt x="28622" y="8270"/>
                    <a:pt x="28622" y="8409"/>
                    <a:pt x="28830" y="8409"/>
                  </a:cubicBezTo>
                  <a:cubicBezTo>
                    <a:pt x="28930" y="8409"/>
                    <a:pt x="29029" y="8422"/>
                    <a:pt x="29103" y="8422"/>
                  </a:cubicBezTo>
                  <a:cubicBezTo>
                    <a:pt x="29201" y="8422"/>
                    <a:pt x="29254" y="8399"/>
                    <a:pt x="29201" y="8293"/>
                  </a:cubicBezTo>
                  <a:cubicBezTo>
                    <a:pt x="29085" y="8131"/>
                    <a:pt x="29155" y="8131"/>
                    <a:pt x="29410" y="8085"/>
                  </a:cubicBezTo>
                  <a:cubicBezTo>
                    <a:pt x="29641" y="8062"/>
                    <a:pt x="29618" y="7807"/>
                    <a:pt x="29780" y="7807"/>
                  </a:cubicBezTo>
                  <a:cubicBezTo>
                    <a:pt x="29966" y="7807"/>
                    <a:pt x="29919" y="7390"/>
                    <a:pt x="30105" y="7390"/>
                  </a:cubicBezTo>
                  <a:cubicBezTo>
                    <a:pt x="30266" y="7390"/>
                    <a:pt x="30340" y="7565"/>
                    <a:pt x="30493" y="7565"/>
                  </a:cubicBezTo>
                  <a:cubicBezTo>
                    <a:pt x="30516" y="7565"/>
                    <a:pt x="30541" y="7561"/>
                    <a:pt x="30568" y="7552"/>
                  </a:cubicBezTo>
                  <a:cubicBezTo>
                    <a:pt x="30615" y="7552"/>
                    <a:pt x="30661" y="7552"/>
                    <a:pt x="30707" y="7575"/>
                  </a:cubicBezTo>
                  <a:cubicBezTo>
                    <a:pt x="30754" y="7552"/>
                    <a:pt x="30800" y="7506"/>
                    <a:pt x="30847" y="7482"/>
                  </a:cubicBezTo>
                  <a:cubicBezTo>
                    <a:pt x="30823" y="7274"/>
                    <a:pt x="30847" y="7065"/>
                    <a:pt x="30800" y="6972"/>
                  </a:cubicBezTo>
                  <a:cubicBezTo>
                    <a:pt x="30731" y="6764"/>
                    <a:pt x="30800" y="6625"/>
                    <a:pt x="30777" y="6509"/>
                  </a:cubicBezTo>
                  <a:cubicBezTo>
                    <a:pt x="30754" y="6393"/>
                    <a:pt x="30731" y="6115"/>
                    <a:pt x="30870" y="6115"/>
                  </a:cubicBezTo>
                  <a:cubicBezTo>
                    <a:pt x="30968" y="6115"/>
                    <a:pt x="31100" y="5881"/>
                    <a:pt x="31236" y="5881"/>
                  </a:cubicBezTo>
                  <a:cubicBezTo>
                    <a:pt x="31261" y="5881"/>
                    <a:pt x="31285" y="5889"/>
                    <a:pt x="31310" y="5906"/>
                  </a:cubicBezTo>
                  <a:cubicBezTo>
                    <a:pt x="31395" y="5967"/>
                    <a:pt x="31524" y="6002"/>
                    <a:pt x="31628" y="6002"/>
                  </a:cubicBezTo>
                  <a:cubicBezTo>
                    <a:pt x="31723" y="6002"/>
                    <a:pt x="31797" y="5973"/>
                    <a:pt x="31797" y="5906"/>
                  </a:cubicBezTo>
                  <a:cubicBezTo>
                    <a:pt x="31797" y="5767"/>
                    <a:pt x="32028" y="5744"/>
                    <a:pt x="32052" y="5559"/>
                  </a:cubicBezTo>
                  <a:cubicBezTo>
                    <a:pt x="32075" y="5350"/>
                    <a:pt x="32330" y="5304"/>
                    <a:pt x="32376" y="5142"/>
                  </a:cubicBezTo>
                  <a:cubicBezTo>
                    <a:pt x="32422" y="4956"/>
                    <a:pt x="32515" y="4539"/>
                    <a:pt x="32677" y="4446"/>
                  </a:cubicBezTo>
                  <a:cubicBezTo>
                    <a:pt x="32816" y="4377"/>
                    <a:pt x="32631" y="4307"/>
                    <a:pt x="32654" y="4029"/>
                  </a:cubicBezTo>
                  <a:cubicBezTo>
                    <a:pt x="32654" y="3874"/>
                    <a:pt x="32568" y="3823"/>
                    <a:pt x="32469" y="3823"/>
                  </a:cubicBezTo>
                  <a:cubicBezTo>
                    <a:pt x="32375" y="3823"/>
                    <a:pt x="32270" y="3868"/>
                    <a:pt x="32214" y="3913"/>
                  </a:cubicBezTo>
                  <a:cubicBezTo>
                    <a:pt x="32098" y="3983"/>
                    <a:pt x="31774" y="3913"/>
                    <a:pt x="31681" y="4099"/>
                  </a:cubicBezTo>
                  <a:cubicBezTo>
                    <a:pt x="31618" y="4199"/>
                    <a:pt x="31549" y="4218"/>
                    <a:pt x="31462" y="4218"/>
                  </a:cubicBezTo>
                  <a:cubicBezTo>
                    <a:pt x="31408" y="4218"/>
                    <a:pt x="31348" y="4211"/>
                    <a:pt x="31279" y="4211"/>
                  </a:cubicBezTo>
                  <a:cubicBezTo>
                    <a:pt x="31252" y="4211"/>
                    <a:pt x="31224" y="4212"/>
                    <a:pt x="31194" y="4215"/>
                  </a:cubicBezTo>
                  <a:cubicBezTo>
                    <a:pt x="31170" y="4217"/>
                    <a:pt x="31145" y="4218"/>
                    <a:pt x="31120" y="4218"/>
                  </a:cubicBezTo>
                  <a:cubicBezTo>
                    <a:pt x="30899" y="4218"/>
                    <a:pt x="30640" y="4131"/>
                    <a:pt x="30661" y="4006"/>
                  </a:cubicBezTo>
                  <a:cubicBezTo>
                    <a:pt x="30661" y="3867"/>
                    <a:pt x="30522" y="3705"/>
                    <a:pt x="30545" y="3543"/>
                  </a:cubicBezTo>
                  <a:cubicBezTo>
                    <a:pt x="30568" y="3357"/>
                    <a:pt x="30313" y="3427"/>
                    <a:pt x="30151" y="3264"/>
                  </a:cubicBezTo>
                  <a:cubicBezTo>
                    <a:pt x="30006" y="3119"/>
                    <a:pt x="29729" y="3029"/>
                    <a:pt x="29624" y="3029"/>
                  </a:cubicBezTo>
                  <a:cubicBezTo>
                    <a:pt x="29612" y="3029"/>
                    <a:pt x="29602" y="3030"/>
                    <a:pt x="29595" y="3033"/>
                  </a:cubicBezTo>
                  <a:cubicBezTo>
                    <a:pt x="29593" y="3034"/>
                    <a:pt x="29590" y="3035"/>
                    <a:pt x="29586" y="3035"/>
                  </a:cubicBezTo>
                  <a:cubicBezTo>
                    <a:pt x="29527" y="3035"/>
                    <a:pt x="29325" y="2847"/>
                    <a:pt x="29062" y="2847"/>
                  </a:cubicBezTo>
                  <a:cubicBezTo>
                    <a:pt x="28784" y="2824"/>
                    <a:pt x="28830" y="2639"/>
                    <a:pt x="28853" y="2523"/>
                  </a:cubicBezTo>
                  <a:cubicBezTo>
                    <a:pt x="28900" y="2407"/>
                    <a:pt x="28645" y="2059"/>
                    <a:pt x="28575" y="1874"/>
                  </a:cubicBezTo>
                  <a:cubicBezTo>
                    <a:pt x="28529" y="1665"/>
                    <a:pt x="28344" y="1642"/>
                    <a:pt x="28274" y="1225"/>
                  </a:cubicBezTo>
                  <a:cubicBezTo>
                    <a:pt x="28181" y="808"/>
                    <a:pt x="27950" y="901"/>
                    <a:pt x="27996" y="715"/>
                  </a:cubicBezTo>
                  <a:cubicBezTo>
                    <a:pt x="28065" y="530"/>
                    <a:pt x="27741" y="437"/>
                    <a:pt x="27648" y="321"/>
                  </a:cubicBezTo>
                  <a:cubicBezTo>
                    <a:pt x="27579" y="205"/>
                    <a:pt x="27231" y="252"/>
                    <a:pt x="26976" y="113"/>
                  </a:cubicBezTo>
                  <a:cubicBezTo>
                    <a:pt x="26860" y="55"/>
                    <a:pt x="26768" y="49"/>
                    <a:pt x="26675" y="49"/>
                  </a:cubicBezTo>
                  <a:cubicBezTo>
                    <a:pt x="26652" y="49"/>
                    <a:pt x="26629" y="49"/>
                    <a:pt x="26605" y="49"/>
                  </a:cubicBezTo>
                  <a:cubicBezTo>
                    <a:pt x="26534" y="49"/>
                    <a:pt x="26461" y="46"/>
                    <a:pt x="26374" y="20"/>
                  </a:cubicBezTo>
                  <a:cubicBezTo>
                    <a:pt x="26327" y="6"/>
                    <a:pt x="26270" y="0"/>
                    <a:pt x="26207" y="0"/>
                  </a:cubicBezTo>
                  <a:close/>
                  <a:moveTo>
                    <a:pt x="19363" y="21492"/>
                  </a:moveTo>
                  <a:cubicBezTo>
                    <a:pt x="19224" y="21492"/>
                    <a:pt x="19062" y="21503"/>
                    <a:pt x="18958" y="21503"/>
                  </a:cubicBezTo>
                  <a:cubicBezTo>
                    <a:pt x="18749" y="21503"/>
                    <a:pt x="18216" y="21828"/>
                    <a:pt x="18425" y="22245"/>
                  </a:cubicBezTo>
                  <a:cubicBezTo>
                    <a:pt x="18506" y="22417"/>
                    <a:pt x="18661" y="22479"/>
                    <a:pt x="18822" y="22479"/>
                  </a:cubicBezTo>
                  <a:cubicBezTo>
                    <a:pt x="19073" y="22479"/>
                    <a:pt x="19337" y="22326"/>
                    <a:pt x="19352" y="22199"/>
                  </a:cubicBezTo>
                  <a:cubicBezTo>
                    <a:pt x="19375" y="22013"/>
                    <a:pt x="19676" y="21712"/>
                    <a:pt x="19630" y="21550"/>
                  </a:cubicBezTo>
                  <a:cubicBezTo>
                    <a:pt x="19618" y="21503"/>
                    <a:pt x="19502" y="21492"/>
                    <a:pt x="19363" y="2149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59"/>
            <p:cNvSpPr/>
            <p:nvPr/>
          </p:nvSpPr>
          <p:spPr>
            <a:xfrm>
              <a:off x="2728511" y="1520643"/>
              <a:ext cx="1020095" cy="760488"/>
            </a:xfrm>
            <a:custGeom>
              <a:avLst/>
              <a:gdLst/>
              <a:ahLst/>
              <a:cxnLst/>
              <a:rect l="l" t="t" r="r" b="b"/>
              <a:pathLst>
                <a:path w="33443" h="24932" extrusionOk="0">
                  <a:moveTo>
                    <a:pt x="10264" y="15628"/>
                  </a:moveTo>
                  <a:cubicBezTo>
                    <a:pt x="10106" y="15628"/>
                    <a:pt x="9977" y="15666"/>
                    <a:pt x="9943" y="15750"/>
                  </a:cubicBezTo>
                  <a:cubicBezTo>
                    <a:pt x="9920" y="15843"/>
                    <a:pt x="9665" y="16005"/>
                    <a:pt x="9873" y="16214"/>
                  </a:cubicBezTo>
                  <a:cubicBezTo>
                    <a:pt x="10082" y="16446"/>
                    <a:pt x="10221" y="16353"/>
                    <a:pt x="10476" y="16585"/>
                  </a:cubicBezTo>
                  <a:cubicBezTo>
                    <a:pt x="10546" y="16648"/>
                    <a:pt x="10660" y="16675"/>
                    <a:pt x="10787" y="16675"/>
                  </a:cubicBezTo>
                  <a:cubicBezTo>
                    <a:pt x="11078" y="16675"/>
                    <a:pt x="11433" y="16531"/>
                    <a:pt x="11449" y="16353"/>
                  </a:cubicBezTo>
                  <a:cubicBezTo>
                    <a:pt x="11472" y="16098"/>
                    <a:pt x="11171" y="16260"/>
                    <a:pt x="11009" y="15936"/>
                  </a:cubicBezTo>
                  <a:cubicBezTo>
                    <a:pt x="10906" y="15744"/>
                    <a:pt x="10540" y="15628"/>
                    <a:pt x="10264" y="15628"/>
                  </a:cubicBezTo>
                  <a:close/>
                  <a:moveTo>
                    <a:pt x="23003" y="0"/>
                  </a:moveTo>
                  <a:cubicBezTo>
                    <a:pt x="22866" y="0"/>
                    <a:pt x="22729" y="5"/>
                    <a:pt x="22596" y="14"/>
                  </a:cubicBezTo>
                  <a:cubicBezTo>
                    <a:pt x="21948" y="61"/>
                    <a:pt x="20627" y="38"/>
                    <a:pt x="20325" y="84"/>
                  </a:cubicBezTo>
                  <a:cubicBezTo>
                    <a:pt x="20030" y="105"/>
                    <a:pt x="19850" y="203"/>
                    <a:pt x="19610" y="203"/>
                  </a:cubicBezTo>
                  <a:cubicBezTo>
                    <a:pt x="19587" y="203"/>
                    <a:pt x="19562" y="202"/>
                    <a:pt x="19537" y="200"/>
                  </a:cubicBezTo>
                  <a:cubicBezTo>
                    <a:pt x="19259" y="200"/>
                    <a:pt x="18842" y="293"/>
                    <a:pt x="19004" y="455"/>
                  </a:cubicBezTo>
                  <a:cubicBezTo>
                    <a:pt x="19203" y="668"/>
                    <a:pt x="18949" y="802"/>
                    <a:pt x="18766" y="802"/>
                  </a:cubicBezTo>
                  <a:cubicBezTo>
                    <a:pt x="18671" y="802"/>
                    <a:pt x="18594" y="766"/>
                    <a:pt x="18610" y="686"/>
                  </a:cubicBezTo>
                  <a:cubicBezTo>
                    <a:pt x="18656" y="518"/>
                    <a:pt x="18368" y="410"/>
                    <a:pt x="18107" y="410"/>
                  </a:cubicBezTo>
                  <a:cubicBezTo>
                    <a:pt x="17973" y="410"/>
                    <a:pt x="17847" y="438"/>
                    <a:pt x="17776" y="501"/>
                  </a:cubicBezTo>
                  <a:cubicBezTo>
                    <a:pt x="17727" y="545"/>
                    <a:pt x="17640" y="561"/>
                    <a:pt x="17531" y="561"/>
                  </a:cubicBezTo>
                  <a:cubicBezTo>
                    <a:pt x="17234" y="561"/>
                    <a:pt x="16777" y="441"/>
                    <a:pt x="16503" y="441"/>
                  </a:cubicBezTo>
                  <a:cubicBezTo>
                    <a:pt x="16403" y="441"/>
                    <a:pt x="16327" y="457"/>
                    <a:pt x="16293" y="501"/>
                  </a:cubicBezTo>
                  <a:cubicBezTo>
                    <a:pt x="16131" y="710"/>
                    <a:pt x="14856" y="640"/>
                    <a:pt x="14485" y="710"/>
                  </a:cubicBezTo>
                  <a:cubicBezTo>
                    <a:pt x="14114" y="779"/>
                    <a:pt x="15064" y="1057"/>
                    <a:pt x="15041" y="1220"/>
                  </a:cubicBezTo>
                  <a:cubicBezTo>
                    <a:pt x="14995" y="1382"/>
                    <a:pt x="13813" y="1220"/>
                    <a:pt x="14068" y="1498"/>
                  </a:cubicBezTo>
                  <a:cubicBezTo>
                    <a:pt x="14300" y="1799"/>
                    <a:pt x="15088" y="2007"/>
                    <a:pt x="15458" y="2378"/>
                  </a:cubicBezTo>
                  <a:cubicBezTo>
                    <a:pt x="15596" y="2516"/>
                    <a:pt x="15590" y="2571"/>
                    <a:pt x="15507" y="2571"/>
                  </a:cubicBezTo>
                  <a:cubicBezTo>
                    <a:pt x="15365" y="2571"/>
                    <a:pt x="15002" y="2414"/>
                    <a:pt x="14740" y="2239"/>
                  </a:cubicBezTo>
                  <a:cubicBezTo>
                    <a:pt x="14323" y="1961"/>
                    <a:pt x="13790" y="2054"/>
                    <a:pt x="13535" y="1799"/>
                  </a:cubicBezTo>
                  <a:cubicBezTo>
                    <a:pt x="13342" y="1588"/>
                    <a:pt x="12737" y="1418"/>
                    <a:pt x="12344" y="1418"/>
                  </a:cubicBezTo>
                  <a:cubicBezTo>
                    <a:pt x="12218" y="1418"/>
                    <a:pt x="12114" y="1435"/>
                    <a:pt x="12052" y="1474"/>
                  </a:cubicBezTo>
                  <a:cubicBezTo>
                    <a:pt x="11774" y="1660"/>
                    <a:pt x="12724" y="2007"/>
                    <a:pt x="12724" y="2216"/>
                  </a:cubicBezTo>
                  <a:cubicBezTo>
                    <a:pt x="12724" y="2280"/>
                    <a:pt x="12662" y="2301"/>
                    <a:pt x="12574" y="2301"/>
                  </a:cubicBezTo>
                  <a:cubicBezTo>
                    <a:pt x="12422" y="2301"/>
                    <a:pt x="12192" y="2241"/>
                    <a:pt x="12055" y="2241"/>
                  </a:cubicBezTo>
                  <a:cubicBezTo>
                    <a:pt x="12012" y="2241"/>
                    <a:pt x="11978" y="2247"/>
                    <a:pt x="11959" y="2262"/>
                  </a:cubicBezTo>
                  <a:cubicBezTo>
                    <a:pt x="11953" y="2266"/>
                    <a:pt x="11946" y="2268"/>
                    <a:pt x="11937" y="2268"/>
                  </a:cubicBezTo>
                  <a:cubicBezTo>
                    <a:pt x="11785" y="2268"/>
                    <a:pt x="11270" y="1706"/>
                    <a:pt x="10962" y="1706"/>
                  </a:cubicBezTo>
                  <a:cubicBezTo>
                    <a:pt x="10638" y="1706"/>
                    <a:pt x="10916" y="1984"/>
                    <a:pt x="10916" y="2401"/>
                  </a:cubicBezTo>
                  <a:cubicBezTo>
                    <a:pt x="10916" y="2680"/>
                    <a:pt x="10603" y="2889"/>
                    <a:pt x="10477" y="2889"/>
                  </a:cubicBezTo>
                  <a:cubicBezTo>
                    <a:pt x="10425" y="2889"/>
                    <a:pt x="10405" y="2854"/>
                    <a:pt x="10453" y="2772"/>
                  </a:cubicBezTo>
                  <a:cubicBezTo>
                    <a:pt x="10638" y="2494"/>
                    <a:pt x="10522" y="1776"/>
                    <a:pt x="10175" y="1660"/>
                  </a:cubicBezTo>
                  <a:cubicBezTo>
                    <a:pt x="10125" y="1640"/>
                    <a:pt x="10064" y="1631"/>
                    <a:pt x="9996" y="1631"/>
                  </a:cubicBezTo>
                  <a:cubicBezTo>
                    <a:pt x="9602" y="1631"/>
                    <a:pt x="8946" y="1916"/>
                    <a:pt x="8545" y="1916"/>
                  </a:cubicBezTo>
                  <a:cubicBezTo>
                    <a:pt x="8531" y="1916"/>
                    <a:pt x="8519" y="1915"/>
                    <a:pt x="8506" y="1915"/>
                  </a:cubicBezTo>
                  <a:cubicBezTo>
                    <a:pt x="8478" y="1913"/>
                    <a:pt x="8449" y="1913"/>
                    <a:pt x="8420" y="1913"/>
                  </a:cubicBezTo>
                  <a:cubicBezTo>
                    <a:pt x="7993" y="1913"/>
                    <a:pt x="7488" y="2067"/>
                    <a:pt x="7857" y="2262"/>
                  </a:cubicBezTo>
                  <a:cubicBezTo>
                    <a:pt x="8088" y="2407"/>
                    <a:pt x="8022" y="2515"/>
                    <a:pt x="7857" y="2515"/>
                  </a:cubicBezTo>
                  <a:cubicBezTo>
                    <a:pt x="7756" y="2515"/>
                    <a:pt x="7618" y="2475"/>
                    <a:pt x="7486" y="2378"/>
                  </a:cubicBezTo>
                  <a:cubicBezTo>
                    <a:pt x="7381" y="2308"/>
                    <a:pt x="7206" y="2280"/>
                    <a:pt x="7019" y="2280"/>
                  </a:cubicBezTo>
                  <a:cubicBezTo>
                    <a:pt x="6588" y="2280"/>
                    <a:pt x="6096" y="2427"/>
                    <a:pt x="6258" y="2541"/>
                  </a:cubicBezTo>
                  <a:cubicBezTo>
                    <a:pt x="6490" y="2703"/>
                    <a:pt x="6559" y="3166"/>
                    <a:pt x="6420" y="3375"/>
                  </a:cubicBezTo>
                  <a:cubicBezTo>
                    <a:pt x="6393" y="3411"/>
                    <a:pt x="6355" y="3425"/>
                    <a:pt x="6306" y="3425"/>
                  </a:cubicBezTo>
                  <a:cubicBezTo>
                    <a:pt x="6117" y="3425"/>
                    <a:pt x="5784" y="3209"/>
                    <a:pt x="5452" y="3209"/>
                  </a:cubicBezTo>
                  <a:cubicBezTo>
                    <a:pt x="5427" y="3209"/>
                    <a:pt x="5402" y="3210"/>
                    <a:pt x="5377" y="3213"/>
                  </a:cubicBezTo>
                  <a:cubicBezTo>
                    <a:pt x="4937" y="3236"/>
                    <a:pt x="2782" y="4279"/>
                    <a:pt x="2898" y="4557"/>
                  </a:cubicBezTo>
                  <a:cubicBezTo>
                    <a:pt x="2967" y="4684"/>
                    <a:pt x="3234" y="4696"/>
                    <a:pt x="3517" y="4696"/>
                  </a:cubicBezTo>
                  <a:cubicBezTo>
                    <a:pt x="3581" y="4696"/>
                    <a:pt x="3644" y="4695"/>
                    <a:pt x="3707" y="4695"/>
                  </a:cubicBezTo>
                  <a:cubicBezTo>
                    <a:pt x="3927" y="4695"/>
                    <a:pt x="4134" y="4702"/>
                    <a:pt x="4242" y="4765"/>
                  </a:cubicBezTo>
                  <a:cubicBezTo>
                    <a:pt x="4543" y="4928"/>
                    <a:pt x="4149" y="5507"/>
                    <a:pt x="3801" y="5762"/>
                  </a:cubicBezTo>
                  <a:cubicBezTo>
                    <a:pt x="3431" y="5994"/>
                    <a:pt x="2110" y="5785"/>
                    <a:pt x="2086" y="6063"/>
                  </a:cubicBezTo>
                  <a:cubicBezTo>
                    <a:pt x="2040" y="6364"/>
                    <a:pt x="1" y="6411"/>
                    <a:pt x="1" y="6874"/>
                  </a:cubicBezTo>
                  <a:cubicBezTo>
                    <a:pt x="1" y="7060"/>
                    <a:pt x="93" y="7222"/>
                    <a:pt x="325" y="7268"/>
                  </a:cubicBezTo>
                  <a:cubicBezTo>
                    <a:pt x="603" y="7338"/>
                    <a:pt x="974" y="7245"/>
                    <a:pt x="1229" y="7523"/>
                  </a:cubicBezTo>
                  <a:cubicBezTo>
                    <a:pt x="1374" y="7694"/>
                    <a:pt x="1669" y="7776"/>
                    <a:pt x="1990" y="7776"/>
                  </a:cubicBezTo>
                  <a:cubicBezTo>
                    <a:pt x="2233" y="7776"/>
                    <a:pt x="2492" y="7729"/>
                    <a:pt x="2712" y="7639"/>
                  </a:cubicBezTo>
                  <a:cubicBezTo>
                    <a:pt x="2840" y="7593"/>
                    <a:pt x="2957" y="7572"/>
                    <a:pt x="3061" y="7572"/>
                  </a:cubicBezTo>
                  <a:cubicBezTo>
                    <a:pt x="3374" y="7572"/>
                    <a:pt x="3570" y="7755"/>
                    <a:pt x="3570" y="7963"/>
                  </a:cubicBezTo>
                  <a:cubicBezTo>
                    <a:pt x="3563" y="8050"/>
                    <a:pt x="3467" y="8077"/>
                    <a:pt x="3325" y="8077"/>
                  </a:cubicBezTo>
                  <a:cubicBezTo>
                    <a:pt x="3080" y="8077"/>
                    <a:pt x="2697" y="7995"/>
                    <a:pt x="2403" y="7995"/>
                  </a:cubicBezTo>
                  <a:cubicBezTo>
                    <a:pt x="2274" y="7995"/>
                    <a:pt x="2162" y="8011"/>
                    <a:pt x="2086" y="8056"/>
                  </a:cubicBezTo>
                  <a:cubicBezTo>
                    <a:pt x="1762" y="8265"/>
                    <a:pt x="696" y="8103"/>
                    <a:pt x="765" y="8334"/>
                  </a:cubicBezTo>
                  <a:cubicBezTo>
                    <a:pt x="812" y="8543"/>
                    <a:pt x="1322" y="8497"/>
                    <a:pt x="1739" y="8589"/>
                  </a:cubicBezTo>
                  <a:cubicBezTo>
                    <a:pt x="2156" y="8659"/>
                    <a:pt x="1762" y="8844"/>
                    <a:pt x="1762" y="9030"/>
                  </a:cubicBezTo>
                  <a:cubicBezTo>
                    <a:pt x="1739" y="9192"/>
                    <a:pt x="1971" y="9169"/>
                    <a:pt x="2411" y="9377"/>
                  </a:cubicBezTo>
                  <a:cubicBezTo>
                    <a:pt x="2668" y="9506"/>
                    <a:pt x="3030" y="9608"/>
                    <a:pt x="3216" y="9608"/>
                  </a:cubicBezTo>
                  <a:cubicBezTo>
                    <a:pt x="3333" y="9608"/>
                    <a:pt x="3381" y="9568"/>
                    <a:pt x="3292" y="9470"/>
                  </a:cubicBezTo>
                  <a:cubicBezTo>
                    <a:pt x="3168" y="9347"/>
                    <a:pt x="3301" y="9296"/>
                    <a:pt x="3469" y="9296"/>
                  </a:cubicBezTo>
                  <a:cubicBezTo>
                    <a:pt x="3617" y="9296"/>
                    <a:pt x="3793" y="9335"/>
                    <a:pt x="3848" y="9400"/>
                  </a:cubicBezTo>
                  <a:cubicBezTo>
                    <a:pt x="3869" y="9430"/>
                    <a:pt x="3897" y="9442"/>
                    <a:pt x="3929" y="9442"/>
                  </a:cubicBezTo>
                  <a:cubicBezTo>
                    <a:pt x="4054" y="9442"/>
                    <a:pt x="4254" y="9269"/>
                    <a:pt x="4463" y="9269"/>
                  </a:cubicBezTo>
                  <a:cubicBezTo>
                    <a:pt x="4497" y="9269"/>
                    <a:pt x="4532" y="9274"/>
                    <a:pt x="4566" y="9284"/>
                  </a:cubicBezTo>
                  <a:cubicBezTo>
                    <a:pt x="4592" y="9291"/>
                    <a:pt x="4617" y="9293"/>
                    <a:pt x="4641" y="9293"/>
                  </a:cubicBezTo>
                  <a:cubicBezTo>
                    <a:pt x="4839" y="9293"/>
                    <a:pt x="4954" y="9104"/>
                    <a:pt x="5110" y="9104"/>
                  </a:cubicBezTo>
                  <a:cubicBezTo>
                    <a:pt x="5150" y="9104"/>
                    <a:pt x="5192" y="9116"/>
                    <a:pt x="5238" y="9145"/>
                  </a:cubicBezTo>
                  <a:cubicBezTo>
                    <a:pt x="5470" y="9308"/>
                    <a:pt x="6606" y="9400"/>
                    <a:pt x="7000" y="9609"/>
                  </a:cubicBezTo>
                  <a:cubicBezTo>
                    <a:pt x="7370" y="9818"/>
                    <a:pt x="7903" y="9864"/>
                    <a:pt x="7857" y="10188"/>
                  </a:cubicBezTo>
                  <a:cubicBezTo>
                    <a:pt x="7811" y="10490"/>
                    <a:pt x="8181" y="10721"/>
                    <a:pt x="8622" y="10907"/>
                  </a:cubicBezTo>
                  <a:cubicBezTo>
                    <a:pt x="9062" y="11092"/>
                    <a:pt x="9132" y="11532"/>
                    <a:pt x="9132" y="11787"/>
                  </a:cubicBezTo>
                  <a:cubicBezTo>
                    <a:pt x="9108" y="12065"/>
                    <a:pt x="9595" y="12274"/>
                    <a:pt x="9502" y="12390"/>
                  </a:cubicBezTo>
                  <a:cubicBezTo>
                    <a:pt x="9433" y="12529"/>
                    <a:pt x="9502" y="12691"/>
                    <a:pt x="9781" y="12969"/>
                  </a:cubicBezTo>
                  <a:cubicBezTo>
                    <a:pt x="10082" y="13224"/>
                    <a:pt x="9340" y="13410"/>
                    <a:pt x="9502" y="13641"/>
                  </a:cubicBezTo>
                  <a:cubicBezTo>
                    <a:pt x="9688" y="13873"/>
                    <a:pt x="9248" y="14290"/>
                    <a:pt x="9781" y="14383"/>
                  </a:cubicBezTo>
                  <a:cubicBezTo>
                    <a:pt x="9820" y="14388"/>
                    <a:pt x="9855" y="14391"/>
                    <a:pt x="9888" y="14391"/>
                  </a:cubicBezTo>
                  <a:cubicBezTo>
                    <a:pt x="10279" y="14391"/>
                    <a:pt x="10228" y="14035"/>
                    <a:pt x="10592" y="14035"/>
                  </a:cubicBezTo>
                  <a:cubicBezTo>
                    <a:pt x="10986" y="14035"/>
                    <a:pt x="10569" y="14360"/>
                    <a:pt x="10777" y="14568"/>
                  </a:cubicBezTo>
                  <a:cubicBezTo>
                    <a:pt x="10986" y="14777"/>
                    <a:pt x="11426" y="14731"/>
                    <a:pt x="11843" y="15078"/>
                  </a:cubicBezTo>
                  <a:cubicBezTo>
                    <a:pt x="12099" y="15304"/>
                    <a:pt x="12081" y="15451"/>
                    <a:pt x="11936" y="15451"/>
                  </a:cubicBezTo>
                  <a:cubicBezTo>
                    <a:pt x="11858" y="15451"/>
                    <a:pt x="11742" y="15408"/>
                    <a:pt x="11611" y="15310"/>
                  </a:cubicBezTo>
                  <a:cubicBezTo>
                    <a:pt x="11414" y="15162"/>
                    <a:pt x="11013" y="15112"/>
                    <a:pt x="10681" y="15112"/>
                  </a:cubicBezTo>
                  <a:cubicBezTo>
                    <a:pt x="10390" y="15112"/>
                    <a:pt x="10151" y="15151"/>
                    <a:pt x="10151" y="15194"/>
                  </a:cubicBezTo>
                  <a:cubicBezTo>
                    <a:pt x="10151" y="15281"/>
                    <a:pt x="11207" y="15875"/>
                    <a:pt x="11570" y="15875"/>
                  </a:cubicBezTo>
                  <a:cubicBezTo>
                    <a:pt x="11595" y="15875"/>
                    <a:pt x="11617" y="15872"/>
                    <a:pt x="11635" y="15866"/>
                  </a:cubicBezTo>
                  <a:cubicBezTo>
                    <a:pt x="11656" y="15858"/>
                    <a:pt x="11679" y="15855"/>
                    <a:pt x="11702" y="15855"/>
                  </a:cubicBezTo>
                  <a:cubicBezTo>
                    <a:pt x="11949" y="15855"/>
                    <a:pt x="12246" y="16274"/>
                    <a:pt x="12098" y="16422"/>
                  </a:cubicBezTo>
                  <a:cubicBezTo>
                    <a:pt x="11936" y="16585"/>
                    <a:pt x="12029" y="17002"/>
                    <a:pt x="12005" y="17187"/>
                  </a:cubicBezTo>
                  <a:cubicBezTo>
                    <a:pt x="11989" y="17260"/>
                    <a:pt x="11931" y="17282"/>
                    <a:pt x="11852" y="17282"/>
                  </a:cubicBezTo>
                  <a:cubicBezTo>
                    <a:pt x="11727" y="17282"/>
                    <a:pt x="11548" y="17227"/>
                    <a:pt x="11395" y="17227"/>
                  </a:cubicBezTo>
                  <a:cubicBezTo>
                    <a:pt x="11366" y="17227"/>
                    <a:pt x="11337" y="17229"/>
                    <a:pt x="11310" y="17234"/>
                  </a:cubicBezTo>
                  <a:cubicBezTo>
                    <a:pt x="11055" y="17257"/>
                    <a:pt x="10870" y="17326"/>
                    <a:pt x="10870" y="17604"/>
                  </a:cubicBezTo>
                  <a:cubicBezTo>
                    <a:pt x="10870" y="17882"/>
                    <a:pt x="10453" y="18091"/>
                    <a:pt x="10406" y="18415"/>
                  </a:cubicBezTo>
                  <a:cubicBezTo>
                    <a:pt x="10360" y="18763"/>
                    <a:pt x="10731" y="18740"/>
                    <a:pt x="10939" y="18879"/>
                  </a:cubicBezTo>
                  <a:cubicBezTo>
                    <a:pt x="11148" y="19041"/>
                    <a:pt x="10569" y="19134"/>
                    <a:pt x="10522" y="19366"/>
                  </a:cubicBezTo>
                  <a:cubicBezTo>
                    <a:pt x="10499" y="19621"/>
                    <a:pt x="11078" y="20061"/>
                    <a:pt x="11287" y="20154"/>
                  </a:cubicBezTo>
                  <a:cubicBezTo>
                    <a:pt x="11496" y="20269"/>
                    <a:pt x="11310" y="20826"/>
                    <a:pt x="11380" y="21104"/>
                  </a:cubicBezTo>
                  <a:cubicBezTo>
                    <a:pt x="11404" y="21203"/>
                    <a:pt x="11456" y="21223"/>
                    <a:pt x="11510" y="21223"/>
                  </a:cubicBezTo>
                  <a:cubicBezTo>
                    <a:pt x="11546" y="21223"/>
                    <a:pt x="11584" y="21214"/>
                    <a:pt x="11616" y="21214"/>
                  </a:cubicBezTo>
                  <a:cubicBezTo>
                    <a:pt x="11673" y="21214"/>
                    <a:pt x="11714" y="21240"/>
                    <a:pt x="11704" y="21382"/>
                  </a:cubicBezTo>
                  <a:cubicBezTo>
                    <a:pt x="11681" y="21753"/>
                    <a:pt x="11959" y="21730"/>
                    <a:pt x="11982" y="21938"/>
                  </a:cubicBezTo>
                  <a:cubicBezTo>
                    <a:pt x="12005" y="22147"/>
                    <a:pt x="12492" y="22124"/>
                    <a:pt x="12399" y="22402"/>
                  </a:cubicBezTo>
                  <a:cubicBezTo>
                    <a:pt x="12307" y="22703"/>
                    <a:pt x="12538" y="22911"/>
                    <a:pt x="12654" y="23074"/>
                  </a:cubicBezTo>
                  <a:cubicBezTo>
                    <a:pt x="12770" y="23236"/>
                    <a:pt x="13187" y="23514"/>
                    <a:pt x="13257" y="23723"/>
                  </a:cubicBezTo>
                  <a:cubicBezTo>
                    <a:pt x="13337" y="23903"/>
                    <a:pt x="13521" y="24135"/>
                    <a:pt x="13764" y="24135"/>
                  </a:cubicBezTo>
                  <a:cubicBezTo>
                    <a:pt x="13802" y="24135"/>
                    <a:pt x="13842" y="24129"/>
                    <a:pt x="13883" y="24117"/>
                  </a:cubicBezTo>
                  <a:cubicBezTo>
                    <a:pt x="13914" y="24109"/>
                    <a:pt x="13942" y="24105"/>
                    <a:pt x="13967" y="24105"/>
                  </a:cubicBezTo>
                  <a:cubicBezTo>
                    <a:pt x="14151" y="24105"/>
                    <a:pt x="14201" y="24284"/>
                    <a:pt x="14365" y="24284"/>
                  </a:cubicBezTo>
                  <a:cubicBezTo>
                    <a:pt x="14381" y="24284"/>
                    <a:pt x="14398" y="24282"/>
                    <a:pt x="14416" y="24279"/>
                  </a:cubicBezTo>
                  <a:cubicBezTo>
                    <a:pt x="14435" y="24277"/>
                    <a:pt x="14456" y="24276"/>
                    <a:pt x="14477" y="24276"/>
                  </a:cubicBezTo>
                  <a:cubicBezTo>
                    <a:pt x="14705" y="24276"/>
                    <a:pt x="15001" y="24387"/>
                    <a:pt x="15064" y="24557"/>
                  </a:cubicBezTo>
                  <a:cubicBezTo>
                    <a:pt x="15134" y="24742"/>
                    <a:pt x="15829" y="24905"/>
                    <a:pt x="16015" y="24928"/>
                  </a:cubicBezTo>
                  <a:cubicBezTo>
                    <a:pt x="16026" y="24930"/>
                    <a:pt x="16036" y="24932"/>
                    <a:pt x="16046" y="24932"/>
                  </a:cubicBezTo>
                  <a:cubicBezTo>
                    <a:pt x="16206" y="24932"/>
                    <a:pt x="16256" y="24598"/>
                    <a:pt x="16409" y="24511"/>
                  </a:cubicBezTo>
                  <a:cubicBezTo>
                    <a:pt x="16594" y="24418"/>
                    <a:pt x="16525" y="23699"/>
                    <a:pt x="16687" y="23653"/>
                  </a:cubicBezTo>
                  <a:cubicBezTo>
                    <a:pt x="16849" y="23607"/>
                    <a:pt x="16803" y="22865"/>
                    <a:pt x="16640" y="22796"/>
                  </a:cubicBezTo>
                  <a:cubicBezTo>
                    <a:pt x="16492" y="22732"/>
                    <a:pt x="16538" y="22512"/>
                    <a:pt x="16833" y="22512"/>
                  </a:cubicBezTo>
                  <a:cubicBezTo>
                    <a:pt x="16859" y="22512"/>
                    <a:pt x="16888" y="22514"/>
                    <a:pt x="16919" y="22517"/>
                  </a:cubicBezTo>
                  <a:cubicBezTo>
                    <a:pt x="16940" y="22520"/>
                    <a:pt x="16960" y="22521"/>
                    <a:pt x="16979" y="22521"/>
                  </a:cubicBezTo>
                  <a:cubicBezTo>
                    <a:pt x="17274" y="22521"/>
                    <a:pt x="17161" y="22190"/>
                    <a:pt x="17336" y="22147"/>
                  </a:cubicBezTo>
                  <a:cubicBezTo>
                    <a:pt x="17521" y="22100"/>
                    <a:pt x="17428" y="21753"/>
                    <a:pt x="17567" y="21730"/>
                  </a:cubicBezTo>
                  <a:cubicBezTo>
                    <a:pt x="17683" y="21706"/>
                    <a:pt x="17683" y="21475"/>
                    <a:pt x="17591" y="21336"/>
                  </a:cubicBezTo>
                  <a:cubicBezTo>
                    <a:pt x="17475" y="21220"/>
                    <a:pt x="17591" y="21127"/>
                    <a:pt x="17799" y="21081"/>
                  </a:cubicBezTo>
                  <a:cubicBezTo>
                    <a:pt x="17985" y="21057"/>
                    <a:pt x="17938" y="20779"/>
                    <a:pt x="17683" y="20687"/>
                  </a:cubicBezTo>
                  <a:cubicBezTo>
                    <a:pt x="17486" y="20615"/>
                    <a:pt x="17483" y="20419"/>
                    <a:pt x="17609" y="20419"/>
                  </a:cubicBezTo>
                  <a:cubicBezTo>
                    <a:pt x="17646" y="20419"/>
                    <a:pt x="17695" y="20436"/>
                    <a:pt x="17753" y="20478"/>
                  </a:cubicBezTo>
                  <a:cubicBezTo>
                    <a:pt x="17838" y="20532"/>
                    <a:pt x="17918" y="20555"/>
                    <a:pt x="17981" y="20555"/>
                  </a:cubicBezTo>
                  <a:cubicBezTo>
                    <a:pt x="18108" y="20555"/>
                    <a:pt x="18170" y="20463"/>
                    <a:pt x="18077" y="20339"/>
                  </a:cubicBezTo>
                  <a:cubicBezTo>
                    <a:pt x="17915" y="20130"/>
                    <a:pt x="18239" y="20038"/>
                    <a:pt x="18587" y="20015"/>
                  </a:cubicBezTo>
                  <a:cubicBezTo>
                    <a:pt x="18912" y="19968"/>
                    <a:pt x="19097" y="19783"/>
                    <a:pt x="19027" y="19528"/>
                  </a:cubicBezTo>
                  <a:cubicBezTo>
                    <a:pt x="19005" y="19403"/>
                    <a:pt x="19098" y="19345"/>
                    <a:pt x="19186" y="19345"/>
                  </a:cubicBezTo>
                  <a:cubicBezTo>
                    <a:pt x="19278" y="19345"/>
                    <a:pt x="19365" y="19409"/>
                    <a:pt x="19306" y="19528"/>
                  </a:cubicBezTo>
                  <a:cubicBezTo>
                    <a:pt x="19217" y="19687"/>
                    <a:pt x="19237" y="19861"/>
                    <a:pt x="19324" y="19861"/>
                  </a:cubicBezTo>
                  <a:cubicBezTo>
                    <a:pt x="19350" y="19861"/>
                    <a:pt x="19383" y="19844"/>
                    <a:pt x="19421" y="19806"/>
                  </a:cubicBezTo>
                  <a:cubicBezTo>
                    <a:pt x="19584" y="19644"/>
                    <a:pt x="19885" y="19760"/>
                    <a:pt x="20441" y="19597"/>
                  </a:cubicBezTo>
                  <a:cubicBezTo>
                    <a:pt x="20997" y="19435"/>
                    <a:pt x="21530" y="18995"/>
                    <a:pt x="21646" y="18555"/>
                  </a:cubicBezTo>
                  <a:cubicBezTo>
                    <a:pt x="21785" y="18114"/>
                    <a:pt x="22411" y="18161"/>
                    <a:pt x="22318" y="17882"/>
                  </a:cubicBezTo>
                  <a:cubicBezTo>
                    <a:pt x="22273" y="17686"/>
                    <a:pt x="22336" y="17568"/>
                    <a:pt x="22502" y="17568"/>
                  </a:cubicBezTo>
                  <a:cubicBezTo>
                    <a:pt x="22590" y="17568"/>
                    <a:pt x="22706" y="17601"/>
                    <a:pt x="22851" y="17674"/>
                  </a:cubicBezTo>
                  <a:cubicBezTo>
                    <a:pt x="22939" y="17715"/>
                    <a:pt x="22991" y="17731"/>
                    <a:pt x="23024" y="17731"/>
                  </a:cubicBezTo>
                  <a:cubicBezTo>
                    <a:pt x="23140" y="17731"/>
                    <a:pt x="23024" y="17535"/>
                    <a:pt x="23384" y="17535"/>
                  </a:cubicBezTo>
                  <a:cubicBezTo>
                    <a:pt x="23825" y="17535"/>
                    <a:pt x="23755" y="17373"/>
                    <a:pt x="24196" y="17349"/>
                  </a:cubicBezTo>
                  <a:cubicBezTo>
                    <a:pt x="24613" y="17349"/>
                    <a:pt x="25748" y="17141"/>
                    <a:pt x="26142" y="16816"/>
                  </a:cubicBezTo>
                  <a:cubicBezTo>
                    <a:pt x="26536" y="16492"/>
                    <a:pt x="27347" y="16237"/>
                    <a:pt x="27695" y="16005"/>
                  </a:cubicBezTo>
                  <a:cubicBezTo>
                    <a:pt x="27945" y="15845"/>
                    <a:pt x="28057" y="15712"/>
                    <a:pt x="28001" y="15712"/>
                  </a:cubicBezTo>
                  <a:cubicBezTo>
                    <a:pt x="27984" y="15712"/>
                    <a:pt x="27952" y="15724"/>
                    <a:pt x="27904" y="15750"/>
                  </a:cubicBezTo>
                  <a:cubicBezTo>
                    <a:pt x="27777" y="15806"/>
                    <a:pt x="27566" y="15837"/>
                    <a:pt x="27347" y="15837"/>
                  </a:cubicBezTo>
                  <a:cubicBezTo>
                    <a:pt x="27204" y="15837"/>
                    <a:pt x="27058" y="15824"/>
                    <a:pt x="26930" y="15797"/>
                  </a:cubicBezTo>
                  <a:cubicBezTo>
                    <a:pt x="26691" y="15728"/>
                    <a:pt x="26350" y="15559"/>
                    <a:pt x="26039" y="15559"/>
                  </a:cubicBezTo>
                  <a:cubicBezTo>
                    <a:pt x="25929" y="15559"/>
                    <a:pt x="25822" y="15580"/>
                    <a:pt x="25725" y="15634"/>
                  </a:cubicBezTo>
                  <a:cubicBezTo>
                    <a:pt x="25659" y="15676"/>
                    <a:pt x="25613" y="15693"/>
                    <a:pt x="25582" y="15693"/>
                  </a:cubicBezTo>
                  <a:cubicBezTo>
                    <a:pt x="25439" y="15693"/>
                    <a:pt x="25639" y="15325"/>
                    <a:pt x="25887" y="15287"/>
                  </a:cubicBezTo>
                  <a:cubicBezTo>
                    <a:pt x="26189" y="15240"/>
                    <a:pt x="26050" y="15101"/>
                    <a:pt x="25980" y="14777"/>
                  </a:cubicBezTo>
                  <a:cubicBezTo>
                    <a:pt x="25948" y="14665"/>
                    <a:pt x="25999" y="14616"/>
                    <a:pt x="26090" y="14616"/>
                  </a:cubicBezTo>
                  <a:cubicBezTo>
                    <a:pt x="26263" y="14616"/>
                    <a:pt x="26578" y="14789"/>
                    <a:pt x="26745" y="15032"/>
                  </a:cubicBezTo>
                  <a:cubicBezTo>
                    <a:pt x="26956" y="15314"/>
                    <a:pt x="27288" y="15475"/>
                    <a:pt x="27629" y="15475"/>
                  </a:cubicBezTo>
                  <a:cubicBezTo>
                    <a:pt x="27736" y="15475"/>
                    <a:pt x="27844" y="15459"/>
                    <a:pt x="27950" y="15426"/>
                  </a:cubicBezTo>
                  <a:cubicBezTo>
                    <a:pt x="28390" y="15310"/>
                    <a:pt x="27973" y="14939"/>
                    <a:pt x="28135" y="14707"/>
                  </a:cubicBezTo>
                  <a:cubicBezTo>
                    <a:pt x="28321" y="14453"/>
                    <a:pt x="26814" y="13711"/>
                    <a:pt x="26722" y="13456"/>
                  </a:cubicBezTo>
                  <a:cubicBezTo>
                    <a:pt x="26696" y="13354"/>
                    <a:pt x="26743" y="13314"/>
                    <a:pt x="26832" y="13314"/>
                  </a:cubicBezTo>
                  <a:cubicBezTo>
                    <a:pt x="26987" y="13314"/>
                    <a:pt x="27269" y="13431"/>
                    <a:pt x="27533" y="13549"/>
                  </a:cubicBezTo>
                  <a:cubicBezTo>
                    <a:pt x="27588" y="13570"/>
                    <a:pt x="27638" y="13580"/>
                    <a:pt x="27683" y="13580"/>
                  </a:cubicBezTo>
                  <a:cubicBezTo>
                    <a:pt x="27973" y="13580"/>
                    <a:pt x="28043" y="13170"/>
                    <a:pt x="28043" y="12969"/>
                  </a:cubicBezTo>
                  <a:cubicBezTo>
                    <a:pt x="28043" y="12862"/>
                    <a:pt x="27805" y="12804"/>
                    <a:pt x="27520" y="12804"/>
                  </a:cubicBezTo>
                  <a:cubicBezTo>
                    <a:pt x="27249" y="12804"/>
                    <a:pt x="26937" y="12856"/>
                    <a:pt x="26745" y="12969"/>
                  </a:cubicBezTo>
                  <a:cubicBezTo>
                    <a:pt x="26675" y="13004"/>
                    <a:pt x="26606" y="13019"/>
                    <a:pt x="26543" y="13019"/>
                  </a:cubicBezTo>
                  <a:cubicBezTo>
                    <a:pt x="26229" y="13019"/>
                    <a:pt x="26046" y="12656"/>
                    <a:pt x="26490" y="12599"/>
                  </a:cubicBezTo>
                  <a:cubicBezTo>
                    <a:pt x="27046" y="12552"/>
                    <a:pt x="26536" y="12320"/>
                    <a:pt x="26698" y="12158"/>
                  </a:cubicBezTo>
                  <a:cubicBezTo>
                    <a:pt x="26717" y="12139"/>
                    <a:pt x="26743" y="12131"/>
                    <a:pt x="26775" y="12131"/>
                  </a:cubicBezTo>
                  <a:cubicBezTo>
                    <a:pt x="26994" y="12131"/>
                    <a:pt x="27489" y="12520"/>
                    <a:pt x="27825" y="12520"/>
                  </a:cubicBezTo>
                  <a:cubicBezTo>
                    <a:pt x="27861" y="12520"/>
                    <a:pt x="27895" y="12516"/>
                    <a:pt x="27927" y="12506"/>
                  </a:cubicBezTo>
                  <a:cubicBezTo>
                    <a:pt x="28274" y="12390"/>
                    <a:pt x="28529" y="12529"/>
                    <a:pt x="28831" y="12274"/>
                  </a:cubicBezTo>
                  <a:cubicBezTo>
                    <a:pt x="29155" y="12042"/>
                    <a:pt x="28298" y="11811"/>
                    <a:pt x="28112" y="11602"/>
                  </a:cubicBezTo>
                  <a:cubicBezTo>
                    <a:pt x="28014" y="11492"/>
                    <a:pt x="28267" y="11466"/>
                    <a:pt x="28574" y="11466"/>
                  </a:cubicBezTo>
                  <a:cubicBezTo>
                    <a:pt x="28848" y="11466"/>
                    <a:pt x="29165" y="11486"/>
                    <a:pt x="29317" y="11486"/>
                  </a:cubicBezTo>
                  <a:cubicBezTo>
                    <a:pt x="29325" y="11487"/>
                    <a:pt x="29332" y="11487"/>
                    <a:pt x="29340" y="11487"/>
                  </a:cubicBezTo>
                  <a:cubicBezTo>
                    <a:pt x="29618" y="11487"/>
                    <a:pt x="29711" y="11104"/>
                    <a:pt x="29521" y="11104"/>
                  </a:cubicBezTo>
                  <a:cubicBezTo>
                    <a:pt x="29502" y="11104"/>
                    <a:pt x="29481" y="11107"/>
                    <a:pt x="29456" y="11115"/>
                  </a:cubicBezTo>
                  <a:cubicBezTo>
                    <a:pt x="29432" y="11124"/>
                    <a:pt x="29401" y="11128"/>
                    <a:pt x="29365" y="11128"/>
                  </a:cubicBezTo>
                  <a:cubicBezTo>
                    <a:pt x="29036" y="11128"/>
                    <a:pt x="28315" y="10764"/>
                    <a:pt x="28483" y="10513"/>
                  </a:cubicBezTo>
                  <a:cubicBezTo>
                    <a:pt x="28546" y="10411"/>
                    <a:pt x="28630" y="10383"/>
                    <a:pt x="28729" y="10383"/>
                  </a:cubicBezTo>
                  <a:cubicBezTo>
                    <a:pt x="28846" y="10383"/>
                    <a:pt x="28983" y="10422"/>
                    <a:pt x="29131" y="10422"/>
                  </a:cubicBezTo>
                  <a:cubicBezTo>
                    <a:pt x="29228" y="10422"/>
                    <a:pt x="29330" y="10405"/>
                    <a:pt x="29433" y="10351"/>
                  </a:cubicBezTo>
                  <a:cubicBezTo>
                    <a:pt x="29827" y="10142"/>
                    <a:pt x="29456" y="9354"/>
                    <a:pt x="29178" y="9354"/>
                  </a:cubicBezTo>
                  <a:cubicBezTo>
                    <a:pt x="28877" y="9354"/>
                    <a:pt x="28205" y="9238"/>
                    <a:pt x="28205" y="9099"/>
                  </a:cubicBezTo>
                  <a:cubicBezTo>
                    <a:pt x="28205" y="8960"/>
                    <a:pt x="27649" y="8821"/>
                    <a:pt x="27811" y="8682"/>
                  </a:cubicBezTo>
                  <a:cubicBezTo>
                    <a:pt x="27842" y="8655"/>
                    <a:pt x="27875" y="8646"/>
                    <a:pt x="27911" y="8646"/>
                  </a:cubicBezTo>
                  <a:cubicBezTo>
                    <a:pt x="28000" y="8646"/>
                    <a:pt x="28105" y="8706"/>
                    <a:pt x="28240" y="8706"/>
                  </a:cubicBezTo>
                  <a:cubicBezTo>
                    <a:pt x="28330" y="8706"/>
                    <a:pt x="28433" y="8679"/>
                    <a:pt x="28552" y="8589"/>
                  </a:cubicBezTo>
                  <a:cubicBezTo>
                    <a:pt x="28666" y="8504"/>
                    <a:pt x="28817" y="8475"/>
                    <a:pt x="28982" y="8475"/>
                  </a:cubicBezTo>
                  <a:cubicBezTo>
                    <a:pt x="29316" y="8475"/>
                    <a:pt x="29708" y="8594"/>
                    <a:pt x="29958" y="8594"/>
                  </a:cubicBezTo>
                  <a:cubicBezTo>
                    <a:pt x="29986" y="8594"/>
                    <a:pt x="30012" y="8592"/>
                    <a:pt x="30036" y="8589"/>
                  </a:cubicBezTo>
                  <a:cubicBezTo>
                    <a:pt x="30333" y="8526"/>
                    <a:pt x="29969" y="7996"/>
                    <a:pt x="29746" y="7996"/>
                  </a:cubicBezTo>
                  <a:cubicBezTo>
                    <a:pt x="29725" y="7996"/>
                    <a:pt x="29706" y="8000"/>
                    <a:pt x="29688" y="8010"/>
                  </a:cubicBezTo>
                  <a:cubicBezTo>
                    <a:pt x="29614" y="8047"/>
                    <a:pt x="29462" y="8077"/>
                    <a:pt x="29303" y="8077"/>
                  </a:cubicBezTo>
                  <a:cubicBezTo>
                    <a:pt x="29065" y="8077"/>
                    <a:pt x="28812" y="8010"/>
                    <a:pt x="28784" y="7801"/>
                  </a:cubicBezTo>
                  <a:cubicBezTo>
                    <a:pt x="28767" y="7681"/>
                    <a:pt x="28848" y="7650"/>
                    <a:pt x="28963" y="7650"/>
                  </a:cubicBezTo>
                  <a:cubicBezTo>
                    <a:pt x="29088" y="7650"/>
                    <a:pt x="29254" y="7688"/>
                    <a:pt x="29376" y="7688"/>
                  </a:cubicBezTo>
                  <a:cubicBezTo>
                    <a:pt x="29445" y="7688"/>
                    <a:pt x="29500" y="7676"/>
                    <a:pt x="29526" y="7639"/>
                  </a:cubicBezTo>
                  <a:cubicBezTo>
                    <a:pt x="29609" y="7522"/>
                    <a:pt x="29091" y="7273"/>
                    <a:pt x="28734" y="7273"/>
                  </a:cubicBezTo>
                  <a:cubicBezTo>
                    <a:pt x="28596" y="7273"/>
                    <a:pt x="28482" y="7310"/>
                    <a:pt x="28437" y="7407"/>
                  </a:cubicBezTo>
                  <a:cubicBezTo>
                    <a:pt x="28363" y="7555"/>
                    <a:pt x="28202" y="7612"/>
                    <a:pt x="28078" y="7612"/>
                  </a:cubicBezTo>
                  <a:cubicBezTo>
                    <a:pt x="27929" y="7612"/>
                    <a:pt x="27832" y="7531"/>
                    <a:pt x="27996" y="7430"/>
                  </a:cubicBezTo>
                  <a:cubicBezTo>
                    <a:pt x="28298" y="7245"/>
                    <a:pt x="28367" y="6689"/>
                    <a:pt x="28344" y="6411"/>
                  </a:cubicBezTo>
                  <a:cubicBezTo>
                    <a:pt x="28298" y="6133"/>
                    <a:pt x="29433" y="6133"/>
                    <a:pt x="29317" y="5669"/>
                  </a:cubicBezTo>
                  <a:cubicBezTo>
                    <a:pt x="29178" y="5229"/>
                    <a:pt x="29850" y="5113"/>
                    <a:pt x="30221" y="5113"/>
                  </a:cubicBezTo>
                  <a:cubicBezTo>
                    <a:pt x="30574" y="5113"/>
                    <a:pt x="30234" y="4693"/>
                    <a:pt x="29900" y="4693"/>
                  </a:cubicBezTo>
                  <a:cubicBezTo>
                    <a:pt x="29883" y="4693"/>
                    <a:pt x="29867" y="4694"/>
                    <a:pt x="29850" y="4696"/>
                  </a:cubicBezTo>
                  <a:cubicBezTo>
                    <a:pt x="29542" y="4734"/>
                    <a:pt x="29234" y="5013"/>
                    <a:pt x="29046" y="5013"/>
                  </a:cubicBezTo>
                  <a:cubicBezTo>
                    <a:pt x="29007" y="5013"/>
                    <a:pt x="28974" y="5001"/>
                    <a:pt x="28946" y="4974"/>
                  </a:cubicBezTo>
                  <a:cubicBezTo>
                    <a:pt x="28761" y="4812"/>
                    <a:pt x="29364" y="4534"/>
                    <a:pt x="29688" y="4534"/>
                  </a:cubicBezTo>
                  <a:cubicBezTo>
                    <a:pt x="30012" y="4534"/>
                    <a:pt x="30777" y="4487"/>
                    <a:pt x="31055" y="4325"/>
                  </a:cubicBezTo>
                  <a:cubicBezTo>
                    <a:pt x="31283" y="4192"/>
                    <a:pt x="30812" y="4075"/>
                    <a:pt x="30354" y="4075"/>
                  </a:cubicBezTo>
                  <a:cubicBezTo>
                    <a:pt x="30252" y="4075"/>
                    <a:pt x="30151" y="4081"/>
                    <a:pt x="30059" y="4093"/>
                  </a:cubicBezTo>
                  <a:cubicBezTo>
                    <a:pt x="30008" y="4098"/>
                    <a:pt x="29962" y="4100"/>
                    <a:pt x="29922" y="4100"/>
                  </a:cubicBezTo>
                  <a:cubicBezTo>
                    <a:pt x="29557" y="4100"/>
                    <a:pt x="29625" y="3929"/>
                    <a:pt x="30314" y="3908"/>
                  </a:cubicBezTo>
                  <a:cubicBezTo>
                    <a:pt x="31079" y="3885"/>
                    <a:pt x="30963" y="3722"/>
                    <a:pt x="31496" y="3676"/>
                  </a:cubicBezTo>
                  <a:cubicBezTo>
                    <a:pt x="32052" y="3607"/>
                    <a:pt x="31867" y="3375"/>
                    <a:pt x="32214" y="3352"/>
                  </a:cubicBezTo>
                  <a:cubicBezTo>
                    <a:pt x="32562" y="3352"/>
                    <a:pt x="33442" y="2981"/>
                    <a:pt x="33442" y="2795"/>
                  </a:cubicBezTo>
                  <a:cubicBezTo>
                    <a:pt x="33442" y="2633"/>
                    <a:pt x="32168" y="2286"/>
                    <a:pt x="31588" y="2286"/>
                  </a:cubicBezTo>
                  <a:cubicBezTo>
                    <a:pt x="30986" y="2286"/>
                    <a:pt x="30499" y="2378"/>
                    <a:pt x="30453" y="2795"/>
                  </a:cubicBezTo>
                  <a:cubicBezTo>
                    <a:pt x="30446" y="2923"/>
                    <a:pt x="30369" y="2964"/>
                    <a:pt x="30258" y="2964"/>
                  </a:cubicBezTo>
                  <a:cubicBezTo>
                    <a:pt x="30057" y="2964"/>
                    <a:pt x="29742" y="2832"/>
                    <a:pt x="29507" y="2832"/>
                  </a:cubicBezTo>
                  <a:cubicBezTo>
                    <a:pt x="29445" y="2832"/>
                    <a:pt x="29388" y="2841"/>
                    <a:pt x="29340" y="2865"/>
                  </a:cubicBezTo>
                  <a:cubicBezTo>
                    <a:pt x="29299" y="2883"/>
                    <a:pt x="29265" y="2890"/>
                    <a:pt x="29238" y="2890"/>
                  </a:cubicBezTo>
                  <a:cubicBezTo>
                    <a:pt x="29081" y="2890"/>
                    <a:pt x="29115" y="2646"/>
                    <a:pt x="28968" y="2646"/>
                  </a:cubicBezTo>
                  <a:cubicBezTo>
                    <a:pt x="28938" y="2646"/>
                    <a:pt x="28901" y="2656"/>
                    <a:pt x="28854" y="2680"/>
                  </a:cubicBezTo>
                  <a:cubicBezTo>
                    <a:pt x="28529" y="2842"/>
                    <a:pt x="28182" y="3236"/>
                    <a:pt x="27788" y="3398"/>
                  </a:cubicBezTo>
                  <a:cubicBezTo>
                    <a:pt x="27417" y="3560"/>
                    <a:pt x="27116" y="3954"/>
                    <a:pt x="26884" y="3977"/>
                  </a:cubicBezTo>
                  <a:cubicBezTo>
                    <a:pt x="26877" y="3979"/>
                    <a:pt x="26870" y="3979"/>
                    <a:pt x="26865" y="3979"/>
                  </a:cubicBezTo>
                  <a:cubicBezTo>
                    <a:pt x="26672" y="3979"/>
                    <a:pt x="27405" y="3225"/>
                    <a:pt x="27788" y="2865"/>
                  </a:cubicBezTo>
                  <a:cubicBezTo>
                    <a:pt x="28141" y="2489"/>
                    <a:pt x="27968" y="2051"/>
                    <a:pt x="27509" y="2051"/>
                  </a:cubicBezTo>
                  <a:cubicBezTo>
                    <a:pt x="27487" y="2051"/>
                    <a:pt x="27464" y="2052"/>
                    <a:pt x="27440" y="2054"/>
                  </a:cubicBezTo>
                  <a:cubicBezTo>
                    <a:pt x="26930" y="2123"/>
                    <a:pt x="27046" y="2448"/>
                    <a:pt x="26745" y="2494"/>
                  </a:cubicBezTo>
                  <a:cubicBezTo>
                    <a:pt x="26483" y="2555"/>
                    <a:pt x="25395" y="3089"/>
                    <a:pt x="25087" y="3089"/>
                  </a:cubicBezTo>
                  <a:cubicBezTo>
                    <a:pt x="25041" y="3089"/>
                    <a:pt x="25013" y="3077"/>
                    <a:pt x="25007" y="3050"/>
                  </a:cubicBezTo>
                  <a:cubicBezTo>
                    <a:pt x="24937" y="2842"/>
                    <a:pt x="26142" y="2494"/>
                    <a:pt x="26119" y="2332"/>
                  </a:cubicBezTo>
                  <a:cubicBezTo>
                    <a:pt x="26119" y="2253"/>
                    <a:pt x="25626" y="2211"/>
                    <a:pt x="25077" y="2211"/>
                  </a:cubicBezTo>
                  <a:cubicBezTo>
                    <a:pt x="24659" y="2211"/>
                    <a:pt x="24208" y="2235"/>
                    <a:pt x="23917" y="2286"/>
                  </a:cubicBezTo>
                  <a:cubicBezTo>
                    <a:pt x="23377" y="2360"/>
                    <a:pt x="22491" y="2615"/>
                    <a:pt x="22165" y="2615"/>
                  </a:cubicBezTo>
                  <a:cubicBezTo>
                    <a:pt x="22086" y="2615"/>
                    <a:pt x="22040" y="2600"/>
                    <a:pt x="22040" y="2564"/>
                  </a:cubicBezTo>
                  <a:cubicBezTo>
                    <a:pt x="22017" y="2378"/>
                    <a:pt x="23431" y="2100"/>
                    <a:pt x="24126" y="2007"/>
                  </a:cubicBezTo>
                  <a:cubicBezTo>
                    <a:pt x="24868" y="1938"/>
                    <a:pt x="26142" y="2054"/>
                    <a:pt x="26698" y="1845"/>
                  </a:cubicBezTo>
                  <a:cubicBezTo>
                    <a:pt x="27255" y="1613"/>
                    <a:pt x="28066" y="1590"/>
                    <a:pt x="28228" y="1428"/>
                  </a:cubicBezTo>
                  <a:cubicBezTo>
                    <a:pt x="28361" y="1251"/>
                    <a:pt x="27645" y="1009"/>
                    <a:pt x="27258" y="1009"/>
                  </a:cubicBezTo>
                  <a:cubicBezTo>
                    <a:pt x="27241" y="1009"/>
                    <a:pt x="27224" y="1010"/>
                    <a:pt x="27208" y="1011"/>
                  </a:cubicBezTo>
                  <a:cubicBezTo>
                    <a:pt x="27149" y="1014"/>
                    <a:pt x="27089" y="1016"/>
                    <a:pt x="27031" y="1016"/>
                  </a:cubicBezTo>
                  <a:cubicBezTo>
                    <a:pt x="26705" y="1016"/>
                    <a:pt x="26427" y="956"/>
                    <a:pt x="26467" y="779"/>
                  </a:cubicBezTo>
                  <a:cubicBezTo>
                    <a:pt x="26490" y="594"/>
                    <a:pt x="25864" y="547"/>
                    <a:pt x="25795" y="408"/>
                  </a:cubicBezTo>
                  <a:cubicBezTo>
                    <a:pt x="25725" y="246"/>
                    <a:pt x="24520" y="362"/>
                    <a:pt x="24265" y="200"/>
                  </a:cubicBezTo>
                  <a:cubicBezTo>
                    <a:pt x="24062" y="71"/>
                    <a:pt x="23536" y="0"/>
                    <a:pt x="230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59"/>
            <p:cNvSpPr/>
            <p:nvPr/>
          </p:nvSpPr>
          <p:spPr>
            <a:xfrm>
              <a:off x="2621785" y="3223046"/>
              <a:ext cx="200066" cy="280867"/>
            </a:xfrm>
            <a:custGeom>
              <a:avLst/>
              <a:gdLst/>
              <a:ahLst/>
              <a:cxnLst/>
              <a:rect l="l" t="t" r="r" b="b"/>
              <a:pathLst>
                <a:path w="6559" h="9208" extrusionOk="0">
                  <a:moveTo>
                    <a:pt x="4120" y="1"/>
                  </a:moveTo>
                  <a:cubicBezTo>
                    <a:pt x="3942" y="1"/>
                    <a:pt x="3809" y="292"/>
                    <a:pt x="3592" y="332"/>
                  </a:cubicBezTo>
                  <a:cubicBezTo>
                    <a:pt x="3361" y="355"/>
                    <a:pt x="3291" y="517"/>
                    <a:pt x="3129" y="610"/>
                  </a:cubicBezTo>
                  <a:cubicBezTo>
                    <a:pt x="2967" y="679"/>
                    <a:pt x="2642" y="610"/>
                    <a:pt x="2642" y="749"/>
                  </a:cubicBezTo>
                  <a:cubicBezTo>
                    <a:pt x="2635" y="802"/>
                    <a:pt x="2620" y="820"/>
                    <a:pt x="2598" y="820"/>
                  </a:cubicBezTo>
                  <a:cubicBezTo>
                    <a:pt x="2554" y="820"/>
                    <a:pt x="2481" y="741"/>
                    <a:pt x="2387" y="726"/>
                  </a:cubicBezTo>
                  <a:cubicBezTo>
                    <a:pt x="2378" y="723"/>
                    <a:pt x="2368" y="721"/>
                    <a:pt x="2357" y="721"/>
                  </a:cubicBezTo>
                  <a:cubicBezTo>
                    <a:pt x="2198" y="721"/>
                    <a:pt x="1856" y="1016"/>
                    <a:pt x="1877" y="1189"/>
                  </a:cubicBezTo>
                  <a:cubicBezTo>
                    <a:pt x="1877" y="1375"/>
                    <a:pt x="1947" y="1537"/>
                    <a:pt x="1669" y="1722"/>
                  </a:cubicBezTo>
                  <a:cubicBezTo>
                    <a:pt x="1414" y="1884"/>
                    <a:pt x="1252" y="2186"/>
                    <a:pt x="1136" y="2348"/>
                  </a:cubicBezTo>
                  <a:cubicBezTo>
                    <a:pt x="1109" y="2375"/>
                    <a:pt x="1089" y="2386"/>
                    <a:pt x="1069" y="2386"/>
                  </a:cubicBezTo>
                  <a:cubicBezTo>
                    <a:pt x="1054" y="2386"/>
                    <a:pt x="1039" y="2381"/>
                    <a:pt x="1020" y="2371"/>
                  </a:cubicBezTo>
                  <a:cubicBezTo>
                    <a:pt x="997" y="2441"/>
                    <a:pt x="974" y="2510"/>
                    <a:pt x="950" y="2533"/>
                  </a:cubicBezTo>
                  <a:cubicBezTo>
                    <a:pt x="881" y="2580"/>
                    <a:pt x="719" y="2765"/>
                    <a:pt x="580" y="2904"/>
                  </a:cubicBezTo>
                  <a:cubicBezTo>
                    <a:pt x="649" y="2974"/>
                    <a:pt x="695" y="3020"/>
                    <a:pt x="742" y="3066"/>
                  </a:cubicBezTo>
                  <a:cubicBezTo>
                    <a:pt x="927" y="3252"/>
                    <a:pt x="811" y="3391"/>
                    <a:pt x="858" y="3483"/>
                  </a:cubicBezTo>
                  <a:cubicBezTo>
                    <a:pt x="904" y="3576"/>
                    <a:pt x="950" y="3738"/>
                    <a:pt x="858" y="3785"/>
                  </a:cubicBezTo>
                  <a:cubicBezTo>
                    <a:pt x="765" y="3854"/>
                    <a:pt x="834" y="4526"/>
                    <a:pt x="950" y="4642"/>
                  </a:cubicBezTo>
                  <a:cubicBezTo>
                    <a:pt x="1066" y="4758"/>
                    <a:pt x="950" y="4874"/>
                    <a:pt x="834" y="5106"/>
                  </a:cubicBezTo>
                  <a:cubicBezTo>
                    <a:pt x="719" y="5361"/>
                    <a:pt x="603" y="5453"/>
                    <a:pt x="371" y="5477"/>
                  </a:cubicBezTo>
                  <a:cubicBezTo>
                    <a:pt x="162" y="5477"/>
                    <a:pt x="186" y="5824"/>
                    <a:pt x="93" y="5824"/>
                  </a:cubicBezTo>
                  <a:cubicBezTo>
                    <a:pt x="47" y="5824"/>
                    <a:pt x="0" y="5940"/>
                    <a:pt x="0" y="6056"/>
                  </a:cubicBezTo>
                  <a:cubicBezTo>
                    <a:pt x="186" y="6218"/>
                    <a:pt x="556" y="6427"/>
                    <a:pt x="672" y="6427"/>
                  </a:cubicBezTo>
                  <a:cubicBezTo>
                    <a:pt x="788" y="6450"/>
                    <a:pt x="858" y="6612"/>
                    <a:pt x="1020" y="6682"/>
                  </a:cubicBezTo>
                  <a:cubicBezTo>
                    <a:pt x="1085" y="6725"/>
                    <a:pt x="1164" y="6743"/>
                    <a:pt x="1238" y="6743"/>
                  </a:cubicBezTo>
                  <a:cubicBezTo>
                    <a:pt x="1323" y="6743"/>
                    <a:pt x="1400" y="6719"/>
                    <a:pt x="1437" y="6682"/>
                  </a:cubicBezTo>
                  <a:cubicBezTo>
                    <a:pt x="1443" y="6676"/>
                    <a:pt x="1451" y="6673"/>
                    <a:pt x="1460" y="6673"/>
                  </a:cubicBezTo>
                  <a:cubicBezTo>
                    <a:pt x="1520" y="6673"/>
                    <a:pt x="1646" y="6804"/>
                    <a:pt x="1808" y="7006"/>
                  </a:cubicBezTo>
                  <a:cubicBezTo>
                    <a:pt x="1831" y="7006"/>
                    <a:pt x="1831" y="7006"/>
                    <a:pt x="1854" y="7029"/>
                  </a:cubicBezTo>
                  <a:cubicBezTo>
                    <a:pt x="1954" y="7001"/>
                    <a:pt x="2072" y="6981"/>
                    <a:pt x="2170" y="6981"/>
                  </a:cubicBezTo>
                  <a:cubicBezTo>
                    <a:pt x="2230" y="6981"/>
                    <a:pt x="2282" y="6988"/>
                    <a:pt x="2318" y="7006"/>
                  </a:cubicBezTo>
                  <a:cubicBezTo>
                    <a:pt x="2457" y="7099"/>
                    <a:pt x="2434" y="7446"/>
                    <a:pt x="2642" y="7470"/>
                  </a:cubicBezTo>
                  <a:cubicBezTo>
                    <a:pt x="2851" y="7493"/>
                    <a:pt x="3013" y="7701"/>
                    <a:pt x="2990" y="7817"/>
                  </a:cubicBezTo>
                  <a:cubicBezTo>
                    <a:pt x="2967" y="7933"/>
                    <a:pt x="3222" y="7979"/>
                    <a:pt x="3198" y="8142"/>
                  </a:cubicBezTo>
                  <a:cubicBezTo>
                    <a:pt x="3186" y="8244"/>
                    <a:pt x="3350" y="8276"/>
                    <a:pt x="3515" y="8276"/>
                  </a:cubicBezTo>
                  <a:cubicBezTo>
                    <a:pt x="3648" y="8276"/>
                    <a:pt x="3783" y="8255"/>
                    <a:pt x="3824" y="8234"/>
                  </a:cubicBezTo>
                  <a:cubicBezTo>
                    <a:pt x="3869" y="8189"/>
                    <a:pt x="3953" y="8164"/>
                    <a:pt x="4031" y="8164"/>
                  </a:cubicBezTo>
                  <a:cubicBezTo>
                    <a:pt x="4074" y="8164"/>
                    <a:pt x="4116" y="8172"/>
                    <a:pt x="4149" y="8188"/>
                  </a:cubicBezTo>
                  <a:cubicBezTo>
                    <a:pt x="4170" y="8204"/>
                    <a:pt x="4196" y="8211"/>
                    <a:pt x="4224" y="8211"/>
                  </a:cubicBezTo>
                  <a:cubicBezTo>
                    <a:pt x="4303" y="8211"/>
                    <a:pt x="4398" y="8162"/>
                    <a:pt x="4468" y="8162"/>
                  </a:cubicBezTo>
                  <a:cubicBezTo>
                    <a:pt x="4478" y="8162"/>
                    <a:pt x="4487" y="8163"/>
                    <a:pt x="4496" y="8165"/>
                  </a:cubicBezTo>
                  <a:cubicBezTo>
                    <a:pt x="4612" y="8211"/>
                    <a:pt x="4983" y="8350"/>
                    <a:pt x="4913" y="8489"/>
                  </a:cubicBezTo>
                  <a:cubicBezTo>
                    <a:pt x="4821" y="8628"/>
                    <a:pt x="4566" y="8837"/>
                    <a:pt x="4612" y="8953"/>
                  </a:cubicBezTo>
                  <a:cubicBezTo>
                    <a:pt x="4658" y="9045"/>
                    <a:pt x="4867" y="9092"/>
                    <a:pt x="4936" y="9208"/>
                  </a:cubicBezTo>
                  <a:lnTo>
                    <a:pt x="4983" y="9208"/>
                  </a:lnTo>
                  <a:cubicBezTo>
                    <a:pt x="5122" y="9185"/>
                    <a:pt x="5191" y="8628"/>
                    <a:pt x="5191" y="8466"/>
                  </a:cubicBezTo>
                  <a:cubicBezTo>
                    <a:pt x="5191" y="8304"/>
                    <a:pt x="5238" y="7887"/>
                    <a:pt x="5284" y="7725"/>
                  </a:cubicBezTo>
                  <a:cubicBezTo>
                    <a:pt x="5377" y="7400"/>
                    <a:pt x="4936" y="7168"/>
                    <a:pt x="4936" y="6844"/>
                  </a:cubicBezTo>
                  <a:cubicBezTo>
                    <a:pt x="4936" y="6496"/>
                    <a:pt x="5122" y="6682"/>
                    <a:pt x="5307" y="6543"/>
                  </a:cubicBezTo>
                  <a:cubicBezTo>
                    <a:pt x="5516" y="6404"/>
                    <a:pt x="5307" y="6334"/>
                    <a:pt x="5215" y="6311"/>
                  </a:cubicBezTo>
                  <a:cubicBezTo>
                    <a:pt x="5099" y="6288"/>
                    <a:pt x="5029" y="6125"/>
                    <a:pt x="5052" y="6010"/>
                  </a:cubicBezTo>
                  <a:cubicBezTo>
                    <a:pt x="5076" y="5963"/>
                    <a:pt x="5238" y="5952"/>
                    <a:pt x="5417" y="5952"/>
                  </a:cubicBezTo>
                  <a:cubicBezTo>
                    <a:pt x="5597" y="5952"/>
                    <a:pt x="5794" y="5963"/>
                    <a:pt x="5887" y="5963"/>
                  </a:cubicBezTo>
                  <a:cubicBezTo>
                    <a:pt x="6072" y="5963"/>
                    <a:pt x="6489" y="5778"/>
                    <a:pt x="6489" y="5755"/>
                  </a:cubicBezTo>
                  <a:cubicBezTo>
                    <a:pt x="6512" y="5731"/>
                    <a:pt x="6559" y="5592"/>
                    <a:pt x="6397" y="5477"/>
                  </a:cubicBezTo>
                  <a:cubicBezTo>
                    <a:pt x="6257" y="5361"/>
                    <a:pt x="6304" y="5198"/>
                    <a:pt x="6420" y="5059"/>
                  </a:cubicBezTo>
                  <a:cubicBezTo>
                    <a:pt x="6536" y="4943"/>
                    <a:pt x="6350" y="4804"/>
                    <a:pt x="6211" y="4642"/>
                  </a:cubicBezTo>
                  <a:cubicBezTo>
                    <a:pt x="6072" y="4480"/>
                    <a:pt x="6188" y="3901"/>
                    <a:pt x="6350" y="3646"/>
                  </a:cubicBezTo>
                  <a:cubicBezTo>
                    <a:pt x="6444" y="3485"/>
                    <a:pt x="6313" y="3440"/>
                    <a:pt x="6127" y="3440"/>
                  </a:cubicBezTo>
                  <a:cubicBezTo>
                    <a:pt x="5992" y="3440"/>
                    <a:pt x="5828" y="3464"/>
                    <a:pt x="5701" y="3483"/>
                  </a:cubicBezTo>
                  <a:cubicBezTo>
                    <a:pt x="5676" y="3485"/>
                    <a:pt x="5651" y="3486"/>
                    <a:pt x="5626" y="3486"/>
                  </a:cubicBezTo>
                  <a:cubicBezTo>
                    <a:pt x="5354" y="3486"/>
                    <a:pt x="5106" y="3370"/>
                    <a:pt x="4936" y="3136"/>
                  </a:cubicBezTo>
                  <a:cubicBezTo>
                    <a:pt x="4847" y="3027"/>
                    <a:pt x="4750" y="2994"/>
                    <a:pt x="4631" y="2994"/>
                  </a:cubicBezTo>
                  <a:cubicBezTo>
                    <a:pt x="4472" y="2994"/>
                    <a:pt x="4275" y="3053"/>
                    <a:pt x="4009" y="3066"/>
                  </a:cubicBezTo>
                  <a:cubicBezTo>
                    <a:pt x="3523" y="3066"/>
                    <a:pt x="3616" y="2533"/>
                    <a:pt x="3639" y="2348"/>
                  </a:cubicBezTo>
                  <a:cubicBezTo>
                    <a:pt x="3662" y="2139"/>
                    <a:pt x="3407" y="2116"/>
                    <a:pt x="3407" y="1977"/>
                  </a:cubicBezTo>
                  <a:cubicBezTo>
                    <a:pt x="3407" y="1861"/>
                    <a:pt x="3268" y="1861"/>
                    <a:pt x="3152" y="1861"/>
                  </a:cubicBezTo>
                  <a:cubicBezTo>
                    <a:pt x="3036" y="1861"/>
                    <a:pt x="3152" y="1722"/>
                    <a:pt x="3222" y="1606"/>
                  </a:cubicBezTo>
                  <a:cubicBezTo>
                    <a:pt x="3314" y="1514"/>
                    <a:pt x="3314" y="1421"/>
                    <a:pt x="3314" y="1212"/>
                  </a:cubicBezTo>
                  <a:cubicBezTo>
                    <a:pt x="3314" y="981"/>
                    <a:pt x="3639" y="795"/>
                    <a:pt x="3801" y="587"/>
                  </a:cubicBezTo>
                  <a:cubicBezTo>
                    <a:pt x="3824" y="540"/>
                    <a:pt x="3894" y="494"/>
                    <a:pt x="3963" y="471"/>
                  </a:cubicBezTo>
                  <a:cubicBezTo>
                    <a:pt x="3986" y="424"/>
                    <a:pt x="4009" y="378"/>
                    <a:pt x="4079" y="378"/>
                  </a:cubicBezTo>
                  <a:cubicBezTo>
                    <a:pt x="4334" y="332"/>
                    <a:pt x="4450" y="169"/>
                    <a:pt x="4218" y="30"/>
                  </a:cubicBezTo>
                  <a:cubicBezTo>
                    <a:pt x="4184" y="10"/>
                    <a:pt x="4151" y="1"/>
                    <a:pt x="4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59"/>
            <p:cNvSpPr/>
            <p:nvPr/>
          </p:nvSpPr>
          <p:spPr>
            <a:xfrm>
              <a:off x="2580059" y="3435949"/>
              <a:ext cx="215653" cy="311858"/>
            </a:xfrm>
            <a:custGeom>
              <a:avLst/>
              <a:gdLst/>
              <a:ahLst/>
              <a:cxnLst/>
              <a:rect l="l" t="t" r="r" b="b"/>
              <a:pathLst>
                <a:path w="7070" h="10224" extrusionOk="0">
                  <a:moveTo>
                    <a:pt x="3536" y="1"/>
                  </a:moveTo>
                  <a:cubicBezTo>
                    <a:pt x="3437" y="1"/>
                    <a:pt x="3314" y="21"/>
                    <a:pt x="3199" y="49"/>
                  </a:cubicBezTo>
                  <a:cubicBezTo>
                    <a:pt x="3384" y="258"/>
                    <a:pt x="3454" y="351"/>
                    <a:pt x="3338" y="443"/>
                  </a:cubicBezTo>
                  <a:cubicBezTo>
                    <a:pt x="3176" y="559"/>
                    <a:pt x="3338" y="582"/>
                    <a:pt x="3037" y="999"/>
                  </a:cubicBezTo>
                  <a:cubicBezTo>
                    <a:pt x="2736" y="1393"/>
                    <a:pt x="2202" y="1486"/>
                    <a:pt x="1948" y="1579"/>
                  </a:cubicBezTo>
                  <a:cubicBezTo>
                    <a:pt x="1693" y="1648"/>
                    <a:pt x="1600" y="2112"/>
                    <a:pt x="1461" y="2436"/>
                  </a:cubicBezTo>
                  <a:cubicBezTo>
                    <a:pt x="1396" y="2588"/>
                    <a:pt x="1336" y="2649"/>
                    <a:pt x="1276" y="2649"/>
                  </a:cubicBezTo>
                  <a:cubicBezTo>
                    <a:pt x="1208" y="2649"/>
                    <a:pt x="1141" y="2570"/>
                    <a:pt x="1067" y="2459"/>
                  </a:cubicBezTo>
                  <a:cubicBezTo>
                    <a:pt x="1023" y="2401"/>
                    <a:pt x="981" y="2384"/>
                    <a:pt x="939" y="2384"/>
                  </a:cubicBezTo>
                  <a:cubicBezTo>
                    <a:pt x="884" y="2384"/>
                    <a:pt x="828" y="2414"/>
                    <a:pt x="767" y="2414"/>
                  </a:cubicBezTo>
                  <a:cubicBezTo>
                    <a:pt x="731" y="2414"/>
                    <a:pt x="692" y="2403"/>
                    <a:pt x="650" y="2367"/>
                  </a:cubicBezTo>
                  <a:cubicBezTo>
                    <a:pt x="488" y="2205"/>
                    <a:pt x="557" y="2205"/>
                    <a:pt x="650" y="2089"/>
                  </a:cubicBezTo>
                  <a:cubicBezTo>
                    <a:pt x="696" y="2019"/>
                    <a:pt x="650" y="1903"/>
                    <a:pt x="557" y="1787"/>
                  </a:cubicBezTo>
                  <a:cubicBezTo>
                    <a:pt x="372" y="1834"/>
                    <a:pt x="186" y="2089"/>
                    <a:pt x="94" y="2274"/>
                  </a:cubicBezTo>
                  <a:cubicBezTo>
                    <a:pt x="1" y="2483"/>
                    <a:pt x="256" y="2877"/>
                    <a:pt x="302" y="3016"/>
                  </a:cubicBezTo>
                  <a:cubicBezTo>
                    <a:pt x="348" y="3178"/>
                    <a:pt x="163" y="3039"/>
                    <a:pt x="140" y="3178"/>
                  </a:cubicBezTo>
                  <a:cubicBezTo>
                    <a:pt x="117" y="3294"/>
                    <a:pt x="534" y="3502"/>
                    <a:pt x="719" y="3641"/>
                  </a:cubicBezTo>
                  <a:cubicBezTo>
                    <a:pt x="928" y="3780"/>
                    <a:pt x="1090" y="4198"/>
                    <a:pt x="1275" y="4383"/>
                  </a:cubicBezTo>
                  <a:cubicBezTo>
                    <a:pt x="1461" y="4592"/>
                    <a:pt x="1461" y="4754"/>
                    <a:pt x="1669" y="5240"/>
                  </a:cubicBezTo>
                  <a:cubicBezTo>
                    <a:pt x="1855" y="5704"/>
                    <a:pt x="2249" y="6492"/>
                    <a:pt x="2504" y="6840"/>
                  </a:cubicBezTo>
                  <a:cubicBezTo>
                    <a:pt x="2782" y="7187"/>
                    <a:pt x="2898" y="7442"/>
                    <a:pt x="2828" y="7535"/>
                  </a:cubicBezTo>
                  <a:cubicBezTo>
                    <a:pt x="2782" y="7651"/>
                    <a:pt x="2851" y="7906"/>
                    <a:pt x="3037" y="8045"/>
                  </a:cubicBezTo>
                  <a:cubicBezTo>
                    <a:pt x="3245" y="8184"/>
                    <a:pt x="3384" y="8392"/>
                    <a:pt x="3894" y="8647"/>
                  </a:cubicBezTo>
                  <a:cubicBezTo>
                    <a:pt x="4404" y="8902"/>
                    <a:pt x="5354" y="9389"/>
                    <a:pt x="5470" y="9621"/>
                  </a:cubicBezTo>
                  <a:cubicBezTo>
                    <a:pt x="5609" y="9852"/>
                    <a:pt x="6050" y="10061"/>
                    <a:pt x="6142" y="10107"/>
                  </a:cubicBezTo>
                  <a:cubicBezTo>
                    <a:pt x="6165" y="10130"/>
                    <a:pt x="6165" y="10154"/>
                    <a:pt x="6165" y="10223"/>
                  </a:cubicBezTo>
                  <a:cubicBezTo>
                    <a:pt x="6212" y="10177"/>
                    <a:pt x="6258" y="10130"/>
                    <a:pt x="6281" y="10130"/>
                  </a:cubicBezTo>
                  <a:cubicBezTo>
                    <a:pt x="6444" y="10038"/>
                    <a:pt x="6467" y="9760"/>
                    <a:pt x="6513" y="9690"/>
                  </a:cubicBezTo>
                  <a:cubicBezTo>
                    <a:pt x="6513" y="9667"/>
                    <a:pt x="6536" y="9667"/>
                    <a:pt x="6536" y="9667"/>
                  </a:cubicBezTo>
                  <a:cubicBezTo>
                    <a:pt x="6513" y="9574"/>
                    <a:pt x="6513" y="9482"/>
                    <a:pt x="6583" y="9458"/>
                  </a:cubicBezTo>
                  <a:cubicBezTo>
                    <a:pt x="6698" y="9389"/>
                    <a:pt x="6861" y="9134"/>
                    <a:pt x="6861" y="9018"/>
                  </a:cubicBezTo>
                  <a:cubicBezTo>
                    <a:pt x="6861" y="8902"/>
                    <a:pt x="6652" y="8902"/>
                    <a:pt x="6652" y="8763"/>
                  </a:cubicBezTo>
                  <a:cubicBezTo>
                    <a:pt x="6652" y="8601"/>
                    <a:pt x="6884" y="8369"/>
                    <a:pt x="6791" y="8276"/>
                  </a:cubicBezTo>
                  <a:cubicBezTo>
                    <a:pt x="6698" y="8207"/>
                    <a:pt x="6930" y="7952"/>
                    <a:pt x="6907" y="7836"/>
                  </a:cubicBezTo>
                  <a:cubicBezTo>
                    <a:pt x="6907" y="7697"/>
                    <a:pt x="6791" y="7118"/>
                    <a:pt x="6861" y="7048"/>
                  </a:cubicBezTo>
                  <a:cubicBezTo>
                    <a:pt x="6930" y="7002"/>
                    <a:pt x="7069" y="6955"/>
                    <a:pt x="7000" y="6770"/>
                  </a:cubicBezTo>
                  <a:cubicBezTo>
                    <a:pt x="6953" y="6631"/>
                    <a:pt x="6722" y="6237"/>
                    <a:pt x="6629" y="6005"/>
                  </a:cubicBezTo>
                  <a:cubicBezTo>
                    <a:pt x="6552" y="5996"/>
                    <a:pt x="6471" y="5990"/>
                    <a:pt x="6393" y="5990"/>
                  </a:cubicBezTo>
                  <a:cubicBezTo>
                    <a:pt x="6283" y="5990"/>
                    <a:pt x="6177" y="6001"/>
                    <a:pt x="6096" y="6028"/>
                  </a:cubicBezTo>
                  <a:cubicBezTo>
                    <a:pt x="6087" y="6032"/>
                    <a:pt x="6078" y="6034"/>
                    <a:pt x="6071" y="6034"/>
                  </a:cubicBezTo>
                  <a:cubicBezTo>
                    <a:pt x="5939" y="6034"/>
                    <a:pt x="5980" y="5507"/>
                    <a:pt x="5980" y="5310"/>
                  </a:cubicBezTo>
                  <a:cubicBezTo>
                    <a:pt x="5980" y="5228"/>
                    <a:pt x="5951" y="5196"/>
                    <a:pt x="5912" y="5196"/>
                  </a:cubicBezTo>
                  <a:cubicBezTo>
                    <a:pt x="5852" y="5196"/>
                    <a:pt x="5767" y="5272"/>
                    <a:pt x="5725" y="5356"/>
                  </a:cubicBezTo>
                  <a:cubicBezTo>
                    <a:pt x="5700" y="5444"/>
                    <a:pt x="5608" y="5464"/>
                    <a:pt x="5488" y="5464"/>
                  </a:cubicBezTo>
                  <a:cubicBezTo>
                    <a:pt x="5386" y="5464"/>
                    <a:pt x="5263" y="5449"/>
                    <a:pt x="5146" y="5449"/>
                  </a:cubicBezTo>
                  <a:cubicBezTo>
                    <a:pt x="4900" y="5449"/>
                    <a:pt x="5021" y="5147"/>
                    <a:pt x="4883" y="5147"/>
                  </a:cubicBezTo>
                  <a:cubicBezTo>
                    <a:pt x="4878" y="5147"/>
                    <a:pt x="4873" y="5147"/>
                    <a:pt x="4868" y="5148"/>
                  </a:cubicBezTo>
                  <a:cubicBezTo>
                    <a:pt x="4705" y="5148"/>
                    <a:pt x="4566" y="5101"/>
                    <a:pt x="4590" y="4939"/>
                  </a:cubicBezTo>
                  <a:cubicBezTo>
                    <a:pt x="4590" y="4777"/>
                    <a:pt x="4474" y="4638"/>
                    <a:pt x="4358" y="4453"/>
                  </a:cubicBezTo>
                  <a:cubicBezTo>
                    <a:pt x="4242" y="4290"/>
                    <a:pt x="4126" y="4105"/>
                    <a:pt x="4219" y="3989"/>
                  </a:cubicBezTo>
                  <a:cubicBezTo>
                    <a:pt x="4311" y="3873"/>
                    <a:pt x="4149" y="3780"/>
                    <a:pt x="4288" y="3641"/>
                  </a:cubicBezTo>
                  <a:cubicBezTo>
                    <a:pt x="4450" y="3479"/>
                    <a:pt x="4590" y="3549"/>
                    <a:pt x="4543" y="3340"/>
                  </a:cubicBezTo>
                  <a:cubicBezTo>
                    <a:pt x="4497" y="3155"/>
                    <a:pt x="4705" y="3039"/>
                    <a:pt x="4705" y="2830"/>
                  </a:cubicBezTo>
                  <a:cubicBezTo>
                    <a:pt x="4729" y="2622"/>
                    <a:pt x="4984" y="2668"/>
                    <a:pt x="5192" y="2506"/>
                  </a:cubicBezTo>
                  <a:cubicBezTo>
                    <a:pt x="5424" y="2320"/>
                    <a:pt x="5679" y="2413"/>
                    <a:pt x="5864" y="2251"/>
                  </a:cubicBezTo>
                  <a:cubicBezTo>
                    <a:pt x="5928" y="2203"/>
                    <a:pt x="5983" y="2188"/>
                    <a:pt x="6034" y="2188"/>
                  </a:cubicBezTo>
                  <a:cubicBezTo>
                    <a:pt x="6120" y="2188"/>
                    <a:pt x="6193" y="2230"/>
                    <a:pt x="6271" y="2230"/>
                  </a:cubicBezTo>
                  <a:cubicBezTo>
                    <a:pt x="6282" y="2230"/>
                    <a:pt x="6293" y="2230"/>
                    <a:pt x="6304" y="2228"/>
                  </a:cubicBezTo>
                  <a:cubicBezTo>
                    <a:pt x="6235" y="2112"/>
                    <a:pt x="6026" y="2065"/>
                    <a:pt x="5980" y="1973"/>
                  </a:cubicBezTo>
                  <a:cubicBezTo>
                    <a:pt x="5934" y="1857"/>
                    <a:pt x="6189" y="1648"/>
                    <a:pt x="6258" y="1509"/>
                  </a:cubicBezTo>
                  <a:cubicBezTo>
                    <a:pt x="6351" y="1393"/>
                    <a:pt x="5957" y="1231"/>
                    <a:pt x="5864" y="1185"/>
                  </a:cubicBezTo>
                  <a:cubicBezTo>
                    <a:pt x="5854" y="1182"/>
                    <a:pt x="5842" y="1181"/>
                    <a:pt x="5830" y="1181"/>
                  </a:cubicBezTo>
                  <a:cubicBezTo>
                    <a:pt x="5757" y="1181"/>
                    <a:pt x="5658" y="1221"/>
                    <a:pt x="5570" y="1221"/>
                  </a:cubicBezTo>
                  <a:cubicBezTo>
                    <a:pt x="5543" y="1221"/>
                    <a:pt x="5517" y="1218"/>
                    <a:pt x="5493" y="1208"/>
                  </a:cubicBezTo>
                  <a:cubicBezTo>
                    <a:pt x="5461" y="1192"/>
                    <a:pt x="5422" y="1184"/>
                    <a:pt x="5382" y="1184"/>
                  </a:cubicBezTo>
                  <a:cubicBezTo>
                    <a:pt x="5308" y="1184"/>
                    <a:pt x="5229" y="1209"/>
                    <a:pt x="5169" y="1254"/>
                  </a:cubicBezTo>
                  <a:cubicBezTo>
                    <a:pt x="5138" y="1275"/>
                    <a:pt x="5009" y="1296"/>
                    <a:pt x="4877" y="1296"/>
                  </a:cubicBezTo>
                  <a:cubicBezTo>
                    <a:pt x="4713" y="1296"/>
                    <a:pt x="4543" y="1264"/>
                    <a:pt x="4543" y="1162"/>
                  </a:cubicBezTo>
                  <a:cubicBezTo>
                    <a:pt x="4566" y="999"/>
                    <a:pt x="4311" y="953"/>
                    <a:pt x="4335" y="837"/>
                  </a:cubicBezTo>
                  <a:cubicBezTo>
                    <a:pt x="4358" y="721"/>
                    <a:pt x="4219" y="513"/>
                    <a:pt x="4010" y="490"/>
                  </a:cubicBezTo>
                  <a:cubicBezTo>
                    <a:pt x="3802" y="466"/>
                    <a:pt x="3825" y="119"/>
                    <a:pt x="3686" y="26"/>
                  </a:cubicBezTo>
                  <a:cubicBezTo>
                    <a:pt x="3650" y="8"/>
                    <a:pt x="3598" y="1"/>
                    <a:pt x="3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59"/>
            <p:cNvSpPr/>
            <p:nvPr/>
          </p:nvSpPr>
          <p:spPr>
            <a:xfrm>
              <a:off x="2408182" y="3407735"/>
              <a:ext cx="277969" cy="108772"/>
            </a:xfrm>
            <a:custGeom>
              <a:avLst/>
              <a:gdLst/>
              <a:ahLst/>
              <a:cxnLst/>
              <a:rect l="l" t="t" r="r" b="b"/>
              <a:pathLst>
                <a:path w="9113" h="3566" extrusionOk="0">
                  <a:moveTo>
                    <a:pt x="346" y="684"/>
                  </a:moveTo>
                  <a:cubicBezTo>
                    <a:pt x="304" y="684"/>
                    <a:pt x="259" y="715"/>
                    <a:pt x="213" y="789"/>
                  </a:cubicBezTo>
                  <a:cubicBezTo>
                    <a:pt x="0" y="1079"/>
                    <a:pt x="303" y="1384"/>
                    <a:pt x="463" y="1384"/>
                  </a:cubicBezTo>
                  <a:cubicBezTo>
                    <a:pt x="495" y="1384"/>
                    <a:pt x="522" y="1372"/>
                    <a:pt x="537" y="1345"/>
                  </a:cubicBezTo>
                  <a:cubicBezTo>
                    <a:pt x="630" y="1178"/>
                    <a:pt x="515" y="684"/>
                    <a:pt x="346" y="684"/>
                  </a:cubicBezTo>
                  <a:close/>
                  <a:moveTo>
                    <a:pt x="7003" y="1"/>
                  </a:moveTo>
                  <a:cubicBezTo>
                    <a:pt x="7003" y="24"/>
                    <a:pt x="7003" y="47"/>
                    <a:pt x="7003" y="70"/>
                  </a:cubicBezTo>
                  <a:cubicBezTo>
                    <a:pt x="7003" y="186"/>
                    <a:pt x="6818" y="256"/>
                    <a:pt x="6632" y="279"/>
                  </a:cubicBezTo>
                  <a:cubicBezTo>
                    <a:pt x="6424" y="279"/>
                    <a:pt x="6447" y="511"/>
                    <a:pt x="6447" y="673"/>
                  </a:cubicBezTo>
                  <a:cubicBezTo>
                    <a:pt x="6447" y="835"/>
                    <a:pt x="6262" y="835"/>
                    <a:pt x="6192" y="997"/>
                  </a:cubicBezTo>
                  <a:cubicBezTo>
                    <a:pt x="6123" y="1183"/>
                    <a:pt x="6215" y="1206"/>
                    <a:pt x="6053" y="1299"/>
                  </a:cubicBezTo>
                  <a:cubicBezTo>
                    <a:pt x="5891" y="1368"/>
                    <a:pt x="5844" y="1530"/>
                    <a:pt x="5937" y="1670"/>
                  </a:cubicBezTo>
                  <a:cubicBezTo>
                    <a:pt x="6030" y="1809"/>
                    <a:pt x="5914" y="1948"/>
                    <a:pt x="5891" y="2040"/>
                  </a:cubicBezTo>
                  <a:cubicBezTo>
                    <a:pt x="5868" y="2110"/>
                    <a:pt x="6030" y="2156"/>
                    <a:pt x="6215" y="2318"/>
                  </a:cubicBezTo>
                  <a:cubicBezTo>
                    <a:pt x="6259" y="2356"/>
                    <a:pt x="6293" y="2368"/>
                    <a:pt x="6320" y="2368"/>
                  </a:cubicBezTo>
                  <a:cubicBezTo>
                    <a:pt x="6370" y="2368"/>
                    <a:pt x="6398" y="2328"/>
                    <a:pt x="6426" y="2328"/>
                  </a:cubicBezTo>
                  <a:cubicBezTo>
                    <a:pt x="6440" y="2328"/>
                    <a:pt x="6454" y="2337"/>
                    <a:pt x="6470" y="2365"/>
                  </a:cubicBezTo>
                  <a:cubicBezTo>
                    <a:pt x="6540" y="2481"/>
                    <a:pt x="6424" y="2712"/>
                    <a:pt x="6238" y="2712"/>
                  </a:cubicBezTo>
                  <a:lnTo>
                    <a:pt x="6192" y="2712"/>
                  </a:lnTo>
                  <a:cubicBezTo>
                    <a:pt x="6285" y="2828"/>
                    <a:pt x="6331" y="2921"/>
                    <a:pt x="6285" y="2990"/>
                  </a:cubicBezTo>
                  <a:cubicBezTo>
                    <a:pt x="6215" y="3130"/>
                    <a:pt x="6123" y="3130"/>
                    <a:pt x="6285" y="3269"/>
                  </a:cubicBezTo>
                  <a:cubicBezTo>
                    <a:pt x="6340" y="3317"/>
                    <a:pt x="6386" y="3330"/>
                    <a:pt x="6429" y="3330"/>
                  </a:cubicBezTo>
                  <a:cubicBezTo>
                    <a:pt x="6483" y="3330"/>
                    <a:pt x="6529" y="3308"/>
                    <a:pt x="6576" y="3308"/>
                  </a:cubicBezTo>
                  <a:cubicBezTo>
                    <a:pt x="6616" y="3308"/>
                    <a:pt x="6657" y="3324"/>
                    <a:pt x="6702" y="3384"/>
                  </a:cubicBezTo>
                  <a:cubicBezTo>
                    <a:pt x="6778" y="3485"/>
                    <a:pt x="6846" y="3566"/>
                    <a:pt x="6916" y="3566"/>
                  </a:cubicBezTo>
                  <a:cubicBezTo>
                    <a:pt x="6974" y="3566"/>
                    <a:pt x="7032" y="3509"/>
                    <a:pt x="7096" y="3361"/>
                  </a:cubicBezTo>
                  <a:cubicBezTo>
                    <a:pt x="7235" y="3037"/>
                    <a:pt x="7351" y="2573"/>
                    <a:pt x="7583" y="2481"/>
                  </a:cubicBezTo>
                  <a:cubicBezTo>
                    <a:pt x="7837" y="2411"/>
                    <a:pt x="8371" y="2318"/>
                    <a:pt x="8672" y="1901"/>
                  </a:cubicBezTo>
                  <a:cubicBezTo>
                    <a:pt x="8973" y="1507"/>
                    <a:pt x="8811" y="1484"/>
                    <a:pt x="8973" y="1345"/>
                  </a:cubicBezTo>
                  <a:cubicBezTo>
                    <a:pt x="9112" y="1252"/>
                    <a:pt x="9019" y="1160"/>
                    <a:pt x="8834" y="951"/>
                  </a:cubicBezTo>
                  <a:cubicBezTo>
                    <a:pt x="8652" y="749"/>
                    <a:pt x="8523" y="618"/>
                    <a:pt x="8463" y="618"/>
                  </a:cubicBezTo>
                  <a:cubicBezTo>
                    <a:pt x="8454" y="618"/>
                    <a:pt x="8446" y="621"/>
                    <a:pt x="8440" y="627"/>
                  </a:cubicBezTo>
                  <a:cubicBezTo>
                    <a:pt x="8403" y="664"/>
                    <a:pt x="8326" y="688"/>
                    <a:pt x="8241" y="688"/>
                  </a:cubicBezTo>
                  <a:cubicBezTo>
                    <a:pt x="8167" y="688"/>
                    <a:pt x="8088" y="670"/>
                    <a:pt x="8023" y="627"/>
                  </a:cubicBezTo>
                  <a:cubicBezTo>
                    <a:pt x="7861" y="557"/>
                    <a:pt x="7791" y="395"/>
                    <a:pt x="7675" y="395"/>
                  </a:cubicBezTo>
                  <a:cubicBezTo>
                    <a:pt x="7559" y="395"/>
                    <a:pt x="7212" y="186"/>
                    <a:pt x="7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59"/>
            <p:cNvSpPr/>
            <p:nvPr/>
          </p:nvSpPr>
          <p:spPr>
            <a:xfrm>
              <a:off x="4052500" y="2403978"/>
              <a:ext cx="149188" cy="166513"/>
            </a:xfrm>
            <a:custGeom>
              <a:avLst/>
              <a:gdLst/>
              <a:ahLst/>
              <a:cxnLst/>
              <a:rect l="l" t="t" r="r" b="b"/>
              <a:pathLst>
                <a:path w="4891" h="5459" extrusionOk="0">
                  <a:moveTo>
                    <a:pt x="1438" y="0"/>
                  </a:moveTo>
                  <a:cubicBezTo>
                    <a:pt x="1484" y="93"/>
                    <a:pt x="1553" y="186"/>
                    <a:pt x="1530" y="255"/>
                  </a:cubicBezTo>
                  <a:cubicBezTo>
                    <a:pt x="1461" y="394"/>
                    <a:pt x="1553" y="510"/>
                    <a:pt x="1669" y="719"/>
                  </a:cubicBezTo>
                  <a:cubicBezTo>
                    <a:pt x="1762" y="927"/>
                    <a:pt x="1438" y="811"/>
                    <a:pt x="1438" y="927"/>
                  </a:cubicBezTo>
                  <a:cubicBezTo>
                    <a:pt x="1430" y="971"/>
                    <a:pt x="1397" y="987"/>
                    <a:pt x="1352" y="987"/>
                  </a:cubicBezTo>
                  <a:cubicBezTo>
                    <a:pt x="1254" y="987"/>
                    <a:pt x="1100" y="912"/>
                    <a:pt x="1020" y="881"/>
                  </a:cubicBezTo>
                  <a:cubicBezTo>
                    <a:pt x="990" y="865"/>
                    <a:pt x="933" y="858"/>
                    <a:pt x="872" y="858"/>
                  </a:cubicBezTo>
                  <a:cubicBezTo>
                    <a:pt x="750" y="858"/>
                    <a:pt x="611" y="889"/>
                    <a:pt x="626" y="950"/>
                  </a:cubicBezTo>
                  <a:cubicBezTo>
                    <a:pt x="626" y="974"/>
                    <a:pt x="626" y="1020"/>
                    <a:pt x="603" y="1066"/>
                  </a:cubicBezTo>
                  <a:cubicBezTo>
                    <a:pt x="650" y="1205"/>
                    <a:pt x="673" y="1344"/>
                    <a:pt x="626" y="1437"/>
                  </a:cubicBezTo>
                  <a:cubicBezTo>
                    <a:pt x="487" y="1622"/>
                    <a:pt x="325" y="1646"/>
                    <a:pt x="348" y="1692"/>
                  </a:cubicBezTo>
                  <a:cubicBezTo>
                    <a:pt x="372" y="1738"/>
                    <a:pt x="580" y="1901"/>
                    <a:pt x="534" y="1970"/>
                  </a:cubicBezTo>
                  <a:cubicBezTo>
                    <a:pt x="487" y="2063"/>
                    <a:pt x="418" y="2016"/>
                    <a:pt x="418" y="2155"/>
                  </a:cubicBezTo>
                  <a:cubicBezTo>
                    <a:pt x="418" y="2295"/>
                    <a:pt x="186" y="2295"/>
                    <a:pt x="117" y="2295"/>
                  </a:cubicBezTo>
                  <a:cubicBezTo>
                    <a:pt x="24" y="2295"/>
                    <a:pt x="117" y="2434"/>
                    <a:pt x="70" y="2549"/>
                  </a:cubicBezTo>
                  <a:cubicBezTo>
                    <a:pt x="24" y="2665"/>
                    <a:pt x="24" y="2897"/>
                    <a:pt x="1" y="2990"/>
                  </a:cubicBezTo>
                  <a:cubicBezTo>
                    <a:pt x="1" y="3082"/>
                    <a:pt x="163" y="3245"/>
                    <a:pt x="163" y="3337"/>
                  </a:cubicBezTo>
                  <a:cubicBezTo>
                    <a:pt x="140" y="3407"/>
                    <a:pt x="1" y="3476"/>
                    <a:pt x="47" y="3546"/>
                  </a:cubicBezTo>
                  <a:cubicBezTo>
                    <a:pt x="70" y="3616"/>
                    <a:pt x="186" y="3685"/>
                    <a:pt x="209" y="3986"/>
                  </a:cubicBezTo>
                  <a:cubicBezTo>
                    <a:pt x="279" y="4009"/>
                    <a:pt x="325" y="4033"/>
                    <a:pt x="348" y="4056"/>
                  </a:cubicBezTo>
                  <a:cubicBezTo>
                    <a:pt x="418" y="4149"/>
                    <a:pt x="534" y="4218"/>
                    <a:pt x="696" y="4218"/>
                  </a:cubicBezTo>
                  <a:cubicBezTo>
                    <a:pt x="835" y="4218"/>
                    <a:pt x="905" y="4334"/>
                    <a:pt x="974" y="4334"/>
                  </a:cubicBezTo>
                  <a:cubicBezTo>
                    <a:pt x="983" y="4331"/>
                    <a:pt x="994" y="4330"/>
                    <a:pt x="1006" y="4330"/>
                  </a:cubicBezTo>
                  <a:cubicBezTo>
                    <a:pt x="1091" y="4330"/>
                    <a:pt x="1232" y="4398"/>
                    <a:pt x="1090" y="4519"/>
                  </a:cubicBezTo>
                  <a:cubicBezTo>
                    <a:pt x="928" y="4635"/>
                    <a:pt x="905" y="4797"/>
                    <a:pt x="881" y="4960"/>
                  </a:cubicBezTo>
                  <a:cubicBezTo>
                    <a:pt x="858" y="5052"/>
                    <a:pt x="858" y="5191"/>
                    <a:pt x="835" y="5284"/>
                  </a:cubicBezTo>
                  <a:cubicBezTo>
                    <a:pt x="893" y="5294"/>
                    <a:pt x="966" y="5299"/>
                    <a:pt x="1039" y="5299"/>
                  </a:cubicBezTo>
                  <a:cubicBezTo>
                    <a:pt x="1142" y="5299"/>
                    <a:pt x="1244" y="5288"/>
                    <a:pt x="1299" y="5261"/>
                  </a:cubicBezTo>
                  <a:cubicBezTo>
                    <a:pt x="1356" y="5238"/>
                    <a:pt x="1409" y="5226"/>
                    <a:pt x="1467" y="5226"/>
                  </a:cubicBezTo>
                  <a:cubicBezTo>
                    <a:pt x="1525" y="5226"/>
                    <a:pt x="1588" y="5238"/>
                    <a:pt x="1669" y="5261"/>
                  </a:cubicBezTo>
                  <a:cubicBezTo>
                    <a:pt x="1762" y="5284"/>
                    <a:pt x="1878" y="5354"/>
                    <a:pt x="1971" y="5400"/>
                  </a:cubicBezTo>
                  <a:cubicBezTo>
                    <a:pt x="1971" y="5354"/>
                    <a:pt x="1994" y="5330"/>
                    <a:pt x="2040" y="5330"/>
                  </a:cubicBezTo>
                  <a:cubicBezTo>
                    <a:pt x="2113" y="5330"/>
                    <a:pt x="2214" y="5458"/>
                    <a:pt x="2287" y="5458"/>
                  </a:cubicBezTo>
                  <a:cubicBezTo>
                    <a:pt x="2308" y="5458"/>
                    <a:pt x="2326" y="5448"/>
                    <a:pt x="2341" y="5423"/>
                  </a:cubicBezTo>
                  <a:cubicBezTo>
                    <a:pt x="2376" y="5354"/>
                    <a:pt x="2440" y="5330"/>
                    <a:pt x="2504" y="5330"/>
                  </a:cubicBezTo>
                  <a:cubicBezTo>
                    <a:pt x="2567" y="5330"/>
                    <a:pt x="2631" y="5354"/>
                    <a:pt x="2666" y="5377"/>
                  </a:cubicBezTo>
                  <a:cubicBezTo>
                    <a:pt x="2712" y="5400"/>
                    <a:pt x="2770" y="5417"/>
                    <a:pt x="2828" y="5417"/>
                  </a:cubicBezTo>
                  <a:cubicBezTo>
                    <a:pt x="2886" y="5417"/>
                    <a:pt x="2944" y="5400"/>
                    <a:pt x="2990" y="5354"/>
                  </a:cubicBezTo>
                  <a:cubicBezTo>
                    <a:pt x="3059" y="5268"/>
                    <a:pt x="3281" y="5220"/>
                    <a:pt x="3429" y="5220"/>
                  </a:cubicBezTo>
                  <a:cubicBezTo>
                    <a:pt x="3480" y="5220"/>
                    <a:pt x="3523" y="5226"/>
                    <a:pt x="3547" y="5238"/>
                  </a:cubicBezTo>
                  <a:cubicBezTo>
                    <a:pt x="3589" y="5248"/>
                    <a:pt x="3657" y="5279"/>
                    <a:pt x="3708" y="5279"/>
                  </a:cubicBezTo>
                  <a:cubicBezTo>
                    <a:pt x="3768" y="5279"/>
                    <a:pt x="3805" y="5238"/>
                    <a:pt x="3755" y="5076"/>
                  </a:cubicBezTo>
                  <a:cubicBezTo>
                    <a:pt x="3686" y="4797"/>
                    <a:pt x="3941" y="4844"/>
                    <a:pt x="3987" y="4728"/>
                  </a:cubicBezTo>
                  <a:cubicBezTo>
                    <a:pt x="4010" y="4635"/>
                    <a:pt x="4335" y="4589"/>
                    <a:pt x="4288" y="4496"/>
                  </a:cubicBezTo>
                  <a:cubicBezTo>
                    <a:pt x="4242" y="4403"/>
                    <a:pt x="3848" y="4149"/>
                    <a:pt x="3709" y="4079"/>
                  </a:cubicBezTo>
                  <a:cubicBezTo>
                    <a:pt x="3593" y="3986"/>
                    <a:pt x="3593" y="3731"/>
                    <a:pt x="3523" y="3616"/>
                  </a:cubicBezTo>
                  <a:cubicBezTo>
                    <a:pt x="3477" y="3500"/>
                    <a:pt x="3338" y="3361"/>
                    <a:pt x="3500" y="3314"/>
                  </a:cubicBezTo>
                  <a:cubicBezTo>
                    <a:pt x="3662" y="3291"/>
                    <a:pt x="3941" y="3222"/>
                    <a:pt x="4056" y="3106"/>
                  </a:cubicBezTo>
                  <a:cubicBezTo>
                    <a:pt x="4195" y="2990"/>
                    <a:pt x="4450" y="2967"/>
                    <a:pt x="4520" y="2897"/>
                  </a:cubicBezTo>
                  <a:cubicBezTo>
                    <a:pt x="4535" y="2882"/>
                    <a:pt x="4553" y="2877"/>
                    <a:pt x="4574" y="2877"/>
                  </a:cubicBezTo>
                  <a:cubicBezTo>
                    <a:pt x="4632" y="2877"/>
                    <a:pt x="4705" y="2917"/>
                    <a:pt x="4755" y="2917"/>
                  </a:cubicBezTo>
                  <a:cubicBezTo>
                    <a:pt x="4773" y="2917"/>
                    <a:pt x="4788" y="2912"/>
                    <a:pt x="4798" y="2897"/>
                  </a:cubicBezTo>
                  <a:cubicBezTo>
                    <a:pt x="4844" y="2804"/>
                    <a:pt x="4891" y="2665"/>
                    <a:pt x="4821" y="2596"/>
                  </a:cubicBezTo>
                  <a:cubicBezTo>
                    <a:pt x="4752" y="2503"/>
                    <a:pt x="4682" y="2364"/>
                    <a:pt x="4682" y="2155"/>
                  </a:cubicBezTo>
                  <a:cubicBezTo>
                    <a:pt x="4659" y="1947"/>
                    <a:pt x="4613" y="1947"/>
                    <a:pt x="4613" y="1854"/>
                  </a:cubicBezTo>
                  <a:cubicBezTo>
                    <a:pt x="4613" y="1761"/>
                    <a:pt x="4566" y="1646"/>
                    <a:pt x="4497" y="1599"/>
                  </a:cubicBezTo>
                  <a:cubicBezTo>
                    <a:pt x="4404" y="1553"/>
                    <a:pt x="4358" y="1507"/>
                    <a:pt x="4450" y="1368"/>
                  </a:cubicBezTo>
                  <a:cubicBezTo>
                    <a:pt x="4543" y="1252"/>
                    <a:pt x="4497" y="904"/>
                    <a:pt x="4450" y="811"/>
                  </a:cubicBezTo>
                  <a:cubicBezTo>
                    <a:pt x="4450" y="788"/>
                    <a:pt x="4450" y="765"/>
                    <a:pt x="4450" y="742"/>
                  </a:cubicBezTo>
                  <a:cubicBezTo>
                    <a:pt x="4427" y="719"/>
                    <a:pt x="4427" y="695"/>
                    <a:pt x="4404" y="672"/>
                  </a:cubicBezTo>
                  <a:cubicBezTo>
                    <a:pt x="4381" y="533"/>
                    <a:pt x="4288" y="487"/>
                    <a:pt x="4080" y="487"/>
                  </a:cubicBezTo>
                  <a:cubicBezTo>
                    <a:pt x="3871" y="487"/>
                    <a:pt x="4219" y="278"/>
                    <a:pt x="4149" y="186"/>
                  </a:cubicBezTo>
                  <a:cubicBezTo>
                    <a:pt x="4134" y="167"/>
                    <a:pt x="4115" y="159"/>
                    <a:pt x="4095" y="159"/>
                  </a:cubicBezTo>
                  <a:cubicBezTo>
                    <a:pt x="4002" y="159"/>
                    <a:pt x="3860" y="312"/>
                    <a:pt x="3722" y="312"/>
                  </a:cubicBezTo>
                  <a:cubicBezTo>
                    <a:pt x="3702" y="312"/>
                    <a:pt x="3682" y="309"/>
                    <a:pt x="3662" y="301"/>
                  </a:cubicBezTo>
                  <a:cubicBezTo>
                    <a:pt x="3641" y="294"/>
                    <a:pt x="3620" y="291"/>
                    <a:pt x="3599" y="291"/>
                  </a:cubicBezTo>
                  <a:cubicBezTo>
                    <a:pt x="3407" y="291"/>
                    <a:pt x="3203" y="547"/>
                    <a:pt x="3037" y="672"/>
                  </a:cubicBezTo>
                  <a:cubicBezTo>
                    <a:pt x="2996" y="702"/>
                    <a:pt x="2948" y="715"/>
                    <a:pt x="2903" y="715"/>
                  </a:cubicBezTo>
                  <a:cubicBezTo>
                    <a:pt x="2771" y="715"/>
                    <a:pt x="2655" y="602"/>
                    <a:pt x="2759" y="464"/>
                  </a:cubicBezTo>
                  <a:cubicBezTo>
                    <a:pt x="2830" y="349"/>
                    <a:pt x="2813" y="305"/>
                    <a:pt x="2745" y="305"/>
                  </a:cubicBezTo>
                  <a:cubicBezTo>
                    <a:pt x="2704" y="305"/>
                    <a:pt x="2644" y="321"/>
                    <a:pt x="2573" y="348"/>
                  </a:cubicBezTo>
                  <a:cubicBezTo>
                    <a:pt x="2517" y="373"/>
                    <a:pt x="2460" y="384"/>
                    <a:pt x="2406" y="384"/>
                  </a:cubicBezTo>
                  <a:cubicBezTo>
                    <a:pt x="2259" y="384"/>
                    <a:pt x="2139" y="298"/>
                    <a:pt x="2156" y="162"/>
                  </a:cubicBezTo>
                  <a:cubicBezTo>
                    <a:pt x="2156" y="116"/>
                    <a:pt x="2156" y="70"/>
                    <a:pt x="2133" y="47"/>
                  </a:cubicBezTo>
                  <a:lnTo>
                    <a:pt x="1924" y="47"/>
                  </a:lnTo>
                  <a:cubicBezTo>
                    <a:pt x="1832" y="23"/>
                    <a:pt x="1646" y="0"/>
                    <a:pt x="14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59"/>
            <p:cNvSpPr/>
            <p:nvPr/>
          </p:nvSpPr>
          <p:spPr>
            <a:xfrm>
              <a:off x="3868940" y="2489505"/>
              <a:ext cx="243684" cy="202933"/>
            </a:xfrm>
            <a:custGeom>
              <a:avLst/>
              <a:gdLst/>
              <a:ahLst/>
              <a:cxnLst/>
              <a:rect l="l" t="t" r="r" b="b"/>
              <a:pathLst>
                <a:path w="7989" h="6653" extrusionOk="0">
                  <a:moveTo>
                    <a:pt x="4072" y="0"/>
                  </a:moveTo>
                  <a:cubicBezTo>
                    <a:pt x="4026" y="24"/>
                    <a:pt x="4003" y="24"/>
                    <a:pt x="3956" y="24"/>
                  </a:cubicBezTo>
                  <a:cubicBezTo>
                    <a:pt x="3943" y="22"/>
                    <a:pt x="3930" y="21"/>
                    <a:pt x="3917" y="21"/>
                  </a:cubicBezTo>
                  <a:cubicBezTo>
                    <a:pt x="3728" y="21"/>
                    <a:pt x="3588" y="183"/>
                    <a:pt x="3632" y="487"/>
                  </a:cubicBezTo>
                  <a:cubicBezTo>
                    <a:pt x="3655" y="812"/>
                    <a:pt x="3377" y="835"/>
                    <a:pt x="3052" y="858"/>
                  </a:cubicBezTo>
                  <a:cubicBezTo>
                    <a:pt x="2728" y="881"/>
                    <a:pt x="2844" y="1159"/>
                    <a:pt x="2705" y="1252"/>
                  </a:cubicBezTo>
                  <a:cubicBezTo>
                    <a:pt x="2672" y="1279"/>
                    <a:pt x="2621" y="1291"/>
                    <a:pt x="2560" y="1291"/>
                  </a:cubicBezTo>
                  <a:cubicBezTo>
                    <a:pt x="2361" y="1291"/>
                    <a:pt x="2063" y="1162"/>
                    <a:pt x="2009" y="1020"/>
                  </a:cubicBezTo>
                  <a:cubicBezTo>
                    <a:pt x="1989" y="966"/>
                    <a:pt x="1940" y="944"/>
                    <a:pt x="1885" y="944"/>
                  </a:cubicBezTo>
                  <a:cubicBezTo>
                    <a:pt x="1749" y="944"/>
                    <a:pt x="1576" y="1080"/>
                    <a:pt x="1708" y="1229"/>
                  </a:cubicBezTo>
                  <a:cubicBezTo>
                    <a:pt x="1894" y="1437"/>
                    <a:pt x="1870" y="1739"/>
                    <a:pt x="1778" y="1808"/>
                  </a:cubicBezTo>
                  <a:cubicBezTo>
                    <a:pt x="1756" y="1826"/>
                    <a:pt x="1729" y="1832"/>
                    <a:pt x="1701" y="1832"/>
                  </a:cubicBezTo>
                  <a:cubicBezTo>
                    <a:pt x="1606" y="1832"/>
                    <a:pt x="1482" y="1761"/>
                    <a:pt x="1379" y="1761"/>
                  </a:cubicBezTo>
                  <a:cubicBezTo>
                    <a:pt x="1347" y="1761"/>
                    <a:pt x="1317" y="1767"/>
                    <a:pt x="1291" y="1785"/>
                  </a:cubicBezTo>
                  <a:cubicBezTo>
                    <a:pt x="1262" y="1809"/>
                    <a:pt x="1238" y="1819"/>
                    <a:pt x="1216" y="1819"/>
                  </a:cubicBezTo>
                  <a:cubicBezTo>
                    <a:pt x="1136" y="1819"/>
                    <a:pt x="1095" y="1678"/>
                    <a:pt x="967" y="1623"/>
                  </a:cubicBezTo>
                  <a:cubicBezTo>
                    <a:pt x="933" y="1610"/>
                    <a:pt x="904" y="1605"/>
                    <a:pt x="876" y="1605"/>
                  </a:cubicBezTo>
                  <a:cubicBezTo>
                    <a:pt x="760" y="1605"/>
                    <a:pt x="677" y="1694"/>
                    <a:pt x="487" y="1694"/>
                  </a:cubicBezTo>
                  <a:cubicBezTo>
                    <a:pt x="470" y="1694"/>
                    <a:pt x="452" y="1694"/>
                    <a:pt x="434" y="1692"/>
                  </a:cubicBezTo>
                  <a:cubicBezTo>
                    <a:pt x="413" y="1690"/>
                    <a:pt x="393" y="1690"/>
                    <a:pt x="374" y="1690"/>
                  </a:cubicBezTo>
                  <a:cubicBezTo>
                    <a:pt x="133" y="1690"/>
                    <a:pt x="0" y="1818"/>
                    <a:pt x="86" y="1947"/>
                  </a:cubicBezTo>
                  <a:cubicBezTo>
                    <a:pt x="202" y="2063"/>
                    <a:pt x="63" y="2179"/>
                    <a:pt x="155" y="2272"/>
                  </a:cubicBezTo>
                  <a:cubicBezTo>
                    <a:pt x="225" y="2387"/>
                    <a:pt x="596" y="2364"/>
                    <a:pt x="874" y="2503"/>
                  </a:cubicBezTo>
                  <a:cubicBezTo>
                    <a:pt x="1013" y="2584"/>
                    <a:pt x="1100" y="2590"/>
                    <a:pt x="1169" y="2590"/>
                  </a:cubicBezTo>
                  <a:cubicBezTo>
                    <a:pt x="1181" y="2590"/>
                    <a:pt x="1192" y="2590"/>
                    <a:pt x="1203" y="2590"/>
                  </a:cubicBezTo>
                  <a:cubicBezTo>
                    <a:pt x="1257" y="2590"/>
                    <a:pt x="1303" y="2594"/>
                    <a:pt x="1361" y="2642"/>
                  </a:cubicBezTo>
                  <a:cubicBezTo>
                    <a:pt x="1500" y="2758"/>
                    <a:pt x="1523" y="2689"/>
                    <a:pt x="1546" y="2897"/>
                  </a:cubicBezTo>
                  <a:cubicBezTo>
                    <a:pt x="1546" y="3083"/>
                    <a:pt x="1708" y="3291"/>
                    <a:pt x="1963" y="3361"/>
                  </a:cubicBezTo>
                  <a:cubicBezTo>
                    <a:pt x="2241" y="3430"/>
                    <a:pt x="2033" y="3616"/>
                    <a:pt x="2102" y="3778"/>
                  </a:cubicBezTo>
                  <a:cubicBezTo>
                    <a:pt x="2195" y="3963"/>
                    <a:pt x="1986" y="4218"/>
                    <a:pt x="2033" y="4450"/>
                  </a:cubicBezTo>
                  <a:cubicBezTo>
                    <a:pt x="2079" y="4659"/>
                    <a:pt x="1894" y="5354"/>
                    <a:pt x="1778" y="5423"/>
                  </a:cubicBezTo>
                  <a:lnTo>
                    <a:pt x="1731" y="5423"/>
                  </a:lnTo>
                  <a:cubicBezTo>
                    <a:pt x="1870" y="5493"/>
                    <a:pt x="1986" y="5539"/>
                    <a:pt x="2056" y="5586"/>
                  </a:cubicBezTo>
                  <a:cubicBezTo>
                    <a:pt x="2172" y="5655"/>
                    <a:pt x="2427" y="5748"/>
                    <a:pt x="2589" y="5841"/>
                  </a:cubicBezTo>
                  <a:cubicBezTo>
                    <a:pt x="2647" y="5879"/>
                    <a:pt x="2729" y="5898"/>
                    <a:pt x="2805" y="5898"/>
                  </a:cubicBezTo>
                  <a:cubicBezTo>
                    <a:pt x="2912" y="5898"/>
                    <a:pt x="3006" y="5862"/>
                    <a:pt x="3006" y="5794"/>
                  </a:cubicBezTo>
                  <a:cubicBezTo>
                    <a:pt x="3006" y="5756"/>
                    <a:pt x="3024" y="5740"/>
                    <a:pt x="3051" y="5740"/>
                  </a:cubicBezTo>
                  <a:cubicBezTo>
                    <a:pt x="3106" y="5740"/>
                    <a:pt x="3199" y="5802"/>
                    <a:pt x="3261" y="5864"/>
                  </a:cubicBezTo>
                  <a:cubicBezTo>
                    <a:pt x="3354" y="5956"/>
                    <a:pt x="3748" y="5980"/>
                    <a:pt x="3910" y="6026"/>
                  </a:cubicBezTo>
                  <a:cubicBezTo>
                    <a:pt x="3964" y="6034"/>
                    <a:pt x="4023" y="6036"/>
                    <a:pt x="4085" y="6036"/>
                  </a:cubicBezTo>
                  <a:cubicBezTo>
                    <a:pt x="4209" y="6036"/>
                    <a:pt x="4342" y="6026"/>
                    <a:pt x="4466" y="6026"/>
                  </a:cubicBezTo>
                  <a:cubicBezTo>
                    <a:pt x="4466" y="5980"/>
                    <a:pt x="4466" y="5933"/>
                    <a:pt x="4443" y="5887"/>
                  </a:cubicBezTo>
                  <a:cubicBezTo>
                    <a:pt x="4350" y="5586"/>
                    <a:pt x="4628" y="5400"/>
                    <a:pt x="4906" y="5354"/>
                  </a:cubicBezTo>
                  <a:cubicBezTo>
                    <a:pt x="4937" y="5348"/>
                    <a:pt x="4973" y="5346"/>
                    <a:pt x="5012" y="5346"/>
                  </a:cubicBezTo>
                  <a:cubicBezTo>
                    <a:pt x="5295" y="5346"/>
                    <a:pt x="5760" y="5481"/>
                    <a:pt x="5903" y="5562"/>
                  </a:cubicBezTo>
                  <a:cubicBezTo>
                    <a:pt x="5949" y="5593"/>
                    <a:pt x="6003" y="5611"/>
                    <a:pt x="6065" y="5611"/>
                  </a:cubicBezTo>
                  <a:cubicBezTo>
                    <a:pt x="6189" y="5611"/>
                    <a:pt x="6343" y="5539"/>
                    <a:pt x="6529" y="5354"/>
                  </a:cubicBezTo>
                  <a:cubicBezTo>
                    <a:pt x="6668" y="5215"/>
                    <a:pt x="6760" y="5168"/>
                    <a:pt x="6876" y="5122"/>
                  </a:cubicBezTo>
                  <a:cubicBezTo>
                    <a:pt x="6876" y="5076"/>
                    <a:pt x="6899" y="5006"/>
                    <a:pt x="6923" y="4937"/>
                  </a:cubicBezTo>
                  <a:cubicBezTo>
                    <a:pt x="6953" y="4875"/>
                    <a:pt x="6892" y="4865"/>
                    <a:pt x="6806" y="4865"/>
                  </a:cubicBezTo>
                  <a:cubicBezTo>
                    <a:pt x="6763" y="4865"/>
                    <a:pt x="6714" y="4867"/>
                    <a:pt x="6668" y="4867"/>
                  </a:cubicBezTo>
                  <a:cubicBezTo>
                    <a:pt x="6552" y="4844"/>
                    <a:pt x="6459" y="4728"/>
                    <a:pt x="6552" y="4589"/>
                  </a:cubicBezTo>
                  <a:cubicBezTo>
                    <a:pt x="6644" y="4473"/>
                    <a:pt x="6482" y="4450"/>
                    <a:pt x="6390" y="4311"/>
                  </a:cubicBezTo>
                  <a:cubicBezTo>
                    <a:pt x="6320" y="4195"/>
                    <a:pt x="6436" y="4218"/>
                    <a:pt x="6505" y="4195"/>
                  </a:cubicBezTo>
                  <a:cubicBezTo>
                    <a:pt x="6575" y="4149"/>
                    <a:pt x="6668" y="4010"/>
                    <a:pt x="6621" y="3963"/>
                  </a:cubicBezTo>
                  <a:cubicBezTo>
                    <a:pt x="6552" y="3940"/>
                    <a:pt x="6505" y="3847"/>
                    <a:pt x="6552" y="3708"/>
                  </a:cubicBezTo>
                  <a:cubicBezTo>
                    <a:pt x="6598" y="3546"/>
                    <a:pt x="6459" y="3546"/>
                    <a:pt x="6459" y="3430"/>
                  </a:cubicBezTo>
                  <a:cubicBezTo>
                    <a:pt x="6459" y="3365"/>
                    <a:pt x="6414" y="3321"/>
                    <a:pt x="6359" y="3321"/>
                  </a:cubicBezTo>
                  <a:cubicBezTo>
                    <a:pt x="6316" y="3321"/>
                    <a:pt x="6268" y="3347"/>
                    <a:pt x="6227" y="3407"/>
                  </a:cubicBezTo>
                  <a:cubicBezTo>
                    <a:pt x="6190" y="3452"/>
                    <a:pt x="6160" y="3472"/>
                    <a:pt x="6139" y="3472"/>
                  </a:cubicBezTo>
                  <a:cubicBezTo>
                    <a:pt x="6094" y="3472"/>
                    <a:pt x="6087" y="3379"/>
                    <a:pt x="6135" y="3222"/>
                  </a:cubicBezTo>
                  <a:cubicBezTo>
                    <a:pt x="6227" y="3013"/>
                    <a:pt x="6482" y="2920"/>
                    <a:pt x="6505" y="2781"/>
                  </a:cubicBezTo>
                  <a:cubicBezTo>
                    <a:pt x="6529" y="2666"/>
                    <a:pt x="6668" y="2573"/>
                    <a:pt x="6784" y="2573"/>
                  </a:cubicBezTo>
                  <a:cubicBezTo>
                    <a:pt x="6876" y="2573"/>
                    <a:pt x="6853" y="2318"/>
                    <a:pt x="6899" y="2156"/>
                  </a:cubicBezTo>
                  <a:cubicBezTo>
                    <a:pt x="6923" y="1993"/>
                    <a:pt x="6946" y="1831"/>
                    <a:pt x="7108" y="1692"/>
                  </a:cubicBezTo>
                  <a:cubicBezTo>
                    <a:pt x="7249" y="1591"/>
                    <a:pt x="7109" y="1525"/>
                    <a:pt x="7025" y="1525"/>
                  </a:cubicBezTo>
                  <a:cubicBezTo>
                    <a:pt x="7012" y="1525"/>
                    <a:pt x="7001" y="1527"/>
                    <a:pt x="6992" y="1530"/>
                  </a:cubicBezTo>
                  <a:cubicBezTo>
                    <a:pt x="6923" y="1530"/>
                    <a:pt x="6876" y="1414"/>
                    <a:pt x="6714" y="1414"/>
                  </a:cubicBezTo>
                  <a:cubicBezTo>
                    <a:pt x="6552" y="1414"/>
                    <a:pt x="6436" y="1345"/>
                    <a:pt x="6366" y="1252"/>
                  </a:cubicBezTo>
                  <a:cubicBezTo>
                    <a:pt x="6313" y="1181"/>
                    <a:pt x="6071" y="1151"/>
                    <a:pt x="5908" y="1151"/>
                  </a:cubicBezTo>
                  <a:cubicBezTo>
                    <a:pt x="5857" y="1151"/>
                    <a:pt x="5814" y="1154"/>
                    <a:pt x="5787" y="1159"/>
                  </a:cubicBezTo>
                  <a:cubicBezTo>
                    <a:pt x="5781" y="1160"/>
                    <a:pt x="5776" y="1161"/>
                    <a:pt x="5771" y="1161"/>
                  </a:cubicBezTo>
                  <a:cubicBezTo>
                    <a:pt x="5672" y="1161"/>
                    <a:pt x="5624" y="972"/>
                    <a:pt x="5525" y="972"/>
                  </a:cubicBezTo>
                  <a:cubicBezTo>
                    <a:pt x="5520" y="972"/>
                    <a:pt x="5514" y="973"/>
                    <a:pt x="5509" y="974"/>
                  </a:cubicBezTo>
                  <a:cubicBezTo>
                    <a:pt x="5502" y="975"/>
                    <a:pt x="5496" y="976"/>
                    <a:pt x="5489" y="976"/>
                  </a:cubicBezTo>
                  <a:cubicBezTo>
                    <a:pt x="5388" y="976"/>
                    <a:pt x="5347" y="806"/>
                    <a:pt x="5347" y="719"/>
                  </a:cubicBezTo>
                  <a:cubicBezTo>
                    <a:pt x="5347" y="699"/>
                    <a:pt x="5341" y="691"/>
                    <a:pt x="5332" y="691"/>
                  </a:cubicBezTo>
                  <a:cubicBezTo>
                    <a:pt x="5297" y="691"/>
                    <a:pt x="5206" y="798"/>
                    <a:pt x="5115" y="835"/>
                  </a:cubicBezTo>
                  <a:cubicBezTo>
                    <a:pt x="5099" y="841"/>
                    <a:pt x="5085" y="844"/>
                    <a:pt x="5072" y="844"/>
                  </a:cubicBezTo>
                  <a:cubicBezTo>
                    <a:pt x="4993" y="844"/>
                    <a:pt x="4973" y="729"/>
                    <a:pt x="4953" y="649"/>
                  </a:cubicBezTo>
                  <a:cubicBezTo>
                    <a:pt x="4953" y="580"/>
                    <a:pt x="4721" y="510"/>
                    <a:pt x="4628" y="464"/>
                  </a:cubicBezTo>
                  <a:cubicBezTo>
                    <a:pt x="4530" y="405"/>
                    <a:pt x="4432" y="263"/>
                    <a:pt x="4376" y="263"/>
                  </a:cubicBezTo>
                  <a:cubicBezTo>
                    <a:pt x="4366" y="263"/>
                    <a:pt x="4357" y="268"/>
                    <a:pt x="4350" y="278"/>
                  </a:cubicBezTo>
                  <a:cubicBezTo>
                    <a:pt x="4338" y="295"/>
                    <a:pt x="4324" y="302"/>
                    <a:pt x="4310" y="302"/>
                  </a:cubicBezTo>
                  <a:cubicBezTo>
                    <a:pt x="4243" y="302"/>
                    <a:pt x="4161" y="146"/>
                    <a:pt x="4142" y="70"/>
                  </a:cubicBezTo>
                  <a:cubicBezTo>
                    <a:pt x="4142" y="24"/>
                    <a:pt x="4095" y="47"/>
                    <a:pt x="4072" y="0"/>
                  </a:cubicBezTo>
                  <a:close/>
                  <a:moveTo>
                    <a:pt x="7873" y="5632"/>
                  </a:moveTo>
                  <a:cubicBezTo>
                    <a:pt x="7780" y="5632"/>
                    <a:pt x="7757" y="5794"/>
                    <a:pt x="7525" y="5933"/>
                  </a:cubicBezTo>
                  <a:cubicBezTo>
                    <a:pt x="7298" y="6047"/>
                    <a:pt x="7517" y="6652"/>
                    <a:pt x="7744" y="6652"/>
                  </a:cubicBezTo>
                  <a:cubicBezTo>
                    <a:pt x="7748" y="6652"/>
                    <a:pt x="7753" y="6652"/>
                    <a:pt x="7757" y="6652"/>
                  </a:cubicBezTo>
                  <a:cubicBezTo>
                    <a:pt x="7989" y="6628"/>
                    <a:pt x="7942" y="5632"/>
                    <a:pt x="7873" y="563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59"/>
            <p:cNvSpPr/>
            <p:nvPr/>
          </p:nvSpPr>
          <p:spPr>
            <a:xfrm>
              <a:off x="4032704" y="1646128"/>
              <a:ext cx="431244" cy="680358"/>
            </a:xfrm>
            <a:custGeom>
              <a:avLst/>
              <a:gdLst/>
              <a:ahLst/>
              <a:cxnLst/>
              <a:rect l="l" t="t" r="r" b="b"/>
              <a:pathLst>
                <a:path w="14138" h="22305" extrusionOk="0">
                  <a:moveTo>
                    <a:pt x="8041" y="0"/>
                  </a:moveTo>
                  <a:cubicBezTo>
                    <a:pt x="8033" y="0"/>
                    <a:pt x="8025" y="1"/>
                    <a:pt x="8019" y="2"/>
                  </a:cubicBezTo>
                  <a:cubicBezTo>
                    <a:pt x="7927" y="2"/>
                    <a:pt x="8112" y="141"/>
                    <a:pt x="8043" y="234"/>
                  </a:cubicBezTo>
                  <a:cubicBezTo>
                    <a:pt x="8033" y="259"/>
                    <a:pt x="8013" y="269"/>
                    <a:pt x="7987" y="269"/>
                  </a:cubicBezTo>
                  <a:cubicBezTo>
                    <a:pt x="7893" y="269"/>
                    <a:pt x="7721" y="141"/>
                    <a:pt x="7649" y="141"/>
                  </a:cubicBezTo>
                  <a:cubicBezTo>
                    <a:pt x="7644" y="140"/>
                    <a:pt x="7640" y="140"/>
                    <a:pt x="7637" y="140"/>
                  </a:cubicBezTo>
                  <a:cubicBezTo>
                    <a:pt x="7571" y="140"/>
                    <a:pt x="7716" y="354"/>
                    <a:pt x="7672" y="443"/>
                  </a:cubicBezTo>
                  <a:cubicBezTo>
                    <a:pt x="7665" y="453"/>
                    <a:pt x="7656" y="457"/>
                    <a:pt x="7646" y="457"/>
                  </a:cubicBezTo>
                  <a:cubicBezTo>
                    <a:pt x="7564" y="457"/>
                    <a:pt x="7400" y="141"/>
                    <a:pt x="7255" y="141"/>
                  </a:cubicBezTo>
                  <a:cubicBezTo>
                    <a:pt x="7069" y="141"/>
                    <a:pt x="7139" y="350"/>
                    <a:pt x="7023" y="350"/>
                  </a:cubicBezTo>
                  <a:cubicBezTo>
                    <a:pt x="6907" y="373"/>
                    <a:pt x="7185" y="512"/>
                    <a:pt x="7301" y="582"/>
                  </a:cubicBezTo>
                  <a:cubicBezTo>
                    <a:pt x="7417" y="674"/>
                    <a:pt x="7116" y="674"/>
                    <a:pt x="7231" y="790"/>
                  </a:cubicBezTo>
                  <a:cubicBezTo>
                    <a:pt x="7351" y="910"/>
                    <a:pt x="7581" y="948"/>
                    <a:pt x="7845" y="948"/>
                  </a:cubicBezTo>
                  <a:cubicBezTo>
                    <a:pt x="8293" y="948"/>
                    <a:pt x="8837" y="839"/>
                    <a:pt x="9095" y="839"/>
                  </a:cubicBezTo>
                  <a:cubicBezTo>
                    <a:pt x="9156" y="839"/>
                    <a:pt x="9201" y="845"/>
                    <a:pt x="9225" y="860"/>
                  </a:cubicBezTo>
                  <a:cubicBezTo>
                    <a:pt x="9410" y="976"/>
                    <a:pt x="8019" y="1092"/>
                    <a:pt x="8089" y="1254"/>
                  </a:cubicBezTo>
                  <a:cubicBezTo>
                    <a:pt x="8141" y="1358"/>
                    <a:pt x="8793" y="1449"/>
                    <a:pt x="9145" y="1449"/>
                  </a:cubicBezTo>
                  <a:cubicBezTo>
                    <a:pt x="9262" y="1449"/>
                    <a:pt x="9346" y="1439"/>
                    <a:pt x="9364" y="1416"/>
                  </a:cubicBezTo>
                  <a:cubicBezTo>
                    <a:pt x="9377" y="1403"/>
                    <a:pt x="9392" y="1397"/>
                    <a:pt x="9409" y="1397"/>
                  </a:cubicBezTo>
                  <a:cubicBezTo>
                    <a:pt x="9513" y="1397"/>
                    <a:pt x="9698" y="1605"/>
                    <a:pt x="10036" y="1625"/>
                  </a:cubicBezTo>
                  <a:cubicBezTo>
                    <a:pt x="10060" y="1626"/>
                    <a:pt x="10083" y="1627"/>
                    <a:pt x="10105" y="1627"/>
                  </a:cubicBezTo>
                  <a:cubicBezTo>
                    <a:pt x="10402" y="1627"/>
                    <a:pt x="10379" y="1486"/>
                    <a:pt x="10638" y="1486"/>
                  </a:cubicBezTo>
                  <a:cubicBezTo>
                    <a:pt x="10916" y="1462"/>
                    <a:pt x="11334" y="1323"/>
                    <a:pt x="11334" y="1184"/>
                  </a:cubicBezTo>
                  <a:cubicBezTo>
                    <a:pt x="11357" y="1022"/>
                    <a:pt x="12168" y="814"/>
                    <a:pt x="12098" y="559"/>
                  </a:cubicBezTo>
                  <a:cubicBezTo>
                    <a:pt x="12064" y="420"/>
                    <a:pt x="11849" y="396"/>
                    <a:pt x="11615" y="396"/>
                  </a:cubicBezTo>
                  <a:cubicBezTo>
                    <a:pt x="11497" y="396"/>
                    <a:pt x="11375" y="402"/>
                    <a:pt x="11267" y="402"/>
                  </a:cubicBezTo>
                  <a:cubicBezTo>
                    <a:pt x="11160" y="402"/>
                    <a:pt x="11067" y="396"/>
                    <a:pt x="11009" y="373"/>
                  </a:cubicBezTo>
                  <a:cubicBezTo>
                    <a:pt x="10869" y="295"/>
                    <a:pt x="10592" y="207"/>
                    <a:pt x="10397" y="207"/>
                  </a:cubicBezTo>
                  <a:cubicBezTo>
                    <a:pt x="10303" y="207"/>
                    <a:pt x="10228" y="228"/>
                    <a:pt x="10198" y="281"/>
                  </a:cubicBezTo>
                  <a:cubicBezTo>
                    <a:pt x="10149" y="394"/>
                    <a:pt x="10055" y="451"/>
                    <a:pt x="9979" y="451"/>
                  </a:cubicBezTo>
                  <a:cubicBezTo>
                    <a:pt x="9947" y="451"/>
                    <a:pt x="9918" y="440"/>
                    <a:pt x="9897" y="420"/>
                  </a:cubicBezTo>
                  <a:cubicBezTo>
                    <a:pt x="9836" y="359"/>
                    <a:pt x="9917" y="51"/>
                    <a:pt x="9707" y="51"/>
                  </a:cubicBezTo>
                  <a:cubicBezTo>
                    <a:pt x="9676" y="51"/>
                    <a:pt x="9639" y="57"/>
                    <a:pt x="9595" y="72"/>
                  </a:cubicBezTo>
                  <a:cubicBezTo>
                    <a:pt x="9248" y="188"/>
                    <a:pt x="9572" y="559"/>
                    <a:pt x="9503" y="605"/>
                  </a:cubicBezTo>
                  <a:cubicBezTo>
                    <a:pt x="9489" y="612"/>
                    <a:pt x="9469" y="615"/>
                    <a:pt x="9447" y="615"/>
                  </a:cubicBezTo>
                  <a:cubicBezTo>
                    <a:pt x="9319" y="615"/>
                    <a:pt x="9082" y="511"/>
                    <a:pt x="9062" y="373"/>
                  </a:cubicBezTo>
                  <a:cubicBezTo>
                    <a:pt x="9057" y="332"/>
                    <a:pt x="9033" y="317"/>
                    <a:pt x="8999" y="317"/>
                  </a:cubicBezTo>
                  <a:cubicBezTo>
                    <a:pt x="8914" y="317"/>
                    <a:pt x="8766" y="406"/>
                    <a:pt x="8674" y="406"/>
                  </a:cubicBezTo>
                  <a:cubicBezTo>
                    <a:pt x="8637" y="406"/>
                    <a:pt x="8609" y="392"/>
                    <a:pt x="8599" y="350"/>
                  </a:cubicBezTo>
                  <a:cubicBezTo>
                    <a:pt x="8555" y="155"/>
                    <a:pt x="8167" y="0"/>
                    <a:pt x="8041" y="0"/>
                  </a:cubicBezTo>
                  <a:close/>
                  <a:moveTo>
                    <a:pt x="3172" y="2057"/>
                  </a:moveTo>
                  <a:cubicBezTo>
                    <a:pt x="3153" y="2057"/>
                    <a:pt x="3131" y="2060"/>
                    <a:pt x="3106" y="2065"/>
                  </a:cubicBezTo>
                  <a:cubicBezTo>
                    <a:pt x="2898" y="2135"/>
                    <a:pt x="3292" y="2529"/>
                    <a:pt x="3454" y="2552"/>
                  </a:cubicBezTo>
                  <a:cubicBezTo>
                    <a:pt x="3593" y="2598"/>
                    <a:pt x="3709" y="2830"/>
                    <a:pt x="3825" y="2830"/>
                  </a:cubicBezTo>
                  <a:cubicBezTo>
                    <a:pt x="3894" y="2807"/>
                    <a:pt x="3639" y="2505"/>
                    <a:pt x="3477" y="2343"/>
                  </a:cubicBezTo>
                  <a:cubicBezTo>
                    <a:pt x="3334" y="2200"/>
                    <a:pt x="3317" y="2057"/>
                    <a:pt x="3172" y="2057"/>
                  </a:cubicBezTo>
                  <a:close/>
                  <a:moveTo>
                    <a:pt x="6127" y="534"/>
                  </a:moveTo>
                  <a:cubicBezTo>
                    <a:pt x="6012" y="534"/>
                    <a:pt x="6114" y="791"/>
                    <a:pt x="6003" y="814"/>
                  </a:cubicBezTo>
                  <a:cubicBezTo>
                    <a:pt x="5887" y="837"/>
                    <a:pt x="5748" y="929"/>
                    <a:pt x="5934" y="1068"/>
                  </a:cubicBezTo>
                  <a:cubicBezTo>
                    <a:pt x="6119" y="1184"/>
                    <a:pt x="6281" y="1787"/>
                    <a:pt x="6258" y="1880"/>
                  </a:cubicBezTo>
                  <a:cubicBezTo>
                    <a:pt x="6256" y="1887"/>
                    <a:pt x="6251" y="1890"/>
                    <a:pt x="6243" y="1890"/>
                  </a:cubicBezTo>
                  <a:cubicBezTo>
                    <a:pt x="6151" y="1890"/>
                    <a:pt x="5677" y="1419"/>
                    <a:pt x="5656" y="1184"/>
                  </a:cubicBezTo>
                  <a:cubicBezTo>
                    <a:pt x="5638" y="996"/>
                    <a:pt x="5482" y="845"/>
                    <a:pt x="5373" y="845"/>
                  </a:cubicBezTo>
                  <a:cubicBezTo>
                    <a:pt x="5335" y="845"/>
                    <a:pt x="5303" y="864"/>
                    <a:pt x="5285" y="906"/>
                  </a:cubicBezTo>
                  <a:cubicBezTo>
                    <a:pt x="5215" y="1092"/>
                    <a:pt x="5007" y="1161"/>
                    <a:pt x="5076" y="1347"/>
                  </a:cubicBezTo>
                  <a:cubicBezTo>
                    <a:pt x="5105" y="1460"/>
                    <a:pt x="5037" y="1530"/>
                    <a:pt x="4981" y="1530"/>
                  </a:cubicBezTo>
                  <a:cubicBezTo>
                    <a:pt x="4945" y="1530"/>
                    <a:pt x="4914" y="1502"/>
                    <a:pt x="4914" y="1439"/>
                  </a:cubicBezTo>
                  <a:cubicBezTo>
                    <a:pt x="4914" y="1300"/>
                    <a:pt x="4613" y="1138"/>
                    <a:pt x="4520" y="1115"/>
                  </a:cubicBezTo>
                  <a:cubicBezTo>
                    <a:pt x="4404" y="1115"/>
                    <a:pt x="4798" y="1045"/>
                    <a:pt x="4984" y="953"/>
                  </a:cubicBezTo>
                  <a:cubicBezTo>
                    <a:pt x="5104" y="884"/>
                    <a:pt x="4957" y="803"/>
                    <a:pt x="4807" y="803"/>
                  </a:cubicBezTo>
                  <a:cubicBezTo>
                    <a:pt x="4754" y="803"/>
                    <a:pt x="4701" y="813"/>
                    <a:pt x="4659" y="837"/>
                  </a:cubicBezTo>
                  <a:cubicBezTo>
                    <a:pt x="4613" y="863"/>
                    <a:pt x="4563" y="871"/>
                    <a:pt x="4512" y="871"/>
                  </a:cubicBezTo>
                  <a:cubicBezTo>
                    <a:pt x="4446" y="871"/>
                    <a:pt x="4379" y="857"/>
                    <a:pt x="4321" y="857"/>
                  </a:cubicBezTo>
                  <a:cubicBezTo>
                    <a:pt x="4270" y="857"/>
                    <a:pt x="4226" y="868"/>
                    <a:pt x="4196" y="906"/>
                  </a:cubicBezTo>
                  <a:cubicBezTo>
                    <a:pt x="4165" y="951"/>
                    <a:pt x="4133" y="967"/>
                    <a:pt x="4096" y="967"/>
                  </a:cubicBezTo>
                  <a:cubicBezTo>
                    <a:pt x="4020" y="967"/>
                    <a:pt x="3927" y="899"/>
                    <a:pt x="3802" y="883"/>
                  </a:cubicBezTo>
                  <a:cubicBezTo>
                    <a:pt x="3789" y="879"/>
                    <a:pt x="3777" y="878"/>
                    <a:pt x="3764" y="878"/>
                  </a:cubicBezTo>
                  <a:cubicBezTo>
                    <a:pt x="3630" y="878"/>
                    <a:pt x="3511" y="1074"/>
                    <a:pt x="3394" y="1074"/>
                  </a:cubicBezTo>
                  <a:cubicBezTo>
                    <a:pt x="3383" y="1074"/>
                    <a:pt x="3372" y="1072"/>
                    <a:pt x="3361" y="1068"/>
                  </a:cubicBezTo>
                  <a:cubicBezTo>
                    <a:pt x="3353" y="1065"/>
                    <a:pt x="3345" y="1064"/>
                    <a:pt x="3338" y="1064"/>
                  </a:cubicBezTo>
                  <a:cubicBezTo>
                    <a:pt x="3237" y="1064"/>
                    <a:pt x="3189" y="1344"/>
                    <a:pt x="3361" y="1625"/>
                  </a:cubicBezTo>
                  <a:cubicBezTo>
                    <a:pt x="3420" y="1709"/>
                    <a:pt x="3473" y="1739"/>
                    <a:pt x="3524" y="1739"/>
                  </a:cubicBezTo>
                  <a:cubicBezTo>
                    <a:pt x="3645" y="1739"/>
                    <a:pt x="3755" y="1574"/>
                    <a:pt x="3902" y="1574"/>
                  </a:cubicBezTo>
                  <a:cubicBezTo>
                    <a:pt x="3915" y="1574"/>
                    <a:pt x="3927" y="1576"/>
                    <a:pt x="3941" y="1578"/>
                  </a:cubicBezTo>
                  <a:cubicBezTo>
                    <a:pt x="4172" y="1625"/>
                    <a:pt x="3709" y="1880"/>
                    <a:pt x="3639" y="2111"/>
                  </a:cubicBezTo>
                  <a:cubicBezTo>
                    <a:pt x="3547" y="2343"/>
                    <a:pt x="3987" y="2552"/>
                    <a:pt x="4172" y="2714"/>
                  </a:cubicBezTo>
                  <a:cubicBezTo>
                    <a:pt x="4269" y="2799"/>
                    <a:pt x="4436" y="2833"/>
                    <a:pt x="4596" y="2833"/>
                  </a:cubicBezTo>
                  <a:cubicBezTo>
                    <a:pt x="4742" y="2833"/>
                    <a:pt x="4883" y="2804"/>
                    <a:pt x="4960" y="2760"/>
                  </a:cubicBezTo>
                  <a:cubicBezTo>
                    <a:pt x="5095" y="2671"/>
                    <a:pt x="5056" y="2342"/>
                    <a:pt x="5242" y="2342"/>
                  </a:cubicBezTo>
                  <a:cubicBezTo>
                    <a:pt x="5248" y="2342"/>
                    <a:pt x="5255" y="2342"/>
                    <a:pt x="5262" y="2343"/>
                  </a:cubicBezTo>
                  <a:cubicBezTo>
                    <a:pt x="5470" y="2343"/>
                    <a:pt x="5354" y="2158"/>
                    <a:pt x="5540" y="2088"/>
                  </a:cubicBezTo>
                  <a:cubicBezTo>
                    <a:pt x="5555" y="2084"/>
                    <a:pt x="5570" y="2082"/>
                    <a:pt x="5583" y="2082"/>
                  </a:cubicBezTo>
                  <a:cubicBezTo>
                    <a:pt x="5705" y="2082"/>
                    <a:pt x="5712" y="2266"/>
                    <a:pt x="5586" y="2413"/>
                  </a:cubicBezTo>
                  <a:cubicBezTo>
                    <a:pt x="5523" y="2497"/>
                    <a:pt x="5570" y="2538"/>
                    <a:pt x="5660" y="2538"/>
                  </a:cubicBezTo>
                  <a:cubicBezTo>
                    <a:pt x="5768" y="2538"/>
                    <a:pt x="5936" y="2480"/>
                    <a:pt x="6050" y="2366"/>
                  </a:cubicBezTo>
                  <a:cubicBezTo>
                    <a:pt x="6118" y="2304"/>
                    <a:pt x="6171" y="2279"/>
                    <a:pt x="6209" y="2279"/>
                  </a:cubicBezTo>
                  <a:cubicBezTo>
                    <a:pt x="6301" y="2279"/>
                    <a:pt x="6314" y="2421"/>
                    <a:pt x="6281" y="2552"/>
                  </a:cubicBezTo>
                  <a:cubicBezTo>
                    <a:pt x="6212" y="2760"/>
                    <a:pt x="5771" y="2644"/>
                    <a:pt x="5609" y="2853"/>
                  </a:cubicBezTo>
                  <a:cubicBezTo>
                    <a:pt x="5470" y="3085"/>
                    <a:pt x="4984" y="2899"/>
                    <a:pt x="4752" y="3154"/>
                  </a:cubicBezTo>
                  <a:cubicBezTo>
                    <a:pt x="4609" y="3313"/>
                    <a:pt x="4760" y="3374"/>
                    <a:pt x="4967" y="3374"/>
                  </a:cubicBezTo>
                  <a:cubicBezTo>
                    <a:pt x="5061" y="3374"/>
                    <a:pt x="5167" y="3361"/>
                    <a:pt x="5262" y="3340"/>
                  </a:cubicBezTo>
                  <a:cubicBezTo>
                    <a:pt x="5475" y="3307"/>
                    <a:pt x="5815" y="3274"/>
                    <a:pt x="6078" y="3274"/>
                  </a:cubicBezTo>
                  <a:cubicBezTo>
                    <a:pt x="6187" y="3274"/>
                    <a:pt x="6283" y="3280"/>
                    <a:pt x="6351" y="3293"/>
                  </a:cubicBezTo>
                  <a:cubicBezTo>
                    <a:pt x="6559" y="3340"/>
                    <a:pt x="6212" y="3409"/>
                    <a:pt x="5841" y="3409"/>
                  </a:cubicBezTo>
                  <a:cubicBezTo>
                    <a:pt x="5493" y="3409"/>
                    <a:pt x="5354" y="3525"/>
                    <a:pt x="5377" y="3618"/>
                  </a:cubicBezTo>
                  <a:cubicBezTo>
                    <a:pt x="5377" y="3637"/>
                    <a:pt x="5356" y="3643"/>
                    <a:pt x="5321" y="3643"/>
                  </a:cubicBezTo>
                  <a:cubicBezTo>
                    <a:pt x="5254" y="3643"/>
                    <a:pt x="5138" y="3619"/>
                    <a:pt x="5037" y="3619"/>
                  </a:cubicBezTo>
                  <a:cubicBezTo>
                    <a:pt x="4938" y="3619"/>
                    <a:pt x="4854" y="3642"/>
                    <a:pt x="4844" y="3734"/>
                  </a:cubicBezTo>
                  <a:cubicBezTo>
                    <a:pt x="4821" y="3942"/>
                    <a:pt x="5331" y="4035"/>
                    <a:pt x="5377" y="4174"/>
                  </a:cubicBezTo>
                  <a:cubicBezTo>
                    <a:pt x="5402" y="4223"/>
                    <a:pt x="5462" y="4238"/>
                    <a:pt x="5534" y="4238"/>
                  </a:cubicBezTo>
                  <a:cubicBezTo>
                    <a:pt x="5633" y="4238"/>
                    <a:pt x="5756" y="4210"/>
                    <a:pt x="5842" y="4210"/>
                  </a:cubicBezTo>
                  <a:cubicBezTo>
                    <a:pt x="5869" y="4210"/>
                    <a:pt x="5893" y="4213"/>
                    <a:pt x="5911" y="4220"/>
                  </a:cubicBezTo>
                  <a:cubicBezTo>
                    <a:pt x="6050" y="4290"/>
                    <a:pt x="5702" y="4383"/>
                    <a:pt x="5656" y="4429"/>
                  </a:cubicBezTo>
                  <a:cubicBezTo>
                    <a:pt x="5609" y="4498"/>
                    <a:pt x="6026" y="4591"/>
                    <a:pt x="6096" y="4707"/>
                  </a:cubicBezTo>
                  <a:cubicBezTo>
                    <a:pt x="6120" y="4747"/>
                    <a:pt x="6170" y="4765"/>
                    <a:pt x="6227" y="4765"/>
                  </a:cubicBezTo>
                  <a:cubicBezTo>
                    <a:pt x="6336" y="4765"/>
                    <a:pt x="6467" y="4698"/>
                    <a:pt x="6467" y="4591"/>
                  </a:cubicBezTo>
                  <a:cubicBezTo>
                    <a:pt x="6444" y="4383"/>
                    <a:pt x="6722" y="3734"/>
                    <a:pt x="7092" y="3618"/>
                  </a:cubicBezTo>
                  <a:cubicBezTo>
                    <a:pt x="7463" y="3479"/>
                    <a:pt x="7255" y="3363"/>
                    <a:pt x="7301" y="3154"/>
                  </a:cubicBezTo>
                  <a:cubicBezTo>
                    <a:pt x="7347" y="2946"/>
                    <a:pt x="7649" y="3108"/>
                    <a:pt x="7556" y="2946"/>
                  </a:cubicBezTo>
                  <a:cubicBezTo>
                    <a:pt x="7463" y="2783"/>
                    <a:pt x="7510" y="2691"/>
                    <a:pt x="7741" y="2482"/>
                  </a:cubicBezTo>
                  <a:cubicBezTo>
                    <a:pt x="7973" y="2274"/>
                    <a:pt x="8135" y="2413"/>
                    <a:pt x="8413" y="2297"/>
                  </a:cubicBezTo>
                  <a:cubicBezTo>
                    <a:pt x="8477" y="2265"/>
                    <a:pt x="8532" y="2253"/>
                    <a:pt x="8575" y="2253"/>
                  </a:cubicBezTo>
                  <a:cubicBezTo>
                    <a:pt x="8723" y="2253"/>
                    <a:pt x="8739" y="2395"/>
                    <a:pt x="8506" y="2413"/>
                  </a:cubicBezTo>
                  <a:cubicBezTo>
                    <a:pt x="8251" y="2436"/>
                    <a:pt x="8390" y="2737"/>
                    <a:pt x="8599" y="2830"/>
                  </a:cubicBezTo>
                  <a:cubicBezTo>
                    <a:pt x="8807" y="2899"/>
                    <a:pt x="8622" y="2969"/>
                    <a:pt x="8784" y="3015"/>
                  </a:cubicBezTo>
                  <a:cubicBezTo>
                    <a:pt x="8970" y="3062"/>
                    <a:pt x="8923" y="3293"/>
                    <a:pt x="8692" y="3548"/>
                  </a:cubicBezTo>
                  <a:cubicBezTo>
                    <a:pt x="8566" y="3673"/>
                    <a:pt x="8616" y="3748"/>
                    <a:pt x="8777" y="3748"/>
                  </a:cubicBezTo>
                  <a:cubicBezTo>
                    <a:pt x="8883" y="3748"/>
                    <a:pt x="9039" y="3715"/>
                    <a:pt x="9225" y="3641"/>
                  </a:cubicBezTo>
                  <a:cubicBezTo>
                    <a:pt x="9319" y="3608"/>
                    <a:pt x="9381" y="3594"/>
                    <a:pt x="9422" y="3594"/>
                  </a:cubicBezTo>
                  <a:cubicBezTo>
                    <a:pt x="9584" y="3594"/>
                    <a:pt x="9415" y="3808"/>
                    <a:pt x="9526" y="3919"/>
                  </a:cubicBezTo>
                  <a:cubicBezTo>
                    <a:pt x="9550" y="3948"/>
                    <a:pt x="9586" y="3961"/>
                    <a:pt x="9628" y="3961"/>
                  </a:cubicBezTo>
                  <a:cubicBezTo>
                    <a:pt x="9789" y="3961"/>
                    <a:pt x="10051" y="3778"/>
                    <a:pt x="10198" y="3595"/>
                  </a:cubicBezTo>
                  <a:cubicBezTo>
                    <a:pt x="10406" y="3363"/>
                    <a:pt x="10685" y="3409"/>
                    <a:pt x="10685" y="3293"/>
                  </a:cubicBezTo>
                  <a:cubicBezTo>
                    <a:pt x="10669" y="3197"/>
                    <a:pt x="10564" y="3145"/>
                    <a:pt x="10448" y="3145"/>
                  </a:cubicBezTo>
                  <a:cubicBezTo>
                    <a:pt x="10396" y="3145"/>
                    <a:pt x="10341" y="3156"/>
                    <a:pt x="10291" y="3177"/>
                  </a:cubicBezTo>
                  <a:cubicBezTo>
                    <a:pt x="10239" y="3200"/>
                    <a:pt x="10158" y="3210"/>
                    <a:pt x="10078" y="3210"/>
                  </a:cubicBezTo>
                  <a:cubicBezTo>
                    <a:pt x="9908" y="3210"/>
                    <a:pt x="9740" y="3163"/>
                    <a:pt x="9850" y="3085"/>
                  </a:cubicBezTo>
                  <a:cubicBezTo>
                    <a:pt x="9977" y="2958"/>
                    <a:pt x="9969" y="2850"/>
                    <a:pt x="9808" y="2850"/>
                  </a:cubicBezTo>
                  <a:cubicBezTo>
                    <a:pt x="9792" y="2850"/>
                    <a:pt x="9776" y="2851"/>
                    <a:pt x="9758" y="2853"/>
                  </a:cubicBezTo>
                  <a:cubicBezTo>
                    <a:pt x="9733" y="2855"/>
                    <a:pt x="9707" y="2857"/>
                    <a:pt x="9680" y="2857"/>
                  </a:cubicBezTo>
                  <a:cubicBezTo>
                    <a:pt x="9449" y="2857"/>
                    <a:pt x="9151" y="2774"/>
                    <a:pt x="9317" y="2691"/>
                  </a:cubicBezTo>
                  <a:cubicBezTo>
                    <a:pt x="9503" y="2621"/>
                    <a:pt x="9201" y="2389"/>
                    <a:pt x="9016" y="2389"/>
                  </a:cubicBezTo>
                  <a:cubicBezTo>
                    <a:pt x="9008" y="2391"/>
                    <a:pt x="9000" y="2391"/>
                    <a:pt x="8992" y="2391"/>
                  </a:cubicBezTo>
                  <a:cubicBezTo>
                    <a:pt x="8858" y="2391"/>
                    <a:pt x="8900" y="2198"/>
                    <a:pt x="8900" y="2088"/>
                  </a:cubicBezTo>
                  <a:cubicBezTo>
                    <a:pt x="8923" y="1949"/>
                    <a:pt x="8437" y="1880"/>
                    <a:pt x="8529" y="1833"/>
                  </a:cubicBezTo>
                  <a:cubicBezTo>
                    <a:pt x="8597" y="1799"/>
                    <a:pt x="8455" y="1729"/>
                    <a:pt x="8346" y="1729"/>
                  </a:cubicBezTo>
                  <a:cubicBezTo>
                    <a:pt x="8306" y="1729"/>
                    <a:pt x="8270" y="1739"/>
                    <a:pt x="8251" y="1764"/>
                  </a:cubicBezTo>
                  <a:cubicBezTo>
                    <a:pt x="8222" y="1812"/>
                    <a:pt x="8177" y="1836"/>
                    <a:pt x="8134" y="1836"/>
                  </a:cubicBezTo>
                  <a:cubicBezTo>
                    <a:pt x="8075" y="1836"/>
                    <a:pt x="8019" y="1789"/>
                    <a:pt x="8019" y="1694"/>
                  </a:cubicBezTo>
                  <a:cubicBezTo>
                    <a:pt x="8019" y="1611"/>
                    <a:pt x="7894" y="1594"/>
                    <a:pt x="7759" y="1594"/>
                  </a:cubicBezTo>
                  <a:cubicBezTo>
                    <a:pt x="7669" y="1594"/>
                    <a:pt x="7574" y="1602"/>
                    <a:pt x="7510" y="1602"/>
                  </a:cubicBezTo>
                  <a:cubicBezTo>
                    <a:pt x="7505" y="1602"/>
                    <a:pt x="7500" y="1603"/>
                    <a:pt x="7496" y="1603"/>
                  </a:cubicBezTo>
                  <a:cubicBezTo>
                    <a:pt x="7375" y="1603"/>
                    <a:pt x="7435" y="1296"/>
                    <a:pt x="7301" y="1184"/>
                  </a:cubicBezTo>
                  <a:cubicBezTo>
                    <a:pt x="7280" y="1167"/>
                    <a:pt x="7257" y="1159"/>
                    <a:pt x="7233" y="1159"/>
                  </a:cubicBezTo>
                  <a:cubicBezTo>
                    <a:pt x="7107" y="1159"/>
                    <a:pt x="6952" y="1371"/>
                    <a:pt x="6871" y="1371"/>
                  </a:cubicBezTo>
                  <a:cubicBezTo>
                    <a:pt x="6867" y="1371"/>
                    <a:pt x="6864" y="1371"/>
                    <a:pt x="6861" y="1370"/>
                  </a:cubicBezTo>
                  <a:cubicBezTo>
                    <a:pt x="6745" y="1347"/>
                    <a:pt x="6930" y="1138"/>
                    <a:pt x="7000" y="999"/>
                  </a:cubicBezTo>
                  <a:cubicBezTo>
                    <a:pt x="7035" y="877"/>
                    <a:pt x="6728" y="741"/>
                    <a:pt x="6545" y="741"/>
                  </a:cubicBezTo>
                  <a:cubicBezTo>
                    <a:pt x="6484" y="741"/>
                    <a:pt x="6438" y="756"/>
                    <a:pt x="6420" y="790"/>
                  </a:cubicBezTo>
                  <a:cubicBezTo>
                    <a:pt x="6413" y="813"/>
                    <a:pt x="6403" y="823"/>
                    <a:pt x="6392" y="823"/>
                  </a:cubicBezTo>
                  <a:cubicBezTo>
                    <a:pt x="6336" y="823"/>
                    <a:pt x="6239" y="574"/>
                    <a:pt x="6142" y="535"/>
                  </a:cubicBezTo>
                  <a:cubicBezTo>
                    <a:pt x="6137" y="535"/>
                    <a:pt x="6132" y="534"/>
                    <a:pt x="6127" y="534"/>
                  </a:cubicBezTo>
                  <a:close/>
                  <a:moveTo>
                    <a:pt x="11235" y="10564"/>
                  </a:moveTo>
                  <a:cubicBezTo>
                    <a:pt x="11074" y="10564"/>
                    <a:pt x="11049" y="10762"/>
                    <a:pt x="10986" y="10825"/>
                  </a:cubicBezTo>
                  <a:cubicBezTo>
                    <a:pt x="10977" y="10831"/>
                    <a:pt x="10964" y="10834"/>
                    <a:pt x="10948" y="10834"/>
                  </a:cubicBezTo>
                  <a:cubicBezTo>
                    <a:pt x="10855" y="10834"/>
                    <a:pt x="10661" y="10747"/>
                    <a:pt x="10606" y="10747"/>
                  </a:cubicBezTo>
                  <a:cubicBezTo>
                    <a:pt x="10597" y="10747"/>
                    <a:pt x="10592" y="10750"/>
                    <a:pt x="10592" y="10756"/>
                  </a:cubicBezTo>
                  <a:cubicBezTo>
                    <a:pt x="10592" y="10825"/>
                    <a:pt x="10430" y="10848"/>
                    <a:pt x="10499" y="10964"/>
                  </a:cubicBezTo>
                  <a:cubicBezTo>
                    <a:pt x="10560" y="11055"/>
                    <a:pt x="10522" y="11126"/>
                    <a:pt x="10469" y="11126"/>
                  </a:cubicBezTo>
                  <a:cubicBezTo>
                    <a:pt x="10440" y="11126"/>
                    <a:pt x="10408" y="11105"/>
                    <a:pt x="10383" y="11057"/>
                  </a:cubicBezTo>
                  <a:cubicBezTo>
                    <a:pt x="10354" y="11013"/>
                    <a:pt x="10314" y="10995"/>
                    <a:pt x="10269" y="10995"/>
                  </a:cubicBezTo>
                  <a:cubicBezTo>
                    <a:pt x="10171" y="10995"/>
                    <a:pt x="10053" y="11085"/>
                    <a:pt x="9989" y="11196"/>
                  </a:cubicBezTo>
                  <a:cubicBezTo>
                    <a:pt x="9897" y="11358"/>
                    <a:pt x="9781" y="11335"/>
                    <a:pt x="9873" y="11405"/>
                  </a:cubicBezTo>
                  <a:cubicBezTo>
                    <a:pt x="9966" y="11451"/>
                    <a:pt x="9966" y="11683"/>
                    <a:pt x="9804" y="11706"/>
                  </a:cubicBezTo>
                  <a:cubicBezTo>
                    <a:pt x="9797" y="11708"/>
                    <a:pt x="9791" y="11709"/>
                    <a:pt x="9785" y="11709"/>
                  </a:cubicBezTo>
                  <a:cubicBezTo>
                    <a:pt x="9677" y="11709"/>
                    <a:pt x="9723" y="11355"/>
                    <a:pt x="9635" y="11355"/>
                  </a:cubicBezTo>
                  <a:cubicBezTo>
                    <a:pt x="9630" y="11355"/>
                    <a:pt x="9624" y="11356"/>
                    <a:pt x="9619" y="11358"/>
                  </a:cubicBezTo>
                  <a:cubicBezTo>
                    <a:pt x="9609" y="11362"/>
                    <a:pt x="9601" y="11364"/>
                    <a:pt x="9593" y="11364"/>
                  </a:cubicBezTo>
                  <a:cubicBezTo>
                    <a:pt x="9515" y="11364"/>
                    <a:pt x="9586" y="11150"/>
                    <a:pt x="9734" y="11150"/>
                  </a:cubicBezTo>
                  <a:cubicBezTo>
                    <a:pt x="9873" y="11150"/>
                    <a:pt x="10036" y="10918"/>
                    <a:pt x="10013" y="10872"/>
                  </a:cubicBezTo>
                  <a:cubicBezTo>
                    <a:pt x="10003" y="10821"/>
                    <a:pt x="9967" y="10797"/>
                    <a:pt x="9929" y="10797"/>
                  </a:cubicBezTo>
                  <a:cubicBezTo>
                    <a:pt x="9879" y="10797"/>
                    <a:pt x="9827" y="10839"/>
                    <a:pt x="9827" y="10918"/>
                  </a:cubicBezTo>
                  <a:cubicBezTo>
                    <a:pt x="9827" y="11001"/>
                    <a:pt x="9697" y="11013"/>
                    <a:pt x="9555" y="11013"/>
                  </a:cubicBezTo>
                  <a:cubicBezTo>
                    <a:pt x="9498" y="11013"/>
                    <a:pt x="9440" y="11011"/>
                    <a:pt x="9387" y="11011"/>
                  </a:cubicBezTo>
                  <a:cubicBezTo>
                    <a:pt x="9378" y="11010"/>
                    <a:pt x="9369" y="11009"/>
                    <a:pt x="9361" y="11009"/>
                  </a:cubicBezTo>
                  <a:cubicBezTo>
                    <a:pt x="9179" y="11009"/>
                    <a:pt x="9188" y="11247"/>
                    <a:pt x="9410" y="11358"/>
                  </a:cubicBezTo>
                  <a:cubicBezTo>
                    <a:pt x="9569" y="11454"/>
                    <a:pt x="9488" y="11516"/>
                    <a:pt x="9384" y="11516"/>
                  </a:cubicBezTo>
                  <a:cubicBezTo>
                    <a:pt x="9336" y="11516"/>
                    <a:pt x="9284" y="11503"/>
                    <a:pt x="9248" y="11474"/>
                  </a:cubicBezTo>
                  <a:cubicBezTo>
                    <a:pt x="9199" y="11435"/>
                    <a:pt x="9142" y="11421"/>
                    <a:pt x="9083" y="11421"/>
                  </a:cubicBezTo>
                  <a:cubicBezTo>
                    <a:pt x="9003" y="11421"/>
                    <a:pt x="8921" y="11447"/>
                    <a:pt x="8854" y="11474"/>
                  </a:cubicBezTo>
                  <a:cubicBezTo>
                    <a:pt x="8715" y="11544"/>
                    <a:pt x="9132" y="11683"/>
                    <a:pt x="9155" y="11752"/>
                  </a:cubicBezTo>
                  <a:cubicBezTo>
                    <a:pt x="9159" y="11765"/>
                    <a:pt x="9155" y="11770"/>
                    <a:pt x="9145" y="11770"/>
                  </a:cubicBezTo>
                  <a:cubicBezTo>
                    <a:pt x="9110" y="11770"/>
                    <a:pt x="9005" y="11711"/>
                    <a:pt x="8942" y="11711"/>
                  </a:cubicBezTo>
                  <a:cubicBezTo>
                    <a:pt x="8923" y="11711"/>
                    <a:pt x="8909" y="11716"/>
                    <a:pt x="8900" y="11729"/>
                  </a:cubicBezTo>
                  <a:cubicBezTo>
                    <a:pt x="8892" y="11737"/>
                    <a:pt x="8878" y="11741"/>
                    <a:pt x="8860" y="11741"/>
                  </a:cubicBezTo>
                  <a:cubicBezTo>
                    <a:pt x="8778" y="11741"/>
                    <a:pt x="8618" y="11658"/>
                    <a:pt x="8599" y="11544"/>
                  </a:cubicBezTo>
                  <a:cubicBezTo>
                    <a:pt x="8593" y="11510"/>
                    <a:pt x="8568" y="11497"/>
                    <a:pt x="8537" y="11497"/>
                  </a:cubicBezTo>
                  <a:cubicBezTo>
                    <a:pt x="8439" y="11497"/>
                    <a:pt x="8279" y="11624"/>
                    <a:pt x="8437" y="11660"/>
                  </a:cubicBezTo>
                  <a:cubicBezTo>
                    <a:pt x="8622" y="11706"/>
                    <a:pt x="8552" y="11845"/>
                    <a:pt x="8552" y="12007"/>
                  </a:cubicBezTo>
                  <a:cubicBezTo>
                    <a:pt x="8552" y="12070"/>
                    <a:pt x="8526" y="12096"/>
                    <a:pt x="8492" y="12096"/>
                  </a:cubicBezTo>
                  <a:cubicBezTo>
                    <a:pt x="8427" y="12096"/>
                    <a:pt x="8336" y="11998"/>
                    <a:pt x="8367" y="11891"/>
                  </a:cubicBezTo>
                  <a:cubicBezTo>
                    <a:pt x="8390" y="11822"/>
                    <a:pt x="8355" y="11793"/>
                    <a:pt x="8295" y="11793"/>
                  </a:cubicBezTo>
                  <a:cubicBezTo>
                    <a:pt x="8234" y="11793"/>
                    <a:pt x="8147" y="11822"/>
                    <a:pt x="8066" y="11868"/>
                  </a:cubicBezTo>
                  <a:cubicBezTo>
                    <a:pt x="8039" y="11887"/>
                    <a:pt x="8022" y="11896"/>
                    <a:pt x="8011" y="11896"/>
                  </a:cubicBezTo>
                  <a:cubicBezTo>
                    <a:pt x="7958" y="11896"/>
                    <a:pt x="8077" y="11683"/>
                    <a:pt x="8019" y="11567"/>
                  </a:cubicBezTo>
                  <a:cubicBezTo>
                    <a:pt x="7997" y="11522"/>
                    <a:pt x="7967" y="11506"/>
                    <a:pt x="7931" y="11506"/>
                  </a:cubicBezTo>
                  <a:cubicBezTo>
                    <a:pt x="7857" y="11506"/>
                    <a:pt x="7758" y="11574"/>
                    <a:pt x="7649" y="11590"/>
                  </a:cubicBezTo>
                  <a:cubicBezTo>
                    <a:pt x="7486" y="11613"/>
                    <a:pt x="7394" y="11636"/>
                    <a:pt x="7486" y="11752"/>
                  </a:cubicBezTo>
                  <a:cubicBezTo>
                    <a:pt x="7590" y="11835"/>
                    <a:pt x="7583" y="11991"/>
                    <a:pt x="7481" y="11991"/>
                  </a:cubicBezTo>
                  <a:cubicBezTo>
                    <a:pt x="7469" y="11991"/>
                    <a:pt x="7455" y="11989"/>
                    <a:pt x="7440" y="11984"/>
                  </a:cubicBezTo>
                  <a:cubicBezTo>
                    <a:pt x="7410" y="11979"/>
                    <a:pt x="7385" y="11976"/>
                    <a:pt x="7363" y="11976"/>
                  </a:cubicBezTo>
                  <a:cubicBezTo>
                    <a:pt x="7283" y="11976"/>
                    <a:pt x="7255" y="12014"/>
                    <a:pt x="7255" y="12123"/>
                  </a:cubicBezTo>
                  <a:cubicBezTo>
                    <a:pt x="7267" y="12196"/>
                    <a:pt x="7222" y="12230"/>
                    <a:pt x="7173" y="12230"/>
                  </a:cubicBezTo>
                  <a:cubicBezTo>
                    <a:pt x="7128" y="12230"/>
                    <a:pt x="7080" y="12201"/>
                    <a:pt x="7069" y="12146"/>
                  </a:cubicBezTo>
                  <a:cubicBezTo>
                    <a:pt x="7060" y="12099"/>
                    <a:pt x="7013" y="12079"/>
                    <a:pt x="6954" y="12079"/>
                  </a:cubicBezTo>
                  <a:cubicBezTo>
                    <a:pt x="6867" y="12079"/>
                    <a:pt x="6754" y="12123"/>
                    <a:pt x="6698" y="12193"/>
                  </a:cubicBezTo>
                  <a:cubicBezTo>
                    <a:pt x="6629" y="12332"/>
                    <a:pt x="6397" y="12424"/>
                    <a:pt x="6420" y="12563"/>
                  </a:cubicBezTo>
                  <a:cubicBezTo>
                    <a:pt x="6426" y="12599"/>
                    <a:pt x="6443" y="12612"/>
                    <a:pt x="6467" y="12612"/>
                  </a:cubicBezTo>
                  <a:cubicBezTo>
                    <a:pt x="6526" y="12612"/>
                    <a:pt x="6630" y="12533"/>
                    <a:pt x="6724" y="12533"/>
                  </a:cubicBezTo>
                  <a:cubicBezTo>
                    <a:pt x="6739" y="12533"/>
                    <a:pt x="6754" y="12535"/>
                    <a:pt x="6768" y="12540"/>
                  </a:cubicBezTo>
                  <a:cubicBezTo>
                    <a:pt x="6907" y="12587"/>
                    <a:pt x="6745" y="12656"/>
                    <a:pt x="6838" y="12726"/>
                  </a:cubicBezTo>
                  <a:cubicBezTo>
                    <a:pt x="6892" y="12799"/>
                    <a:pt x="6904" y="12915"/>
                    <a:pt x="6849" y="12915"/>
                  </a:cubicBezTo>
                  <a:cubicBezTo>
                    <a:pt x="6835" y="12915"/>
                    <a:pt x="6815" y="12907"/>
                    <a:pt x="6791" y="12888"/>
                  </a:cubicBezTo>
                  <a:cubicBezTo>
                    <a:pt x="6733" y="12830"/>
                    <a:pt x="6669" y="12795"/>
                    <a:pt x="6617" y="12795"/>
                  </a:cubicBezTo>
                  <a:cubicBezTo>
                    <a:pt x="6565" y="12795"/>
                    <a:pt x="6525" y="12830"/>
                    <a:pt x="6513" y="12911"/>
                  </a:cubicBezTo>
                  <a:cubicBezTo>
                    <a:pt x="6506" y="12964"/>
                    <a:pt x="6490" y="12985"/>
                    <a:pt x="6469" y="12985"/>
                  </a:cubicBezTo>
                  <a:cubicBezTo>
                    <a:pt x="6414" y="12985"/>
                    <a:pt x="6324" y="12855"/>
                    <a:pt x="6258" y="12772"/>
                  </a:cubicBezTo>
                  <a:cubicBezTo>
                    <a:pt x="6245" y="12755"/>
                    <a:pt x="6231" y="12748"/>
                    <a:pt x="6218" y="12748"/>
                  </a:cubicBezTo>
                  <a:cubicBezTo>
                    <a:pt x="6149" y="12748"/>
                    <a:pt x="6079" y="12927"/>
                    <a:pt x="5998" y="12927"/>
                  </a:cubicBezTo>
                  <a:cubicBezTo>
                    <a:pt x="5984" y="12927"/>
                    <a:pt x="5971" y="12922"/>
                    <a:pt x="5957" y="12911"/>
                  </a:cubicBezTo>
                  <a:cubicBezTo>
                    <a:pt x="5864" y="12841"/>
                    <a:pt x="6165" y="12587"/>
                    <a:pt x="6096" y="12471"/>
                  </a:cubicBezTo>
                  <a:cubicBezTo>
                    <a:pt x="6075" y="12439"/>
                    <a:pt x="6056" y="12425"/>
                    <a:pt x="6038" y="12425"/>
                  </a:cubicBezTo>
                  <a:cubicBezTo>
                    <a:pt x="5975" y="12425"/>
                    <a:pt x="5915" y="12582"/>
                    <a:pt x="5771" y="12726"/>
                  </a:cubicBezTo>
                  <a:cubicBezTo>
                    <a:pt x="5586" y="12911"/>
                    <a:pt x="5331" y="12888"/>
                    <a:pt x="5424" y="12981"/>
                  </a:cubicBezTo>
                  <a:cubicBezTo>
                    <a:pt x="5517" y="13073"/>
                    <a:pt x="5238" y="13120"/>
                    <a:pt x="5192" y="13282"/>
                  </a:cubicBezTo>
                  <a:cubicBezTo>
                    <a:pt x="5146" y="13421"/>
                    <a:pt x="4752" y="13490"/>
                    <a:pt x="4520" y="13653"/>
                  </a:cubicBezTo>
                  <a:cubicBezTo>
                    <a:pt x="4393" y="13734"/>
                    <a:pt x="4404" y="13774"/>
                    <a:pt x="4465" y="13774"/>
                  </a:cubicBezTo>
                  <a:cubicBezTo>
                    <a:pt x="4526" y="13774"/>
                    <a:pt x="4636" y="13734"/>
                    <a:pt x="4705" y="13653"/>
                  </a:cubicBezTo>
                  <a:cubicBezTo>
                    <a:pt x="4844" y="13514"/>
                    <a:pt x="4891" y="13606"/>
                    <a:pt x="5099" y="13467"/>
                  </a:cubicBezTo>
                  <a:cubicBezTo>
                    <a:pt x="5296" y="13349"/>
                    <a:pt x="5492" y="13248"/>
                    <a:pt x="5590" y="13248"/>
                  </a:cubicBezTo>
                  <a:cubicBezTo>
                    <a:pt x="5607" y="13248"/>
                    <a:pt x="5622" y="13252"/>
                    <a:pt x="5632" y="13259"/>
                  </a:cubicBezTo>
                  <a:cubicBezTo>
                    <a:pt x="5679" y="13293"/>
                    <a:pt x="5737" y="13322"/>
                    <a:pt x="5795" y="13322"/>
                  </a:cubicBezTo>
                  <a:cubicBezTo>
                    <a:pt x="5853" y="13322"/>
                    <a:pt x="5911" y="13293"/>
                    <a:pt x="5957" y="13212"/>
                  </a:cubicBezTo>
                  <a:cubicBezTo>
                    <a:pt x="6015" y="13143"/>
                    <a:pt x="6073" y="13114"/>
                    <a:pt x="6131" y="13114"/>
                  </a:cubicBezTo>
                  <a:cubicBezTo>
                    <a:pt x="6189" y="13114"/>
                    <a:pt x="6247" y="13143"/>
                    <a:pt x="6304" y="13189"/>
                  </a:cubicBezTo>
                  <a:cubicBezTo>
                    <a:pt x="6397" y="13282"/>
                    <a:pt x="6119" y="13351"/>
                    <a:pt x="6258" y="13490"/>
                  </a:cubicBezTo>
                  <a:cubicBezTo>
                    <a:pt x="6337" y="13569"/>
                    <a:pt x="6234" y="13626"/>
                    <a:pt x="6160" y="13626"/>
                  </a:cubicBezTo>
                  <a:cubicBezTo>
                    <a:pt x="6125" y="13626"/>
                    <a:pt x="6096" y="13613"/>
                    <a:pt x="6096" y="13583"/>
                  </a:cubicBezTo>
                  <a:cubicBezTo>
                    <a:pt x="6096" y="13500"/>
                    <a:pt x="6013" y="13429"/>
                    <a:pt x="5949" y="13429"/>
                  </a:cubicBezTo>
                  <a:cubicBezTo>
                    <a:pt x="5923" y="13429"/>
                    <a:pt x="5901" y="13441"/>
                    <a:pt x="5887" y="13467"/>
                  </a:cubicBezTo>
                  <a:cubicBezTo>
                    <a:pt x="5818" y="13583"/>
                    <a:pt x="5725" y="13676"/>
                    <a:pt x="5609" y="13699"/>
                  </a:cubicBezTo>
                  <a:cubicBezTo>
                    <a:pt x="5517" y="13699"/>
                    <a:pt x="5401" y="13908"/>
                    <a:pt x="5401" y="14093"/>
                  </a:cubicBezTo>
                  <a:cubicBezTo>
                    <a:pt x="5401" y="14172"/>
                    <a:pt x="5367" y="14184"/>
                    <a:pt x="5327" y="14184"/>
                  </a:cubicBezTo>
                  <a:cubicBezTo>
                    <a:pt x="5310" y="14184"/>
                    <a:pt x="5291" y="14181"/>
                    <a:pt x="5273" y="14181"/>
                  </a:cubicBezTo>
                  <a:cubicBezTo>
                    <a:pt x="5235" y="14181"/>
                    <a:pt x="5201" y="14191"/>
                    <a:pt x="5192" y="14255"/>
                  </a:cubicBezTo>
                  <a:cubicBezTo>
                    <a:pt x="5192" y="14441"/>
                    <a:pt x="4914" y="14742"/>
                    <a:pt x="4705" y="14950"/>
                  </a:cubicBezTo>
                  <a:cubicBezTo>
                    <a:pt x="4474" y="15159"/>
                    <a:pt x="4682" y="15205"/>
                    <a:pt x="4613" y="15344"/>
                  </a:cubicBezTo>
                  <a:cubicBezTo>
                    <a:pt x="4584" y="15401"/>
                    <a:pt x="4520" y="15416"/>
                    <a:pt x="4449" y="15416"/>
                  </a:cubicBezTo>
                  <a:cubicBezTo>
                    <a:pt x="4379" y="15416"/>
                    <a:pt x="4301" y="15402"/>
                    <a:pt x="4242" y="15402"/>
                  </a:cubicBezTo>
                  <a:cubicBezTo>
                    <a:pt x="4214" y="15402"/>
                    <a:pt x="4190" y="15405"/>
                    <a:pt x="4172" y="15414"/>
                  </a:cubicBezTo>
                  <a:cubicBezTo>
                    <a:pt x="4080" y="15483"/>
                    <a:pt x="4219" y="15831"/>
                    <a:pt x="4103" y="15924"/>
                  </a:cubicBezTo>
                  <a:cubicBezTo>
                    <a:pt x="3987" y="16040"/>
                    <a:pt x="4103" y="16179"/>
                    <a:pt x="4103" y="16295"/>
                  </a:cubicBezTo>
                  <a:cubicBezTo>
                    <a:pt x="4103" y="16325"/>
                    <a:pt x="4083" y="16334"/>
                    <a:pt x="4052" y="16334"/>
                  </a:cubicBezTo>
                  <a:cubicBezTo>
                    <a:pt x="3996" y="16334"/>
                    <a:pt x="3904" y="16301"/>
                    <a:pt x="3843" y="16301"/>
                  </a:cubicBezTo>
                  <a:cubicBezTo>
                    <a:pt x="3809" y="16301"/>
                    <a:pt x="3784" y="16311"/>
                    <a:pt x="3778" y="16341"/>
                  </a:cubicBezTo>
                  <a:cubicBezTo>
                    <a:pt x="3755" y="16457"/>
                    <a:pt x="3477" y="16434"/>
                    <a:pt x="3384" y="16457"/>
                  </a:cubicBezTo>
                  <a:cubicBezTo>
                    <a:pt x="3315" y="16503"/>
                    <a:pt x="3547" y="16689"/>
                    <a:pt x="3686" y="16804"/>
                  </a:cubicBezTo>
                  <a:cubicBezTo>
                    <a:pt x="3790" y="16879"/>
                    <a:pt x="3703" y="16944"/>
                    <a:pt x="3621" y="16944"/>
                  </a:cubicBezTo>
                  <a:cubicBezTo>
                    <a:pt x="3576" y="16944"/>
                    <a:pt x="3532" y="16924"/>
                    <a:pt x="3523" y="16874"/>
                  </a:cubicBezTo>
                  <a:cubicBezTo>
                    <a:pt x="3519" y="16850"/>
                    <a:pt x="3506" y="16840"/>
                    <a:pt x="3487" y="16840"/>
                  </a:cubicBezTo>
                  <a:cubicBezTo>
                    <a:pt x="3412" y="16840"/>
                    <a:pt x="3239" y="16990"/>
                    <a:pt x="3037" y="17083"/>
                  </a:cubicBezTo>
                  <a:cubicBezTo>
                    <a:pt x="2805" y="17175"/>
                    <a:pt x="2898" y="17407"/>
                    <a:pt x="2712" y="17430"/>
                  </a:cubicBezTo>
                  <a:cubicBezTo>
                    <a:pt x="2504" y="17430"/>
                    <a:pt x="2573" y="17731"/>
                    <a:pt x="2434" y="17824"/>
                  </a:cubicBezTo>
                  <a:cubicBezTo>
                    <a:pt x="2417" y="17842"/>
                    <a:pt x="2402" y="17849"/>
                    <a:pt x="2390" y="17849"/>
                  </a:cubicBezTo>
                  <a:cubicBezTo>
                    <a:pt x="2320" y="17849"/>
                    <a:pt x="2310" y="17612"/>
                    <a:pt x="2133" y="17592"/>
                  </a:cubicBezTo>
                  <a:cubicBezTo>
                    <a:pt x="1948" y="17592"/>
                    <a:pt x="1948" y="17731"/>
                    <a:pt x="2063" y="17894"/>
                  </a:cubicBezTo>
                  <a:cubicBezTo>
                    <a:pt x="2202" y="18079"/>
                    <a:pt x="1901" y="17940"/>
                    <a:pt x="1785" y="18079"/>
                  </a:cubicBezTo>
                  <a:cubicBezTo>
                    <a:pt x="1669" y="18241"/>
                    <a:pt x="1345" y="18172"/>
                    <a:pt x="1252" y="18288"/>
                  </a:cubicBezTo>
                  <a:cubicBezTo>
                    <a:pt x="1160" y="18403"/>
                    <a:pt x="1484" y="18403"/>
                    <a:pt x="1554" y="18496"/>
                  </a:cubicBezTo>
                  <a:cubicBezTo>
                    <a:pt x="1575" y="18538"/>
                    <a:pt x="1515" y="18552"/>
                    <a:pt x="1426" y="18552"/>
                  </a:cubicBezTo>
                  <a:cubicBezTo>
                    <a:pt x="1318" y="18552"/>
                    <a:pt x="1168" y="18532"/>
                    <a:pt x="1067" y="18519"/>
                  </a:cubicBezTo>
                  <a:cubicBezTo>
                    <a:pt x="1053" y="18515"/>
                    <a:pt x="1041" y="18514"/>
                    <a:pt x="1030" y="18514"/>
                  </a:cubicBezTo>
                  <a:cubicBezTo>
                    <a:pt x="917" y="18514"/>
                    <a:pt x="935" y="18706"/>
                    <a:pt x="809" y="18706"/>
                  </a:cubicBezTo>
                  <a:cubicBezTo>
                    <a:pt x="803" y="18706"/>
                    <a:pt x="796" y="18706"/>
                    <a:pt x="789" y="18705"/>
                  </a:cubicBezTo>
                  <a:cubicBezTo>
                    <a:pt x="778" y="18703"/>
                    <a:pt x="767" y="18703"/>
                    <a:pt x="757" y="18703"/>
                  </a:cubicBezTo>
                  <a:cubicBezTo>
                    <a:pt x="601" y="18703"/>
                    <a:pt x="426" y="18851"/>
                    <a:pt x="534" y="18960"/>
                  </a:cubicBezTo>
                  <a:cubicBezTo>
                    <a:pt x="599" y="19025"/>
                    <a:pt x="561" y="19053"/>
                    <a:pt x="495" y="19053"/>
                  </a:cubicBezTo>
                  <a:cubicBezTo>
                    <a:pt x="444" y="19053"/>
                    <a:pt x="376" y="19036"/>
                    <a:pt x="325" y="19006"/>
                  </a:cubicBezTo>
                  <a:cubicBezTo>
                    <a:pt x="308" y="18996"/>
                    <a:pt x="291" y="18991"/>
                    <a:pt x="275" y="18991"/>
                  </a:cubicBezTo>
                  <a:cubicBezTo>
                    <a:pt x="183" y="18991"/>
                    <a:pt x="110" y="19143"/>
                    <a:pt x="70" y="19261"/>
                  </a:cubicBezTo>
                  <a:cubicBezTo>
                    <a:pt x="47" y="19377"/>
                    <a:pt x="302" y="19470"/>
                    <a:pt x="302" y="19516"/>
                  </a:cubicBezTo>
                  <a:cubicBezTo>
                    <a:pt x="279" y="19585"/>
                    <a:pt x="70" y="19701"/>
                    <a:pt x="233" y="19724"/>
                  </a:cubicBezTo>
                  <a:cubicBezTo>
                    <a:pt x="372" y="19771"/>
                    <a:pt x="279" y="19887"/>
                    <a:pt x="163" y="19933"/>
                  </a:cubicBezTo>
                  <a:cubicBezTo>
                    <a:pt x="70" y="19979"/>
                    <a:pt x="70" y="20072"/>
                    <a:pt x="163" y="20188"/>
                  </a:cubicBezTo>
                  <a:cubicBezTo>
                    <a:pt x="279" y="20304"/>
                    <a:pt x="1" y="20327"/>
                    <a:pt x="140" y="20512"/>
                  </a:cubicBezTo>
                  <a:cubicBezTo>
                    <a:pt x="177" y="20571"/>
                    <a:pt x="211" y="20588"/>
                    <a:pt x="243" y="20588"/>
                  </a:cubicBezTo>
                  <a:cubicBezTo>
                    <a:pt x="286" y="20588"/>
                    <a:pt x="325" y="20558"/>
                    <a:pt x="359" y="20558"/>
                  </a:cubicBezTo>
                  <a:cubicBezTo>
                    <a:pt x="380" y="20558"/>
                    <a:pt x="400" y="20569"/>
                    <a:pt x="418" y="20605"/>
                  </a:cubicBezTo>
                  <a:cubicBezTo>
                    <a:pt x="440" y="20649"/>
                    <a:pt x="468" y="20667"/>
                    <a:pt x="503" y="20667"/>
                  </a:cubicBezTo>
                  <a:cubicBezTo>
                    <a:pt x="579" y="20667"/>
                    <a:pt x="685" y="20578"/>
                    <a:pt x="812" y="20466"/>
                  </a:cubicBezTo>
                  <a:cubicBezTo>
                    <a:pt x="843" y="20435"/>
                    <a:pt x="870" y="20423"/>
                    <a:pt x="894" y="20423"/>
                  </a:cubicBezTo>
                  <a:cubicBezTo>
                    <a:pt x="989" y="20423"/>
                    <a:pt x="1015" y="20629"/>
                    <a:pt x="918" y="20629"/>
                  </a:cubicBezTo>
                  <a:cubicBezTo>
                    <a:pt x="913" y="20629"/>
                    <a:pt x="909" y="20629"/>
                    <a:pt x="905" y="20628"/>
                  </a:cubicBezTo>
                  <a:cubicBezTo>
                    <a:pt x="766" y="20628"/>
                    <a:pt x="580" y="20721"/>
                    <a:pt x="627" y="20860"/>
                  </a:cubicBezTo>
                  <a:cubicBezTo>
                    <a:pt x="637" y="20922"/>
                    <a:pt x="593" y="20951"/>
                    <a:pt x="540" y="20951"/>
                  </a:cubicBezTo>
                  <a:cubicBezTo>
                    <a:pt x="474" y="20951"/>
                    <a:pt x="395" y="20904"/>
                    <a:pt x="395" y="20814"/>
                  </a:cubicBezTo>
                  <a:cubicBezTo>
                    <a:pt x="401" y="20761"/>
                    <a:pt x="380" y="20740"/>
                    <a:pt x="349" y="20740"/>
                  </a:cubicBezTo>
                  <a:cubicBezTo>
                    <a:pt x="270" y="20740"/>
                    <a:pt x="126" y="20876"/>
                    <a:pt x="209" y="20976"/>
                  </a:cubicBezTo>
                  <a:cubicBezTo>
                    <a:pt x="325" y="21092"/>
                    <a:pt x="163" y="21161"/>
                    <a:pt x="163" y="21300"/>
                  </a:cubicBezTo>
                  <a:cubicBezTo>
                    <a:pt x="163" y="21350"/>
                    <a:pt x="206" y="21375"/>
                    <a:pt x="263" y="21375"/>
                  </a:cubicBezTo>
                  <a:cubicBezTo>
                    <a:pt x="337" y="21375"/>
                    <a:pt x="435" y="21333"/>
                    <a:pt x="488" y="21254"/>
                  </a:cubicBezTo>
                  <a:cubicBezTo>
                    <a:pt x="530" y="21190"/>
                    <a:pt x="582" y="21161"/>
                    <a:pt x="631" y="21161"/>
                  </a:cubicBezTo>
                  <a:cubicBezTo>
                    <a:pt x="688" y="21161"/>
                    <a:pt x="741" y="21202"/>
                    <a:pt x="766" y="21277"/>
                  </a:cubicBezTo>
                  <a:cubicBezTo>
                    <a:pt x="835" y="21416"/>
                    <a:pt x="627" y="21324"/>
                    <a:pt x="627" y="21509"/>
                  </a:cubicBezTo>
                  <a:cubicBezTo>
                    <a:pt x="627" y="21602"/>
                    <a:pt x="598" y="21607"/>
                    <a:pt x="557" y="21607"/>
                  </a:cubicBezTo>
                  <a:cubicBezTo>
                    <a:pt x="551" y="21607"/>
                    <a:pt x="545" y="21607"/>
                    <a:pt x="539" y="21607"/>
                  </a:cubicBezTo>
                  <a:cubicBezTo>
                    <a:pt x="502" y="21607"/>
                    <a:pt x="458" y="21612"/>
                    <a:pt x="418" y="21671"/>
                  </a:cubicBezTo>
                  <a:cubicBezTo>
                    <a:pt x="302" y="21810"/>
                    <a:pt x="812" y="22088"/>
                    <a:pt x="974" y="22135"/>
                  </a:cubicBezTo>
                  <a:cubicBezTo>
                    <a:pt x="1119" y="22155"/>
                    <a:pt x="1263" y="22304"/>
                    <a:pt x="1521" y="22304"/>
                  </a:cubicBezTo>
                  <a:cubicBezTo>
                    <a:pt x="1553" y="22304"/>
                    <a:pt x="1587" y="22302"/>
                    <a:pt x="1623" y="22297"/>
                  </a:cubicBezTo>
                  <a:cubicBezTo>
                    <a:pt x="1948" y="22251"/>
                    <a:pt x="2550" y="21648"/>
                    <a:pt x="2643" y="21555"/>
                  </a:cubicBezTo>
                  <a:cubicBezTo>
                    <a:pt x="2671" y="21508"/>
                    <a:pt x="2719" y="21499"/>
                    <a:pt x="2773" y="21499"/>
                  </a:cubicBezTo>
                  <a:cubicBezTo>
                    <a:pt x="2805" y="21499"/>
                    <a:pt x="2838" y="21502"/>
                    <a:pt x="2872" y="21502"/>
                  </a:cubicBezTo>
                  <a:cubicBezTo>
                    <a:pt x="2922" y="21502"/>
                    <a:pt x="2972" y="21496"/>
                    <a:pt x="3014" y="21463"/>
                  </a:cubicBezTo>
                  <a:cubicBezTo>
                    <a:pt x="3129" y="21370"/>
                    <a:pt x="3060" y="21115"/>
                    <a:pt x="3153" y="21069"/>
                  </a:cubicBezTo>
                  <a:cubicBezTo>
                    <a:pt x="3159" y="21066"/>
                    <a:pt x="3165" y="21064"/>
                    <a:pt x="3171" y="21064"/>
                  </a:cubicBezTo>
                  <a:cubicBezTo>
                    <a:pt x="3252" y="21064"/>
                    <a:pt x="3296" y="21348"/>
                    <a:pt x="3361" y="21370"/>
                  </a:cubicBezTo>
                  <a:cubicBezTo>
                    <a:pt x="3454" y="21393"/>
                    <a:pt x="3500" y="21463"/>
                    <a:pt x="3500" y="21625"/>
                  </a:cubicBezTo>
                  <a:cubicBezTo>
                    <a:pt x="3529" y="21615"/>
                    <a:pt x="3558" y="21610"/>
                    <a:pt x="3583" y="21610"/>
                  </a:cubicBezTo>
                  <a:cubicBezTo>
                    <a:pt x="3619" y="21610"/>
                    <a:pt x="3649" y="21621"/>
                    <a:pt x="3663" y="21648"/>
                  </a:cubicBezTo>
                  <a:cubicBezTo>
                    <a:pt x="3673" y="21654"/>
                    <a:pt x="3683" y="21657"/>
                    <a:pt x="3692" y="21657"/>
                  </a:cubicBezTo>
                  <a:cubicBezTo>
                    <a:pt x="3782" y="21657"/>
                    <a:pt x="3802" y="21362"/>
                    <a:pt x="3802" y="21277"/>
                  </a:cubicBezTo>
                  <a:cubicBezTo>
                    <a:pt x="3802" y="21161"/>
                    <a:pt x="3894" y="20953"/>
                    <a:pt x="3871" y="20837"/>
                  </a:cubicBezTo>
                  <a:cubicBezTo>
                    <a:pt x="3848" y="20698"/>
                    <a:pt x="4196" y="20814"/>
                    <a:pt x="4242" y="20698"/>
                  </a:cubicBezTo>
                  <a:cubicBezTo>
                    <a:pt x="4288" y="20605"/>
                    <a:pt x="4311" y="20234"/>
                    <a:pt x="4219" y="20188"/>
                  </a:cubicBezTo>
                  <a:cubicBezTo>
                    <a:pt x="4103" y="20142"/>
                    <a:pt x="4080" y="19933"/>
                    <a:pt x="4196" y="19933"/>
                  </a:cubicBezTo>
                  <a:cubicBezTo>
                    <a:pt x="4288" y="19933"/>
                    <a:pt x="4427" y="19840"/>
                    <a:pt x="4404" y="19632"/>
                  </a:cubicBezTo>
                  <a:cubicBezTo>
                    <a:pt x="4381" y="19423"/>
                    <a:pt x="4056" y="19446"/>
                    <a:pt x="4033" y="19261"/>
                  </a:cubicBezTo>
                  <a:cubicBezTo>
                    <a:pt x="4010" y="19052"/>
                    <a:pt x="4196" y="18983"/>
                    <a:pt x="4056" y="18728"/>
                  </a:cubicBezTo>
                  <a:cubicBezTo>
                    <a:pt x="3941" y="18473"/>
                    <a:pt x="4126" y="18311"/>
                    <a:pt x="4056" y="18195"/>
                  </a:cubicBezTo>
                  <a:cubicBezTo>
                    <a:pt x="4010" y="18056"/>
                    <a:pt x="3964" y="17894"/>
                    <a:pt x="4126" y="17639"/>
                  </a:cubicBezTo>
                  <a:cubicBezTo>
                    <a:pt x="4247" y="17416"/>
                    <a:pt x="4474" y="17282"/>
                    <a:pt x="4607" y="17282"/>
                  </a:cubicBezTo>
                  <a:cubicBezTo>
                    <a:pt x="4627" y="17282"/>
                    <a:pt x="4644" y="17285"/>
                    <a:pt x="4659" y="17291"/>
                  </a:cubicBezTo>
                  <a:cubicBezTo>
                    <a:pt x="4724" y="17304"/>
                    <a:pt x="4802" y="17338"/>
                    <a:pt x="4876" y="17338"/>
                  </a:cubicBezTo>
                  <a:cubicBezTo>
                    <a:pt x="4934" y="17338"/>
                    <a:pt x="4989" y="17317"/>
                    <a:pt x="5030" y="17245"/>
                  </a:cubicBezTo>
                  <a:cubicBezTo>
                    <a:pt x="5099" y="17106"/>
                    <a:pt x="5099" y="16967"/>
                    <a:pt x="5030" y="16943"/>
                  </a:cubicBezTo>
                  <a:cubicBezTo>
                    <a:pt x="4937" y="16920"/>
                    <a:pt x="4729" y="16874"/>
                    <a:pt x="4891" y="16665"/>
                  </a:cubicBezTo>
                  <a:cubicBezTo>
                    <a:pt x="5053" y="16457"/>
                    <a:pt x="5238" y="16179"/>
                    <a:pt x="5262" y="15947"/>
                  </a:cubicBezTo>
                  <a:cubicBezTo>
                    <a:pt x="5285" y="15715"/>
                    <a:pt x="5192" y="15530"/>
                    <a:pt x="5285" y="15460"/>
                  </a:cubicBezTo>
                  <a:cubicBezTo>
                    <a:pt x="5354" y="15391"/>
                    <a:pt x="5540" y="15460"/>
                    <a:pt x="5702" y="15368"/>
                  </a:cubicBezTo>
                  <a:cubicBezTo>
                    <a:pt x="5841" y="15252"/>
                    <a:pt x="5725" y="15113"/>
                    <a:pt x="5795" y="15043"/>
                  </a:cubicBezTo>
                  <a:cubicBezTo>
                    <a:pt x="5864" y="14974"/>
                    <a:pt x="5980" y="14695"/>
                    <a:pt x="6096" y="14626"/>
                  </a:cubicBezTo>
                  <a:cubicBezTo>
                    <a:pt x="6189" y="14556"/>
                    <a:pt x="6304" y="14441"/>
                    <a:pt x="6212" y="14348"/>
                  </a:cubicBezTo>
                  <a:cubicBezTo>
                    <a:pt x="6142" y="14232"/>
                    <a:pt x="6374" y="14139"/>
                    <a:pt x="6374" y="13954"/>
                  </a:cubicBezTo>
                  <a:cubicBezTo>
                    <a:pt x="6374" y="13768"/>
                    <a:pt x="6629" y="13653"/>
                    <a:pt x="6791" y="13653"/>
                  </a:cubicBezTo>
                  <a:cubicBezTo>
                    <a:pt x="6953" y="13653"/>
                    <a:pt x="7208" y="13653"/>
                    <a:pt x="7208" y="13490"/>
                  </a:cubicBezTo>
                  <a:cubicBezTo>
                    <a:pt x="7208" y="13348"/>
                    <a:pt x="7119" y="13080"/>
                    <a:pt x="7254" y="13080"/>
                  </a:cubicBezTo>
                  <a:cubicBezTo>
                    <a:pt x="7273" y="13080"/>
                    <a:pt x="7296" y="13085"/>
                    <a:pt x="7324" y="13096"/>
                  </a:cubicBezTo>
                  <a:cubicBezTo>
                    <a:pt x="7410" y="13139"/>
                    <a:pt x="7490" y="13147"/>
                    <a:pt x="7565" y="13147"/>
                  </a:cubicBezTo>
                  <a:cubicBezTo>
                    <a:pt x="7607" y="13147"/>
                    <a:pt x="7648" y="13145"/>
                    <a:pt x="7688" y="13145"/>
                  </a:cubicBezTo>
                  <a:cubicBezTo>
                    <a:pt x="7765" y="13145"/>
                    <a:pt x="7836" y="13155"/>
                    <a:pt x="7904" y="13212"/>
                  </a:cubicBezTo>
                  <a:cubicBezTo>
                    <a:pt x="7967" y="13258"/>
                    <a:pt x="8038" y="13282"/>
                    <a:pt x="8100" y="13282"/>
                  </a:cubicBezTo>
                  <a:cubicBezTo>
                    <a:pt x="8197" y="13282"/>
                    <a:pt x="8274" y="13223"/>
                    <a:pt x="8274" y="13096"/>
                  </a:cubicBezTo>
                  <a:cubicBezTo>
                    <a:pt x="8274" y="12918"/>
                    <a:pt x="8325" y="12655"/>
                    <a:pt x="8485" y="12655"/>
                  </a:cubicBezTo>
                  <a:cubicBezTo>
                    <a:pt x="8512" y="12655"/>
                    <a:pt x="8542" y="12662"/>
                    <a:pt x="8576" y="12679"/>
                  </a:cubicBezTo>
                  <a:cubicBezTo>
                    <a:pt x="8599" y="12702"/>
                    <a:pt x="8622" y="12702"/>
                    <a:pt x="8622" y="12726"/>
                  </a:cubicBezTo>
                  <a:cubicBezTo>
                    <a:pt x="8707" y="12556"/>
                    <a:pt x="8830" y="12445"/>
                    <a:pt x="8957" y="12445"/>
                  </a:cubicBezTo>
                  <a:cubicBezTo>
                    <a:pt x="8969" y="12445"/>
                    <a:pt x="8981" y="12445"/>
                    <a:pt x="8993" y="12447"/>
                  </a:cubicBezTo>
                  <a:cubicBezTo>
                    <a:pt x="9201" y="12471"/>
                    <a:pt x="9317" y="12841"/>
                    <a:pt x="9595" y="12888"/>
                  </a:cubicBezTo>
                  <a:cubicBezTo>
                    <a:pt x="9761" y="12918"/>
                    <a:pt x="9926" y="12977"/>
                    <a:pt x="10041" y="12977"/>
                  </a:cubicBezTo>
                  <a:cubicBezTo>
                    <a:pt x="10103" y="12977"/>
                    <a:pt x="10150" y="12960"/>
                    <a:pt x="10175" y="12911"/>
                  </a:cubicBezTo>
                  <a:cubicBezTo>
                    <a:pt x="10196" y="12885"/>
                    <a:pt x="10221" y="12875"/>
                    <a:pt x="10250" y="12875"/>
                  </a:cubicBezTo>
                  <a:cubicBezTo>
                    <a:pt x="10330" y="12875"/>
                    <a:pt x="10433" y="12949"/>
                    <a:pt x="10527" y="12949"/>
                  </a:cubicBezTo>
                  <a:cubicBezTo>
                    <a:pt x="10549" y="12949"/>
                    <a:pt x="10571" y="12945"/>
                    <a:pt x="10592" y="12934"/>
                  </a:cubicBezTo>
                  <a:cubicBezTo>
                    <a:pt x="10602" y="12931"/>
                    <a:pt x="10612" y="12930"/>
                    <a:pt x="10621" y="12930"/>
                  </a:cubicBezTo>
                  <a:cubicBezTo>
                    <a:pt x="10721" y="12930"/>
                    <a:pt x="10752" y="13094"/>
                    <a:pt x="10825" y="13094"/>
                  </a:cubicBezTo>
                  <a:cubicBezTo>
                    <a:pt x="10849" y="13094"/>
                    <a:pt x="10878" y="13076"/>
                    <a:pt x="10916" y="13027"/>
                  </a:cubicBezTo>
                  <a:cubicBezTo>
                    <a:pt x="11067" y="12833"/>
                    <a:pt x="10918" y="12700"/>
                    <a:pt x="11099" y="12700"/>
                  </a:cubicBezTo>
                  <a:cubicBezTo>
                    <a:pt x="11113" y="12700"/>
                    <a:pt x="11130" y="12701"/>
                    <a:pt x="11148" y="12702"/>
                  </a:cubicBezTo>
                  <a:cubicBezTo>
                    <a:pt x="11157" y="12703"/>
                    <a:pt x="11166" y="12704"/>
                    <a:pt x="11174" y="12704"/>
                  </a:cubicBezTo>
                  <a:cubicBezTo>
                    <a:pt x="11391" y="12704"/>
                    <a:pt x="11241" y="12418"/>
                    <a:pt x="11241" y="12239"/>
                  </a:cubicBezTo>
                  <a:cubicBezTo>
                    <a:pt x="11241" y="12053"/>
                    <a:pt x="11588" y="12030"/>
                    <a:pt x="11588" y="11868"/>
                  </a:cubicBezTo>
                  <a:cubicBezTo>
                    <a:pt x="11588" y="11799"/>
                    <a:pt x="11704" y="11793"/>
                    <a:pt x="11829" y="11793"/>
                  </a:cubicBezTo>
                  <a:cubicBezTo>
                    <a:pt x="11854" y="11793"/>
                    <a:pt x="11879" y="11793"/>
                    <a:pt x="11904" y="11793"/>
                  </a:cubicBezTo>
                  <a:cubicBezTo>
                    <a:pt x="12003" y="11793"/>
                    <a:pt x="12094" y="11789"/>
                    <a:pt x="12121" y="11752"/>
                  </a:cubicBezTo>
                  <a:cubicBezTo>
                    <a:pt x="12173" y="11688"/>
                    <a:pt x="12275" y="11638"/>
                    <a:pt x="12371" y="11638"/>
                  </a:cubicBezTo>
                  <a:cubicBezTo>
                    <a:pt x="12447" y="11638"/>
                    <a:pt x="12521" y="11670"/>
                    <a:pt x="12562" y="11752"/>
                  </a:cubicBezTo>
                  <a:cubicBezTo>
                    <a:pt x="12678" y="11938"/>
                    <a:pt x="13118" y="11984"/>
                    <a:pt x="13141" y="12146"/>
                  </a:cubicBezTo>
                  <a:cubicBezTo>
                    <a:pt x="13164" y="12216"/>
                    <a:pt x="13141" y="12332"/>
                    <a:pt x="13141" y="12447"/>
                  </a:cubicBezTo>
                  <a:cubicBezTo>
                    <a:pt x="13211" y="12378"/>
                    <a:pt x="13303" y="12308"/>
                    <a:pt x="13396" y="12308"/>
                  </a:cubicBezTo>
                  <a:cubicBezTo>
                    <a:pt x="13551" y="12308"/>
                    <a:pt x="13684" y="12098"/>
                    <a:pt x="13817" y="12098"/>
                  </a:cubicBezTo>
                  <a:cubicBezTo>
                    <a:pt x="13823" y="12098"/>
                    <a:pt x="13830" y="12099"/>
                    <a:pt x="13836" y="12100"/>
                  </a:cubicBezTo>
                  <a:cubicBezTo>
                    <a:pt x="13864" y="12104"/>
                    <a:pt x="13891" y="12107"/>
                    <a:pt x="13917" y="12107"/>
                  </a:cubicBezTo>
                  <a:cubicBezTo>
                    <a:pt x="14018" y="12107"/>
                    <a:pt x="14096" y="12063"/>
                    <a:pt x="14115" y="11914"/>
                  </a:cubicBezTo>
                  <a:cubicBezTo>
                    <a:pt x="14060" y="11871"/>
                    <a:pt x="13974" y="11848"/>
                    <a:pt x="13896" y="11848"/>
                  </a:cubicBezTo>
                  <a:cubicBezTo>
                    <a:pt x="13810" y="11848"/>
                    <a:pt x="13733" y="11876"/>
                    <a:pt x="13721" y="11938"/>
                  </a:cubicBezTo>
                  <a:cubicBezTo>
                    <a:pt x="13701" y="11988"/>
                    <a:pt x="13650" y="12012"/>
                    <a:pt x="13599" y="12012"/>
                  </a:cubicBezTo>
                  <a:cubicBezTo>
                    <a:pt x="13533" y="12012"/>
                    <a:pt x="13466" y="11970"/>
                    <a:pt x="13466" y="11891"/>
                  </a:cubicBezTo>
                  <a:cubicBezTo>
                    <a:pt x="13489" y="11775"/>
                    <a:pt x="13141" y="11683"/>
                    <a:pt x="13118" y="11636"/>
                  </a:cubicBezTo>
                  <a:cubicBezTo>
                    <a:pt x="13108" y="11607"/>
                    <a:pt x="13131" y="11594"/>
                    <a:pt x="13171" y="11594"/>
                  </a:cubicBezTo>
                  <a:cubicBezTo>
                    <a:pt x="13227" y="11594"/>
                    <a:pt x="13315" y="11619"/>
                    <a:pt x="13396" y="11660"/>
                  </a:cubicBezTo>
                  <a:cubicBezTo>
                    <a:pt x="13432" y="11681"/>
                    <a:pt x="13466" y="11691"/>
                    <a:pt x="13499" y="11691"/>
                  </a:cubicBezTo>
                  <a:cubicBezTo>
                    <a:pt x="13574" y="11691"/>
                    <a:pt x="13648" y="11640"/>
                    <a:pt x="13744" y="11544"/>
                  </a:cubicBezTo>
                  <a:cubicBezTo>
                    <a:pt x="13906" y="11405"/>
                    <a:pt x="14091" y="11520"/>
                    <a:pt x="14115" y="11405"/>
                  </a:cubicBezTo>
                  <a:cubicBezTo>
                    <a:pt x="14138" y="11266"/>
                    <a:pt x="13883" y="11196"/>
                    <a:pt x="13836" y="11126"/>
                  </a:cubicBezTo>
                  <a:cubicBezTo>
                    <a:pt x="13797" y="11068"/>
                    <a:pt x="13660" y="10977"/>
                    <a:pt x="13507" y="10977"/>
                  </a:cubicBezTo>
                  <a:cubicBezTo>
                    <a:pt x="13478" y="10977"/>
                    <a:pt x="13449" y="10980"/>
                    <a:pt x="13419" y="10987"/>
                  </a:cubicBezTo>
                  <a:cubicBezTo>
                    <a:pt x="13398" y="10990"/>
                    <a:pt x="13379" y="10992"/>
                    <a:pt x="13362" y="10992"/>
                  </a:cubicBezTo>
                  <a:cubicBezTo>
                    <a:pt x="13250" y="10992"/>
                    <a:pt x="13222" y="10929"/>
                    <a:pt x="13141" y="10848"/>
                  </a:cubicBezTo>
                  <a:cubicBezTo>
                    <a:pt x="13118" y="10830"/>
                    <a:pt x="13087" y="10822"/>
                    <a:pt x="13052" y="10822"/>
                  </a:cubicBezTo>
                  <a:cubicBezTo>
                    <a:pt x="12910" y="10822"/>
                    <a:pt x="12701" y="10959"/>
                    <a:pt x="12701" y="11126"/>
                  </a:cubicBezTo>
                  <a:cubicBezTo>
                    <a:pt x="12701" y="11246"/>
                    <a:pt x="12651" y="11292"/>
                    <a:pt x="12613" y="11292"/>
                  </a:cubicBezTo>
                  <a:cubicBezTo>
                    <a:pt x="12577" y="11292"/>
                    <a:pt x="12551" y="11252"/>
                    <a:pt x="12585" y="11196"/>
                  </a:cubicBezTo>
                  <a:cubicBezTo>
                    <a:pt x="12654" y="11057"/>
                    <a:pt x="12492" y="10918"/>
                    <a:pt x="12654" y="10872"/>
                  </a:cubicBezTo>
                  <a:cubicBezTo>
                    <a:pt x="12817" y="10848"/>
                    <a:pt x="12724" y="10593"/>
                    <a:pt x="12423" y="10570"/>
                  </a:cubicBezTo>
                  <a:cubicBezTo>
                    <a:pt x="12410" y="10569"/>
                    <a:pt x="12397" y="10569"/>
                    <a:pt x="12385" y="10569"/>
                  </a:cubicBezTo>
                  <a:cubicBezTo>
                    <a:pt x="12112" y="10569"/>
                    <a:pt x="12009" y="10805"/>
                    <a:pt x="12075" y="10872"/>
                  </a:cubicBezTo>
                  <a:cubicBezTo>
                    <a:pt x="12145" y="10964"/>
                    <a:pt x="11890" y="11312"/>
                    <a:pt x="11751" y="11312"/>
                  </a:cubicBezTo>
                  <a:cubicBezTo>
                    <a:pt x="11635" y="11312"/>
                    <a:pt x="11774" y="11011"/>
                    <a:pt x="11774" y="10848"/>
                  </a:cubicBezTo>
                  <a:cubicBezTo>
                    <a:pt x="11766" y="10793"/>
                    <a:pt x="11747" y="10768"/>
                    <a:pt x="11718" y="10768"/>
                  </a:cubicBezTo>
                  <a:cubicBezTo>
                    <a:pt x="11661" y="10768"/>
                    <a:pt x="11564" y="10865"/>
                    <a:pt x="11426" y="11034"/>
                  </a:cubicBezTo>
                  <a:cubicBezTo>
                    <a:pt x="11194" y="11289"/>
                    <a:pt x="11009" y="11520"/>
                    <a:pt x="10893" y="11544"/>
                  </a:cubicBezTo>
                  <a:cubicBezTo>
                    <a:pt x="10887" y="11545"/>
                    <a:pt x="10882" y="11545"/>
                    <a:pt x="10876" y="11545"/>
                  </a:cubicBezTo>
                  <a:cubicBezTo>
                    <a:pt x="10756" y="11545"/>
                    <a:pt x="10786" y="11307"/>
                    <a:pt x="10986" y="11196"/>
                  </a:cubicBezTo>
                  <a:cubicBezTo>
                    <a:pt x="11194" y="11080"/>
                    <a:pt x="11218" y="10779"/>
                    <a:pt x="11334" y="10779"/>
                  </a:cubicBezTo>
                  <a:cubicBezTo>
                    <a:pt x="11473" y="10779"/>
                    <a:pt x="11473" y="10617"/>
                    <a:pt x="11287" y="10570"/>
                  </a:cubicBezTo>
                  <a:cubicBezTo>
                    <a:pt x="11268" y="10566"/>
                    <a:pt x="11251" y="10564"/>
                    <a:pt x="11235" y="1056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59"/>
            <p:cNvSpPr/>
            <p:nvPr/>
          </p:nvSpPr>
          <p:spPr>
            <a:xfrm>
              <a:off x="4217911" y="2541786"/>
              <a:ext cx="108894" cy="60090"/>
            </a:xfrm>
            <a:custGeom>
              <a:avLst/>
              <a:gdLst/>
              <a:ahLst/>
              <a:cxnLst/>
              <a:rect l="l" t="t" r="r" b="b"/>
              <a:pathLst>
                <a:path w="3570" h="1970" extrusionOk="0">
                  <a:moveTo>
                    <a:pt x="2452" y="0"/>
                  </a:moveTo>
                  <a:cubicBezTo>
                    <a:pt x="2389" y="0"/>
                    <a:pt x="2060" y="326"/>
                    <a:pt x="1947" y="326"/>
                  </a:cubicBezTo>
                  <a:cubicBezTo>
                    <a:pt x="1832" y="326"/>
                    <a:pt x="1368" y="372"/>
                    <a:pt x="1368" y="488"/>
                  </a:cubicBezTo>
                  <a:cubicBezTo>
                    <a:pt x="1368" y="560"/>
                    <a:pt x="1212" y="601"/>
                    <a:pt x="1039" y="601"/>
                  </a:cubicBezTo>
                  <a:cubicBezTo>
                    <a:pt x="879" y="601"/>
                    <a:pt x="704" y="566"/>
                    <a:pt x="626" y="488"/>
                  </a:cubicBezTo>
                  <a:cubicBezTo>
                    <a:pt x="603" y="465"/>
                    <a:pt x="580" y="442"/>
                    <a:pt x="557" y="418"/>
                  </a:cubicBezTo>
                  <a:cubicBezTo>
                    <a:pt x="511" y="442"/>
                    <a:pt x="487" y="488"/>
                    <a:pt x="487" y="558"/>
                  </a:cubicBezTo>
                  <a:cubicBezTo>
                    <a:pt x="487" y="684"/>
                    <a:pt x="417" y="698"/>
                    <a:pt x="332" y="698"/>
                  </a:cubicBezTo>
                  <a:cubicBezTo>
                    <a:pt x="307" y="698"/>
                    <a:pt x="281" y="697"/>
                    <a:pt x="256" y="697"/>
                  </a:cubicBezTo>
                  <a:cubicBezTo>
                    <a:pt x="248" y="695"/>
                    <a:pt x="241" y="694"/>
                    <a:pt x="236" y="694"/>
                  </a:cubicBezTo>
                  <a:cubicBezTo>
                    <a:pt x="154" y="694"/>
                    <a:pt x="251" y="840"/>
                    <a:pt x="186" y="905"/>
                  </a:cubicBezTo>
                  <a:cubicBezTo>
                    <a:pt x="117" y="975"/>
                    <a:pt x="186" y="1137"/>
                    <a:pt x="93" y="1137"/>
                  </a:cubicBezTo>
                  <a:cubicBezTo>
                    <a:pt x="47" y="1160"/>
                    <a:pt x="24" y="1206"/>
                    <a:pt x="1" y="1276"/>
                  </a:cubicBezTo>
                  <a:cubicBezTo>
                    <a:pt x="47" y="1299"/>
                    <a:pt x="140" y="1485"/>
                    <a:pt x="140" y="1485"/>
                  </a:cubicBezTo>
                  <a:lnTo>
                    <a:pt x="117" y="1485"/>
                  </a:lnTo>
                  <a:cubicBezTo>
                    <a:pt x="232" y="1554"/>
                    <a:pt x="487" y="1716"/>
                    <a:pt x="580" y="1832"/>
                  </a:cubicBezTo>
                  <a:cubicBezTo>
                    <a:pt x="645" y="1929"/>
                    <a:pt x="822" y="1970"/>
                    <a:pt x="971" y="1970"/>
                  </a:cubicBezTo>
                  <a:cubicBezTo>
                    <a:pt x="1035" y="1970"/>
                    <a:pt x="1094" y="1962"/>
                    <a:pt x="1136" y="1948"/>
                  </a:cubicBezTo>
                  <a:cubicBezTo>
                    <a:pt x="1275" y="1925"/>
                    <a:pt x="1901" y="1716"/>
                    <a:pt x="1901" y="1716"/>
                  </a:cubicBezTo>
                  <a:cubicBezTo>
                    <a:pt x="1901" y="1716"/>
                    <a:pt x="2040" y="1786"/>
                    <a:pt x="2133" y="1786"/>
                  </a:cubicBezTo>
                  <a:cubicBezTo>
                    <a:pt x="2156" y="1809"/>
                    <a:pt x="2202" y="1809"/>
                    <a:pt x="2272" y="1809"/>
                  </a:cubicBezTo>
                  <a:cubicBezTo>
                    <a:pt x="2318" y="1763"/>
                    <a:pt x="2457" y="1739"/>
                    <a:pt x="2596" y="1600"/>
                  </a:cubicBezTo>
                  <a:cubicBezTo>
                    <a:pt x="2782" y="1415"/>
                    <a:pt x="3037" y="812"/>
                    <a:pt x="3106" y="766"/>
                  </a:cubicBezTo>
                  <a:cubicBezTo>
                    <a:pt x="3176" y="720"/>
                    <a:pt x="3361" y="604"/>
                    <a:pt x="3477" y="534"/>
                  </a:cubicBezTo>
                  <a:cubicBezTo>
                    <a:pt x="3570" y="465"/>
                    <a:pt x="3547" y="395"/>
                    <a:pt x="3431" y="349"/>
                  </a:cubicBezTo>
                  <a:cubicBezTo>
                    <a:pt x="3384" y="326"/>
                    <a:pt x="3338" y="303"/>
                    <a:pt x="3315" y="279"/>
                  </a:cubicBezTo>
                  <a:cubicBezTo>
                    <a:pt x="3153" y="233"/>
                    <a:pt x="3014" y="187"/>
                    <a:pt x="2967" y="164"/>
                  </a:cubicBezTo>
                  <a:cubicBezTo>
                    <a:pt x="2874" y="71"/>
                    <a:pt x="2504" y="1"/>
                    <a:pt x="2457" y="1"/>
                  </a:cubicBezTo>
                  <a:cubicBezTo>
                    <a:pt x="2456" y="1"/>
                    <a:pt x="2454" y="0"/>
                    <a:pt x="2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59"/>
            <p:cNvSpPr/>
            <p:nvPr/>
          </p:nvSpPr>
          <p:spPr>
            <a:xfrm>
              <a:off x="4315455" y="2636525"/>
              <a:ext cx="104654" cy="57284"/>
            </a:xfrm>
            <a:custGeom>
              <a:avLst/>
              <a:gdLst/>
              <a:ahLst/>
              <a:cxnLst/>
              <a:rect l="l" t="t" r="r" b="b"/>
              <a:pathLst>
                <a:path w="3431" h="1878" extrusionOk="0">
                  <a:moveTo>
                    <a:pt x="163" y="1"/>
                  </a:moveTo>
                  <a:cubicBezTo>
                    <a:pt x="140" y="24"/>
                    <a:pt x="140" y="47"/>
                    <a:pt x="117" y="47"/>
                  </a:cubicBezTo>
                  <a:cubicBezTo>
                    <a:pt x="1" y="117"/>
                    <a:pt x="1" y="325"/>
                    <a:pt x="117" y="441"/>
                  </a:cubicBezTo>
                  <a:cubicBezTo>
                    <a:pt x="233" y="534"/>
                    <a:pt x="395" y="789"/>
                    <a:pt x="279" y="789"/>
                  </a:cubicBezTo>
                  <a:cubicBezTo>
                    <a:pt x="186" y="789"/>
                    <a:pt x="94" y="928"/>
                    <a:pt x="94" y="997"/>
                  </a:cubicBezTo>
                  <a:cubicBezTo>
                    <a:pt x="117" y="1067"/>
                    <a:pt x="70" y="1229"/>
                    <a:pt x="94" y="1275"/>
                  </a:cubicBezTo>
                  <a:cubicBezTo>
                    <a:pt x="140" y="1299"/>
                    <a:pt x="395" y="1554"/>
                    <a:pt x="395" y="1623"/>
                  </a:cubicBezTo>
                  <a:cubicBezTo>
                    <a:pt x="418" y="1669"/>
                    <a:pt x="511" y="1716"/>
                    <a:pt x="511" y="1762"/>
                  </a:cubicBezTo>
                  <a:cubicBezTo>
                    <a:pt x="615" y="1762"/>
                    <a:pt x="771" y="1756"/>
                    <a:pt x="916" y="1756"/>
                  </a:cubicBezTo>
                  <a:cubicBezTo>
                    <a:pt x="1061" y="1756"/>
                    <a:pt x="1194" y="1762"/>
                    <a:pt x="1252" y="1785"/>
                  </a:cubicBezTo>
                  <a:cubicBezTo>
                    <a:pt x="1368" y="1832"/>
                    <a:pt x="1832" y="1878"/>
                    <a:pt x="1832" y="1878"/>
                  </a:cubicBezTo>
                  <a:cubicBezTo>
                    <a:pt x="1948" y="1878"/>
                    <a:pt x="2064" y="1832"/>
                    <a:pt x="2040" y="1739"/>
                  </a:cubicBezTo>
                  <a:cubicBezTo>
                    <a:pt x="2017" y="1669"/>
                    <a:pt x="2179" y="1623"/>
                    <a:pt x="2295" y="1623"/>
                  </a:cubicBezTo>
                  <a:cubicBezTo>
                    <a:pt x="2272" y="1554"/>
                    <a:pt x="2272" y="1484"/>
                    <a:pt x="2295" y="1461"/>
                  </a:cubicBezTo>
                  <a:cubicBezTo>
                    <a:pt x="2338" y="1447"/>
                    <a:pt x="2482" y="1424"/>
                    <a:pt x="2621" y="1424"/>
                  </a:cubicBezTo>
                  <a:cubicBezTo>
                    <a:pt x="2710" y="1424"/>
                    <a:pt x="2797" y="1434"/>
                    <a:pt x="2851" y="1461"/>
                  </a:cubicBezTo>
                  <a:cubicBezTo>
                    <a:pt x="2878" y="1479"/>
                    <a:pt x="2908" y="1486"/>
                    <a:pt x="2939" y="1486"/>
                  </a:cubicBezTo>
                  <a:cubicBezTo>
                    <a:pt x="2988" y="1486"/>
                    <a:pt x="3040" y="1466"/>
                    <a:pt x="3083" y="1438"/>
                  </a:cubicBezTo>
                  <a:cubicBezTo>
                    <a:pt x="3060" y="1368"/>
                    <a:pt x="3037" y="1299"/>
                    <a:pt x="2991" y="1299"/>
                  </a:cubicBezTo>
                  <a:cubicBezTo>
                    <a:pt x="2898" y="1299"/>
                    <a:pt x="2782" y="905"/>
                    <a:pt x="2875" y="881"/>
                  </a:cubicBezTo>
                  <a:cubicBezTo>
                    <a:pt x="2991" y="858"/>
                    <a:pt x="3153" y="487"/>
                    <a:pt x="3315" y="418"/>
                  </a:cubicBezTo>
                  <a:cubicBezTo>
                    <a:pt x="3384" y="395"/>
                    <a:pt x="3431" y="348"/>
                    <a:pt x="3431" y="302"/>
                  </a:cubicBezTo>
                  <a:cubicBezTo>
                    <a:pt x="3292" y="256"/>
                    <a:pt x="3130" y="186"/>
                    <a:pt x="3106" y="140"/>
                  </a:cubicBezTo>
                  <a:cubicBezTo>
                    <a:pt x="3060" y="70"/>
                    <a:pt x="2805" y="47"/>
                    <a:pt x="2666" y="24"/>
                  </a:cubicBezTo>
                  <a:cubicBezTo>
                    <a:pt x="2635" y="19"/>
                    <a:pt x="2591" y="16"/>
                    <a:pt x="2540" y="16"/>
                  </a:cubicBezTo>
                  <a:cubicBezTo>
                    <a:pt x="2364" y="16"/>
                    <a:pt x="2107" y="50"/>
                    <a:pt x="2017" y="140"/>
                  </a:cubicBezTo>
                  <a:cubicBezTo>
                    <a:pt x="1901" y="233"/>
                    <a:pt x="1762" y="302"/>
                    <a:pt x="1623" y="302"/>
                  </a:cubicBezTo>
                  <a:cubicBezTo>
                    <a:pt x="1541" y="286"/>
                    <a:pt x="1332" y="269"/>
                    <a:pt x="1183" y="269"/>
                  </a:cubicBezTo>
                  <a:cubicBezTo>
                    <a:pt x="1122" y="269"/>
                    <a:pt x="1071" y="272"/>
                    <a:pt x="1044" y="279"/>
                  </a:cubicBezTo>
                  <a:cubicBezTo>
                    <a:pt x="1037" y="281"/>
                    <a:pt x="1028" y="282"/>
                    <a:pt x="1016" y="282"/>
                  </a:cubicBezTo>
                  <a:cubicBezTo>
                    <a:pt x="909" y="282"/>
                    <a:pt x="600" y="206"/>
                    <a:pt x="492" y="206"/>
                  </a:cubicBezTo>
                  <a:cubicBezTo>
                    <a:pt x="480" y="206"/>
                    <a:pt x="471" y="207"/>
                    <a:pt x="464" y="209"/>
                  </a:cubicBezTo>
                  <a:cubicBezTo>
                    <a:pt x="462" y="211"/>
                    <a:pt x="459" y="211"/>
                    <a:pt x="457" y="211"/>
                  </a:cubicBezTo>
                  <a:cubicBezTo>
                    <a:pt x="406" y="211"/>
                    <a:pt x="295" y="23"/>
                    <a:pt x="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4" name="Google Shape;8844;p59"/>
            <p:cNvSpPr/>
            <p:nvPr/>
          </p:nvSpPr>
          <p:spPr>
            <a:xfrm>
              <a:off x="4258204" y="2594127"/>
              <a:ext cx="69302" cy="83424"/>
            </a:xfrm>
            <a:custGeom>
              <a:avLst/>
              <a:gdLst/>
              <a:ahLst/>
              <a:cxnLst/>
              <a:rect l="l" t="t" r="r" b="b"/>
              <a:pathLst>
                <a:path w="2272" h="2735" extrusionOk="0">
                  <a:moveTo>
                    <a:pt x="580" y="0"/>
                  </a:moveTo>
                  <a:cubicBezTo>
                    <a:pt x="580" y="0"/>
                    <a:pt x="232" y="116"/>
                    <a:pt x="1" y="186"/>
                  </a:cubicBezTo>
                  <a:cubicBezTo>
                    <a:pt x="24" y="325"/>
                    <a:pt x="47" y="487"/>
                    <a:pt x="140" y="510"/>
                  </a:cubicBezTo>
                  <a:cubicBezTo>
                    <a:pt x="325" y="580"/>
                    <a:pt x="256" y="742"/>
                    <a:pt x="325" y="904"/>
                  </a:cubicBezTo>
                  <a:cubicBezTo>
                    <a:pt x="395" y="1066"/>
                    <a:pt x="372" y="1762"/>
                    <a:pt x="279" y="1762"/>
                  </a:cubicBezTo>
                  <a:cubicBezTo>
                    <a:pt x="232" y="1762"/>
                    <a:pt x="163" y="1831"/>
                    <a:pt x="70" y="1947"/>
                  </a:cubicBezTo>
                  <a:cubicBezTo>
                    <a:pt x="186" y="2063"/>
                    <a:pt x="372" y="2295"/>
                    <a:pt x="511" y="2434"/>
                  </a:cubicBezTo>
                  <a:cubicBezTo>
                    <a:pt x="626" y="2434"/>
                    <a:pt x="1020" y="2735"/>
                    <a:pt x="1020" y="2735"/>
                  </a:cubicBezTo>
                  <a:cubicBezTo>
                    <a:pt x="1020" y="2735"/>
                    <a:pt x="1600" y="2619"/>
                    <a:pt x="1971" y="2550"/>
                  </a:cubicBezTo>
                  <a:cubicBezTo>
                    <a:pt x="1971" y="2503"/>
                    <a:pt x="1994" y="2434"/>
                    <a:pt x="1971" y="2387"/>
                  </a:cubicBezTo>
                  <a:cubicBezTo>
                    <a:pt x="1971" y="2318"/>
                    <a:pt x="2063" y="2179"/>
                    <a:pt x="2156" y="2179"/>
                  </a:cubicBezTo>
                  <a:cubicBezTo>
                    <a:pt x="2272" y="2179"/>
                    <a:pt x="2110" y="1924"/>
                    <a:pt x="1994" y="1831"/>
                  </a:cubicBezTo>
                  <a:cubicBezTo>
                    <a:pt x="1878" y="1715"/>
                    <a:pt x="1878" y="1530"/>
                    <a:pt x="1994" y="1437"/>
                  </a:cubicBezTo>
                  <a:cubicBezTo>
                    <a:pt x="2110" y="1368"/>
                    <a:pt x="1994" y="1275"/>
                    <a:pt x="1994" y="1159"/>
                  </a:cubicBezTo>
                  <a:cubicBezTo>
                    <a:pt x="1994" y="1043"/>
                    <a:pt x="1484" y="997"/>
                    <a:pt x="1391" y="974"/>
                  </a:cubicBezTo>
                  <a:cubicBezTo>
                    <a:pt x="1322" y="950"/>
                    <a:pt x="1461" y="626"/>
                    <a:pt x="1322" y="626"/>
                  </a:cubicBezTo>
                  <a:cubicBezTo>
                    <a:pt x="1183" y="626"/>
                    <a:pt x="1136" y="533"/>
                    <a:pt x="1136" y="441"/>
                  </a:cubicBezTo>
                  <a:cubicBezTo>
                    <a:pt x="1136" y="348"/>
                    <a:pt x="928" y="186"/>
                    <a:pt x="951" y="116"/>
                  </a:cubicBezTo>
                  <a:cubicBezTo>
                    <a:pt x="951" y="116"/>
                    <a:pt x="951" y="116"/>
                    <a:pt x="951" y="93"/>
                  </a:cubicBezTo>
                  <a:cubicBezTo>
                    <a:pt x="881" y="93"/>
                    <a:pt x="835" y="93"/>
                    <a:pt x="812" y="70"/>
                  </a:cubicBezTo>
                  <a:cubicBezTo>
                    <a:pt x="719" y="70"/>
                    <a:pt x="580" y="0"/>
                    <a:pt x="5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5" name="Google Shape;8845;p59"/>
            <p:cNvSpPr/>
            <p:nvPr/>
          </p:nvSpPr>
          <p:spPr>
            <a:xfrm>
              <a:off x="4675986" y="2724035"/>
              <a:ext cx="330159" cy="277298"/>
            </a:xfrm>
            <a:custGeom>
              <a:avLst/>
              <a:gdLst/>
              <a:ahLst/>
              <a:cxnLst/>
              <a:rect l="l" t="t" r="r" b="b"/>
              <a:pathLst>
                <a:path w="10824" h="9091" extrusionOk="0">
                  <a:moveTo>
                    <a:pt x="283" y="1"/>
                  </a:moveTo>
                  <a:cubicBezTo>
                    <a:pt x="113" y="1"/>
                    <a:pt x="247" y="284"/>
                    <a:pt x="139" y="284"/>
                  </a:cubicBezTo>
                  <a:cubicBezTo>
                    <a:pt x="0" y="284"/>
                    <a:pt x="116" y="654"/>
                    <a:pt x="162" y="747"/>
                  </a:cubicBezTo>
                  <a:cubicBezTo>
                    <a:pt x="209" y="840"/>
                    <a:pt x="70" y="1303"/>
                    <a:pt x="162" y="1327"/>
                  </a:cubicBezTo>
                  <a:cubicBezTo>
                    <a:pt x="232" y="1350"/>
                    <a:pt x="441" y="1697"/>
                    <a:pt x="417" y="1767"/>
                  </a:cubicBezTo>
                  <a:cubicBezTo>
                    <a:pt x="394" y="1813"/>
                    <a:pt x="603" y="2045"/>
                    <a:pt x="603" y="2184"/>
                  </a:cubicBezTo>
                  <a:cubicBezTo>
                    <a:pt x="603" y="2346"/>
                    <a:pt x="811" y="2508"/>
                    <a:pt x="904" y="2508"/>
                  </a:cubicBezTo>
                  <a:cubicBezTo>
                    <a:pt x="1020" y="2508"/>
                    <a:pt x="1159" y="2578"/>
                    <a:pt x="1113" y="2717"/>
                  </a:cubicBezTo>
                  <a:cubicBezTo>
                    <a:pt x="1089" y="2833"/>
                    <a:pt x="1182" y="3041"/>
                    <a:pt x="1066" y="3041"/>
                  </a:cubicBezTo>
                  <a:cubicBezTo>
                    <a:pt x="927" y="3041"/>
                    <a:pt x="950" y="3412"/>
                    <a:pt x="835" y="3459"/>
                  </a:cubicBezTo>
                  <a:cubicBezTo>
                    <a:pt x="742" y="3528"/>
                    <a:pt x="835" y="3922"/>
                    <a:pt x="904" y="3968"/>
                  </a:cubicBezTo>
                  <a:cubicBezTo>
                    <a:pt x="997" y="4015"/>
                    <a:pt x="1182" y="4108"/>
                    <a:pt x="1159" y="4270"/>
                  </a:cubicBezTo>
                  <a:cubicBezTo>
                    <a:pt x="1136" y="4409"/>
                    <a:pt x="1623" y="4641"/>
                    <a:pt x="1762" y="4664"/>
                  </a:cubicBezTo>
                  <a:cubicBezTo>
                    <a:pt x="1924" y="4687"/>
                    <a:pt x="1947" y="4919"/>
                    <a:pt x="2040" y="4988"/>
                  </a:cubicBezTo>
                  <a:cubicBezTo>
                    <a:pt x="2109" y="5081"/>
                    <a:pt x="1970" y="5266"/>
                    <a:pt x="1993" y="5359"/>
                  </a:cubicBezTo>
                  <a:cubicBezTo>
                    <a:pt x="2016" y="5475"/>
                    <a:pt x="2202" y="5568"/>
                    <a:pt x="2179" y="5730"/>
                  </a:cubicBezTo>
                  <a:cubicBezTo>
                    <a:pt x="2179" y="5846"/>
                    <a:pt x="2341" y="6008"/>
                    <a:pt x="2480" y="6170"/>
                  </a:cubicBezTo>
                  <a:cubicBezTo>
                    <a:pt x="2526" y="6147"/>
                    <a:pt x="2573" y="6147"/>
                    <a:pt x="2619" y="6147"/>
                  </a:cubicBezTo>
                  <a:cubicBezTo>
                    <a:pt x="2727" y="6147"/>
                    <a:pt x="2751" y="6049"/>
                    <a:pt x="2811" y="6049"/>
                  </a:cubicBezTo>
                  <a:cubicBezTo>
                    <a:pt x="2828" y="6049"/>
                    <a:pt x="2848" y="6057"/>
                    <a:pt x="2874" y="6077"/>
                  </a:cubicBezTo>
                  <a:cubicBezTo>
                    <a:pt x="2911" y="6107"/>
                    <a:pt x="2951" y="6118"/>
                    <a:pt x="2991" y="6118"/>
                  </a:cubicBezTo>
                  <a:cubicBezTo>
                    <a:pt x="3077" y="6118"/>
                    <a:pt x="3166" y="6070"/>
                    <a:pt x="3245" y="6054"/>
                  </a:cubicBezTo>
                  <a:cubicBezTo>
                    <a:pt x="3361" y="6054"/>
                    <a:pt x="3662" y="6634"/>
                    <a:pt x="3801" y="6912"/>
                  </a:cubicBezTo>
                  <a:cubicBezTo>
                    <a:pt x="3940" y="7190"/>
                    <a:pt x="3940" y="7283"/>
                    <a:pt x="4125" y="7422"/>
                  </a:cubicBezTo>
                  <a:cubicBezTo>
                    <a:pt x="4311" y="7537"/>
                    <a:pt x="4519" y="7468"/>
                    <a:pt x="4774" y="7746"/>
                  </a:cubicBezTo>
                  <a:cubicBezTo>
                    <a:pt x="5052" y="8024"/>
                    <a:pt x="5748" y="8210"/>
                    <a:pt x="6026" y="8210"/>
                  </a:cubicBezTo>
                  <a:cubicBezTo>
                    <a:pt x="6036" y="8210"/>
                    <a:pt x="6047" y="8211"/>
                    <a:pt x="6057" y="8211"/>
                  </a:cubicBezTo>
                  <a:cubicBezTo>
                    <a:pt x="6313" y="8211"/>
                    <a:pt x="6506" y="7968"/>
                    <a:pt x="6803" y="7968"/>
                  </a:cubicBezTo>
                  <a:cubicBezTo>
                    <a:pt x="6836" y="7968"/>
                    <a:pt x="6870" y="7971"/>
                    <a:pt x="6906" y="7978"/>
                  </a:cubicBezTo>
                  <a:cubicBezTo>
                    <a:pt x="7277" y="8047"/>
                    <a:pt x="7185" y="8534"/>
                    <a:pt x="7324" y="8696"/>
                  </a:cubicBezTo>
                  <a:cubicBezTo>
                    <a:pt x="7463" y="8858"/>
                    <a:pt x="8969" y="8974"/>
                    <a:pt x="9224" y="9044"/>
                  </a:cubicBezTo>
                  <a:cubicBezTo>
                    <a:pt x="9340" y="9067"/>
                    <a:pt x="9548" y="9090"/>
                    <a:pt x="9803" y="9090"/>
                  </a:cubicBezTo>
                  <a:cubicBezTo>
                    <a:pt x="9803" y="9044"/>
                    <a:pt x="9803" y="8997"/>
                    <a:pt x="9780" y="8974"/>
                  </a:cubicBezTo>
                  <a:cubicBezTo>
                    <a:pt x="9780" y="8696"/>
                    <a:pt x="9966" y="8488"/>
                    <a:pt x="10128" y="8395"/>
                  </a:cubicBezTo>
                  <a:cubicBezTo>
                    <a:pt x="10313" y="8325"/>
                    <a:pt x="10452" y="8279"/>
                    <a:pt x="10638" y="8256"/>
                  </a:cubicBezTo>
                  <a:cubicBezTo>
                    <a:pt x="10823" y="8233"/>
                    <a:pt x="10638" y="7885"/>
                    <a:pt x="10522" y="7839"/>
                  </a:cubicBezTo>
                  <a:cubicBezTo>
                    <a:pt x="10383" y="7816"/>
                    <a:pt x="10522" y="7352"/>
                    <a:pt x="10267" y="7236"/>
                  </a:cubicBezTo>
                  <a:cubicBezTo>
                    <a:pt x="9989" y="7143"/>
                    <a:pt x="9757" y="6958"/>
                    <a:pt x="9687" y="6773"/>
                  </a:cubicBezTo>
                  <a:cubicBezTo>
                    <a:pt x="9618" y="6587"/>
                    <a:pt x="9294" y="6425"/>
                    <a:pt x="9317" y="6286"/>
                  </a:cubicBezTo>
                  <a:cubicBezTo>
                    <a:pt x="9340" y="6170"/>
                    <a:pt x="9966" y="5753"/>
                    <a:pt x="9896" y="5521"/>
                  </a:cubicBezTo>
                  <a:cubicBezTo>
                    <a:pt x="9803" y="5289"/>
                    <a:pt x="9386" y="5313"/>
                    <a:pt x="9340" y="5243"/>
                  </a:cubicBezTo>
                  <a:cubicBezTo>
                    <a:pt x="9317" y="5150"/>
                    <a:pt x="9363" y="4849"/>
                    <a:pt x="9270" y="4617"/>
                  </a:cubicBezTo>
                  <a:cubicBezTo>
                    <a:pt x="9154" y="4362"/>
                    <a:pt x="9340" y="4154"/>
                    <a:pt x="9270" y="4038"/>
                  </a:cubicBezTo>
                  <a:cubicBezTo>
                    <a:pt x="9178" y="3899"/>
                    <a:pt x="9317" y="3644"/>
                    <a:pt x="9317" y="3551"/>
                  </a:cubicBezTo>
                  <a:cubicBezTo>
                    <a:pt x="9340" y="3459"/>
                    <a:pt x="9572" y="3343"/>
                    <a:pt x="9548" y="3111"/>
                  </a:cubicBezTo>
                  <a:cubicBezTo>
                    <a:pt x="9525" y="2995"/>
                    <a:pt x="9595" y="2902"/>
                    <a:pt x="9664" y="2879"/>
                  </a:cubicBezTo>
                  <a:cubicBezTo>
                    <a:pt x="9595" y="2647"/>
                    <a:pt x="9572" y="2277"/>
                    <a:pt x="9572" y="2207"/>
                  </a:cubicBezTo>
                  <a:cubicBezTo>
                    <a:pt x="9572" y="2145"/>
                    <a:pt x="9458" y="2125"/>
                    <a:pt x="9342" y="2125"/>
                  </a:cubicBezTo>
                  <a:cubicBezTo>
                    <a:pt x="9283" y="2125"/>
                    <a:pt x="9224" y="2130"/>
                    <a:pt x="9178" y="2138"/>
                  </a:cubicBezTo>
                  <a:cubicBezTo>
                    <a:pt x="9173" y="2138"/>
                    <a:pt x="9168" y="2139"/>
                    <a:pt x="9163" y="2139"/>
                  </a:cubicBezTo>
                  <a:cubicBezTo>
                    <a:pt x="9032" y="2139"/>
                    <a:pt x="8941" y="1836"/>
                    <a:pt x="8807" y="1836"/>
                  </a:cubicBezTo>
                  <a:cubicBezTo>
                    <a:pt x="8668" y="1836"/>
                    <a:pt x="8552" y="1744"/>
                    <a:pt x="8552" y="1628"/>
                  </a:cubicBezTo>
                  <a:cubicBezTo>
                    <a:pt x="8552" y="1547"/>
                    <a:pt x="8325" y="1484"/>
                    <a:pt x="8159" y="1484"/>
                  </a:cubicBezTo>
                  <a:cubicBezTo>
                    <a:pt x="8133" y="1484"/>
                    <a:pt x="8110" y="1486"/>
                    <a:pt x="8088" y="1489"/>
                  </a:cubicBezTo>
                  <a:cubicBezTo>
                    <a:pt x="8078" y="1490"/>
                    <a:pt x="8067" y="1491"/>
                    <a:pt x="8058" y="1491"/>
                  </a:cubicBezTo>
                  <a:cubicBezTo>
                    <a:pt x="7923" y="1491"/>
                    <a:pt x="7898" y="1350"/>
                    <a:pt x="7833" y="1350"/>
                  </a:cubicBezTo>
                  <a:cubicBezTo>
                    <a:pt x="7764" y="1350"/>
                    <a:pt x="7509" y="1280"/>
                    <a:pt x="7439" y="1187"/>
                  </a:cubicBezTo>
                  <a:cubicBezTo>
                    <a:pt x="7386" y="1134"/>
                    <a:pt x="7207" y="1096"/>
                    <a:pt x="7053" y="1096"/>
                  </a:cubicBezTo>
                  <a:cubicBezTo>
                    <a:pt x="6942" y="1096"/>
                    <a:pt x="6843" y="1116"/>
                    <a:pt x="6814" y="1164"/>
                  </a:cubicBezTo>
                  <a:cubicBezTo>
                    <a:pt x="6772" y="1217"/>
                    <a:pt x="6715" y="1231"/>
                    <a:pt x="6653" y="1231"/>
                  </a:cubicBezTo>
                  <a:cubicBezTo>
                    <a:pt x="6578" y="1231"/>
                    <a:pt x="6496" y="1211"/>
                    <a:pt x="6420" y="1211"/>
                  </a:cubicBezTo>
                  <a:cubicBezTo>
                    <a:pt x="6281" y="1211"/>
                    <a:pt x="6003" y="1442"/>
                    <a:pt x="5933" y="1558"/>
                  </a:cubicBezTo>
                  <a:cubicBezTo>
                    <a:pt x="5887" y="1628"/>
                    <a:pt x="5655" y="1628"/>
                    <a:pt x="5470" y="1628"/>
                  </a:cubicBezTo>
                  <a:cubicBezTo>
                    <a:pt x="5493" y="1790"/>
                    <a:pt x="5493" y="1883"/>
                    <a:pt x="5470" y="1929"/>
                  </a:cubicBezTo>
                  <a:cubicBezTo>
                    <a:pt x="5377" y="2045"/>
                    <a:pt x="4751" y="2161"/>
                    <a:pt x="4288" y="2184"/>
                  </a:cubicBezTo>
                  <a:cubicBezTo>
                    <a:pt x="4279" y="2184"/>
                    <a:pt x="4271" y="2185"/>
                    <a:pt x="4263" y="2185"/>
                  </a:cubicBezTo>
                  <a:cubicBezTo>
                    <a:pt x="3822" y="2185"/>
                    <a:pt x="3769" y="1581"/>
                    <a:pt x="3291" y="1581"/>
                  </a:cubicBezTo>
                  <a:cubicBezTo>
                    <a:pt x="2920" y="1581"/>
                    <a:pt x="2642" y="1257"/>
                    <a:pt x="2619" y="933"/>
                  </a:cubicBezTo>
                  <a:cubicBezTo>
                    <a:pt x="2410" y="863"/>
                    <a:pt x="2202" y="724"/>
                    <a:pt x="2225" y="654"/>
                  </a:cubicBezTo>
                  <a:cubicBezTo>
                    <a:pt x="2266" y="572"/>
                    <a:pt x="2362" y="145"/>
                    <a:pt x="2206" y="145"/>
                  </a:cubicBezTo>
                  <a:cubicBezTo>
                    <a:pt x="2186" y="145"/>
                    <a:pt x="2161" y="152"/>
                    <a:pt x="2132" y="168"/>
                  </a:cubicBezTo>
                  <a:cubicBezTo>
                    <a:pt x="1875" y="275"/>
                    <a:pt x="1559" y="639"/>
                    <a:pt x="1129" y="639"/>
                  </a:cubicBezTo>
                  <a:cubicBezTo>
                    <a:pt x="1093" y="639"/>
                    <a:pt x="1057" y="637"/>
                    <a:pt x="1020" y="631"/>
                  </a:cubicBezTo>
                  <a:cubicBezTo>
                    <a:pt x="556" y="562"/>
                    <a:pt x="881" y="539"/>
                    <a:pt x="649" y="423"/>
                  </a:cubicBezTo>
                  <a:cubicBezTo>
                    <a:pt x="417" y="307"/>
                    <a:pt x="556" y="52"/>
                    <a:pt x="325" y="6"/>
                  </a:cubicBezTo>
                  <a:cubicBezTo>
                    <a:pt x="309" y="2"/>
                    <a:pt x="296" y="1"/>
                    <a:pt x="2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46" name="Google Shape;8846;p59"/>
          <p:cNvSpPr txBox="1"/>
          <p:nvPr/>
        </p:nvSpPr>
        <p:spPr>
          <a:xfrm>
            <a:off x="7901300" y="4142445"/>
            <a:ext cx="537000" cy="289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75</a:t>
            </a:r>
            <a:endParaRPr>
              <a:solidFill>
                <a:schemeClr val="dk1"/>
              </a:solidFill>
              <a:latin typeface="Lexend Deca Light"/>
              <a:ea typeface="Lexend Deca Light"/>
              <a:cs typeface="Lexend Deca Light"/>
              <a:sym typeface="Lexend Deca Light"/>
            </a:endParaRPr>
          </a:p>
        </p:txBody>
      </p:sp>
      <p:sp>
        <p:nvSpPr>
          <p:cNvPr id="8847" name="Google Shape;8847;p59"/>
          <p:cNvSpPr/>
          <p:nvPr/>
        </p:nvSpPr>
        <p:spPr>
          <a:xfrm rot="5400000">
            <a:off x="6474177" y="3787995"/>
            <a:ext cx="171900" cy="537000"/>
          </a:xfrm>
          <a:prstGeom prst="rect">
            <a:avLst/>
          </a:prstGeom>
          <a:solidFill>
            <a:schemeClr val="accen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59"/>
          <p:cNvSpPr/>
          <p:nvPr/>
        </p:nvSpPr>
        <p:spPr>
          <a:xfrm rot="5400000">
            <a:off x="8083949" y="3787995"/>
            <a:ext cx="171900" cy="5370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59"/>
          <p:cNvSpPr/>
          <p:nvPr/>
        </p:nvSpPr>
        <p:spPr>
          <a:xfrm rot="5400000">
            <a:off x="7547358" y="3787995"/>
            <a:ext cx="171900" cy="537000"/>
          </a:xfrm>
          <a:prstGeom prst="rect">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59"/>
          <p:cNvSpPr/>
          <p:nvPr/>
        </p:nvSpPr>
        <p:spPr>
          <a:xfrm rot="5400000">
            <a:off x="7010776" y="3787995"/>
            <a:ext cx="171900" cy="537000"/>
          </a:xfrm>
          <a:prstGeom prst="rect">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1" name="Google Shape;8851;p59"/>
          <p:cNvSpPr txBox="1"/>
          <p:nvPr/>
        </p:nvSpPr>
        <p:spPr>
          <a:xfrm>
            <a:off x="6283925" y="3174475"/>
            <a:ext cx="2146800" cy="723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Lexend Deca Light"/>
                <a:ea typeface="Lexend Deca Light"/>
                <a:cs typeface="Lexend Deca Light"/>
                <a:sym typeface="Lexend Deca Light"/>
              </a:rPr>
              <a:t>Venus is the second planet from the Sun</a:t>
            </a:r>
            <a:endParaRPr>
              <a:solidFill>
                <a:schemeClr val="dk1"/>
              </a:solidFill>
              <a:latin typeface="Lexend Deca Light"/>
              <a:ea typeface="Lexend Deca Light"/>
              <a:cs typeface="Lexend Deca Light"/>
              <a:sym typeface="Lexend Deca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55"/>
        <p:cNvGrpSpPr/>
        <p:nvPr/>
      </p:nvGrpSpPr>
      <p:grpSpPr>
        <a:xfrm>
          <a:off x="0" y="0"/>
          <a:ext cx="0" cy="0"/>
          <a:chOff x="0" y="0"/>
          <a:chExt cx="0" cy="0"/>
        </a:xfrm>
      </p:grpSpPr>
      <p:pic>
        <p:nvPicPr>
          <p:cNvPr id="8856" name="Google Shape;8856;p60"/>
          <p:cNvPicPr preferRelativeResize="0"/>
          <p:nvPr/>
        </p:nvPicPr>
        <p:blipFill rotWithShape="1">
          <a:blip r:embed="rId3">
            <a:alphaModFix/>
          </a:blip>
          <a:srcRect/>
          <a:stretch/>
        </p:blipFill>
        <p:spPr>
          <a:xfrm>
            <a:off x="3352345" y="1637825"/>
            <a:ext cx="909599" cy="909599"/>
          </a:xfrm>
          <a:prstGeom prst="rect">
            <a:avLst/>
          </a:prstGeom>
          <a:noFill/>
          <a:ln>
            <a:noFill/>
          </a:ln>
        </p:spPr>
      </p:pic>
      <p:pic>
        <p:nvPicPr>
          <p:cNvPr id="8857" name="Google Shape;8857;p60"/>
          <p:cNvPicPr preferRelativeResize="0"/>
          <p:nvPr/>
        </p:nvPicPr>
        <p:blipFill rotWithShape="1">
          <a:blip r:embed="rId4">
            <a:alphaModFix/>
          </a:blip>
          <a:srcRect/>
          <a:stretch/>
        </p:blipFill>
        <p:spPr>
          <a:xfrm rot="10800000">
            <a:off x="4884219" y="1639994"/>
            <a:ext cx="905256" cy="905256"/>
          </a:xfrm>
          <a:prstGeom prst="rect">
            <a:avLst/>
          </a:prstGeom>
          <a:noFill/>
          <a:ln>
            <a:noFill/>
          </a:ln>
        </p:spPr>
      </p:pic>
      <p:pic>
        <p:nvPicPr>
          <p:cNvPr id="8858" name="Google Shape;8858;p60"/>
          <p:cNvPicPr preferRelativeResize="0"/>
          <p:nvPr/>
        </p:nvPicPr>
        <p:blipFill rotWithShape="1">
          <a:blip r:embed="rId5">
            <a:alphaModFix/>
          </a:blip>
          <a:srcRect l="69" r="69"/>
          <a:stretch/>
        </p:blipFill>
        <p:spPr>
          <a:xfrm>
            <a:off x="3392625" y="3167537"/>
            <a:ext cx="905256" cy="905256"/>
          </a:xfrm>
          <a:prstGeom prst="rect">
            <a:avLst/>
          </a:prstGeom>
          <a:noFill/>
          <a:ln>
            <a:noFill/>
          </a:ln>
        </p:spPr>
      </p:pic>
      <p:pic>
        <p:nvPicPr>
          <p:cNvPr id="8859" name="Google Shape;8859;p60"/>
          <p:cNvPicPr preferRelativeResize="0"/>
          <p:nvPr/>
        </p:nvPicPr>
        <p:blipFill rotWithShape="1">
          <a:blip r:embed="rId6">
            <a:alphaModFix/>
          </a:blip>
          <a:srcRect l="69" r="69"/>
          <a:stretch/>
        </p:blipFill>
        <p:spPr>
          <a:xfrm rot="10800000">
            <a:off x="4872213" y="3169712"/>
            <a:ext cx="905256" cy="905256"/>
          </a:xfrm>
          <a:prstGeom prst="rect">
            <a:avLst/>
          </a:prstGeom>
          <a:noFill/>
          <a:ln>
            <a:noFill/>
          </a:ln>
        </p:spPr>
      </p:pic>
      <p:sp>
        <p:nvSpPr>
          <p:cNvPr id="8860" name="Google Shape;8860;p60"/>
          <p:cNvSpPr txBox="1">
            <a:spLocks noGrp="1"/>
          </p:cNvSpPr>
          <p:nvPr>
            <p:ph type="title"/>
          </p:nvPr>
        </p:nvSpPr>
        <p:spPr>
          <a:xfrm>
            <a:off x="713225" y="539525"/>
            <a:ext cx="7717500" cy="6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Methodology</a:t>
            </a:r>
            <a:endParaRPr/>
          </a:p>
        </p:txBody>
      </p:sp>
      <p:sp>
        <p:nvSpPr>
          <p:cNvPr id="8861" name="Google Shape;8861;p60"/>
          <p:cNvSpPr txBox="1"/>
          <p:nvPr/>
        </p:nvSpPr>
        <p:spPr>
          <a:xfrm>
            <a:off x="865625" y="1678105"/>
            <a:ext cx="2404800" cy="30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Type of data</a:t>
            </a:r>
            <a:endParaRPr sz="1800" b="1">
              <a:solidFill>
                <a:schemeClr val="accent1"/>
              </a:solidFill>
              <a:latin typeface="Lexend Deca"/>
              <a:ea typeface="Lexend Deca"/>
              <a:cs typeface="Lexend Deca"/>
              <a:sym typeface="Lexend Deca"/>
            </a:endParaRPr>
          </a:p>
        </p:txBody>
      </p:sp>
      <p:sp>
        <p:nvSpPr>
          <p:cNvPr id="8862" name="Google Shape;8862;p60"/>
          <p:cNvSpPr txBox="1"/>
          <p:nvPr/>
        </p:nvSpPr>
        <p:spPr>
          <a:xfrm>
            <a:off x="865625" y="2038905"/>
            <a:ext cx="2404800" cy="46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Venus is the second planet from the Sun</a:t>
            </a:r>
            <a:endParaRPr>
              <a:solidFill>
                <a:schemeClr val="dk1"/>
              </a:solidFill>
              <a:latin typeface="Lexend Deca Light"/>
              <a:ea typeface="Lexend Deca Light"/>
              <a:cs typeface="Lexend Deca Light"/>
              <a:sym typeface="Lexend Deca Light"/>
            </a:endParaRPr>
          </a:p>
        </p:txBody>
      </p:sp>
      <p:sp>
        <p:nvSpPr>
          <p:cNvPr id="8863" name="Google Shape;8863;p60"/>
          <p:cNvSpPr txBox="1"/>
          <p:nvPr/>
        </p:nvSpPr>
        <p:spPr>
          <a:xfrm>
            <a:off x="5862175" y="1678105"/>
            <a:ext cx="2404800" cy="30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Data collection</a:t>
            </a:r>
            <a:endParaRPr sz="1800" b="1">
              <a:solidFill>
                <a:schemeClr val="accent1"/>
              </a:solidFill>
              <a:latin typeface="Lexend Deca"/>
              <a:ea typeface="Lexend Deca"/>
              <a:cs typeface="Lexend Deca"/>
              <a:sym typeface="Lexend Deca"/>
            </a:endParaRPr>
          </a:p>
        </p:txBody>
      </p:sp>
      <p:sp>
        <p:nvSpPr>
          <p:cNvPr id="8864" name="Google Shape;8864;p60"/>
          <p:cNvSpPr txBox="1"/>
          <p:nvPr/>
        </p:nvSpPr>
        <p:spPr>
          <a:xfrm>
            <a:off x="5881800" y="2038900"/>
            <a:ext cx="2404200" cy="46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Jupiter is the biggest planet in the Solar System</a:t>
            </a:r>
            <a:endParaRPr>
              <a:solidFill>
                <a:schemeClr val="dk1"/>
              </a:solidFill>
              <a:latin typeface="Lexend Deca Light"/>
              <a:ea typeface="Lexend Deca Light"/>
              <a:cs typeface="Lexend Deca Light"/>
              <a:sym typeface="Lexend Deca Light"/>
            </a:endParaRPr>
          </a:p>
        </p:txBody>
      </p:sp>
      <p:sp>
        <p:nvSpPr>
          <p:cNvPr id="8865" name="Google Shape;8865;p60"/>
          <p:cNvSpPr txBox="1"/>
          <p:nvPr/>
        </p:nvSpPr>
        <p:spPr>
          <a:xfrm>
            <a:off x="5862175" y="3207805"/>
            <a:ext cx="2404800" cy="30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Specific sampling</a:t>
            </a:r>
            <a:endParaRPr sz="1800" b="1">
              <a:solidFill>
                <a:schemeClr val="accent1"/>
              </a:solidFill>
              <a:latin typeface="Lexend Deca"/>
              <a:ea typeface="Lexend Deca"/>
              <a:cs typeface="Lexend Deca"/>
              <a:sym typeface="Lexend Deca"/>
            </a:endParaRPr>
          </a:p>
        </p:txBody>
      </p:sp>
      <p:sp>
        <p:nvSpPr>
          <p:cNvPr id="8866" name="Google Shape;8866;p60"/>
          <p:cNvSpPr txBox="1"/>
          <p:nvPr/>
        </p:nvSpPr>
        <p:spPr>
          <a:xfrm>
            <a:off x="5862175" y="3568605"/>
            <a:ext cx="2404800" cy="46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Saturn is a gas giant and has several rings</a:t>
            </a:r>
            <a:endParaRPr>
              <a:solidFill>
                <a:schemeClr val="dk1"/>
              </a:solidFill>
              <a:latin typeface="Lexend Deca Light"/>
              <a:ea typeface="Lexend Deca Light"/>
              <a:cs typeface="Lexend Deca Light"/>
              <a:sym typeface="Lexend Deca Light"/>
            </a:endParaRPr>
          </a:p>
        </p:txBody>
      </p:sp>
      <p:cxnSp>
        <p:nvCxnSpPr>
          <p:cNvPr id="8867" name="Google Shape;8867;p60"/>
          <p:cNvCxnSpPr>
            <a:stCxn id="8868" idx="2"/>
            <a:endCxn id="8869" idx="0"/>
          </p:cNvCxnSpPr>
          <p:nvPr/>
        </p:nvCxnSpPr>
        <p:spPr>
          <a:xfrm>
            <a:off x="3807150" y="2547425"/>
            <a:ext cx="0" cy="620100"/>
          </a:xfrm>
          <a:prstGeom prst="straightConnector1">
            <a:avLst/>
          </a:prstGeom>
          <a:noFill/>
          <a:ln w="19050" cap="flat" cmpd="sng">
            <a:solidFill>
              <a:schemeClr val="dk2"/>
            </a:solidFill>
            <a:prstDash val="solid"/>
            <a:round/>
            <a:headEnd type="none" w="med" len="med"/>
            <a:tailEnd type="none" w="med" len="med"/>
          </a:ln>
        </p:spPr>
      </p:cxnSp>
      <p:cxnSp>
        <p:nvCxnSpPr>
          <p:cNvPr id="8870" name="Google Shape;8870;p60"/>
          <p:cNvCxnSpPr>
            <a:stCxn id="8871" idx="2"/>
            <a:endCxn id="8872" idx="0"/>
          </p:cNvCxnSpPr>
          <p:nvPr/>
        </p:nvCxnSpPr>
        <p:spPr>
          <a:xfrm>
            <a:off x="5336850" y="2547425"/>
            <a:ext cx="0" cy="620100"/>
          </a:xfrm>
          <a:prstGeom prst="straightConnector1">
            <a:avLst/>
          </a:prstGeom>
          <a:noFill/>
          <a:ln w="19050" cap="flat" cmpd="sng">
            <a:solidFill>
              <a:schemeClr val="dk2"/>
            </a:solidFill>
            <a:prstDash val="solid"/>
            <a:round/>
            <a:headEnd type="none" w="med" len="med"/>
            <a:tailEnd type="none" w="med" len="med"/>
          </a:ln>
        </p:spPr>
      </p:cxnSp>
      <p:cxnSp>
        <p:nvCxnSpPr>
          <p:cNvPr id="8873" name="Google Shape;8873;p60"/>
          <p:cNvCxnSpPr>
            <a:stCxn id="8869" idx="3"/>
            <a:endCxn id="8872" idx="1"/>
          </p:cNvCxnSpPr>
          <p:nvPr/>
        </p:nvCxnSpPr>
        <p:spPr>
          <a:xfrm>
            <a:off x="4261950" y="3622325"/>
            <a:ext cx="620100" cy="0"/>
          </a:xfrm>
          <a:prstGeom prst="straightConnector1">
            <a:avLst/>
          </a:prstGeom>
          <a:noFill/>
          <a:ln w="19050" cap="flat" cmpd="sng">
            <a:solidFill>
              <a:schemeClr val="dk2"/>
            </a:solidFill>
            <a:prstDash val="solid"/>
            <a:round/>
            <a:headEnd type="none" w="med" len="med"/>
            <a:tailEnd type="none" w="med" len="med"/>
          </a:ln>
        </p:spPr>
      </p:cxnSp>
      <p:cxnSp>
        <p:nvCxnSpPr>
          <p:cNvPr id="8874" name="Google Shape;8874;p60"/>
          <p:cNvCxnSpPr>
            <a:stCxn id="8868" idx="3"/>
            <a:endCxn id="8871" idx="1"/>
          </p:cNvCxnSpPr>
          <p:nvPr/>
        </p:nvCxnSpPr>
        <p:spPr>
          <a:xfrm>
            <a:off x="4261950" y="2092625"/>
            <a:ext cx="620100" cy="0"/>
          </a:xfrm>
          <a:prstGeom prst="straightConnector1">
            <a:avLst/>
          </a:prstGeom>
          <a:noFill/>
          <a:ln w="19050" cap="flat" cmpd="sng">
            <a:solidFill>
              <a:schemeClr val="dk2"/>
            </a:solidFill>
            <a:prstDash val="solid"/>
            <a:round/>
            <a:headEnd type="none" w="med" len="med"/>
            <a:tailEnd type="none" w="med" len="med"/>
          </a:ln>
        </p:spPr>
      </p:cxnSp>
      <p:sp>
        <p:nvSpPr>
          <p:cNvPr id="8875" name="Google Shape;8875;p60"/>
          <p:cNvSpPr txBox="1"/>
          <p:nvPr/>
        </p:nvSpPr>
        <p:spPr>
          <a:xfrm>
            <a:off x="865625" y="3207805"/>
            <a:ext cx="2404800" cy="30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Lexend Deca"/>
                <a:ea typeface="Lexend Deca"/>
                <a:cs typeface="Lexend Deca"/>
                <a:sym typeface="Lexend Deca"/>
              </a:rPr>
              <a:t>Motives</a:t>
            </a:r>
            <a:endParaRPr sz="1800" b="1">
              <a:solidFill>
                <a:schemeClr val="accent1"/>
              </a:solidFill>
              <a:latin typeface="Lexend Deca"/>
              <a:ea typeface="Lexend Deca"/>
              <a:cs typeface="Lexend Deca"/>
              <a:sym typeface="Lexend Deca"/>
            </a:endParaRPr>
          </a:p>
        </p:txBody>
      </p:sp>
      <p:sp>
        <p:nvSpPr>
          <p:cNvPr id="8876" name="Google Shape;8876;p60"/>
          <p:cNvSpPr txBox="1"/>
          <p:nvPr/>
        </p:nvSpPr>
        <p:spPr>
          <a:xfrm>
            <a:off x="865625" y="3568605"/>
            <a:ext cx="2404800" cy="46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Despite being red, Mars is a cold place</a:t>
            </a:r>
            <a:endParaRPr>
              <a:solidFill>
                <a:schemeClr val="dk1"/>
              </a:solidFill>
              <a:latin typeface="Lexend Deca Light"/>
              <a:ea typeface="Lexend Deca Light"/>
              <a:cs typeface="Lexend Deca Light"/>
              <a:sym typeface="Lexend Deca Light"/>
            </a:endParaRPr>
          </a:p>
        </p:txBody>
      </p:sp>
      <p:sp>
        <p:nvSpPr>
          <p:cNvPr id="8877" name="Google Shape;8877;p60"/>
          <p:cNvSpPr/>
          <p:nvPr/>
        </p:nvSpPr>
        <p:spPr>
          <a:xfrm>
            <a:off x="5114088" y="3417581"/>
            <a:ext cx="464613" cy="380509"/>
          </a:xfrm>
          <a:custGeom>
            <a:avLst/>
            <a:gdLst/>
            <a:ahLst/>
            <a:cxnLst/>
            <a:rect l="l" t="t" r="r" b="b"/>
            <a:pathLst>
              <a:path w="13634" h="11166" extrusionOk="0">
                <a:moveTo>
                  <a:pt x="8173" y="541"/>
                </a:moveTo>
                <a:cubicBezTo>
                  <a:pt x="8414" y="541"/>
                  <a:pt x="8625" y="561"/>
                  <a:pt x="8764" y="580"/>
                </a:cubicBezTo>
                <a:cubicBezTo>
                  <a:pt x="8823" y="1009"/>
                  <a:pt x="8907" y="2116"/>
                  <a:pt x="8335" y="2688"/>
                </a:cubicBezTo>
                <a:cubicBezTo>
                  <a:pt x="7954" y="3069"/>
                  <a:pt x="7359" y="3152"/>
                  <a:pt x="6871" y="3152"/>
                </a:cubicBezTo>
                <a:lnTo>
                  <a:pt x="6811" y="3152"/>
                </a:lnTo>
                <a:cubicBezTo>
                  <a:pt x="6728" y="3152"/>
                  <a:pt x="6644" y="3152"/>
                  <a:pt x="6573" y="3140"/>
                </a:cubicBezTo>
                <a:lnTo>
                  <a:pt x="7275" y="2438"/>
                </a:lnTo>
                <a:cubicBezTo>
                  <a:pt x="7371" y="2331"/>
                  <a:pt x="7371" y="2176"/>
                  <a:pt x="7275" y="2069"/>
                </a:cubicBezTo>
                <a:cubicBezTo>
                  <a:pt x="7222" y="2015"/>
                  <a:pt x="7153" y="1988"/>
                  <a:pt x="7086" y="1988"/>
                </a:cubicBezTo>
                <a:cubicBezTo>
                  <a:pt x="7019" y="1988"/>
                  <a:pt x="6954" y="2015"/>
                  <a:pt x="6906" y="2069"/>
                </a:cubicBezTo>
                <a:lnTo>
                  <a:pt x="6204" y="2771"/>
                </a:lnTo>
                <a:cubicBezTo>
                  <a:pt x="6156" y="2259"/>
                  <a:pt x="6192" y="1461"/>
                  <a:pt x="6644" y="1009"/>
                </a:cubicBezTo>
                <a:cubicBezTo>
                  <a:pt x="7031" y="630"/>
                  <a:pt x="7669" y="541"/>
                  <a:pt x="8173" y="541"/>
                </a:cubicBezTo>
                <a:close/>
                <a:moveTo>
                  <a:pt x="3664" y="540"/>
                </a:moveTo>
                <a:cubicBezTo>
                  <a:pt x="4187" y="540"/>
                  <a:pt x="4807" y="636"/>
                  <a:pt x="5180" y="1009"/>
                </a:cubicBezTo>
                <a:cubicBezTo>
                  <a:pt x="5620" y="1461"/>
                  <a:pt x="5668" y="2259"/>
                  <a:pt x="5632" y="2783"/>
                </a:cubicBezTo>
                <a:lnTo>
                  <a:pt x="4942" y="2081"/>
                </a:lnTo>
                <a:cubicBezTo>
                  <a:pt x="4888" y="2027"/>
                  <a:pt x="4820" y="2000"/>
                  <a:pt x="4751" y="2000"/>
                </a:cubicBezTo>
                <a:cubicBezTo>
                  <a:pt x="4683" y="2000"/>
                  <a:pt x="4614" y="2027"/>
                  <a:pt x="4561" y="2081"/>
                </a:cubicBezTo>
                <a:cubicBezTo>
                  <a:pt x="4466" y="2188"/>
                  <a:pt x="4466" y="2354"/>
                  <a:pt x="4561" y="2450"/>
                </a:cubicBezTo>
                <a:lnTo>
                  <a:pt x="5275" y="3164"/>
                </a:lnTo>
                <a:lnTo>
                  <a:pt x="5001" y="3164"/>
                </a:lnTo>
                <a:cubicBezTo>
                  <a:pt x="4477" y="3164"/>
                  <a:pt x="3870" y="3069"/>
                  <a:pt x="3489" y="2712"/>
                </a:cubicBezTo>
                <a:cubicBezTo>
                  <a:pt x="2918" y="2128"/>
                  <a:pt x="3001" y="1009"/>
                  <a:pt x="3061" y="580"/>
                </a:cubicBezTo>
                <a:cubicBezTo>
                  <a:pt x="3224" y="559"/>
                  <a:pt x="3434" y="540"/>
                  <a:pt x="3664" y="540"/>
                </a:cubicBezTo>
                <a:close/>
                <a:moveTo>
                  <a:pt x="8645" y="3688"/>
                </a:moveTo>
                <a:cubicBezTo>
                  <a:pt x="8907" y="3688"/>
                  <a:pt x="9169" y="3843"/>
                  <a:pt x="9300" y="4057"/>
                </a:cubicBezTo>
                <a:lnTo>
                  <a:pt x="10359" y="5867"/>
                </a:lnTo>
                <a:lnTo>
                  <a:pt x="6859" y="5867"/>
                </a:lnTo>
                <a:lnTo>
                  <a:pt x="6859" y="4771"/>
                </a:lnTo>
                <a:cubicBezTo>
                  <a:pt x="6859" y="4629"/>
                  <a:pt x="6740" y="4509"/>
                  <a:pt x="6585" y="4509"/>
                </a:cubicBezTo>
                <a:cubicBezTo>
                  <a:pt x="6442" y="4509"/>
                  <a:pt x="6323" y="4629"/>
                  <a:pt x="6323" y="4771"/>
                </a:cubicBezTo>
                <a:lnTo>
                  <a:pt x="6323" y="5867"/>
                </a:lnTo>
                <a:lnTo>
                  <a:pt x="2501" y="5867"/>
                </a:lnTo>
                <a:lnTo>
                  <a:pt x="2501" y="4450"/>
                </a:lnTo>
                <a:lnTo>
                  <a:pt x="2513" y="4450"/>
                </a:lnTo>
                <a:cubicBezTo>
                  <a:pt x="2513" y="4033"/>
                  <a:pt x="2858" y="3688"/>
                  <a:pt x="3275" y="3688"/>
                </a:cubicBezTo>
                <a:close/>
                <a:moveTo>
                  <a:pt x="6335" y="6403"/>
                </a:moveTo>
                <a:lnTo>
                  <a:pt x="6335" y="8569"/>
                </a:lnTo>
                <a:lnTo>
                  <a:pt x="846" y="8569"/>
                </a:lnTo>
                <a:lnTo>
                  <a:pt x="846" y="7617"/>
                </a:lnTo>
                <a:lnTo>
                  <a:pt x="2477" y="7617"/>
                </a:lnTo>
                <a:cubicBezTo>
                  <a:pt x="2632" y="7617"/>
                  <a:pt x="2751" y="7498"/>
                  <a:pt x="2751" y="7355"/>
                </a:cubicBezTo>
                <a:cubicBezTo>
                  <a:pt x="2751" y="7200"/>
                  <a:pt x="2632" y="7081"/>
                  <a:pt x="2477" y="7081"/>
                </a:cubicBezTo>
                <a:lnTo>
                  <a:pt x="846" y="7081"/>
                </a:lnTo>
                <a:lnTo>
                  <a:pt x="846" y="6938"/>
                </a:lnTo>
                <a:cubicBezTo>
                  <a:pt x="846" y="6641"/>
                  <a:pt x="1084" y="6403"/>
                  <a:pt x="1382" y="6403"/>
                </a:cubicBezTo>
                <a:close/>
                <a:moveTo>
                  <a:pt x="11740" y="6391"/>
                </a:moveTo>
                <a:cubicBezTo>
                  <a:pt x="12181" y="6391"/>
                  <a:pt x="12562" y="6676"/>
                  <a:pt x="12693" y="7081"/>
                </a:cubicBezTo>
                <a:lnTo>
                  <a:pt x="11109" y="7081"/>
                </a:lnTo>
                <a:cubicBezTo>
                  <a:pt x="10966" y="7081"/>
                  <a:pt x="10847" y="7200"/>
                  <a:pt x="10847" y="7343"/>
                </a:cubicBezTo>
                <a:cubicBezTo>
                  <a:pt x="10847" y="7498"/>
                  <a:pt x="10966" y="7617"/>
                  <a:pt x="11109" y="7617"/>
                </a:cubicBezTo>
                <a:lnTo>
                  <a:pt x="12752" y="7617"/>
                </a:lnTo>
                <a:lnTo>
                  <a:pt x="12752" y="8569"/>
                </a:lnTo>
                <a:lnTo>
                  <a:pt x="6871" y="8569"/>
                </a:lnTo>
                <a:lnTo>
                  <a:pt x="6871" y="6391"/>
                </a:lnTo>
                <a:close/>
                <a:moveTo>
                  <a:pt x="1334" y="9093"/>
                </a:moveTo>
                <a:cubicBezTo>
                  <a:pt x="1191" y="9296"/>
                  <a:pt x="1084" y="9570"/>
                  <a:pt x="1084" y="9855"/>
                </a:cubicBezTo>
                <a:cubicBezTo>
                  <a:pt x="1084" y="9915"/>
                  <a:pt x="1084" y="9986"/>
                  <a:pt x="1096" y="10046"/>
                </a:cubicBezTo>
                <a:lnTo>
                  <a:pt x="513" y="10046"/>
                </a:lnTo>
                <a:lnTo>
                  <a:pt x="513" y="9093"/>
                </a:lnTo>
                <a:close/>
                <a:moveTo>
                  <a:pt x="13074" y="9093"/>
                </a:moveTo>
                <a:lnTo>
                  <a:pt x="13074" y="10046"/>
                </a:lnTo>
                <a:lnTo>
                  <a:pt x="12502" y="10046"/>
                </a:lnTo>
                <a:cubicBezTo>
                  <a:pt x="12514" y="9986"/>
                  <a:pt x="12514" y="9915"/>
                  <a:pt x="12514" y="9855"/>
                </a:cubicBezTo>
                <a:cubicBezTo>
                  <a:pt x="12514" y="9570"/>
                  <a:pt x="12419" y="9296"/>
                  <a:pt x="12264" y="9093"/>
                </a:cubicBezTo>
                <a:close/>
                <a:moveTo>
                  <a:pt x="2382" y="9093"/>
                </a:moveTo>
                <a:cubicBezTo>
                  <a:pt x="2799" y="9093"/>
                  <a:pt x="3132" y="9439"/>
                  <a:pt x="3132" y="9855"/>
                </a:cubicBezTo>
                <a:cubicBezTo>
                  <a:pt x="3132" y="10260"/>
                  <a:pt x="2799" y="10605"/>
                  <a:pt x="2382" y="10605"/>
                </a:cubicBezTo>
                <a:cubicBezTo>
                  <a:pt x="1965" y="10605"/>
                  <a:pt x="1620" y="10272"/>
                  <a:pt x="1620" y="9855"/>
                </a:cubicBezTo>
                <a:cubicBezTo>
                  <a:pt x="1620" y="9439"/>
                  <a:pt x="1965" y="9093"/>
                  <a:pt x="2382" y="9093"/>
                </a:cubicBezTo>
                <a:close/>
                <a:moveTo>
                  <a:pt x="11216" y="9093"/>
                </a:moveTo>
                <a:cubicBezTo>
                  <a:pt x="11633" y="9093"/>
                  <a:pt x="11978" y="9427"/>
                  <a:pt x="11978" y="9855"/>
                </a:cubicBezTo>
                <a:cubicBezTo>
                  <a:pt x="11978" y="10284"/>
                  <a:pt x="11633" y="10605"/>
                  <a:pt x="11216" y="10605"/>
                </a:cubicBezTo>
                <a:cubicBezTo>
                  <a:pt x="10800" y="10605"/>
                  <a:pt x="10454" y="10272"/>
                  <a:pt x="10454" y="9855"/>
                </a:cubicBezTo>
                <a:cubicBezTo>
                  <a:pt x="10454" y="9439"/>
                  <a:pt x="10800" y="9093"/>
                  <a:pt x="11216" y="9093"/>
                </a:cubicBezTo>
                <a:close/>
                <a:moveTo>
                  <a:pt x="3704" y="0"/>
                </a:moveTo>
                <a:cubicBezTo>
                  <a:pt x="3212" y="0"/>
                  <a:pt x="2831" y="81"/>
                  <a:pt x="2799" y="92"/>
                </a:cubicBezTo>
                <a:cubicBezTo>
                  <a:pt x="2692" y="104"/>
                  <a:pt x="2620" y="188"/>
                  <a:pt x="2584" y="295"/>
                </a:cubicBezTo>
                <a:cubicBezTo>
                  <a:pt x="2572" y="366"/>
                  <a:pt x="2215" y="2152"/>
                  <a:pt x="3120" y="3069"/>
                </a:cubicBezTo>
                <a:cubicBezTo>
                  <a:pt x="3156" y="3093"/>
                  <a:pt x="3180" y="3128"/>
                  <a:pt x="3227" y="3152"/>
                </a:cubicBezTo>
                <a:cubicBezTo>
                  <a:pt x="2537" y="3188"/>
                  <a:pt x="1989" y="3747"/>
                  <a:pt x="1989" y="4450"/>
                </a:cubicBezTo>
                <a:lnTo>
                  <a:pt x="1989" y="5867"/>
                </a:lnTo>
                <a:lnTo>
                  <a:pt x="1394" y="5867"/>
                </a:lnTo>
                <a:cubicBezTo>
                  <a:pt x="798" y="5867"/>
                  <a:pt x="322" y="6343"/>
                  <a:pt x="322" y="6938"/>
                </a:cubicBezTo>
                <a:lnTo>
                  <a:pt x="322" y="8569"/>
                </a:lnTo>
                <a:lnTo>
                  <a:pt x="263" y="8569"/>
                </a:lnTo>
                <a:cubicBezTo>
                  <a:pt x="120" y="8569"/>
                  <a:pt x="1" y="8689"/>
                  <a:pt x="1" y="8843"/>
                </a:cubicBezTo>
                <a:lnTo>
                  <a:pt x="1" y="10332"/>
                </a:lnTo>
                <a:cubicBezTo>
                  <a:pt x="1" y="10474"/>
                  <a:pt x="120" y="10594"/>
                  <a:pt x="263" y="10594"/>
                </a:cubicBezTo>
                <a:lnTo>
                  <a:pt x="1322" y="10594"/>
                </a:lnTo>
                <a:cubicBezTo>
                  <a:pt x="1560" y="10939"/>
                  <a:pt x="1941" y="11165"/>
                  <a:pt x="2394" y="11165"/>
                </a:cubicBezTo>
                <a:cubicBezTo>
                  <a:pt x="2834" y="11165"/>
                  <a:pt x="3227" y="10939"/>
                  <a:pt x="3465" y="10594"/>
                </a:cubicBezTo>
                <a:lnTo>
                  <a:pt x="4549" y="10594"/>
                </a:lnTo>
                <a:cubicBezTo>
                  <a:pt x="4704" y="10594"/>
                  <a:pt x="4823" y="10474"/>
                  <a:pt x="4823" y="10332"/>
                </a:cubicBezTo>
                <a:cubicBezTo>
                  <a:pt x="4823" y="10177"/>
                  <a:pt x="4704" y="10058"/>
                  <a:pt x="4549" y="10058"/>
                </a:cubicBezTo>
                <a:lnTo>
                  <a:pt x="3668" y="10058"/>
                </a:lnTo>
                <a:cubicBezTo>
                  <a:pt x="3692" y="9998"/>
                  <a:pt x="3692" y="9927"/>
                  <a:pt x="3692" y="9867"/>
                </a:cubicBezTo>
                <a:cubicBezTo>
                  <a:pt x="3692" y="9582"/>
                  <a:pt x="3596" y="9320"/>
                  <a:pt x="3430" y="9105"/>
                </a:cubicBezTo>
                <a:lnTo>
                  <a:pt x="10192" y="9105"/>
                </a:lnTo>
                <a:cubicBezTo>
                  <a:pt x="10038" y="9320"/>
                  <a:pt x="9942" y="9582"/>
                  <a:pt x="9942" y="9867"/>
                </a:cubicBezTo>
                <a:cubicBezTo>
                  <a:pt x="9942" y="9927"/>
                  <a:pt x="9942" y="9998"/>
                  <a:pt x="9954" y="10058"/>
                </a:cubicBezTo>
                <a:lnTo>
                  <a:pt x="6942" y="10058"/>
                </a:lnTo>
                <a:cubicBezTo>
                  <a:pt x="6799" y="10058"/>
                  <a:pt x="6680" y="10177"/>
                  <a:pt x="6680" y="10332"/>
                </a:cubicBezTo>
                <a:cubicBezTo>
                  <a:pt x="6680" y="10474"/>
                  <a:pt x="6799" y="10594"/>
                  <a:pt x="6942" y="10594"/>
                </a:cubicBezTo>
                <a:lnTo>
                  <a:pt x="10157" y="10594"/>
                </a:lnTo>
                <a:cubicBezTo>
                  <a:pt x="10395" y="10939"/>
                  <a:pt x="10788" y="11165"/>
                  <a:pt x="11228" y="11165"/>
                </a:cubicBezTo>
                <a:cubicBezTo>
                  <a:pt x="11681" y="11165"/>
                  <a:pt x="12062" y="10939"/>
                  <a:pt x="12300" y="10594"/>
                </a:cubicBezTo>
                <a:lnTo>
                  <a:pt x="13360" y="10594"/>
                </a:lnTo>
                <a:cubicBezTo>
                  <a:pt x="13514" y="10594"/>
                  <a:pt x="13633" y="10474"/>
                  <a:pt x="13633" y="10332"/>
                </a:cubicBezTo>
                <a:lnTo>
                  <a:pt x="13633" y="8843"/>
                </a:lnTo>
                <a:cubicBezTo>
                  <a:pt x="13610" y="8689"/>
                  <a:pt x="13491" y="8569"/>
                  <a:pt x="13348" y="8569"/>
                </a:cubicBezTo>
                <a:lnTo>
                  <a:pt x="13288" y="8569"/>
                </a:lnTo>
                <a:lnTo>
                  <a:pt x="13288" y="7415"/>
                </a:lnTo>
                <a:cubicBezTo>
                  <a:pt x="13288" y="6557"/>
                  <a:pt x="12586" y="5867"/>
                  <a:pt x="11740" y="5867"/>
                </a:cubicBezTo>
                <a:lnTo>
                  <a:pt x="10978" y="5867"/>
                </a:lnTo>
                <a:lnTo>
                  <a:pt x="9752" y="3795"/>
                </a:lnTo>
                <a:cubicBezTo>
                  <a:pt x="9514" y="3402"/>
                  <a:pt x="9109" y="3152"/>
                  <a:pt x="8645" y="3152"/>
                </a:cubicBezTo>
                <a:lnTo>
                  <a:pt x="8609" y="3152"/>
                </a:lnTo>
                <a:cubicBezTo>
                  <a:pt x="8645" y="3128"/>
                  <a:pt x="8692" y="3093"/>
                  <a:pt x="8716" y="3069"/>
                </a:cubicBezTo>
                <a:cubicBezTo>
                  <a:pt x="9645" y="2140"/>
                  <a:pt x="9264" y="366"/>
                  <a:pt x="9252" y="295"/>
                </a:cubicBezTo>
                <a:cubicBezTo>
                  <a:pt x="9240" y="188"/>
                  <a:pt x="9145" y="116"/>
                  <a:pt x="9049" y="92"/>
                </a:cubicBezTo>
                <a:cubicBezTo>
                  <a:pt x="9012" y="82"/>
                  <a:pt x="8633" y="4"/>
                  <a:pt x="8145" y="4"/>
                </a:cubicBezTo>
                <a:cubicBezTo>
                  <a:pt x="7543" y="4"/>
                  <a:pt x="6775" y="122"/>
                  <a:pt x="6275" y="628"/>
                </a:cubicBezTo>
                <a:cubicBezTo>
                  <a:pt x="6132" y="771"/>
                  <a:pt x="6013" y="950"/>
                  <a:pt x="5918" y="1140"/>
                </a:cubicBezTo>
                <a:cubicBezTo>
                  <a:pt x="5835" y="950"/>
                  <a:pt x="5716" y="783"/>
                  <a:pt x="5561" y="628"/>
                </a:cubicBezTo>
                <a:cubicBezTo>
                  <a:pt x="5059" y="119"/>
                  <a:pt x="4300" y="0"/>
                  <a:pt x="37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78" name="Google Shape;8878;p60"/>
          <p:cNvGrpSpPr/>
          <p:nvPr/>
        </p:nvGrpSpPr>
        <p:grpSpPr>
          <a:xfrm>
            <a:off x="5092328" y="1841715"/>
            <a:ext cx="465022" cy="455650"/>
            <a:chOff x="3999000" y="1268450"/>
            <a:chExt cx="341150" cy="334275"/>
          </a:xfrm>
        </p:grpSpPr>
        <p:sp>
          <p:nvSpPr>
            <p:cNvPr id="8879" name="Google Shape;8879;p60"/>
            <p:cNvSpPr/>
            <p:nvPr/>
          </p:nvSpPr>
          <p:spPr>
            <a:xfrm>
              <a:off x="4177600" y="1376775"/>
              <a:ext cx="13400" cy="156000"/>
            </a:xfrm>
            <a:custGeom>
              <a:avLst/>
              <a:gdLst/>
              <a:ahLst/>
              <a:cxnLst/>
              <a:rect l="l" t="t" r="r" b="b"/>
              <a:pathLst>
                <a:path w="536" h="6240" extrusionOk="0">
                  <a:moveTo>
                    <a:pt x="262" y="1"/>
                  </a:moveTo>
                  <a:cubicBezTo>
                    <a:pt x="119" y="1"/>
                    <a:pt x="0" y="120"/>
                    <a:pt x="0" y="275"/>
                  </a:cubicBezTo>
                  <a:lnTo>
                    <a:pt x="0" y="5978"/>
                  </a:lnTo>
                  <a:cubicBezTo>
                    <a:pt x="0" y="6121"/>
                    <a:pt x="119" y="6240"/>
                    <a:pt x="262" y="6240"/>
                  </a:cubicBezTo>
                  <a:cubicBezTo>
                    <a:pt x="417" y="6240"/>
                    <a:pt x="536" y="6121"/>
                    <a:pt x="536" y="5978"/>
                  </a:cubicBezTo>
                  <a:lnTo>
                    <a:pt x="536" y="275"/>
                  </a:lnTo>
                  <a:cubicBezTo>
                    <a:pt x="536" y="120"/>
                    <a:pt x="417"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60"/>
            <p:cNvSpPr/>
            <p:nvPr/>
          </p:nvSpPr>
          <p:spPr>
            <a:xfrm>
              <a:off x="4177300" y="1549375"/>
              <a:ext cx="14300" cy="13475"/>
            </a:xfrm>
            <a:custGeom>
              <a:avLst/>
              <a:gdLst/>
              <a:ahLst/>
              <a:cxnLst/>
              <a:rect l="l" t="t" r="r" b="b"/>
              <a:pathLst>
                <a:path w="572" h="539" extrusionOk="0">
                  <a:moveTo>
                    <a:pt x="287" y="0"/>
                  </a:moveTo>
                  <a:cubicBezTo>
                    <a:pt x="226" y="0"/>
                    <a:pt x="167" y="22"/>
                    <a:pt x="119" y="62"/>
                  </a:cubicBezTo>
                  <a:cubicBezTo>
                    <a:pt x="24" y="145"/>
                    <a:pt x="0" y="265"/>
                    <a:pt x="48" y="360"/>
                  </a:cubicBezTo>
                  <a:cubicBezTo>
                    <a:pt x="84" y="467"/>
                    <a:pt x="191" y="538"/>
                    <a:pt x="298" y="538"/>
                  </a:cubicBezTo>
                  <a:cubicBezTo>
                    <a:pt x="417" y="538"/>
                    <a:pt x="536" y="455"/>
                    <a:pt x="560" y="300"/>
                  </a:cubicBezTo>
                  <a:cubicBezTo>
                    <a:pt x="572" y="205"/>
                    <a:pt x="512" y="98"/>
                    <a:pt x="429" y="38"/>
                  </a:cubicBezTo>
                  <a:cubicBezTo>
                    <a:pt x="383" y="13"/>
                    <a:pt x="334" y="0"/>
                    <a:pt x="2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1" name="Google Shape;8881;p60"/>
            <p:cNvSpPr/>
            <p:nvPr/>
          </p:nvSpPr>
          <p:spPr>
            <a:xfrm>
              <a:off x="4147825" y="1376775"/>
              <a:ext cx="13425" cy="186075"/>
            </a:xfrm>
            <a:custGeom>
              <a:avLst/>
              <a:gdLst/>
              <a:ahLst/>
              <a:cxnLst/>
              <a:rect l="l" t="t" r="r" b="b"/>
              <a:pathLst>
                <a:path w="537" h="7443" extrusionOk="0">
                  <a:moveTo>
                    <a:pt x="263" y="1"/>
                  </a:moveTo>
                  <a:cubicBezTo>
                    <a:pt x="120" y="1"/>
                    <a:pt x="1" y="120"/>
                    <a:pt x="1" y="275"/>
                  </a:cubicBezTo>
                  <a:lnTo>
                    <a:pt x="1" y="7180"/>
                  </a:lnTo>
                  <a:cubicBezTo>
                    <a:pt x="1" y="7323"/>
                    <a:pt x="120" y="7442"/>
                    <a:pt x="263" y="7442"/>
                  </a:cubicBezTo>
                  <a:cubicBezTo>
                    <a:pt x="417" y="7442"/>
                    <a:pt x="536" y="7323"/>
                    <a:pt x="536" y="7180"/>
                  </a:cubicBezTo>
                  <a:lnTo>
                    <a:pt x="536" y="275"/>
                  </a:lnTo>
                  <a:cubicBezTo>
                    <a:pt x="536" y="120"/>
                    <a:pt x="417" y="1"/>
                    <a:pt x="2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2" name="Google Shape;8882;p60"/>
            <p:cNvSpPr/>
            <p:nvPr/>
          </p:nvSpPr>
          <p:spPr>
            <a:xfrm>
              <a:off x="3999000" y="1268450"/>
              <a:ext cx="341150" cy="334275"/>
            </a:xfrm>
            <a:custGeom>
              <a:avLst/>
              <a:gdLst/>
              <a:ahLst/>
              <a:cxnLst/>
              <a:rect l="l" t="t" r="r" b="b"/>
              <a:pathLst>
                <a:path w="13646" h="13371" extrusionOk="0">
                  <a:moveTo>
                    <a:pt x="7835" y="1584"/>
                  </a:moveTo>
                  <a:lnTo>
                    <a:pt x="7835" y="2393"/>
                  </a:lnTo>
                  <a:lnTo>
                    <a:pt x="5823" y="2393"/>
                  </a:lnTo>
                  <a:lnTo>
                    <a:pt x="5823" y="1584"/>
                  </a:lnTo>
                  <a:close/>
                  <a:moveTo>
                    <a:pt x="1977" y="6656"/>
                  </a:moveTo>
                  <a:cubicBezTo>
                    <a:pt x="2763" y="6656"/>
                    <a:pt x="3429" y="7299"/>
                    <a:pt x="3429" y="8108"/>
                  </a:cubicBezTo>
                  <a:cubicBezTo>
                    <a:pt x="3429" y="8799"/>
                    <a:pt x="2918" y="9382"/>
                    <a:pt x="2251" y="9513"/>
                  </a:cubicBezTo>
                  <a:lnTo>
                    <a:pt x="2251" y="8204"/>
                  </a:lnTo>
                  <a:cubicBezTo>
                    <a:pt x="2251" y="8061"/>
                    <a:pt x="2132" y="7942"/>
                    <a:pt x="1977" y="7942"/>
                  </a:cubicBezTo>
                  <a:cubicBezTo>
                    <a:pt x="1834" y="7942"/>
                    <a:pt x="1715" y="8061"/>
                    <a:pt x="1715" y="8204"/>
                  </a:cubicBezTo>
                  <a:lnTo>
                    <a:pt x="1715" y="9513"/>
                  </a:lnTo>
                  <a:cubicBezTo>
                    <a:pt x="1048" y="9394"/>
                    <a:pt x="536" y="8799"/>
                    <a:pt x="536" y="8108"/>
                  </a:cubicBezTo>
                  <a:cubicBezTo>
                    <a:pt x="536" y="7311"/>
                    <a:pt x="1179" y="6656"/>
                    <a:pt x="1977" y="6656"/>
                  </a:cubicBezTo>
                  <a:close/>
                  <a:moveTo>
                    <a:pt x="11764" y="3739"/>
                  </a:moveTo>
                  <a:cubicBezTo>
                    <a:pt x="12502" y="3739"/>
                    <a:pt x="13109" y="4358"/>
                    <a:pt x="13109" y="5096"/>
                  </a:cubicBezTo>
                  <a:lnTo>
                    <a:pt x="13109" y="8430"/>
                  </a:lnTo>
                  <a:cubicBezTo>
                    <a:pt x="13109" y="9085"/>
                    <a:pt x="12657" y="9632"/>
                    <a:pt x="12026" y="9751"/>
                  </a:cubicBezTo>
                  <a:lnTo>
                    <a:pt x="12026" y="6620"/>
                  </a:lnTo>
                  <a:cubicBezTo>
                    <a:pt x="12026" y="6465"/>
                    <a:pt x="11907" y="6346"/>
                    <a:pt x="11764" y="6346"/>
                  </a:cubicBezTo>
                  <a:cubicBezTo>
                    <a:pt x="11609" y="6346"/>
                    <a:pt x="11490" y="6465"/>
                    <a:pt x="11490" y="6620"/>
                  </a:cubicBezTo>
                  <a:lnTo>
                    <a:pt x="11490" y="9751"/>
                  </a:lnTo>
                  <a:cubicBezTo>
                    <a:pt x="10883" y="9632"/>
                    <a:pt x="10407" y="9085"/>
                    <a:pt x="10407" y="8430"/>
                  </a:cubicBezTo>
                  <a:lnTo>
                    <a:pt x="10407" y="5096"/>
                  </a:lnTo>
                  <a:cubicBezTo>
                    <a:pt x="10407" y="4358"/>
                    <a:pt x="11014" y="3739"/>
                    <a:pt x="11764" y="3739"/>
                  </a:cubicBezTo>
                  <a:close/>
                  <a:moveTo>
                    <a:pt x="4751" y="4870"/>
                  </a:moveTo>
                  <a:lnTo>
                    <a:pt x="4751" y="12835"/>
                  </a:lnTo>
                  <a:lnTo>
                    <a:pt x="3227" y="12835"/>
                  </a:lnTo>
                  <a:lnTo>
                    <a:pt x="3227" y="9608"/>
                  </a:lnTo>
                  <a:cubicBezTo>
                    <a:pt x="3668" y="9251"/>
                    <a:pt x="3941" y="8704"/>
                    <a:pt x="3941" y="8084"/>
                  </a:cubicBezTo>
                  <a:cubicBezTo>
                    <a:pt x="3941" y="7477"/>
                    <a:pt x="3656" y="6930"/>
                    <a:pt x="3227" y="6572"/>
                  </a:cubicBezTo>
                  <a:lnTo>
                    <a:pt x="3227" y="4870"/>
                  </a:lnTo>
                  <a:close/>
                  <a:moveTo>
                    <a:pt x="8371" y="2929"/>
                  </a:moveTo>
                  <a:lnTo>
                    <a:pt x="8371" y="12835"/>
                  </a:lnTo>
                  <a:lnTo>
                    <a:pt x="5287" y="12835"/>
                  </a:lnTo>
                  <a:lnTo>
                    <a:pt x="5287" y="2929"/>
                  </a:lnTo>
                  <a:close/>
                  <a:moveTo>
                    <a:pt x="9895" y="4882"/>
                  </a:moveTo>
                  <a:cubicBezTo>
                    <a:pt x="9883" y="4965"/>
                    <a:pt x="9883" y="5036"/>
                    <a:pt x="9883" y="5096"/>
                  </a:cubicBezTo>
                  <a:lnTo>
                    <a:pt x="9883" y="8430"/>
                  </a:lnTo>
                  <a:cubicBezTo>
                    <a:pt x="9883" y="8954"/>
                    <a:pt x="10097" y="9418"/>
                    <a:pt x="10418" y="9751"/>
                  </a:cubicBezTo>
                  <a:lnTo>
                    <a:pt x="10418" y="12847"/>
                  </a:lnTo>
                  <a:lnTo>
                    <a:pt x="8894" y="12847"/>
                  </a:lnTo>
                  <a:lnTo>
                    <a:pt x="8894" y="4882"/>
                  </a:lnTo>
                  <a:close/>
                  <a:moveTo>
                    <a:pt x="6739" y="0"/>
                  </a:moveTo>
                  <a:cubicBezTo>
                    <a:pt x="6597" y="0"/>
                    <a:pt x="6477" y="119"/>
                    <a:pt x="6477" y="274"/>
                  </a:cubicBezTo>
                  <a:lnTo>
                    <a:pt x="6477" y="1048"/>
                  </a:lnTo>
                  <a:lnTo>
                    <a:pt x="5537" y="1048"/>
                  </a:lnTo>
                  <a:cubicBezTo>
                    <a:pt x="5394" y="1048"/>
                    <a:pt x="5275" y="1167"/>
                    <a:pt x="5275" y="1310"/>
                  </a:cubicBezTo>
                  <a:lnTo>
                    <a:pt x="5275" y="2381"/>
                  </a:lnTo>
                  <a:lnTo>
                    <a:pt x="5001" y="2381"/>
                  </a:lnTo>
                  <a:cubicBezTo>
                    <a:pt x="4858" y="2381"/>
                    <a:pt x="4739" y="2500"/>
                    <a:pt x="4739" y="2655"/>
                  </a:cubicBezTo>
                  <a:lnTo>
                    <a:pt x="4739" y="4334"/>
                  </a:lnTo>
                  <a:lnTo>
                    <a:pt x="2953" y="4334"/>
                  </a:lnTo>
                  <a:cubicBezTo>
                    <a:pt x="2798" y="4334"/>
                    <a:pt x="2679" y="4453"/>
                    <a:pt x="2679" y="4608"/>
                  </a:cubicBezTo>
                  <a:lnTo>
                    <a:pt x="2679" y="6263"/>
                  </a:lnTo>
                  <a:cubicBezTo>
                    <a:pt x="2453" y="6168"/>
                    <a:pt x="2215" y="6120"/>
                    <a:pt x="1965" y="6120"/>
                  </a:cubicBezTo>
                  <a:cubicBezTo>
                    <a:pt x="882" y="6120"/>
                    <a:pt x="0" y="7001"/>
                    <a:pt x="0" y="8084"/>
                  </a:cubicBezTo>
                  <a:cubicBezTo>
                    <a:pt x="0" y="9085"/>
                    <a:pt x="751" y="9906"/>
                    <a:pt x="1703" y="10037"/>
                  </a:cubicBezTo>
                  <a:lnTo>
                    <a:pt x="1703" y="13097"/>
                  </a:lnTo>
                  <a:cubicBezTo>
                    <a:pt x="1703" y="13252"/>
                    <a:pt x="1822" y="13371"/>
                    <a:pt x="1965" y="13371"/>
                  </a:cubicBezTo>
                  <a:cubicBezTo>
                    <a:pt x="2120" y="13371"/>
                    <a:pt x="2239" y="13252"/>
                    <a:pt x="2239" y="13097"/>
                  </a:cubicBezTo>
                  <a:lnTo>
                    <a:pt x="2239" y="10037"/>
                  </a:lnTo>
                  <a:cubicBezTo>
                    <a:pt x="2394" y="10025"/>
                    <a:pt x="2548" y="9978"/>
                    <a:pt x="2691" y="9918"/>
                  </a:cubicBezTo>
                  <a:lnTo>
                    <a:pt x="2691" y="13097"/>
                  </a:lnTo>
                  <a:cubicBezTo>
                    <a:pt x="2691" y="13252"/>
                    <a:pt x="2810" y="13371"/>
                    <a:pt x="2965" y="13371"/>
                  </a:cubicBezTo>
                  <a:lnTo>
                    <a:pt x="10692" y="13371"/>
                  </a:lnTo>
                  <a:cubicBezTo>
                    <a:pt x="10835" y="13371"/>
                    <a:pt x="10954" y="13252"/>
                    <a:pt x="10954" y="13097"/>
                  </a:cubicBezTo>
                  <a:lnTo>
                    <a:pt x="10954" y="10120"/>
                  </a:lnTo>
                  <a:cubicBezTo>
                    <a:pt x="11121" y="10204"/>
                    <a:pt x="11311" y="10263"/>
                    <a:pt x="11490" y="10287"/>
                  </a:cubicBezTo>
                  <a:lnTo>
                    <a:pt x="11490" y="13097"/>
                  </a:lnTo>
                  <a:cubicBezTo>
                    <a:pt x="11490" y="13252"/>
                    <a:pt x="11609" y="13371"/>
                    <a:pt x="11764" y="13371"/>
                  </a:cubicBezTo>
                  <a:cubicBezTo>
                    <a:pt x="11907" y="13371"/>
                    <a:pt x="12026" y="13252"/>
                    <a:pt x="12026" y="13097"/>
                  </a:cubicBezTo>
                  <a:lnTo>
                    <a:pt x="12026" y="10287"/>
                  </a:lnTo>
                  <a:cubicBezTo>
                    <a:pt x="12931" y="10156"/>
                    <a:pt x="13645" y="9370"/>
                    <a:pt x="13645" y="8430"/>
                  </a:cubicBezTo>
                  <a:lnTo>
                    <a:pt x="13645" y="5096"/>
                  </a:lnTo>
                  <a:cubicBezTo>
                    <a:pt x="13645" y="4060"/>
                    <a:pt x="12800" y="3203"/>
                    <a:pt x="11764" y="3203"/>
                  </a:cubicBezTo>
                  <a:cubicBezTo>
                    <a:pt x="10978" y="3203"/>
                    <a:pt x="10311" y="3667"/>
                    <a:pt x="10037" y="4334"/>
                  </a:cubicBezTo>
                  <a:lnTo>
                    <a:pt x="8883" y="4334"/>
                  </a:lnTo>
                  <a:lnTo>
                    <a:pt x="8883" y="2655"/>
                  </a:lnTo>
                  <a:cubicBezTo>
                    <a:pt x="8883" y="2500"/>
                    <a:pt x="8763" y="2381"/>
                    <a:pt x="8621" y="2381"/>
                  </a:cubicBezTo>
                  <a:lnTo>
                    <a:pt x="8347" y="2381"/>
                  </a:lnTo>
                  <a:lnTo>
                    <a:pt x="8347" y="1310"/>
                  </a:lnTo>
                  <a:cubicBezTo>
                    <a:pt x="8347" y="1167"/>
                    <a:pt x="8228" y="1048"/>
                    <a:pt x="8085" y="1048"/>
                  </a:cubicBezTo>
                  <a:lnTo>
                    <a:pt x="7013" y="1048"/>
                  </a:lnTo>
                  <a:lnTo>
                    <a:pt x="7013" y="274"/>
                  </a:lnTo>
                  <a:cubicBezTo>
                    <a:pt x="7013" y="119"/>
                    <a:pt x="6894" y="0"/>
                    <a:pt x="67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3" name="Google Shape;8883;p60"/>
          <p:cNvGrpSpPr/>
          <p:nvPr/>
        </p:nvGrpSpPr>
        <p:grpSpPr>
          <a:xfrm>
            <a:off x="3619284" y="1870058"/>
            <a:ext cx="375739" cy="445120"/>
            <a:chOff x="558100" y="3330000"/>
            <a:chExt cx="275650" cy="326550"/>
          </a:xfrm>
        </p:grpSpPr>
        <p:sp>
          <p:nvSpPr>
            <p:cNvPr id="8884" name="Google Shape;8884;p60"/>
            <p:cNvSpPr/>
            <p:nvPr/>
          </p:nvSpPr>
          <p:spPr>
            <a:xfrm>
              <a:off x="820325" y="3520900"/>
              <a:ext cx="13425" cy="12425"/>
            </a:xfrm>
            <a:custGeom>
              <a:avLst/>
              <a:gdLst/>
              <a:ahLst/>
              <a:cxnLst/>
              <a:rect l="l" t="t" r="r" b="b"/>
              <a:pathLst>
                <a:path w="537" h="497" extrusionOk="0">
                  <a:moveTo>
                    <a:pt x="268" y="1"/>
                  </a:moveTo>
                  <a:cubicBezTo>
                    <a:pt x="214" y="1"/>
                    <a:pt x="158" y="19"/>
                    <a:pt x="108" y="56"/>
                  </a:cubicBezTo>
                  <a:cubicBezTo>
                    <a:pt x="36" y="127"/>
                    <a:pt x="1" y="235"/>
                    <a:pt x="36" y="342"/>
                  </a:cubicBezTo>
                  <a:cubicBezTo>
                    <a:pt x="60" y="425"/>
                    <a:pt x="167" y="497"/>
                    <a:pt x="274" y="497"/>
                  </a:cubicBezTo>
                  <a:cubicBezTo>
                    <a:pt x="394" y="497"/>
                    <a:pt x="501" y="413"/>
                    <a:pt x="525" y="306"/>
                  </a:cubicBezTo>
                  <a:cubicBezTo>
                    <a:pt x="536" y="199"/>
                    <a:pt x="501" y="104"/>
                    <a:pt x="405" y="44"/>
                  </a:cubicBezTo>
                  <a:cubicBezTo>
                    <a:pt x="366" y="16"/>
                    <a:pt x="318" y="1"/>
                    <a:pt x="2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60"/>
            <p:cNvSpPr/>
            <p:nvPr/>
          </p:nvSpPr>
          <p:spPr>
            <a:xfrm>
              <a:off x="558100" y="3330000"/>
              <a:ext cx="275650" cy="326550"/>
            </a:xfrm>
            <a:custGeom>
              <a:avLst/>
              <a:gdLst/>
              <a:ahLst/>
              <a:cxnLst/>
              <a:rect l="l" t="t" r="r" b="b"/>
              <a:pathLst>
                <a:path w="11026" h="13062" extrusionOk="0">
                  <a:moveTo>
                    <a:pt x="6418" y="501"/>
                  </a:moveTo>
                  <a:cubicBezTo>
                    <a:pt x="6811" y="501"/>
                    <a:pt x="7132" y="834"/>
                    <a:pt x="7132" y="1215"/>
                  </a:cubicBezTo>
                  <a:lnTo>
                    <a:pt x="7132" y="5978"/>
                  </a:lnTo>
                  <a:lnTo>
                    <a:pt x="488" y="5978"/>
                  </a:lnTo>
                  <a:lnTo>
                    <a:pt x="488" y="1215"/>
                  </a:lnTo>
                  <a:cubicBezTo>
                    <a:pt x="488" y="810"/>
                    <a:pt x="822" y="501"/>
                    <a:pt x="1203" y="501"/>
                  </a:cubicBezTo>
                  <a:close/>
                  <a:moveTo>
                    <a:pt x="1727" y="7775"/>
                  </a:moveTo>
                  <a:lnTo>
                    <a:pt x="1727" y="8811"/>
                  </a:lnTo>
                  <a:lnTo>
                    <a:pt x="512" y="8811"/>
                  </a:lnTo>
                  <a:lnTo>
                    <a:pt x="512" y="7775"/>
                  </a:lnTo>
                  <a:close/>
                  <a:moveTo>
                    <a:pt x="3453" y="7775"/>
                  </a:moveTo>
                  <a:lnTo>
                    <a:pt x="3453" y="8811"/>
                  </a:lnTo>
                  <a:lnTo>
                    <a:pt x="2239" y="8811"/>
                  </a:lnTo>
                  <a:lnTo>
                    <a:pt x="2239" y="7775"/>
                  </a:lnTo>
                  <a:close/>
                  <a:moveTo>
                    <a:pt x="7144" y="6490"/>
                  </a:moveTo>
                  <a:lnTo>
                    <a:pt x="7144" y="12562"/>
                  </a:lnTo>
                  <a:lnTo>
                    <a:pt x="488" y="12562"/>
                  </a:lnTo>
                  <a:lnTo>
                    <a:pt x="488" y="9311"/>
                  </a:lnTo>
                  <a:lnTo>
                    <a:pt x="5346" y="9311"/>
                  </a:lnTo>
                  <a:cubicBezTo>
                    <a:pt x="5477" y="9311"/>
                    <a:pt x="5596" y="9192"/>
                    <a:pt x="5596" y="9061"/>
                  </a:cubicBezTo>
                  <a:cubicBezTo>
                    <a:pt x="5596" y="8930"/>
                    <a:pt x="5477" y="8799"/>
                    <a:pt x="5346" y="8799"/>
                  </a:cubicBezTo>
                  <a:lnTo>
                    <a:pt x="3965" y="8799"/>
                  </a:lnTo>
                  <a:lnTo>
                    <a:pt x="3965" y="7525"/>
                  </a:lnTo>
                  <a:cubicBezTo>
                    <a:pt x="3965" y="7394"/>
                    <a:pt x="3846" y="7275"/>
                    <a:pt x="3703" y="7275"/>
                  </a:cubicBezTo>
                  <a:lnTo>
                    <a:pt x="488" y="7275"/>
                  </a:lnTo>
                  <a:lnTo>
                    <a:pt x="488" y="6490"/>
                  </a:lnTo>
                  <a:close/>
                  <a:moveTo>
                    <a:pt x="1227" y="1"/>
                  </a:moveTo>
                  <a:cubicBezTo>
                    <a:pt x="548" y="1"/>
                    <a:pt x="0" y="548"/>
                    <a:pt x="0" y="1215"/>
                  </a:cubicBezTo>
                  <a:lnTo>
                    <a:pt x="0" y="12812"/>
                  </a:lnTo>
                  <a:cubicBezTo>
                    <a:pt x="0" y="12943"/>
                    <a:pt x="119" y="13062"/>
                    <a:pt x="250" y="13062"/>
                  </a:cubicBezTo>
                  <a:lnTo>
                    <a:pt x="7418" y="13062"/>
                  </a:lnTo>
                  <a:cubicBezTo>
                    <a:pt x="7549" y="13062"/>
                    <a:pt x="7668" y="12943"/>
                    <a:pt x="7668" y="12812"/>
                  </a:cubicBezTo>
                  <a:lnTo>
                    <a:pt x="7668" y="7263"/>
                  </a:lnTo>
                  <a:lnTo>
                    <a:pt x="7906" y="7263"/>
                  </a:lnTo>
                  <a:cubicBezTo>
                    <a:pt x="8251" y="7263"/>
                    <a:pt x="8525" y="7537"/>
                    <a:pt x="8525" y="7883"/>
                  </a:cubicBezTo>
                  <a:lnTo>
                    <a:pt x="8525" y="11812"/>
                  </a:lnTo>
                  <a:cubicBezTo>
                    <a:pt x="8525" y="12514"/>
                    <a:pt x="9097" y="13062"/>
                    <a:pt x="9775" y="13062"/>
                  </a:cubicBezTo>
                  <a:cubicBezTo>
                    <a:pt x="10478" y="13062"/>
                    <a:pt x="11025" y="12502"/>
                    <a:pt x="11025" y="11812"/>
                  </a:cubicBezTo>
                  <a:lnTo>
                    <a:pt x="11025" y="9049"/>
                  </a:lnTo>
                  <a:cubicBezTo>
                    <a:pt x="11014" y="8906"/>
                    <a:pt x="10906" y="8787"/>
                    <a:pt x="10763" y="8787"/>
                  </a:cubicBezTo>
                  <a:cubicBezTo>
                    <a:pt x="10633" y="8787"/>
                    <a:pt x="10513" y="8906"/>
                    <a:pt x="10513" y="9049"/>
                  </a:cubicBezTo>
                  <a:lnTo>
                    <a:pt x="10513" y="11812"/>
                  </a:lnTo>
                  <a:cubicBezTo>
                    <a:pt x="10513" y="12228"/>
                    <a:pt x="10180" y="12562"/>
                    <a:pt x="9763" y="12562"/>
                  </a:cubicBezTo>
                  <a:cubicBezTo>
                    <a:pt x="9347" y="12562"/>
                    <a:pt x="9025" y="12228"/>
                    <a:pt x="9025" y="11812"/>
                  </a:cubicBezTo>
                  <a:lnTo>
                    <a:pt x="9025" y="7883"/>
                  </a:lnTo>
                  <a:cubicBezTo>
                    <a:pt x="9025" y="7263"/>
                    <a:pt x="8513" y="6751"/>
                    <a:pt x="7894" y="6751"/>
                  </a:cubicBezTo>
                  <a:lnTo>
                    <a:pt x="7656" y="6751"/>
                  </a:lnTo>
                  <a:lnTo>
                    <a:pt x="7656" y="1215"/>
                  </a:lnTo>
                  <a:cubicBezTo>
                    <a:pt x="7656" y="548"/>
                    <a:pt x="7096" y="1"/>
                    <a:pt x="6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6" name="Google Shape;8886;p60"/>
            <p:cNvSpPr/>
            <p:nvPr/>
          </p:nvSpPr>
          <p:spPr>
            <a:xfrm>
              <a:off x="585775" y="3364925"/>
              <a:ext cx="134275" cy="98150"/>
            </a:xfrm>
            <a:custGeom>
              <a:avLst/>
              <a:gdLst/>
              <a:ahLst/>
              <a:cxnLst/>
              <a:rect l="l" t="t" r="r" b="b"/>
              <a:pathLst>
                <a:path w="5371" h="3926" extrusionOk="0">
                  <a:moveTo>
                    <a:pt x="1114" y="510"/>
                  </a:moveTo>
                  <a:cubicBezTo>
                    <a:pt x="1467" y="510"/>
                    <a:pt x="1878" y="576"/>
                    <a:pt x="2120" y="818"/>
                  </a:cubicBezTo>
                  <a:cubicBezTo>
                    <a:pt x="2382" y="1068"/>
                    <a:pt x="2441" y="1485"/>
                    <a:pt x="2441" y="1842"/>
                  </a:cubicBezTo>
                  <a:lnTo>
                    <a:pt x="2048" y="1449"/>
                  </a:lnTo>
                  <a:cubicBezTo>
                    <a:pt x="1995" y="1402"/>
                    <a:pt x="1929" y="1378"/>
                    <a:pt x="1865" y="1378"/>
                  </a:cubicBezTo>
                  <a:cubicBezTo>
                    <a:pt x="1801" y="1378"/>
                    <a:pt x="1739" y="1402"/>
                    <a:pt x="1691" y="1449"/>
                  </a:cubicBezTo>
                  <a:cubicBezTo>
                    <a:pt x="1584" y="1556"/>
                    <a:pt x="1584" y="1723"/>
                    <a:pt x="1691" y="1806"/>
                  </a:cubicBezTo>
                  <a:lnTo>
                    <a:pt x="2084" y="2199"/>
                  </a:lnTo>
                  <a:cubicBezTo>
                    <a:pt x="2054" y="2200"/>
                    <a:pt x="2024" y="2201"/>
                    <a:pt x="1994" y="2201"/>
                  </a:cubicBezTo>
                  <a:cubicBezTo>
                    <a:pt x="1639" y="2201"/>
                    <a:pt x="1267" y="2132"/>
                    <a:pt x="1036" y="1902"/>
                  </a:cubicBezTo>
                  <a:cubicBezTo>
                    <a:pt x="715" y="1580"/>
                    <a:pt x="715" y="902"/>
                    <a:pt x="751" y="532"/>
                  </a:cubicBezTo>
                  <a:cubicBezTo>
                    <a:pt x="855" y="519"/>
                    <a:pt x="980" y="510"/>
                    <a:pt x="1114" y="510"/>
                  </a:cubicBezTo>
                  <a:close/>
                  <a:moveTo>
                    <a:pt x="4297" y="529"/>
                  </a:moveTo>
                  <a:cubicBezTo>
                    <a:pt x="4417" y="529"/>
                    <a:pt x="4528" y="535"/>
                    <a:pt x="4620" y="544"/>
                  </a:cubicBezTo>
                  <a:cubicBezTo>
                    <a:pt x="4668" y="902"/>
                    <a:pt x="4668" y="1580"/>
                    <a:pt x="4322" y="1902"/>
                  </a:cubicBezTo>
                  <a:cubicBezTo>
                    <a:pt x="4072" y="2152"/>
                    <a:pt x="3656" y="2211"/>
                    <a:pt x="3299" y="2211"/>
                  </a:cubicBezTo>
                  <a:lnTo>
                    <a:pt x="3680" y="1830"/>
                  </a:lnTo>
                  <a:cubicBezTo>
                    <a:pt x="3787" y="1723"/>
                    <a:pt x="3787" y="1556"/>
                    <a:pt x="3680" y="1473"/>
                  </a:cubicBezTo>
                  <a:cubicBezTo>
                    <a:pt x="3632" y="1419"/>
                    <a:pt x="3566" y="1393"/>
                    <a:pt x="3501" y="1393"/>
                  </a:cubicBezTo>
                  <a:cubicBezTo>
                    <a:pt x="3435" y="1393"/>
                    <a:pt x="3370" y="1419"/>
                    <a:pt x="3322" y="1473"/>
                  </a:cubicBezTo>
                  <a:lnTo>
                    <a:pt x="2941" y="1854"/>
                  </a:lnTo>
                  <a:cubicBezTo>
                    <a:pt x="2941" y="1497"/>
                    <a:pt x="3001" y="1068"/>
                    <a:pt x="3251" y="830"/>
                  </a:cubicBezTo>
                  <a:cubicBezTo>
                    <a:pt x="3501" y="589"/>
                    <a:pt x="3938" y="529"/>
                    <a:pt x="4297" y="529"/>
                  </a:cubicBezTo>
                  <a:close/>
                  <a:moveTo>
                    <a:pt x="4270" y="1"/>
                  </a:moveTo>
                  <a:cubicBezTo>
                    <a:pt x="3831" y="1"/>
                    <a:pt x="3258" y="85"/>
                    <a:pt x="2882" y="461"/>
                  </a:cubicBezTo>
                  <a:cubicBezTo>
                    <a:pt x="2810" y="532"/>
                    <a:pt x="2739" y="628"/>
                    <a:pt x="2679" y="723"/>
                  </a:cubicBezTo>
                  <a:cubicBezTo>
                    <a:pt x="2608" y="640"/>
                    <a:pt x="2560" y="544"/>
                    <a:pt x="2465" y="461"/>
                  </a:cubicBezTo>
                  <a:cubicBezTo>
                    <a:pt x="2092" y="88"/>
                    <a:pt x="1524" y="5"/>
                    <a:pt x="1087" y="5"/>
                  </a:cubicBezTo>
                  <a:cubicBezTo>
                    <a:pt x="743" y="5"/>
                    <a:pt x="479" y="56"/>
                    <a:pt x="453" y="56"/>
                  </a:cubicBezTo>
                  <a:cubicBezTo>
                    <a:pt x="346" y="68"/>
                    <a:pt x="274" y="163"/>
                    <a:pt x="262" y="247"/>
                  </a:cubicBezTo>
                  <a:cubicBezTo>
                    <a:pt x="251" y="306"/>
                    <a:pt x="1" y="1592"/>
                    <a:pt x="667" y="2259"/>
                  </a:cubicBezTo>
                  <a:cubicBezTo>
                    <a:pt x="1036" y="2628"/>
                    <a:pt x="1596" y="2723"/>
                    <a:pt x="2036" y="2723"/>
                  </a:cubicBezTo>
                  <a:cubicBezTo>
                    <a:pt x="2215" y="2723"/>
                    <a:pt x="2358" y="2711"/>
                    <a:pt x="2477" y="2687"/>
                  </a:cubicBezTo>
                  <a:cubicBezTo>
                    <a:pt x="2679" y="3402"/>
                    <a:pt x="3310" y="3926"/>
                    <a:pt x="4084" y="3926"/>
                  </a:cubicBezTo>
                  <a:cubicBezTo>
                    <a:pt x="4227" y="3926"/>
                    <a:pt x="4346" y="3807"/>
                    <a:pt x="4346" y="3676"/>
                  </a:cubicBezTo>
                  <a:cubicBezTo>
                    <a:pt x="4346" y="3533"/>
                    <a:pt x="4227" y="3414"/>
                    <a:pt x="4084" y="3414"/>
                  </a:cubicBezTo>
                  <a:cubicBezTo>
                    <a:pt x="3608" y="3414"/>
                    <a:pt x="3191" y="3116"/>
                    <a:pt x="3037" y="2699"/>
                  </a:cubicBezTo>
                  <a:cubicBezTo>
                    <a:pt x="3120" y="2699"/>
                    <a:pt x="3227" y="2723"/>
                    <a:pt x="3334" y="2723"/>
                  </a:cubicBezTo>
                  <a:cubicBezTo>
                    <a:pt x="3763" y="2723"/>
                    <a:pt x="4322" y="2628"/>
                    <a:pt x="4703" y="2259"/>
                  </a:cubicBezTo>
                  <a:cubicBezTo>
                    <a:pt x="5370" y="1592"/>
                    <a:pt x="5096" y="306"/>
                    <a:pt x="5096" y="247"/>
                  </a:cubicBezTo>
                  <a:cubicBezTo>
                    <a:pt x="5073" y="163"/>
                    <a:pt x="5001" y="92"/>
                    <a:pt x="4894" y="56"/>
                  </a:cubicBezTo>
                  <a:cubicBezTo>
                    <a:pt x="4868" y="51"/>
                    <a:pt x="4609" y="1"/>
                    <a:pt x="42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7" name="Google Shape;8887;p60"/>
            <p:cNvSpPr/>
            <p:nvPr/>
          </p:nvSpPr>
          <p:spPr>
            <a:xfrm>
              <a:off x="789075" y="3353250"/>
              <a:ext cx="44375" cy="151800"/>
            </a:xfrm>
            <a:custGeom>
              <a:avLst/>
              <a:gdLst/>
              <a:ahLst/>
              <a:cxnLst/>
              <a:rect l="l" t="t" r="r" b="b"/>
              <a:pathLst>
                <a:path w="1775" h="6072" extrusionOk="0">
                  <a:moveTo>
                    <a:pt x="1274" y="2178"/>
                  </a:moveTo>
                  <a:lnTo>
                    <a:pt x="1274" y="3333"/>
                  </a:lnTo>
                  <a:cubicBezTo>
                    <a:pt x="953" y="3333"/>
                    <a:pt x="703" y="3083"/>
                    <a:pt x="703" y="2762"/>
                  </a:cubicBezTo>
                  <a:cubicBezTo>
                    <a:pt x="703" y="2440"/>
                    <a:pt x="953" y="2178"/>
                    <a:pt x="1274" y="2178"/>
                  </a:cubicBezTo>
                  <a:close/>
                  <a:moveTo>
                    <a:pt x="299" y="0"/>
                  </a:moveTo>
                  <a:cubicBezTo>
                    <a:pt x="199" y="0"/>
                    <a:pt x="104" y="58"/>
                    <a:pt x="60" y="154"/>
                  </a:cubicBezTo>
                  <a:cubicBezTo>
                    <a:pt x="0" y="285"/>
                    <a:pt x="60" y="440"/>
                    <a:pt x="203" y="499"/>
                  </a:cubicBezTo>
                  <a:lnTo>
                    <a:pt x="941" y="833"/>
                  </a:lnTo>
                  <a:cubicBezTo>
                    <a:pt x="1132" y="928"/>
                    <a:pt x="1274" y="1119"/>
                    <a:pt x="1274" y="1345"/>
                  </a:cubicBezTo>
                  <a:lnTo>
                    <a:pt x="1274" y="1702"/>
                  </a:lnTo>
                  <a:cubicBezTo>
                    <a:pt x="679" y="1702"/>
                    <a:pt x="179" y="2190"/>
                    <a:pt x="179" y="2785"/>
                  </a:cubicBezTo>
                  <a:cubicBezTo>
                    <a:pt x="179" y="3381"/>
                    <a:pt x="655" y="3869"/>
                    <a:pt x="1274" y="3869"/>
                  </a:cubicBezTo>
                  <a:lnTo>
                    <a:pt x="1274" y="5821"/>
                  </a:lnTo>
                  <a:cubicBezTo>
                    <a:pt x="1274" y="5952"/>
                    <a:pt x="1394" y="6071"/>
                    <a:pt x="1524" y="6071"/>
                  </a:cubicBezTo>
                  <a:cubicBezTo>
                    <a:pt x="1655" y="6071"/>
                    <a:pt x="1775" y="5952"/>
                    <a:pt x="1775" y="5821"/>
                  </a:cubicBezTo>
                  <a:lnTo>
                    <a:pt x="1775" y="1345"/>
                  </a:lnTo>
                  <a:cubicBezTo>
                    <a:pt x="1775" y="916"/>
                    <a:pt x="1536" y="523"/>
                    <a:pt x="1155" y="357"/>
                  </a:cubicBezTo>
                  <a:lnTo>
                    <a:pt x="405" y="23"/>
                  </a:lnTo>
                  <a:cubicBezTo>
                    <a:pt x="371" y="7"/>
                    <a:pt x="334" y="0"/>
                    <a:pt x="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8" name="Google Shape;8888;p60"/>
          <p:cNvGrpSpPr/>
          <p:nvPr/>
        </p:nvGrpSpPr>
        <p:grpSpPr>
          <a:xfrm>
            <a:off x="3584398" y="3352980"/>
            <a:ext cx="445509" cy="445117"/>
            <a:chOff x="1224550" y="2611475"/>
            <a:chExt cx="341125" cy="340825"/>
          </a:xfrm>
        </p:grpSpPr>
        <p:sp>
          <p:nvSpPr>
            <p:cNvPr id="8889" name="Google Shape;8889;p60"/>
            <p:cNvSpPr/>
            <p:nvPr/>
          </p:nvSpPr>
          <p:spPr>
            <a:xfrm>
              <a:off x="1324850" y="2611475"/>
              <a:ext cx="139925" cy="39225"/>
            </a:xfrm>
            <a:custGeom>
              <a:avLst/>
              <a:gdLst/>
              <a:ahLst/>
              <a:cxnLst/>
              <a:rect l="l" t="t" r="r" b="b"/>
              <a:pathLst>
                <a:path w="5597" h="1569" extrusionOk="0">
                  <a:moveTo>
                    <a:pt x="2799" y="0"/>
                  </a:moveTo>
                  <a:cubicBezTo>
                    <a:pt x="1775" y="0"/>
                    <a:pt x="822" y="405"/>
                    <a:pt x="108" y="1119"/>
                  </a:cubicBezTo>
                  <a:cubicBezTo>
                    <a:pt x="1" y="1214"/>
                    <a:pt x="1" y="1381"/>
                    <a:pt x="108" y="1488"/>
                  </a:cubicBezTo>
                  <a:cubicBezTo>
                    <a:pt x="167" y="1536"/>
                    <a:pt x="227" y="1560"/>
                    <a:pt x="298" y="1560"/>
                  </a:cubicBezTo>
                  <a:cubicBezTo>
                    <a:pt x="382" y="1560"/>
                    <a:pt x="441" y="1536"/>
                    <a:pt x="513" y="1488"/>
                  </a:cubicBezTo>
                  <a:cubicBezTo>
                    <a:pt x="1120" y="881"/>
                    <a:pt x="1941" y="536"/>
                    <a:pt x="2823" y="536"/>
                  </a:cubicBezTo>
                  <a:cubicBezTo>
                    <a:pt x="3680" y="536"/>
                    <a:pt x="4513" y="881"/>
                    <a:pt x="5120" y="1488"/>
                  </a:cubicBezTo>
                  <a:cubicBezTo>
                    <a:pt x="5174" y="1542"/>
                    <a:pt x="5242" y="1569"/>
                    <a:pt x="5311" y="1569"/>
                  </a:cubicBezTo>
                  <a:cubicBezTo>
                    <a:pt x="5379" y="1569"/>
                    <a:pt x="5448" y="1542"/>
                    <a:pt x="5501" y="1488"/>
                  </a:cubicBezTo>
                  <a:cubicBezTo>
                    <a:pt x="5597" y="1381"/>
                    <a:pt x="5597" y="1214"/>
                    <a:pt x="5501" y="1119"/>
                  </a:cubicBezTo>
                  <a:cubicBezTo>
                    <a:pt x="4763" y="405"/>
                    <a:pt x="3835" y="0"/>
                    <a:pt x="27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0" name="Google Shape;8890;p60"/>
            <p:cNvSpPr/>
            <p:nvPr/>
          </p:nvSpPr>
          <p:spPr>
            <a:xfrm>
              <a:off x="1349850" y="2646875"/>
              <a:ext cx="89925" cy="28600"/>
            </a:xfrm>
            <a:custGeom>
              <a:avLst/>
              <a:gdLst/>
              <a:ahLst/>
              <a:cxnLst/>
              <a:rect l="l" t="t" r="r" b="b"/>
              <a:pathLst>
                <a:path w="3597" h="1144" extrusionOk="0">
                  <a:moveTo>
                    <a:pt x="1799" y="1"/>
                  </a:moveTo>
                  <a:cubicBezTo>
                    <a:pt x="1168" y="1"/>
                    <a:pt x="549" y="251"/>
                    <a:pt x="108" y="691"/>
                  </a:cubicBezTo>
                  <a:cubicBezTo>
                    <a:pt x="1" y="799"/>
                    <a:pt x="1" y="965"/>
                    <a:pt x="108" y="1072"/>
                  </a:cubicBezTo>
                  <a:cubicBezTo>
                    <a:pt x="168" y="1108"/>
                    <a:pt x="227" y="1144"/>
                    <a:pt x="299" y="1144"/>
                  </a:cubicBezTo>
                  <a:cubicBezTo>
                    <a:pt x="370" y="1144"/>
                    <a:pt x="429" y="1108"/>
                    <a:pt x="501" y="1072"/>
                  </a:cubicBezTo>
                  <a:cubicBezTo>
                    <a:pt x="846" y="715"/>
                    <a:pt x="1322" y="513"/>
                    <a:pt x="1811" y="513"/>
                  </a:cubicBezTo>
                  <a:cubicBezTo>
                    <a:pt x="2311" y="513"/>
                    <a:pt x="2763" y="715"/>
                    <a:pt x="3120" y="1072"/>
                  </a:cubicBezTo>
                  <a:cubicBezTo>
                    <a:pt x="3174" y="1120"/>
                    <a:pt x="3242" y="1144"/>
                    <a:pt x="3311" y="1144"/>
                  </a:cubicBezTo>
                  <a:cubicBezTo>
                    <a:pt x="3379" y="1144"/>
                    <a:pt x="3448" y="1120"/>
                    <a:pt x="3501" y="1072"/>
                  </a:cubicBezTo>
                  <a:cubicBezTo>
                    <a:pt x="3597" y="965"/>
                    <a:pt x="3597" y="799"/>
                    <a:pt x="3501" y="691"/>
                  </a:cubicBezTo>
                  <a:cubicBezTo>
                    <a:pt x="3037" y="251"/>
                    <a:pt x="2442" y="1"/>
                    <a:pt x="1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1" name="Google Shape;8891;p60"/>
            <p:cNvSpPr/>
            <p:nvPr/>
          </p:nvSpPr>
          <p:spPr>
            <a:xfrm>
              <a:off x="1374850" y="2682000"/>
              <a:ext cx="39925" cy="18475"/>
            </a:xfrm>
            <a:custGeom>
              <a:avLst/>
              <a:gdLst/>
              <a:ahLst/>
              <a:cxnLst/>
              <a:rect l="l" t="t" r="r" b="b"/>
              <a:pathLst>
                <a:path w="1597" h="739" extrusionOk="0">
                  <a:moveTo>
                    <a:pt x="803" y="1"/>
                  </a:moveTo>
                  <a:cubicBezTo>
                    <a:pt x="552" y="1"/>
                    <a:pt x="299" y="96"/>
                    <a:pt x="108" y="287"/>
                  </a:cubicBezTo>
                  <a:cubicBezTo>
                    <a:pt x="1" y="394"/>
                    <a:pt x="1" y="560"/>
                    <a:pt x="108" y="656"/>
                  </a:cubicBezTo>
                  <a:cubicBezTo>
                    <a:pt x="168" y="703"/>
                    <a:pt x="227" y="739"/>
                    <a:pt x="299" y="739"/>
                  </a:cubicBezTo>
                  <a:cubicBezTo>
                    <a:pt x="370" y="739"/>
                    <a:pt x="430" y="703"/>
                    <a:pt x="477" y="656"/>
                  </a:cubicBezTo>
                  <a:cubicBezTo>
                    <a:pt x="567" y="566"/>
                    <a:pt x="683" y="522"/>
                    <a:pt x="799" y="522"/>
                  </a:cubicBezTo>
                  <a:cubicBezTo>
                    <a:pt x="915" y="522"/>
                    <a:pt x="1031" y="566"/>
                    <a:pt x="1120" y="656"/>
                  </a:cubicBezTo>
                  <a:cubicBezTo>
                    <a:pt x="1168" y="709"/>
                    <a:pt x="1233" y="736"/>
                    <a:pt x="1300" y="736"/>
                  </a:cubicBezTo>
                  <a:cubicBezTo>
                    <a:pt x="1367" y="736"/>
                    <a:pt x="1436" y="709"/>
                    <a:pt x="1489" y="656"/>
                  </a:cubicBezTo>
                  <a:cubicBezTo>
                    <a:pt x="1596" y="560"/>
                    <a:pt x="1596" y="394"/>
                    <a:pt x="1489" y="287"/>
                  </a:cubicBezTo>
                  <a:cubicBezTo>
                    <a:pt x="1305" y="96"/>
                    <a:pt x="1055" y="1"/>
                    <a:pt x="8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60"/>
            <p:cNvSpPr/>
            <p:nvPr/>
          </p:nvSpPr>
          <p:spPr>
            <a:xfrm>
              <a:off x="1429925" y="2909425"/>
              <a:ext cx="14025" cy="13400"/>
            </a:xfrm>
            <a:custGeom>
              <a:avLst/>
              <a:gdLst/>
              <a:ahLst/>
              <a:cxnLst/>
              <a:rect l="l" t="t" r="r" b="b"/>
              <a:pathLst>
                <a:path w="561" h="536" extrusionOk="0">
                  <a:moveTo>
                    <a:pt x="291" y="0"/>
                  </a:moveTo>
                  <a:cubicBezTo>
                    <a:pt x="230" y="0"/>
                    <a:pt x="169" y="18"/>
                    <a:pt x="120" y="60"/>
                  </a:cubicBezTo>
                  <a:cubicBezTo>
                    <a:pt x="48" y="131"/>
                    <a:pt x="1" y="250"/>
                    <a:pt x="48" y="357"/>
                  </a:cubicBezTo>
                  <a:cubicBezTo>
                    <a:pt x="84" y="464"/>
                    <a:pt x="191" y="536"/>
                    <a:pt x="298" y="536"/>
                  </a:cubicBezTo>
                  <a:cubicBezTo>
                    <a:pt x="417" y="536"/>
                    <a:pt x="536" y="429"/>
                    <a:pt x="548" y="310"/>
                  </a:cubicBezTo>
                  <a:cubicBezTo>
                    <a:pt x="560" y="191"/>
                    <a:pt x="525" y="83"/>
                    <a:pt x="417" y="24"/>
                  </a:cubicBezTo>
                  <a:cubicBezTo>
                    <a:pt x="378" y="9"/>
                    <a:pt x="334" y="0"/>
                    <a:pt x="2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60"/>
            <p:cNvSpPr/>
            <p:nvPr/>
          </p:nvSpPr>
          <p:spPr>
            <a:xfrm>
              <a:off x="1224550" y="2717425"/>
              <a:ext cx="341125" cy="234875"/>
            </a:xfrm>
            <a:custGeom>
              <a:avLst/>
              <a:gdLst/>
              <a:ahLst/>
              <a:cxnLst/>
              <a:rect l="l" t="t" r="r" b="b"/>
              <a:pathLst>
                <a:path w="13645" h="9395" extrusionOk="0">
                  <a:moveTo>
                    <a:pt x="6811" y="536"/>
                  </a:moveTo>
                  <a:cubicBezTo>
                    <a:pt x="6977" y="536"/>
                    <a:pt x="7108" y="667"/>
                    <a:pt x="7108" y="834"/>
                  </a:cubicBezTo>
                  <a:cubicBezTo>
                    <a:pt x="7108" y="1001"/>
                    <a:pt x="6977" y="1132"/>
                    <a:pt x="6811" y="1132"/>
                  </a:cubicBezTo>
                  <a:cubicBezTo>
                    <a:pt x="6656" y="1132"/>
                    <a:pt x="6513" y="1001"/>
                    <a:pt x="6513" y="834"/>
                  </a:cubicBezTo>
                  <a:cubicBezTo>
                    <a:pt x="6513" y="667"/>
                    <a:pt x="6644" y="536"/>
                    <a:pt x="6811" y="536"/>
                  </a:cubicBezTo>
                  <a:close/>
                  <a:moveTo>
                    <a:pt x="8501" y="1667"/>
                  </a:moveTo>
                  <a:lnTo>
                    <a:pt x="8501" y="1798"/>
                  </a:lnTo>
                  <a:cubicBezTo>
                    <a:pt x="8501" y="2418"/>
                    <a:pt x="8001" y="2882"/>
                    <a:pt x="7406" y="2882"/>
                  </a:cubicBezTo>
                  <a:lnTo>
                    <a:pt x="6215" y="2882"/>
                  </a:lnTo>
                  <a:cubicBezTo>
                    <a:pt x="6208" y="2882"/>
                    <a:pt x="6201" y="2882"/>
                    <a:pt x="6194" y="2882"/>
                  </a:cubicBezTo>
                  <a:cubicBezTo>
                    <a:pt x="5597" y="2882"/>
                    <a:pt x="5120" y="2387"/>
                    <a:pt x="5120" y="1798"/>
                  </a:cubicBezTo>
                  <a:lnTo>
                    <a:pt x="5120" y="1667"/>
                  </a:lnTo>
                  <a:close/>
                  <a:moveTo>
                    <a:pt x="7477" y="3418"/>
                  </a:moveTo>
                  <a:lnTo>
                    <a:pt x="7477" y="4168"/>
                  </a:lnTo>
                  <a:lnTo>
                    <a:pt x="6144" y="4168"/>
                  </a:lnTo>
                  <a:lnTo>
                    <a:pt x="6144" y="3418"/>
                  </a:lnTo>
                  <a:close/>
                  <a:moveTo>
                    <a:pt x="1774" y="4977"/>
                  </a:moveTo>
                  <a:lnTo>
                    <a:pt x="1774" y="6525"/>
                  </a:lnTo>
                  <a:lnTo>
                    <a:pt x="536" y="6525"/>
                  </a:lnTo>
                  <a:lnTo>
                    <a:pt x="536" y="4977"/>
                  </a:lnTo>
                  <a:close/>
                  <a:moveTo>
                    <a:pt x="3525" y="4977"/>
                  </a:moveTo>
                  <a:lnTo>
                    <a:pt x="3525" y="6525"/>
                  </a:lnTo>
                  <a:lnTo>
                    <a:pt x="2286" y="6525"/>
                  </a:lnTo>
                  <a:lnTo>
                    <a:pt x="2286" y="4977"/>
                  </a:lnTo>
                  <a:close/>
                  <a:moveTo>
                    <a:pt x="11335" y="4977"/>
                  </a:moveTo>
                  <a:lnTo>
                    <a:pt x="11335" y="6525"/>
                  </a:lnTo>
                  <a:lnTo>
                    <a:pt x="10109" y="6525"/>
                  </a:lnTo>
                  <a:lnTo>
                    <a:pt x="10109" y="4977"/>
                  </a:lnTo>
                  <a:close/>
                  <a:moveTo>
                    <a:pt x="13097" y="4977"/>
                  </a:moveTo>
                  <a:lnTo>
                    <a:pt x="13097" y="6525"/>
                  </a:lnTo>
                  <a:lnTo>
                    <a:pt x="11859" y="6525"/>
                  </a:lnTo>
                  <a:lnTo>
                    <a:pt x="11859" y="4977"/>
                  </a:lnTo>
                  <a:close/>
                  <a:moveTo>
                    <a:pt x="3525" y="7037"/>
                  </a:moveTo>
                  <a:lnTo>
                    <a:pt x="3525" y="8585"/>
                  </a:lnTo>
                  <a:lnTo>
                    <a:pt x="2286" y="8585"/>
                  </a:lnTo>
                  <a:lnTo>
                    <a:pt x="2286" y="7037"/>
                  </a:lnTo>
                  <a:close/>
                  <a:moveTo>
                    <a:pt x="13097" y="7037"/>
                  </a:moveTo>
                  <a:lnTo>
                    <a:pt x="13097" y="8585"/>
                  </a:lnTo>
                  <a:lnTo>
                    <a:pt x="11859" y="8585"/>
                  </a:lnTo>
                  <a:lnTo>
                    <a:pt x="11859" y="7037"/>
                  </a:lnTo>
                  <a:close/>
                  <a:moveTo>
                    <a:pt x="1774" y="7061"/>
                  </a:moveTo>
                  <a:lnTo>
                    <a:pt x="1774" y="8609"/>
                  </a:lnTo>
                  <a:lnTo>
                    <a:pt x="536" y="8609"/>
                  </a:lnTo>
                  <a:lnTo>
                    <a:pt x="536" y="7061"/>
                  </a:lnTo>
                  <a:close/>
                  <a:moveTo>
                    <a:pt x="11335" y="7061"/>
                  </a:moveTo>
                  <a:lnTo>
                    <a:pt x="11335" y="8609"/>
                  </a:lnTo>
                  <a:lnTo>
                    <a:pt x="10109" y="8609"/>
                  </a:lnTo>
                  <a:lnTo>
                    <a:pt x="10109" y="7061"/>
                  </a:lnTo>
                  <a:close/>
                  <a:moveTo>
                    <a:pt x="6811" y="1"/>
                  </a:moveTo>
                  <a:cubicBezTo>
                    <a:pt x="6346" y="1"/>
                    <a:pt x="5977" y="370"/>
                    <a:pt x="5977" y="834"/>
                  </a:cubicBezTo>
                  <a:cubicBezTo>
                    <a:pt x="5977" y="941"/>
                    <a:pt x="5989" y="1036"/>
                    <a:pt x="6037" y="1132"/>
                  </a:cubicBezTo>
                  <a:lnTo>
                    <a:pt x="4858" y="1132"/>
                  </a:lnTo>
                  <a:cubicBezTo>
                    <a:pt x="4715" y="1132"/>
                    <a:pt x="4596" y="1251"/>
                    <a:pt x="4596" y="1394"/>
                  </a:cubicBezTo>
                  <a:lnTo>
                    <a:pt x="4596" y="1798"/>
                  </a:lnTo>
                  <a:cubicBezTo>
                    <a:pt x="4596" y="2489"/>
                    <a:pt x="5013" y="3072"/>
                    <a:pt x="5608" y="3311"/>
                  </a:cubicBezTo>
                  <a:lnTo>
                    <a:pt x="5608" y="4168"/>
                  </a:lnTo>
                  <a:lnTo>
                    <a:pt x="5132" y="4168"/>
                  </a:lnTo>
                  <a:cubicBezTo>
                    <a:pt x="4977" y="4168"/>
                    <a:pt x="4858" y="4287"/>
                    <a:pt x="4858" y="4430"/>
                  </a:cubicBezTo>
                  <a:lnTo>
                    <a:pt x="4858" y="5608"/>
                  </a:lnTo>
                  <a:lnTo>
                    <a:pt x="4060" y="5608"/>
                  </a:lnTo>
                  <a:lnTo>
                    <a:pt x="4060" y="4704"/>
                  </a:lnTo>
                  <a:cubicBezTo>
                    <a:pt x="4060" y="4549"/>
                    <a:pt x="3941" y="4430"/>
                    <a:pt x="3787" y="4430"/>
                  </a:cubicBezTo>
                  <a:lnTo>
                    <a:pt x="262" y="4430"/>
                  </a:lnTo>
                  <a:cubicBezTo>
                    <a:pt x="119" y="4430"/>
                    <a:pt x="0" y="4549"/>
                    <a:pt x="0" y="4704"/>
                  </a:cubicBezTo>
                  <a:lnTo>
                    <a:pt x="0" y="8859"/>
                  </a:lnTo>
                  <a:cubicBezTo>
                    <a:pt x="0" y="9002"/>
                    <a:pt x="119" y="9121"/>
                    <a:pt x="262" y="9121"/>
                  </a:cubicBezTo>
                  <a:lnTo>
                    <a:pt x="3787" y="9121"/>
                  </a:lnTo>
                  <a:cubicBezTo>
                    <a:pt x="3941" y="9121"/>
                    <a:pt x="4060" y="9002"/>
                    <a:pt x="4060" y="8859"/>
                  </a:cubicBezTo>
                  <a:lnTo>
                    <a:pt x="4060" y="6144"/>
                  </a:lnTo>
                  <a:lnTo>
                    <a:pt x="4858" y="6144"/>
                  </a:lnTo>
                  <a:lnTo>
                    <a:pt x="4858" y="9121"/>
                  </a:lnTo>
                  <a:cubicBezTo>
                    <a:pt x="4858" y="9276"/>
                    <a:pt x="4977" y="9395"/>
                    <a:pt x="5132" y="9395"/>
                  </a:cubicBezTo>
                  <a:lnTo>
                    <a:pt x="8513" y="9395"/>
                  </a:lnTo>
                  <a:cubicBezTo>
                    <a:pt x="8656" y="9395"/>
                    <a:pt x="8775" y="9276"/>
                    <a:pt x="8775" y="9121"/>
                  </a:cubicBezTo>
                  <a:cubicBezTo>
                    <a:pt x="8775" y="8978"/>
                    <a:pt x="8656" y="8859"/>
                    <a:pt x="8513" y="8859"/>
                  </a:cubicBezTo>
                  <a:lnTo>
                    <a:pt x="5394" y="8859"/>
                  </a:lnTo>
                  <a:lnTo>
                    <a:pt x="5394" y="4704"/>
                  </a:lnTo>
                  <a:lnTo>
                    <a:pt x="8239" y="4704"/>
                  </a:lnTo>
                  <a:lnTo>
                    <a:pt x="8239" y="6740"/>
                  </a:lnTo>
                  <a:cubicBezTo>
                    <a:pt x="8239" y="6894"/>
                    <a:pt x="8359" y="7013"/>
                    <a:pt x="8513" y="7013"/>
                  </a:cubicBezTo>
                  <a:cubicBezTo>
                    <a:pt x="8656" y="7013"/>
                    <a:pt x="8775" y="6894"/>
                    <a:pt x="8775" y="6740"/>
                  </a:cubicBezTo>
                  <a:lnTo>
                    <a:pt x="8775" y="6144"/>
                  </a:lnTo>
                  <a:lnTo>
                    <a:pt x="9585" y="6144"/>
                  </a:lnTo>
                  <a:lnTo>
                    <a:pt x="9585" y="8859"/>
                  </a:lnTo>
                  <a:cubicBezTo>
                    <a:pt x="9585" y="9002"/>
                    <a:pt x="9704" y="9121"/>
                    <a:pt x="9847" y="9121"/>
                  </a:cubicBezTo>
                  <a:lnTo>
                    <a:pt x="13383" y="9121"/>
                  </a:lnTo>
                  <a:cubicBezTo>
                    <a:pt x="13526" y="9121"/>
                    <a:pt x="13645" y="9002"/>
                    <a:pt x="13645" y="8859"/>
                  </a:cubicBezTo>
                  <a:lnTo>
                    <a:pt x="13645" y="4704"/>
                  </a:lnTo>
                  <a:cubicBezTo>
                    <a:pt x="13633" y="4561"/>
                    <a:pt x="13514" y="4442"/>
                    <a:pt x="13359" y="4442"/>
                  </a:cubicBezTo>
                  <a:lnTo>
                    <a:pt x="9835" y="4442"/>
                  </a:lnTo>
                  <a:cubicBezTo>
                    <a:pt x="9692" y="4442"/>
                    <a:pt x="9573" y="4561"/>
                    <a:pt x="9573" y="4704"/>
                  </a:cubicBezTo>
                  <a:lnTo>
                    <a:pt x="9573" y="5608"/>
                  </a:lnTo>
                  <a:lnTo>
                    <a:pt x="8763" y="5608"/>
                  </a:lnTo>
                  <a:lnTo>
                    <a:pt x="8763" y="4442"/>
                  </a:lnTo>
                  <a:cubicBezTo>
                    <a:pt x="8763" y="4287"/>
                    <a:pt x="8644" y="4168"/>
                    <a:pt x="8501" y="4168"/>
                  </a:cubicBezTo>
                  <a:lnTo>
                    <a:pt x="8025" y="4168"/>
                  </a:lnTo>
                  <a:lnTo>
                    <a:pt x="8025" y="3311"/>
                  </a:lnTo>
                  <a:cubicBezTo>
                    <a:pt x="8620" y="3072"/>
                    <a:pt x="9037" y="2477"/>
                    <a:pt x="9037" y="1798"/>
                  </a:cubicBezTo>
                  <a:lnTo>
                    <a:pt x="9037" y="1394"/>
                  </a:lnTo>
                  <a:cubicBezTo>
                    <a:pt x="9037" y="1251"/>
                    <a:pt x="8918" y="1132"/>
                    <a:pt x="8763" y="1132"/>
                  </a:cubicBezTo>
                  <a:lnTo>
                    <a:pt x="7585" y="1132"/>
                  </a:lnTo>
                  <a:cubicBezTo>
                    <a:pt x="7620" y="1036"/>
                    <a:pt x="7644" y="941"/>
                    <a:pt x="7644" y="834"/>
                  </a:cubicBezTo>
                  <a:cubicBezTo>
                    <a:pt x="7644" y="370"/>
                    <a:pt x="7275" y="1"/>
                    <a:pt x="68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4" name="Google Shape;8894;p60"/>
          <p:cNvGrpSpPr/>
          <p:nvPr/>
        </p:nvGrpSpPr>
        <p:grpSpPr>
          <a:xfrm>
            <a:off x="8285999" y="3032336"/>
            <a:ext cx="905258" cy="2218773"/>
            <a:chOff x="-445650" y="1440988"/>
            <a:chExt cx="1572175" cy="3853375"/>
          </a:xfrm>
        </p:grpSpPr>
        <p:sp>
          <p:nvSpPr>
            <p:cNvPr id="8895" name="Google Shape;8895;p60"/>
            <p:cNvSpPr/>
            <p:nvPr/>
          </p:nvSpPr>
          <p:spPr>
            <a:xfrm>
              <a:off x="-32350" y="1545073"/>
              <a:ext cx="745575" cy="3625230"/>
            </a:xfrm>
            <a:custGeom>
              <a:avLst/>
              <a:gdLst/>
              <a:ahLst/>
              <a:cxnLst/>
              <a:rect l="l" t="t" r="r" b="b"/>
              <a:pathLst>
                <a:path w="10606" h="51568" extrusionOk="0">
                  <a:moveTo>
                    <a:pt x="10606" y="1"/>
                  </a:moveTo>
                  <a:lnTo>
                    <a:pt x="0" y="5824"/>
                  </a:lnTo>
                  <a:lnTo>
                    <a:pt x="0" y="51568"/>
                  </a:lnTo>
                  <a:lnTo>
                    <a:pt x="10606" y="51568"/>
                  </a:lnTo>
                  <a:lnTo>
                    <a:pt x="10606"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896" name="Google Shape;8896;p60"/>
            <p:cNvPicPr preferRelativeResize="0"/>
            <p:nvPr/>
          </p:nvPicPr>
          <p:blipFill>
            <a:blip r:embed="rId7">
              <a:alphaModFix/>
            </a:blip>
            <a:stretch>
              <a:fillRect/>
            </a:stretch>
          </p:blipFill>
          <p:spPr>
            <a:xfrm>
              <a:off x="-445650" y="1440988"/>
              <a:ext cx="1572175" cy="3853375"/>
            </a:xfrm>
            <a:prstGeom prst="rect">
              <a:avLst/>
            </a:prstGeom>
            <a:noFill/>
            <a:ln>
              <a:noFill/>
            </a:ln>
          </p:spPr>
        </p:pic>
      </p:grpSp>
      <p:pic>
        <p:nvPicPr>
          <p:cNvPr id="8897" name="Google Shape;8897;p60"/>
          <p:cNvPicPr preferRelativeResize="0"/>
          <p:nvPr/>
        </p:nvPicPr>
        <p:blipFill rotWithShape="1">
          <a:blip r:embed="rId6">
            <a:alphaModFix amt="49000"/>
          </a:blip>
          <a:srcRect l="69" r="69"/>
          <a:stretch/>
        </p:blipFill>
        <p:spPr>
          <a:xfrm>
            <a:off x="7952000" y="4035437"/>
            <a:ext cx="837299" cy="837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01"/>
        <p:cNvGrpSpPr/>
        <p:nvPr/>
      </p:nvGrpSpPr>
      <p:grpSpPr>
        <a:xfrm>
          <a:off x="0" y="0"/>
          <a:ext cx="0" cy="0"/>
          <a:chOff x="0" y="0"/>
          <a:chExt cx="0" cy="0"/>
        </a:xfrm>
      </p:grpSpPr>
      <p:sp>
        <p:nvSpPr>
          <p:cNvPr id="8902" name="Google Shape;8902;p61"/>
          <p:cNvSpPr txBox="1">
            <a:spLocks noGrp="1"/>
          </p:cNvSpPr>
          <p:nvPr>
            <p:ph type="title"/>
          </p:nvPr>
        </p:nvSpPr>
        <p:spPr>
          <a:xfrm>
            <a:off x="713225" y="539525"/>
            <a:ext cx="7717500" cy="58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a:t>
            </a:r>
            <a:endParaRPr/>
          </a:p>
        </p:txBody>
      </p:sp>
      <p:graphicFrame>
        <p:nvGraphicFramePr>
          <p:cNvPr id="8903" name="Google Shape;8903;p61"/>
          <p:cNvGraphicFramePr/>
          <p:nvPr/>
        </p:nvGraphicFramePr>
        <p:xfrm>
          <a:off x="1085775" y="1454463"/>
          <a:ext cx="7344950" cy="2944625"/>
        </p:xfrm>
        <a:graphic>
          <a:graphicData uri="http://schemas.openxmlformats.org/drawingml/2006/table">
            <a:tbl>
              <a:tblPr>
                <a:noFill/>
                <a:tableStyleId>{29A570EE-5121-40FB-8022-872D27ADB7F8}</a:tableStyleId>
              </a:tblPr>
              <a:tblGrid>
                <a:gridCol w="676925">
                  <a:extLst>
                    <a:ext uri="{9D8B030D-6E8A-4147-A177-3AD203B41FA5}">
                      <a16:colId xmlns:a16="http://schemas.microsoft.com/office/drawing/2014/main" val="20000"/>
                    </a:ext>
                  </a:extLst>
                </a:gridCol>
                <a:gridCol w="2632775">
                  <a:extLst>
                    <a:ext uri="{9D8B030D-6E8A-4147-A177-3AD203B41FA5}">
                      <a16:colId xmlns:a16="http://schemas.microsoft.com/office/drawing/2014/main" val="20001"/>
                    </a:ext>
                  </a:extLst>
                </a:gridCol>
                <a:gridCol w="1354525">
                  <a:extLst>
                    <a:ext uri="{9D8B030D-6E8A-4147-A177-3AD203B41FA5}">
                      <a16:colId xmlns:a16="http://schemas.microsoft.com/office/drawing/2014/main" val="20002"/>
                    </a:ext>
                  </a:extLst>
                </a:gridCol>
                <a:gridCol w="1340375">
                  <a:extLst>
                    <a:ext uri="{9D8B030D-6E8A-4147-A177-3AD203B41FA5}">
                      <a16:colId xmlns:a16="http://schemas.microsoft.com/office/drawing/2014/main" val="20003"/>
                    </a:ext>
                  </a:extLst>
                </a:gridCol>
                <a:gridCol w="1340350">
                  <a:extLst>
                    <a:ext uri="{9D8B030D-6E8A-4147-A177-3AD203B41FA5}">
                      <a16:colId xmlns:a16="http://schemas.microsoft.com/office/drawing/2014/main" val="20004"/>
                    </a:ext>
                  </a:extLst>
                </a:gridCol>
              </a:tblGrid>
              <a:tr h="616325">
                <a:tc>
                  <a:txBody>
                    <a:bodyPr/>
                    <a:lstStyle/>
                    <a:p>
                      <a:pPr marL="0" lvl="0" indent="0" algn="ctr" rtl="0">
                        <a:spcBef>
                          <a:spcPts val="0"/>
                        </a:spcBef>
                        <a:spcAft>
                          <a:spcPts val="0"/>
                        </a:spcAft>
                        <a:buNone/>
                      </a:pPr>
                      <a:endParaRPr sz="2400">
                        <a:solidFill>
                          <a:schemeClr val="dk2"/>
                        </a:solidFill>
                        <a:latin typeface="Bodoni Moda"/>
                        <a:ea typeface="Bodoni Moda"/>
                        <a:cs typeface="Bodoni Moda"/>
                        <a:sym typeface="Bodoni Moda"/>
                      </a:endParaRPr>
                    </a:p>
                  </a:txBody>
                  <a:tcPr marL="91425" marR="91425" marT="91425" marB="91425" anchor="ctr">
                    <a:lnL w="19050" cap="flat" cmpd="sng">
                      <a:solidFill>
                        <a:schemeClr val="accent1">
                          <a:alpha val="0"/>
                        </a:schemeClr>
                      </a:solidFill>
                      <a:prstDash val="solid"/>
                      <a:round/>
                      <a:headEnd type="none" w="sm" len="sm"/>
                      <a:tailEnd type="none" w="sm" len="sm"/>
                    </a:lnL>
                    <a:lnR w="19050" cap="flat" cmpd="sng">
                      <a:solidFill>
                        <a:schemeClr val="accent1">
                          <a:alpha val="0"/>
                        </a:schemeClr>
                      </a:solidFill>
                      <a:prstDash val="solid"/>
                      <a:round/>
                      <a:headEnd type="none" w="sm" len="sm"/>
                      <a:tailEnd type="none" w="sm" len="sm"/>
                    </a:lnR>
                    <a:lnT w="19050" cap="flat" cmpd="sng">
                      <a:solidFill>
                        <a:schemeClr val="accent1">
                          <a:alpha val="0"/>
                        </a:schemeClr>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2400">
                        <a:solidFill>
                          <a:schemeClr val="dk2"/>
                        </a:solidFill>
                        <a:latin typeface="Bodoni Moda"/>
                        <a:ea typeface="Bodoni Moda"/>
                        <a:cs typeface="Bodoni Moda"/>
                        <a:sym typeface="Bodoni Moda"/>
                      </a:endParaRPr>
                    </a:p>
                  </a:txBody>
                  <a:tcPr marL="91425" marR="91425" marT="91425" marB="91425" anchor="ctr">
                    <a:lnL w="19050" cap="flat" cmpd="sng">
                      <a:solidFill>
                        <a:schemeClr val="accent1">
                          <a:alpha val="0"/>
                        </a:schemeClr>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alpha val="0"/>
                        </a:schemeClr>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sz="2400" b="1">
                          <a:solidFill>
                            <a:schemeClr val="accent1"/>
                          </a:solidFill>
                          <a:latin typeface="Lexend Deca"/>
                          <a:ea typeface="Lexend Deca"/>
                          <a:cs typeface="Lexend Deca"/>
                          <a:sym typeface="Lexend Deca"/>
                        </a:rPr>
                        <a:t>Test 1</a:t>
                      </a:r>
                      <a:endParaRPr sz="24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sz="2400" b="1">
                          <a:solidFill>
                            <a:schemeClr val="accent1"/>
                          </a:solidFill>
                          <a:latin typeface="Lexend Deca"/>
                          <a:ea typeface="Lexend Deca"/>
                          <a:cs typeface="Lexend Deca"/>
                          <a:sym typeface="Lexend Deca"/>
                        </a:rPr>
                        <a:t>Test 2</a:t>
                      </a:r>
                      <a:endParaRPr sz="24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sz="2400" b="1">
                          <a:solidFill>
                            <a:schemeClr val="accent1"/>
                          </a:solidFill>
                          <a:latin typeface="Lexend Deca"/>
                          <a:ea typeface="Lexend Deca"/>
                          <a:cs typeface="Lexend Deca"/>
                          <a:sym typeface="Lexend Deca"/>
                        </a:rPr>
                        <a:t>Test 3</a:t>
                      </a:r>
                      <a:endParaRPr sz="2400" b="1">
                        <a:solidFill>
                          <a:schemeClr val="accent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582075">
                <a:tc>
                  <a:txBody>
                    <a:bodyPr/>
                    <a:lstStyle/>
                    <a:p>
                      <a:pPr marL="0" lvl="0" indent="0" algn="ctr" rtl="0">
                        <a:spcBef>
                          <a:spcPts val="0"/>
                        </a:spcBef>
                        <a:spcAft>
                          <a:spcPts val="0"/>
                        </a:spcAft>
                        <a:buNone/>
                      </a:pPr>
                      <a:r>
                        <a:rPr lang="en" sz="2200" b="1">
                          <a:solidFill>
                            <a:schemeClr val="dk1"/>
                          </a:solidFill>
                          <a:latin typeface="Lexend Deca"/>
                          <a:ea typeface="Lexend Deca"/>
                          <a:cs typeface="Lexend Deca"/>
                          <a:sym typeface="Lexend Deca"/>
                        </a:rPr>
                        <a:t>01</a:t>
                      </a:r>
                      <a:endParaRPr sz="2200" b="1">
                        <a:solidFill>
                          <a:schemeClr val="dk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Describe your metrics here</a:t>
                      </a:r>
                      <a:endParaRPr>
                        <a:solidFill>
                          <a:schemeClr val="dk1"/>
                        </a:solidFill>
                        <a:latin typeface="Lexend Deca Light"/>
                        <a:ea typeface="Lexend Deca Light"/>
                        <a:cs typeface="Lexend Deca Light"/>
                        <a:sym typeface="Lexend Deca Light"/>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582075">
                <a:tc>
                  <a:txBody>
                    <a:bodyPr/>
                    <a:lstStyle/>
                    <a:p>
                      <a:pPr marL="0" lvl="0" indent="0" algn="ctr" rtl="0">
                        <a:spcBef>
                          <a:spcPts val="0"/>
                        </a:spcBef>
                        <a:spcAft>
                          <a:spcPts val="0"/>
                        </a:spcAft>
                        <a:buNone/>
                      </a:pPr>
                      <a:r>
                        <a:rPr lang="en" sz="2200" b="1">
                          <a:solidFill>
                            <a:schemeClr val="dk1"/>
                          </a:solidFill>
                          <a:latin typeface="Lexend Deca"/>
                          <a:ea typeface="Lexend Deca"/>
                          <a:cs typeface="Lexend Deca"/>
                          <a:sym typeface="Lexend Deca"/>
                        </a:rPr>
                        <a:t>02</a:t>
                      </a:r>
                      <a:endParaRPr sz="2200" b="1">
                        <a:solidFill>
                          <a:schemeClr val="dk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Describe your metrics here</a:t>
                      </a:r>
                      <a:endParaRPr>
                        <a:solidFill>
                          <a:schemeClr val="dk1"/>
                        </a:solidFill>
                        <a:latin typeface="Lexend Deca Light"/>
                        <a:ea typeface="Lexend Deca Light"/>
                        <a:cs typeface="Lexend Deca Light"/>
                        <a:sym typeface="Lexend Deca Light"/>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582075">
                <a:tc>
                  <a:txBody>
                    <a:bodyPr/>
                    <a:lstStyle/>
                    <a:p>
                      <a:pPr marL="0" lvl="0" indent="0" algn="ctr" rtl="0">
                        <a:spcBef>
                          <a:spcPts val="0"/>
                        </a:spcBef>
                        <a:spcAft>
                          <a:spcPts val="0"/>
                        </a:spcAft>
                        <a:buNone/>
                      </a:pPr>
                      <a:r>
                        <a:rPr lang="en" sz="2200" b="1">
                          <a:solidFill>
                            <a:schemeClr val="dk1"/>
                          </a:solidFill>
                          <a:latin typeface="Lexend Deca"/>
                          <a:ea typeface="Lexend Deca"/>
                          <a:cs typeface="Lexend Deca"/>
                          <a:sym typeface="Lexend Deca"/>
                        </a:rPr>
                        <a:t>03</a:t>
                      </a:r>
                      <a:endParaRPr sz="2200" b="1">
                        <a:solidFill>
                          <a:schemeClr val="dk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Describe your metrics here</a:t>
                      </a:r>
                      <a:endParaRPr>
                        <a:solidFill>
                          <a:schemeClr val="dk1"/>
                        </a:solidFill>
                        <a:latin typeface="Lexend Deca Light"/>
                        <a:ea typeface="Lexend Deca Light"/>
                        <a:cs typeface="Lexend Deca Light"/>
                        <a:sym typeface="Lexend Deca Light"/>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582075">
                <a:tc>
                  <a:txBody>
                    <a:bodyPr/>
                    <a:lstStyle/>
                    <a:p>
                      <a:pPr marL="0" lvl="0" indent="0" algn="ctr" rtl="0">
                        <a:spcBef>
                          <a:spcPts val="0"/>
                        </a:spcBef>
                        <a:spcAft>
                          <a:spcPts val="0"/>
                        </a:spcAft>
                        <a:buNone/>
                      </a:pPr>
                      <a:r>
                        <a:rPr lang="en" sz="2200" b="1">
                          <a:solidFill>
                            <a:schemeClr val="dk1"/>
                          </a:solidFill>
                          <a:latin typeface="Lexend Deca"/>
                          <a:ea typeface="Lexend Deca"/>
                          <a:cs typeface="Lexend Deca"/>
                          <a:sym typeface="Lexend Deca"/>
                        </a:rPr>
                        <a:t>04</a:t>
                      </a:r>
                      <a:endParaRPr sz="2200" b="1">
                        <a:solidFill>
                          <a:schemeClr val="dk1"/>
                        </a:solidFill>
                        <a:latin typeface="Lexend Deca"/>
                        <a:ea typeface="Lexend Deca"/>
                        <a:cs typeface="Lexend Deca"/>
                        <a:sym typeface="Lexend Dec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a:solidFill>
                            <a:schemeClr val="dk1"/>
                          </a:solidFill>
                          <a:latin typeface="Lexend Deca Light"/>
                          <a:ea typeface="Lexend Deca Light"/>
                          <a:cs typeface="Lexend Deca Light"/>
                          <a:sym typeface="Lexend Deca Light"/>
                        </a:rPr>
                        <a:t>Describe your metrics here</a:t>
                      </a:r>
                      <a:endParaRPr>
                        <a:solidFill>
                          <a:schemeClr val="dk1"/>
                        </a:solidFill>
                        <a:latin typeface="Lexend Deca Light"/>
                        <a:ea typeface="Lexend Deca Light"/>
                        <a:cs typeface="Lexend Deca Light"/>
                        <a:sym typeface="Lexend Deca Light"/>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Faustina"/>
                        <a:ea typeface="Faustina"/>
                        <a:cs typeface="Faustina"/>
                        <a:sym typeface="Faustina"/>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904" name="Google Shape;8904;p61"/>
          <p:cNvSpPr/>
          <p:nvPr/>
        </p:nvSpPr>
        <p:spPr>
          <a:xfrm>
            <a:off x="7593109" y="2245669"/>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61"/>
          <p:cNvSpPr/>
          <p:nvPr/>
        </p:nvSpPr>
        <p:spPr>
          <a:xfrm>
            <a:off x="7593109" y="3412019"/>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61"/>
          <p:cNvSpPr/>
          <p:nvPr/>
        </p:nvSpPr>
        <p:spPr>
          <a:xfrm>
            <a:off x="6190448" y="3412019"/>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7" name="Google Shape;8907;p61"/>
          <p:cNvSpPr/>
          <p:nvPr/>
        </p:nvSpPr>
        <p:spPr>
          <a:xfrm>
            <a:off x="4740188" y="3409744"/>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61"/>
          <p:cNvSpPr/>
          <p:nvPr/>
        </p:nvSpPr>
        <p:spPr>
          <a:xfrm>
            <a:off x="6190963" y="2826569"/>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9" name="Google Shape;8909;p61"/>
          <p:cNvSpPr/>
          <p:nvPr/>
        </p:nvSpPr>
        <p:spPr>
          <a:xfrm>
            <a:off x="6190963" y="3988369"/>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0" name="Google Shape;8910;p61"/>
          <p:cNvSpPr/>
          <p:nvPr/>
        </p:nvSpPr>
        <p:spPr>
          <a:xfrm>
            <a:off x="4740188" y="2243394"/>
            <a:ext cx="308632" cy="228562"/>
          </a:xfrm>
          <a:custGeom>
            <a:avLst/>
            <a:gdLst/>
            <a:ahLst/>
            <a:cxnLst/>
            <a:rect l="l" t="t" r="r" b="b"/>
            <a:pathLst>
              <a:path w="53886" h="40293" extrusionOk="0">
                <a:moveTo>
                  <a:pt x="46731" y="1"/>
                </a:moveTo>
                <a:lnTo>
                  <a:pt x="19285" y="25463"/>
                </a:lnTo>
                <a:lnTo>
                  <a:pt x="7675" y="13074"/>
                </a:lnTo>
                <a:lnTo>
                  <a:pt x="0" y="20260"/>
                </a:lnTo>
                <a:lnTo>
                  <a:pt x="18764" y="40292"/>
                </a:lnTo>
                <a:lnTo>
                  <a:pt x="53885" y="7740"/>
                </a:lnTo>
                <a:lnTo>
                  <a:pt x="467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11" name="Google Shape;8911;p61"/>
          <p:cNvGrpSpPr/>
          <p:nvPr/>
        </p:nvGrpSpPr>
        <p:grpSpPr>
          <a:xfrm>
            <a:off x="174" y="2853133"/>
            <a:ext cx="1017064" cy="2524631"/>
            <a:chOff x="7939775" y="3650050"/>
            <a:chExt cx="656425" cy="1629425"/>
          </a:xfrm>
        </p:grpSpPr>
        <p:sp>
          <p:nvSpPr>
            <p:cNvPr id="8912" name="Google Shape;8912;p61"/>
            <p:cNvSpPr/>
            <p:nvPr/>
          </p:nvSpPr>
          <p:spPr>
            <a:xfrm>
              <a:off x="8054664" y="3718205"/>
              <a:ext cx="426646" cy="1493115"/>
            </a:xfrm>
            <a:custGeom>
              <a:avLst/>
              <a:gdLst/>
              <a:ahLst/>
              <a:cxnLst/>
              <a:rect l="l" t="t" r="r" b="b"/>
              <a:pathLst>
                <a:path w="23314" h="81591" extrusionOk="0">
                  <a:moveTo>
                    <a:pt x="15829" y="0"/>
                  </a:moveTo>
                  <a:lnTo>
                    <a:pt x="15829" y="16046"/>
                  </a:lnTo>
                  <a:lnTo>
                    <a:pt x="11967" y="16046"/>
                  </a:lnTo>
                  <a:lnTo>
                    <a:pt x="11967" y="6539"/>
                  </a:lnTo>
                  <a:lnTo>
                    <a:pt x="6658" y="3101"/>
                  </a:lnTo>
                  <a:lnTo>
                    <a:pt x="6658" y="12533"/>
                  </a:lnTo>
                  <a:lnTo>
                    <a:pt x="4363" y="12533"/>
                  </a:lnTo>
                  <a:lnTo>
                    <a:pt x="4363" y="3101"/>
                  </a:lnTo>
                  <a:lnTo>
                    <a:pt x="1" y="3101"/>
                  </a:lnTo>
                  <a:lnTo>
                    <a:pt x="1" y="81590"/>
                  </a:lnTo>
                  <a:lnTo>
                    <a:pt x="23314" y="81590"/>
                  </a:lnTo>
                  <a:lnTo>
                    <a:pt x="23314" y="4852"/>
                  </a:lnTo>
                  <a:lnTo>
                    <a:pt x="15829"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8913" name="Google Shape;8913;p61"/>
            <p:cNvPicPr preferRelativeResize="0"/>
            <p:nvPr/>
          </p:nvPicPr>
          <p:blipFill rotWithShape="1">
            <a:blip r:embed="rId3">
              <a:alphaModFix/>
            </a:blip>
            <a:srcRect l="748" r="748"/>
            <a:stretch/>
          </p:blipFill>
          <p:spPr>
            <a:xfrm>
              <a:off x="7939775" y="3650050"/>
              <a:ext cx="656425" cy="1629425"/>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17"/>
        <p:cNvGrpSpPr/>
        <p:nvPr/>
      </p:nvGrpSpPr>
      <p:grpSpPr>
        <a:xfrm>
          <a:off x="0" y="0"/>
          <a:ext cx="0" cy="0"/>
          <a:chOff x="0" y="0"/>
          <a:chExt cx="0" cy="0"/>
        </a:xfrm>
      </p:grpSpPr>
      <p:sp>
        <p:nvSpPr>
          <p:cNvPr id="8918" name="Google Shape;8918;p62"/>
          <p:cNvSpPr txBox="1">
            <a:spLocks noGrp="1"/>
          </p:cNvSpPr>
          <p:nvPr>
            <p:ph type="title"/>
          </p:nvPr>
        </p:nvSpPr>
        <p:spPr>
          <a:xfrm>
            <a:off x="713225" y="539525"/>
            <a:ext cx="7717500" cy="63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8919" name="Google Shape;8919;p62"/>
          <p:cNvSpPr txBox="1">
            <a:spLocks noGrp="1"/>
          </p:cNvSpPr>
          <p:nvPr>
            <p:ph type="subTitle" idx="1"/>
          </p:nvPr>
        </p:nvSpPr>
        <p:spPr>
          <a:xfrm>
            <a:off x="1090000" y="2206175"/>
            <a:ext cx="3244800" cy="2096700"/>
          </a:xfrm>
          <a:prstGeom prst="rect">
            <a:avLst/>
          </a:prstGeom>
        </p:spPr>
        <p:txBody>
          <a:bodyPr spcFirstLastPara="1" wrap="square" lIns="91425" tIns="91425" rIns="91425" bIns="91425" anchor="t" anchorCtr="0">
            <a:noAutofit/>
          </a:bodyPr>
          <a:lstStyle/>
          <a:p>
            <a:pPr marL="228600" lvl="0" indent="-317500" algn="l" rtl="0">
              <a:spcBef>
                <a:spcPts val="0"/>
              </a:spcBef>
              <a:spcAft>
                <a:spcPts val="0"/>
              </a:spcAft>
              <a:buSzPts val="1400"/>
              <a:buChar char="●"/>
            </a:pPr>
            <a:r>
              <a:rPr lang="en"/>
              <a:t>Mercury is the closest planet to the Sun and the smallest one in the Solar System—it’s only a bit larger than our Moon</a:t>
            </a:r>
            <a:endParaRPr/>
          </a:p>
          <a:p>
            <a:pPr marL="0" lvl="0" indent="0" algn="l" rtl="0">
              <a:spcBef>
                <a:spcPts val="0"/>
              </a:spcBef>
              <a:spcAft>
                <a:spcPts val="0"/>
              </a:spcAft>
              <a:buNone/>
            </a:pPr>
            <a:endParaRPr/>
          </a:p>
          <a:p>
            <a:pPr marL="228600" lvl="0" indent="-317500" algn="l" rtl="0">
              <a:spcBef>
                <a:spcPts val="0"/>
              </a:spcBef>
              <a:spcAft>
                <a:spcPts val="0"/>
              </a:spcAft>
              <a:buSzPts val="1400"/>
              <a:buChar char="●"/>
            </a:pPr>
            <a:r>
              <a:rPr lang="en"/>
              <a:t>Saturn is a gas giant and has several rings. This planet is composed mostly of hydrogen and helium</a:t>
            </a:r>
            <a:endParaRPr/>
          </a:p>
        </p:txBody>
      </p:sp>
      <p:sp>
        <p:nvSpPr>
          <p:cNvPr id="8920" name="Google Shape;8920;p62"/>
          <p:cNvSpPr txBox="1">
            <a:spLocks noGrp="1"/>
          </p:cNvSpPr>
          <p:nvPr>
            <p:ph type="subTitle" idx="2"/>
          </p:nvPr>
        </p:nvSpPr>
        <p:spPr>
          <a:xfrm>
            <a:off x="1307650" y="1701125"/>
            <a:ext cx="2809500" cy="47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Phase 01</a:t>
            </a:r>
            <a:endParaRPr/>
          </a:p>
        </p:txBody>
      </p:sp>
      <p:sp>
        <p:nvSpPr>
          <p:cNvPr id="8921" name="Google Shape;8921;p62"/>
          <p:cNvSpPr txBox="1">
            <a:spLocks noGrp="1"/>
          </p:cNvSpPr>
          <p:nvPr>
            <p:ph type="subTitle" idx="3"/>
          </p:nvPr>
        </p:nvSpPr>
        <p:spPr>
          <a:xfrm>
            <a:off x="5040000" y="2207525"/>
            <a:ext cx="3246000" cy="2094000"/>
          </a:xfrm>
          <a:prstGeom prst="rect">
            <a:avLst/>
          </a:prstGeom>
        </p:spPr>
        <p:txBody>
          <a:bodyPr spcFirstLastPara="1" wrap="square" lIns="91425" tIns="91425" rIns="91425" bIns="91425" anchor="t" anchorCtr="0">
            <a:noAutofit/>
          </a:bodyPr>
          <a:lstStyle/>
          <a:p>
            <a:pPr marL="228600" lvl="0" indent="-317500" algn="l" rtl="0">
              <a:spcBef>
                <a:spcPts val="0"/>
              </a:spcBef>
              <a:spcAft>
                <a:spcPts val="0"/>
              </a:spcAft>
              <a:buSzPts val="1400"/>
              <a:buChar char="●"/>
            </a:pPr>
            <a:r>
              <a:rPr lang="en"/>
              <a:t>Venus has a beautiful name and is the second planet from the Sun. It’s terribly hot—even hotter than Mercury</a:t>
            </a:r>
            <a:endParaRPr/>
          </a:p>
          <a:p>
            <a:pPr marL="0" lvl="0" indent="0" algn="l" rtl="0">
              <a:spcBef>
                <a:spcPts val="0"/>
              </a:spcBef>
              <a:spcAft>
                <a:spcPts val="0"/>
              </a:spcAft>
              <a:buNone/>
            </a:pPr>
            <a:endParaRPr/>
          </a:p>
          <a:p>
            <a:pPr marL="228600" lvl="0" indent="-317500" algn="l" rtl="0">
              <a:spcBef>
                <a:spcPts val="0"/>
              </a:spcBef>
              <a:spcAft>
                <a:spcPts val="0"/>
              </a:spcAft>
              <a:buSzPts val="1400"/>
              <a:buChar char="●"/>
            </a:pPr>
            <a:r>
              <a:rPr lang="en"/>
              <a:t>Jupiter is a gas giant, the biggest planet in the Solar System and the fourth-brightest object in the night sky</a:t>
            </a:r>
            <a:endParaRPr/>
          </a:p>
        </p:txBody>
      </p:sp>
      <p:sp>
        <p:nvSpPr>
          <p:cNvPr id="8922" name="Google Shape;8922;p62"/>
          <p:cNvSpPr txBox="1">
            <a:spLocks noGrp="1"/>
          </p:cNvSpPr>
          <p:nvPr>
            <p:ph type="subTitle" idx="4"/>
          </p:nvPr>
        </p:nvSpPr>
        <p:spPr>
          <a:xfrm>
            <a:off x="5259450" y="1702475"/>
            <a:ext cx="2807100" cy="47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Phase 02</a:t>
            </a:r>
            <a:endParaRPr/>
          </a:p>
          <a:p>
            <a:pPr marL="0" lvl="0" indent="0" algn="l" rtl="0">
              <a:spcBef>
                <a:spcPts val="0"/>
              </a:spcBef>
              <a:spcAft>
                <a:spcPts val="0"/>
              </a:spcAft>
              <a:buNone/>
            </a:pPr>
            <a:endParaRPr/>
          </a:p>
        </p:txBody>
      </p:sp>
      <p:pic>
        <p:nvPicPr>
          <p:cNvPr id="8923" name="Google Shape;8923;p62"/>
          <p:cNvPicPr preferRelativeResize="0"/>
          <p:nvPr/>
        </p:nvPicPr>
        <p:blipFill rotWithShape="1">
          <a:blip r:embed="rId3">
            <a:alphaModFix/>
          </a:blip>
          <a:srcRect l="69" r="69"/>
          <a:stretch/>
        </p:blipFill>
        <p:spPr>
          <a:xfrm>
            <a:off x="829442" y="1701125"/>
            <a:ext cx="478199" cy="478200"/>
          </a:xfrm>
          <a:prstGeom prst="rect">
            <a:avLst/>
          </a:prstGeom>
          <a:noFill/>
          <a:ln>
            <a:noFill/>
          </a:ln>
        </p:spPr>
      </p:pic>
      <p:pic>
        <p:nvPicPr>
          <p:cNvPr id="8924" name="Google Shape;8924;p62"/>
          <p:cNvPicPr preferRelativeResize="0"/>
          <p:nvPr/>
        </p:nvPicPr>
        <p:blipFill rotWithShape="1">
          <a:blip r:embed="rId4">
            <a:alphaModFix/>
          </a:blip>
          <a:srcRect/>
          <a:stretch/>
        </p:blipFill>
        <p:spPr>
          <a:xfrm>
            <a:off x="4781242" y="1701125"/>
            <a:ext cx="478200" cy="478200"/>
          </a:xfrm>
          <a:prstGeom prst="rect">
            <a:avLst/>
          </a:prstGeom>
          <a:noFill/>
          <a:ln>
            <a:noFill/>
          </a:ln>
        </p:spPr>
      </p:pic>
      <p:grpSp>
        <p:nvGrpSpPr>
          <p:cNvPr id="8925" name="Google Shape;8925;p62"/>
          <p:cNvGrpSpPr/>
          <p:nvPr/>
        </p:nvGrpSpPr>
        <p:grpSpPr>
          <a:xfrm>
            <a:off x="79480" y="3339306"/>
            <a:ext cx="894462" cy="1929255"/>
            <a:chOff x="163874" y="3211938"/>
            <a:chExt cx="1112100" cy="2398675"/>
          </a:xfrm>
        </p:grpSpPr>
        <p:sp>
          <p:nvSpPr>
            <p:cNvPr id="8926" name="Google Shape;8926;p62"/>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27" name="Google Shape;8927;p62"/>
            <p:cNvPicPr preferRelativeResize="0"/>
            <p:nvPr/>
          </p:nvPicPr>
          <p:blipFill>
            <a:blip r:embed="rId5">
              <a:alphaModFix/>
            </a:blip>
            <a:stretch>
              <a:fillRect/>
            </a:stretch>
          </p:blipFill>
          <p:spPr>
            <a:xfrm>
              <a:off x="163874" y="3211938"/>
              <a:ext cx="1112100" cy="2398675"/>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31"/>
        <p:cNvGrpSpPr/>
        <p:nvPr/>
      </p:nvGrpSpPr>
      <p:grpSpPr>
        <a:xfrm>
          <a:off x="0" y="0"/>
          <a:ext cx="0" cy="0"/>
          <a:chOff x="0" y="0"/>
          <a:chExt cx="0" cy="0"/>
        </a:xfrm>
      </p:grpSpPr>
      <p:sp>
        <p:nvSpPr>
          <p:cNvPr id="8932" name="Google Shape;8932;p63"/>
          <p:cNvSpPr txBox="1">
            <a:spLocks noGrp="1"/>
          </p:cNvSpPr>
          <p:nvPr>
            <p:ph type="title"/>
          </p:nvPr>
        </p:nvSpPr>
        <p:spPr>
          <a:xfrm>
            <a:off x="713225" y="539525"/>
            <a:ext cx="7717500" cy="61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&amp; development</a:t>
            </a:r>
            <a:endParaRPr/>
          </a:p>
        </p:txBody>
      </p:sp>
      <p:sp>
        <p:nvSpPr>
          <p:cNvPr id="8933" name="Google Shape;8933;p63"/>
          <p:cNvSpPr txBox="1"/>
          <p:nvPr/>
        </p:nvSpPr>
        <p:spPr>
          <a:xfrm>
            <a:off x="4592900" y="3638721"/>
            <a:ext cx="16551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latin typeface="Lexend Deca"/>
                <a:ea typeface="Lexend Deca"/>
                <a:cs typeface="Lexend Deca"/>
                <a:sym typeface="Lexend Deca"/>
              </a:rPr>
              <a:t>Mercury</a:t>
            </a:r>
            <a:endParaRPr sz="1800" b="1">
              <a:solidFill>
                <a:schemeClr val="lt1"/>
              </a:solidFill>
              <a:latin typeface="Lexend Deca"/>
              <a:ea typeface="Lexend Deca"/>
              <a:cs typeface="Lexend Deca"/>
              <a:sym typeface="Lexend Deca"/>
            </a:endParaRPr>
          </a:p>
        </p:txBody>
      </p:sp>
      <p:sp>
        <p:nvSpPr>
          <p:cNvPr id="8934" name="Google Shape;8934;p63"/>
          <p:cNvSpPr txBox="1"/>
          <p:nvPr/>
        </p:nvSpPr>
        <p:spPr>
          <a:xfrm>
            <a:off x="4592900" y="4032900"/>
            <a:ext cx="1652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1"/>
                </a:solidFill>
                <a:latin typeface="Lexend Deca Light"/>
                <a:ea typeface="Lexend Deca Light"/>
                <a:cs typeface="Lexend Deca Light"/>
                <a:sym typeface="Lexend Deca Light"/>
              </a:rPr>
              <a:t>Mercury is very close to the Sun</a:t>
            </a:r>
            <a:endParaRPr>
              <a:solidFill>
                <a:schemeClr val="dk1"/>
              </a:solidFill>
              <a:latin typeface="Lexend Deca Light"/>
              <a:ea typeface="Lexend Deca Light"/>
              <a:cs typeface="Lexend Deca Light"/>
              <a:sym typeface="Lexend Deca Light"/>
            </a:endParaRPr>
          </a:p>
        </p:txBody>
      </p:sp>
      <p:sp>
        <p:nvSpPr>
          <p:cNvPr id="8935" name="Google Shape;8935;p63"/>
          <p:cNvSpPr txBox="1"/>
          <p:nvPr/>
        </p:nvSpPr>
        <p:spPr>
          <a:xfrm>
            <a:off x="6775625" y="3638721"/>
            <a:ext cx="16551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accent1"/>
                </a:solidFill>
                <a:latin typeface="Lexend Deca"/>
                <a:ea typeface="Lexend Deca"/>
                <a:cs typeface="Lexend Deca"/>
                <a:sym typeface="Lexend Deca"/>
              </a:rPr>
              <a:t>Venus</a:t>
            </a:r>
            <a:endParaRPr sz="1800" b="1">
              <a:solidFill>
                <a:schemeClr val="accent1"/>
              </a:solidFill>
              <a:latin typeface="Lexend Deca"/>
              <a:ea typeface="Lexend Deca"/>
              <a:cs typeface="Lexend Deca"/>
              <a:sym typeface="Lexend Deca"/>
            </a:endParaRPr>
          </a:p>
        </p:txBody>
      </p:sp>
      <p:sp>
        <p:nvSpPr>
          <p:cNvPr id="8936" name="Google Shape;8936;p63"/>
          <p:cNvSpPr txBox="1"/>
          <p:nvPr/>
        </p:nvSpPr>
        <p:spPr>
          <a:xfrm>
            <a:off x="6775625" y="4032900"/>
            <a:ext cx="16551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chemeClr val="dk1"/>
                </a:solidFill>
                <a:latin typeface="Lexend Deca Light"/>
                <a:ea typeface="Lexend Deca Light"/>
                <a:cs typeface="Lexend Deca Light"/>
                <a:sym typeface="Lexend Deca Light"/>
              </a:rPr>
              <a:t>Venus has a beautiful name</a:t>
            </a:r>
            <a:endParaRPr>
              <a:solidFill>
                <a:schemeClr val="dk1"/>
              </a:solidFill>
              <a:latin typeface="Lexend Deca Light"/>
              <a:ea typeface="Lexend Deca Light"/>
              <a:cs typeface="Lexend Deca Light"/>
              <a:sym typeface="Lexend Deca Light"/>
            </a:endParaRPr>
          </a:p>
        </p:txBody>
      </p:sp>
      <p:pic>
        <p:nvPicPr>
          <p:cNvPr id="8937" name="Google Shape;8937;p63" title="Points scored">
            <a:hlinkClick r:id="rId3"/>
          </p:cNvPr>
          <p:cNvPicPr preferRelativeResize="0"/>
          <p:nvPr/>
        </p:nvPicPr>
        <p:blipFill>
          <a:blip r:embed="rId4">
            <a:alphaModFix/>
          </a:blip>
          <a:stretch>
            <a:fillRect/>
          </a:stretch>
        </p:blipFill>
        <p:spPr>
          <a:xfrm>
            <a:off x="4592900" y="1488250"/>
            <a:ext cx="3854700" cy="2167000"/>
          </a:xfrm>
          <a:prstGeom prst="rect">
            <a:avLst/>
          </a:prstGeom>
          <a:noFill/>
          <a:ln>
            <a:noFill/>
          </a:ln>
        </p:spPr>
      </p:pic>
      <p:sp>
        <p:nvSpPr>
          <p:cNvPr id="8938" name="Google Shape;8938;p63"/>
          <p:cNvSpPr txBox="1"/>
          <p:nvPr/>
        </p:nvSpPr>
        <p:spPr>
          <a:xfrm>
            <a:off x="719925" y="3920400"/>
            <a:ext cx="3288900" cy="68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exend Deca Light"/>
                <a:ea typeface="Lexend Deca Light"/>
                <a:cs typeface="Lexend Deca Light"/>
                <a:sym typeface="Lexend Deca Light"/>
              </a:rPr>
              <a:t>Follow the link in the graph to modify its data and then paste the new one here. </a:t>
            </a:r>
            <a:r>
              <a:rPr lang="en" sz="1200">
                <a:solidFill>
                  <a:schemeClr val="dk1"/>
                </a:solidFill>
                <a:uFill>
                  <a:noFill/>
                </a:uFill>
                <a:latin typeface="Lexend Deca Light"/>
                <a:ea typeface="Lexend Deca Light"/>
                <a:cs typeface="Lexend Deca Light"/>
                <a:sym typeface="Lexend Deca Light"/>
                <a:hlinkClick r:id="rId5">
                  <a:extLst>
                    <a:ext uri="{A12FA001-AC4F-418D-AE19-62706E023703}">
                      <ahyp:hlinkClr xmlns:ahyp="http://schemas.microsoft.com/office/drawing/2018/hyperlinkcolor" val="tx"/>
                    </a:ext>
                  </a:extLst>
                </a:hlinkClick>
              </a:rPr>
              <a:t>For more info, </a:t>
            </a:r>
            <a:r>
              <a:rPr lang="en" sz="1200" b="1">
                <a:solidFill>
                  <a:schemeClr val="dk1"/>
                </a:solidFill>
                <a:uFill>
                  <a:noFill/>
                </a:uFill>
                <a:latin typeface="Lexend Deca"/>
                <a:ea typeface="Lexend Deca"/>
                <a:cs typeface="Lexend Deca"/>
                <a:sym typeface="Lexend Deca"/>
                <a:hlinkClick r:id="rId5">
                  <a:extLst>
                    <a:ext uri="{A12FA001-AC4F-418D-AE19-62706E023703}">
                      <ahyp:hlinkClr xmlns:ahyp="http://schemas.microsoft.com/office/drawing/2018/hyperlinkcolor" val="tx"/>
                    </a:ext>
                  </a:extLst>
                </a:hlinkClick>
              </a:rPr>
              <a:t>click here</a:t>
            </a:r>
            <a:endParaRPr sz="1200" b="1">
              <a:solidFill>
                <a:srgbClr val="191919"/>
              </a:solidFill>
              <a:latin typeface="Lexend Deca"/>
              <a:ea typeface="Lexend Deca"/>
              <a:cs typeface="Lexend Deca"/>
              <a:sym typeface="Lexend Deca"/>
            </a:endParaRPr>
          </a:p>
        </p:txBody>
      </p:sp>
      <p:cxnSp>
        <p:nvCxnSpPr>
          <p:cNvPr id="8939" name="Google Shape;8939;p63"/>
          <p:cNvCxnSpPr/>
          <p:nvPr/>
        </p:nvCxnSpPr>
        <p:spPr>
          <a:xfrm>
            <a:off x="4623200" y="3665925"/>
            <a:ext cx="3824400" cy="0"/>
          </a:xfrm>
          <a:prstGeom prst="straightConnector1">
            <a:avLst/>
          </a:prstGeom>
          <a:noFill/>
          <a:ln w="9525" cap="flat" cmpd="sng">
            <a:solidFill>
              <a:schemeClr val="accent1"/>
            </a:solidFill>
            <a:prstDash val="solid"/>
            <a:round/>
            <a:headEnd type="none" w="med" len="med"/>
            <a:tailEnd type="none" w="med" len="med"/>
          </a:ln>
        </p:spPr>
      </p:cxnSp>
      <p:grpSp>
        <p:nvGrpSpPr>
          <p:cNvPr id="8940" name="Google Shape;8940;p63"/>
          <p:cNvGrpSpPr/>
          <p:nvPr/>
        </p:nvGrpSpPr>
        <p:grpSpPr>
          <a:xfrm>
            <a:off x="8343401" y="3144640"/>
            <a:ext cx="914818" cy="2236714"/>
            <a:chOff x="-37875" y="1422800"/>
            <a:chExt cx="1592650" cy="3894000"/>
          </a:xfrm>
        </p:grpSpPr>
        <p:sp>
          <p:nvSpPr>
            <p:cNvPr id="8941" name="Google Shape;8941;p63"/>
            <p:cNvSpPr/>
            <p:nvPr/>
          </p:nvSpPr>
          <p:spPr>
            <a:xfrm>
              <a:off x="310575" y="1547651"/>
              <a:ext cx="898407" cy="3644298"/>
            </a:xfrm>
            <a:custGeom>
              <a:avLst/>
              <a:gdLst/>
              <a:ahLst/>
              <a:cxnLst/>
              <a:rect l="l" t="t" r="r" b="b"/>
              <a:pathLst>
                <a:path w="12275" h="49794" extrusionOk="0">
                  <a:moveTo>
                    <a:pt x="6138" y="1"/>
                  </a:moveTo>
                  <a:lnTo>
                    <a:pt x="6064" y="2729"/>
                  </a:lnTo>
                  <a:cubicBezTo>
                    <a:pt x="4950" y="2769"/>
                    <a:pt x="4063" y="3676"/>
                    <a:pt x="4063" y="4797"/>
                  </a:cubicBezTo>
                  <a:cubicBezTo>
                    <a:pt x="4063" y="5877"/>
                    <a:pt x="4897" y="6764"/>
                    <a:pt x="5951" y="6858"/>
                  </a:cubicBezTo>
                  <a:lnTo>
                    <a:pt x="5877" y="9579"/>
                  </a:lnTo>
                  <a:lnTo>
                    <a:pt x="1749" y="9579"/>
                  </a:lnTo>
                  <a:lnTo>
                    <a:pt x="1749" y="17037"/>
                  </a:lnTo>
                  <a:lnTo>
                    <a:pt x="1" y="17037"/>
                  </a:lnTo>
                  <a:lnTo>
                    <a:pt x="1" y="49794"/>
                  </a:lnTo>
                  <a:lnTo>
                    <a:pt x="12274" y="49794"/>
                  </a:lnTo>
                  <a:lnTo>
                    <a:pt x="12274" y="17037"/>
                  </a:lnTo>
                  <a:lnTo>
                    <a:pt x="10526" y="17037"/>
                  </a:lnTo>
                  <a:lnTo>
                    <a:pt x="10526" y="9579"/>
                  </a:lnTo>
                  <a:lnTo>
                    <a:pt x="6398" y="9579"/>
                  </a:lnTo>
                  <a:lnTo>
                    <a:pt x="6324" y="6858"/>
                  </a:lnTo>
                  <a:cubicBezTo>
                    <a:pt x="7378" y="6764"/>
                    <a:pt x="8212" y="5877"/>
                    <a:pt x="8212" y="4797"/>
                  </a:cubicBezTo>
                  <a:cubicBezTo>
                    <a:pt x="8212" y="3676"/>
                    <a:pt x="7325" y="2762"/>
                    <a:pt x="6211" y="2729"/>
                  </a:cubicBezTo>
                  <a:lnTo>
                    <a:pt x="613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42" name="Google Shape;8942;p63"/>
            <p:cNvPicPr preferRelativeResize="0"/>
            <p:nvPr/>
          </p:nvPicPr>
          <p:blipFill>
            <a:blip r:embed="rId6">
              <a:alphaModFix/>
            </a:blip>
            <a:stretch>
              <a:fillRect/>
            </a:stretch>
          </p:blipFill>
          <p:spPr>
            <a:xfrm>
              <a:off x="-37875" y="1422800"/>
              <a:ext cx="1592650" cy="3894000"/>
            </a:xfrm>
            <a:prstGeom prst="rect">
              <a:avLst/>
            </a:prstGeom>
            <a:noFill/>
            <a:ln>
              <a:noFill/>
            </a:ln>
          </p:spPr>
        </p:pic>
      </p:grpSp>
      <p:sp>
        <p:nvSpPr>
          <p:cNvPr id="8943" name="Google Shape;8943;p63"/>
          <p:cNvSpPr txBox="1"/>
          <p:nvPr/>
        </p:nvSpPr>
        <p:spPr>
          <a:xfrm>
            <a:off x="719925" y="1627575"/>
            <a:ext cx="3288900" cy="21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Mercury is the closest planet to the Sun and the smallest one in the Solar System—it’s only a bit larger than our Moon</a:t>
            </a:r>
            <a:endParaRPr>
              <a:solidFill>
                <a:schemeClr val="dk1"/>
              </a:solidFill>
              <a:latin typeface="Lexend Deca Light"/>
              <a:ea typeface="Lexend Deca Light"/>
              <a:cs typeface="Lexend Deca Light"/>
              <a:sym typeface="Lexend Deca Light"/>
            </a:endParaRPr>
          </a:p>
          <a:p>
            <a:pPr marL="457200" lvl="0" indent="-317500" algn="l" rtl="0">
              <a:spcBef>
                <a:spcPts val="1000"/>
              </a:spcBef>
              <a:spcAft>
                <a:spcPts val="0"/>
              </a:spcAft>
              <a:buClr>
                <a:schemeClr val="dk1"/>
              </a:buClr>
              <a:buSzPts val="1400"/>
              <a:buFont typeface="Lexend Deca Light"/>
              <a:buChar char="●"/>
            </a:pPr>
            <a:r>
              <a:rPr lang="en">
                <a:solidFill>
                  <a:schemeClr val="dk1"/>
                </a:solidFill>
                <a:latin typeface="Lexend Deca Light"/>
                <a:ea typeface="Lexend Deca Light"/>
                <a:cs typeface="Lexend Deca Light"/>
                <a:sym typeface="Lexend Deca Light"/>
              </a:rPr>
              <a:t>The Sun is the star at the center of the Solar System</a:t>
            </a:r>
            <a:endParaRPr>
              <a:solidFill>
                <a:schemeClr val="dk1"/>
              </a:solidFill>
              <a:latin typeface="Lexend Deca Light"/>
              <a:ea typeface="Lexend Deca Light"/>
              <a:cs typeface="Lexend Deca Light"/>
              <a:sym typeface="Lexend Deca Light"/>
            </a:endParaRPr>
          </a:p>
          <a:p>
            <a:pPr marL="457200" lvl="0" indent="-317500" algn="l" rtl="0">
              <a:spcBef>
                <a:spcPts val="1000"/>
              </a:spcBef>
              <a:spcAft>
                <a:spcPts val="0"/>
              </a:spcAft>
              <a:buClr>
                <a:schemeClr val="dk1"/>
              </a:buClr>
              <a:buSzPts val="1400"/>
              <a:buFont typeface="Lexend Deca Light"/>
              <a:buChar char="●"/>
            </a:pPr>
            <a:r>
              <a:rPr lang="en">
                <a:solidFill>
                  <a:schemeClr val="dk1"/>
                </a:solidFill>
                <a:latin typeface="Lexend Deca Light"/>
                <a:ea typeface="Lexend Deca Light"/>
                <a:cs typeface="Lexend Deca Light"/>
                <a:sym typeface="Lexend Deca Light"/>
              </a:rPr>
              <a:t>Jupiter is the biggest planet in the entire Solar System</a:t>
            </a:r>
            <a:endParaRPr>
              <a:solidFill>
                <a:schemeClr val="dk1"/>
              </a:solidFill>
              <a:latin typeface="Lexend Deca Light"/>
              <a:ea typeface="Lexend Deca Light"/>
              <a:cs typeface="Lexend Deca Light"/>
              <a:sym typeface="Lexend Deca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47"/>
        <p:cNvGrpSpPr/>
        <p:nvPr/>
      </p:nvGrpSpPr>
      <p:grpSpPr>
        <a:xfrm>
          <a:off x="0" y="0"/>
          <a:ext cx="0" cy="0"/>
          <a:chOff x="0" y="0"/>
          <a:chExt cx="0" cy="0"/>
        </a:xfrm>
      </p:grpSpPr>
      <p:sp>
        <p:nvSpPr>
          <p:cNvPr id="8948" name="Google Shape;8948;p64"/>
          <p:cNvSpPr txBox="1">
            <a:spLocks noGrp="1"/>
          </p:cNvSpPr>
          <p:nvPr>
            <p:ph type="title"/>
          </p:nvPr>
        </p:nvSpPr>
        <p:spPr>
          <a:xfrm>
            <a:off x="713225" y="539525"/>
            <a:ext cx="7717500" cy="61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of the results</a:t>
            </a:r>
            <a:endParaRPr/>
          </a:p>
        </p:txBody>
      </p:sp>
      <p:sp>
        <p:nvSpPr>
          <p:cNvPr id="8949" name="Google Shape;8949;p64"/>
          <p:cNvSpPr/>
          <p:nvPr/>
        </p:nvSpPr>
        <p:spPr>
          <a:xfrm>
            <a:off x="4931300" y="3223025"/>
            <a:ext cx="3499500" cy="1382700"/>
          </a:xfrm>
          <a:prstGeom prst="rect">
            <a:avLst/>
          </a:prstGeom>
          <a:solidFill>
            <a:srgbClr val="C245D8">
              <a:alpha val="49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64"/>
          <p:cNvSpPr txBox="1"/>
          <p:nvPr/>
        </p:nvSpPr>
        <p:spPr>
          <a:xfrm>
            <a:off x="5208975" y="3341888"/>
            <a:ext cx="1773900" cy="35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dk1"/>
                </a:solidFill>
                <a:latin typeface="Lexend Deca"/>
                <a:ea typeface="Lexend Deca"/>
                <a:cs typeface="Lexend Deca"/>
                <a:sym typeface="Lexend Deca"/>
              </a:rPr>
              <a:t>Neptune</a:t>
            </a:r>
            <a:endParaRPr sz="1800" b="1">
              <a:solidFill>
                <a:schemeClr val="dk1"/>
              </a:solidFill>
              <a:latin typeface="Lexend Deca"/>
              <a:ea typeface="Lexend Deca"/>
              <a:cs typeface="Lexend Deca"/>
              <a:sym typeface="Lexend Deca"/>
            </a:endParaRPr>
          </a:p>
        </p:txBody>
      </p:sp>
      <p:sp>
        <p:nvSpPr>
          <p:cNvPr id="8951" name="Google Shape;8951;p64"/>
          <p:cNvSpPr txBox="1"/>
          <p:nvPr/>
        </p:nvSpPr>
        <p:spPr>
          <a:xfrm>
            <a:off x="5208975" y="3617463"/>
            <a:ext cx="1771800" cy="869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Neptune is the farthest planet from the Sun</a:t>
            </a:r>
            <a:endParaRPr>
              <a:solidFill>
                <a:schemeClr val="dk1"/>
              </a:solidFill>
              <a:latin typeface="Lexend Deca Light"/>
              <a:ea typeface="Lexend Deca Light"/>
              <a:cs typeface="Lexend Deca Light"/>
              <a:sym typeface="Lexend Deca Light"/>
            </a:endParaRPr>
          </a:p>
        </p:txBody>
      </p:sp>
      <p:grpSp>
        <p:nvGrpSpPr>
          <p:cNvPr id="8952" name="Google Shape;8952;p64"/>
          <p:cNvGrpSpPr/>
          <p:nvPr/>
        </p:nvGrpSpPr>
        <p:grpSpPr>
          <a:xfrm>
            <a:off x="7183628" y="3424967"/>
            <a:ext cx="945383" cy="945383"/>
            <a:chOff x="4045063" y="635665"/>
            <a:chExt cx="868200" cy="868200"/>
          </a:xfrm>
        </p:grpSpPr>
        <p:sp>
          <p:nvSpPr>
            <p:cNvPr id="8953" name="Google Shape;8953;p64"/>
            <p:cNvSpPr/>
            <p:nvPr/>
          </p:nvSpPr>
          <p:spPr>
            <a:xfrm>
              <a:off x="4049799" y="640401"/>
              <a:ext cx="858900" cy="858900"/>
            </a:xfrm>
            <a:prstGeom prst="donut">
              <a:avLst>
                <a:gd name="adj" fmla="val 1193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4" name="Google Shape;8954;p64"/>
            <p:cNvSpPr/>
            <p:nvPr/>
          </p:nvSpPr>
          <p:spPr>
            <a:xfrm flipH="1">
              <a:off x="4045063" y="635665"/>
              <a:ext cx="868200" cy="868200"/>
            </a:xfrm>
            <a:prstGeom prst="blockArc">
              <a:avLst>
                <a:gd name="adj1" fmla="val 5400645"/>
                <a:gd name="adj2" fmla="val 16256715"/>
                <a:gd name="adj3" fmla="val 1271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55" name="Google Shape;8955;p64"/>
          <p:cNvSpPr txBox="1"/>
          <p:nvPr/>
        </p:nvSpPr>
        <p:spPr>
          <a:xfrm>
            <a:off x="7284685" y="3719337"/>
            <a:ext cx="743700" cy="35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latin typeface="Lexend Deca"/>
                <a:ea typeface="Lexend Deca"/>
                <a:cs typeface="Lexend Deca"/>
                <a:sym typeface="Lexend Deca"/>
              </a:rPr>
              <a:t>50%</a:t>
            </a:r>
            <a:endParaRPr sz="1800" b="1">
              <a:solidFill>
                <a:schemeClr val="dk1"/>
              </a:solidFill>
              <a:latin typeface="Lexend Deca"/>
              <a:ea typeface="Lexend Deca"/>
              <a:cs typeface="Lexend Deca"/>
              <a:sym typeface="Lexend Deca"/>
            </a:endParaRPr>
          </a:p>
        </p:txBody>
      </p:sp>
      <p:sp>
        <p:nvSpPr>
          <p:cNvPr id="8956" name="Google Shape;8956;p64"/>
          <p:cNvSpPr txBox="1"/>
          <p:nvPr/>
        </p:nvSpPr>
        <p:spPr>
          <a:xfrm>
            <a:off x="4931300" y="1984771"/>
            <a:ext cx="17739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1"/>
                </a:solidFill>
                <a:latin typeface="Lexend Deca"/>
                <a:ea typeface="Lexend Deca"/>
                <a:cs typeface="Lexend Deca"/>
                <a:sym typeface="Lexend Deca"/>
              </a:rPr>
              <a:t>Jupiter</a:t>
            </a:r>
            <a:endParaRPr sz="1800" b="1">
              <a:solidFill>
                <a:schemeClr val="lt1"/>
              </a:solidFill>
              <a:latin typeface="Lexend Deca"/>
              <a:ea typeface="Lexend Deca"/>
              <a:cs typeface="Lexend Deca"/>
              <a:sym typeface="Lexend Deca"/>
            </a:endParaRPr>
          </a:p>
        </p:txBody>
      </p:sp>
      <p:sp>
        <p:nvSpPr>
          <p:cNvPr id="8957" name="Google Shape;8957;p64"/>
          <p:cNvSpPr txBox="1"/>
          <p:nvPr/>
        </p:nvSpPr>
        <p:spPr>
          <a:xfrm>
            <a:off x="4931300" y="2378950"/>
            <a:ext cx="1773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Jupiter is the biggest planet</a:t>
            </a:r>
            <a:endParaRPr>
              <a:solidFill>
                <a:schemeClr val="dk1"/>
              </a:solidFill>
              <a:latin typeface="Lexend Deca Light"/>
              <a:ea typeface="Lexend Deca Light"/>
              <a:cs typeface="Lexend Deca Light"/>
              <a:sym typeface="Lexend Deca Light"/>
            </a:endParaRPr>
          </a:p>
        </p:txBody>
      </p:sp>
      <p:sp>
        <p:nvSpPr>
          <p:cNvPr id="8958" name="Google Shape;8958;p64"/>
          <p:cNvSpPr txBox="1"/>
          <p:nvPr/>
        </p:nvSpPr>
        <p:spPr>
          <a:xfrm>
            <a:off x="6656825" y="1984771"/>
            <a:ext cx="17739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accent1"/>
                </a:solidFill>
                <a:latin typeface="Lexend Deca"/>
                <a:ea typeface="Lexend Deca"/>
                <a:cs typeface="Lexend Deca"/>
                <a:sym typeface="Lexend Deca"/>
              </a:rPr>
              <a:t>Saturn</a:t>
            </a:r>
            <a:endParaRPr sz="1800" b="1">
              <a:solidFill>
                <a:schemeClr val="accent1"/>
              </a:solidFill>
              <a:latin typeface="Lexend Deca"/>
              <a:ea typeface="Lexend Deca"/>
              <a:cs typeface="Lexend Deca"/>
              <a:sym typeface="Lexend Deca"/>
            </a:endParaRPr>
          </a:p>
        </p:txBody>
      </p:sp>
      <p:sp>
        <p:nvSpPr>
          <p:cNvPr id="8959" name="Google Shape;8959;p64"/>
          <p:cNvSpPr txBox="1"/>
          <p:nvPr/>
        </p:nvSpPr>
        <p:spPr>
          <a:xfrm>
            <a:off x="6656825" y="2378950"/>
            <a:ext cx="1773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Lexend Deca Light"/>
                <a:ea typeface="Lexend Deca Light"/>
                <a:cs typeface="Lexend Deca Light"/>
                <a:sym typeface="Lexend Deca Light"/>
              </a:rPr>
              <a:t>Saturn is the ringed planet</a:t>
            </a:r>
            <a:endParaRPr>
              <a:solidFill>
                <a:schemeClr val="dk1"/>
              </a:solidFill>
              <a:latin typeface="Lexend Deca Light"/>
              <a:ea typeface="Lexend Deca Light"/>
              <a:cs typeface="Lexend Deca Light"/>
              <a:sym typeface="Lexend Deca Light"/>
            </a:endParaRPr>
          </a:p>
          <a:p>
            <a:pPr marL="0" lvl="0" indent="0" algn="l" rtl="0">
              <a:spcBef>
                <a:spcPts val="0"/>
              </a:spcBef>
              <a:spcAft>
                <a:spcPts val="1600"/>
              </a:spcAft>
              <a:buNone/>
            </a:pPr>
            <a:endParaRPr>
              <a:solidFill>
                <a:schemeClr val="dk1"/>
              </a:solidFill>
              <a:latin typeface="Lexend Deca Light"/>
              <a:ea typeface="Lexend Deca Light"/>
              <a:cs typeface="Lexend Deca Light"/>
              <a:sym typeface="Lexend Deca Light"/>
            </a:endParaRPr>
          </a:p>
        </p:txBody>
      </p:sp>
      <p:pic>
        <p:nvPicPr>
          <p:cNvPr id="8960" name="Google Shape;8960;p64" title="Points scored">
            <a:hlinkClick r:id="rId3"/>
          </p:cNvPr>
          <p:cNvPicPr preferRelativeResize="0"/>
          <p:nvPr/>
        </p:nvPicPr>
        <p:blipFill>
          <a:blip r:embed="rId4">
            <a:alphaModFix/>
          </a:blip>
          <a:stretch>
            <a:fillRect/>
          </a:stretch>
        </p:blipFill>
        <p:spPr>
          <a:xfrm>
            <a:off x="719925" y="1549225"/>
            <a:ext cx="3750876" cy="2598250"/>
          </a:xfrm>
          <a:prstGeom prst="rect">
            <a:avLst/>
          </a:prstGeom>
          <a:noFill/>
          <a:ln>
            <a:noFill/>
          </a:ln>
        </p:spPr>
      </p:pic>
      <p:sp>
        <p:nvSpPr>
          <p:cNvPr id="8961" name="Google Shape;8961;p64"/>
          <p:cNvSpPr txBox="1"/>
          <p:nvPr/>
        </p:nvSpPr>
        <p:spPr>
          <a:xfrm>
            <a:off x="719925" y="4101375"/>
            <a:ext cx="41562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Lexend Deca Light"/>
                <a:ea typeface="Lexend Deca Light"/>
                <a:cs typeface="Lexend Deca Light"/>
                <a:sym typeface="Lexend Deca Light"/>
              </a:rPr>
              <a:t>Follow the link in the graph to modify its data and then paste the new one here. </a:t>
            </a:r>
            <a:r>
              <a:rPr lang="en" sz="1200">
                <a:solidFill>
                  <a:schemeClr val="dk1"/>
                </a:solidFill>
                <a:uFill>
                  <a:noFill/>
                </a:uFill>
                <a:latin typeface="Lexend Deca Light"/>
                <a:ea typeface="Lexend Deca Light"/>
                <a:cs typeface="Lexend Deca Light"/>
                <a:sym typeface="Lexend Deca Light"/>
                <a:hlinkClick r:id="rId5">
                  <a:extLst>
                    <a:ext uri="{A12FA001-AC4F-418D-AE19-62706E023703}">
                      <ahyp:hlinkClr xmlns:ahyp="http://schemas.microsoft.com/office/drawing/2018/hyperlinkcolor" val="tx"/>
                    </a:ext>
                  </a:extLst>
                </a:hlinkClick>
              </a:rPr>
              <a:t>For more info, </a:t>
            </a:r>
            <a:r>
              <a:rPr lang="en" sz="1200" b="1">
                <a:solidFill>
                  <a:schemeClr val="dk1"/>
                </a:solidFill>
                <a:uFill>
                  <a:noFill/>
                </a:uFill>
                <a:latin typeface="Lexend Deca"/>
                <a:ea typeface="Lexend Deca"/>
                <a:cs typeface="Lexend Deca"/>
                <a:sym typeface="Lexend Deca"/>
                <a:hlinkClick r:id="rId5">
                  <a:extLst>
                    <a:ext uri="{A12FA001-AC4F-418D-AE19-62706E023703}">
                      <ahyp:hlinkClr xmlns:ahyp="http://schemas.microsoft.com/office/drawing/2018/hyperlinkcolor" val="tx"/>
                    </a:ext>
                  </a:extLst>
                </a:hlinkClick>
              </a:rPr>
              <a:t>click here</a:t>
            </a:r>
            <a:endParaRPr sz="1200" b="1">
              <a:solidFill>
                <a:srgbClr val="191919"/>
              </a:solidFill>
              <a:latin typeface="Lexend Deca"/>
              <a:ea typeface="Lexend Deca"/>
              <a:cs typeface="Lexend Deca"/>
              <a:sym typeface="Lexend Deca"/>
            </a:endParaRPr>
          </a:p>
        </p:txBody>
      </p:sp>
      <p:grpSp>
        <p:nvGrpSpPr>
          <p:cNvPr id="8962" name="Google Shape;8962;p64"/>
          <p:cNvGrpSpPr/>
          <p:nvPr/>
        </p:nvGrpSpPr>
        <p:grpSpPr>
          <a:xfrm>
            <a:off x="-32151" y="2517030"/>
            <a:ext cx="701671" cy="2794687"/>
            <a:chOff x="8283875" y="2732850"/>
            <a:chExt cx="495775" cy="1974625"/>
          </a:xfrm>
        </p:grpSpPr>
        <p:sp>
          <p:nvSpPr>
            <p:cNvPr id="8963" name="Google Shape;8963;p64"/>
            <p:cNvSpPr/>
            <p:nvPr/>
          </p:nvSpPr>
          <p:spPr>
            <a:xfrm>
              <a:off x="8376745" y="2799215"/>
              <a:ext cx="310036" cy="1841896"/>
            </a:xfrm>
            <a:custGeom>
              <a:avLst/>
              <a:gdLst/>
              <a:ahLst/>
              <a:cxnLst/>
              <a:rect l="l" t="t" r="r" b="b"/>
              <a:pathLst>
                <a:path w="9072" h="53896" extrusionOk="0">
                  <a:moveTo>
                    <a:pt x="9072" y="0"/>
                  </a:moveTo>
                  <a:lnTo>
                    <a:pt x="0" y="6384"/>
                  </a:lnTo>
                  <a:lnTo>
                    <a:pt x="0" y="53895"/>
                  </a:lnTo>
                  <a:lnTo>
                    <a:pt x="9072" y="53895"/>
                  </a:lnTo>
                  <a:lnTo>
                    <a:pt x="9072"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64" name="Google Shape;8964;p64"/>
            <p:cNvPicPr preferRelativeResize="0"/>
            <p:nvPr/>
          </p:nvPicPr>
          <p:blipFill rotWithShape="1">
            <a:blip r:embed="rId6">
              <a:alphaModFix/>
            </a:blip>
            <a:srcRect l="19306" r="19306"/>
            <a:stretch/>
          </p:blipFill>
          <p:spPr>
            <a:xfrm>
              <a:off x="8283875" y="2732850"/>
              <a:ext cx="495775" cy="1974625"/>
            </a:xfrm>
            <a:prstGeom prst="rect">
              <a:avLst/>
            </a:prstGeom>
            <a:noFill/>
            <a:ln>
              <a:noFill/>
            </a:ln>
          </p:spPr>
        </p:pic>
      </p:grpSp>
      <p:sp>
        <p:nvSpPr>
          <p:cNvPr id="8965" name="Google Shape;8965;p64"/>
          <p:cNvSpPr/>
          <p:nvPr/>
        </p:nvSpPr>
        <p:spPr>
          <a:xfrm>
            <a:off x="8557963" y="4187013"/>
            <a:ext cx="1325713" cy="306935"/>
          </a:xfrm>
          <a:custGeom>
            <a:avLst/>
            <a:gdLst/>
            <a:ahLst/>
            <a:cxnLst/>
            <a:rect l="l" t="t" r="r" b="b"/>
            <a:pathLst>
              <a:path w="61812" h="14311" extrusionOk="0">
                <a:moveTo>
                  <a:pt x="14344" y="1"/>
                </a:moveTo>
                <a:cubicBezTo>
                  <a:pt x="10341" y="1"/>
                  <a:pt x="10175" y="2969"/>
                  <a:pt x="14344" y="2969"/>
                </a:cubicBezTo>
                <a:lnTo>
                  <a:pt x="23684" y="2969"/>
                </a:lnTo>
                <a:cubicBezTo>
                  <a:pt x="27620" y="2969"/>
                  <a:pt x="27620" y="5471"/>
                  <a:pt x="23684" y="5471"/>
                </a:cubicBezTo>
                <a:lnTo>
                  <a:pt x="3803" y="5471"/>
                </a:lnTo>
                <a:cubicBezTo>
                  <a:pt x="1" y="5471"/>
                  <a:pt x="334" y="8573"/>
                  <a:pt x="3803" y="8573"/>
                </a:cubicBezTo>
                <a:lnTo>
                  <a:pt x="26820" y="8573"/>
                </a:lnTo>
                <a:cubicBezTo>
                  <a:pt x="31623" y="8573"/>
                  <a:pt x="31423" y="11742"/>
                  <a:pt x="26820" y="11742"/>
                </a:cubicBezTo>
                <a:cubicBezTo>
                  <a:pt x="23451" y="11742"/>
                  <a:pt x="23317" y="14311"/>
                  <a:pt x="26820" y="14311"/>
                </a:cubicBezTo>
                <a:lnTo>
                  <a:pt x="54139" y="14311"/>
                </a:lnTo>
                <a:cubicBezTo>
                  <a:pt x="58009" y="14311"/>
                  <a:pt x="58509" y="11109"/>
                  <a:pt x="54139" y="11109"/>
                </a:cubicBezTo>
                <a:lnTo>
                  <a:pt x="41831" y="11109"/>
                </a:lnTo>
                <a:cubicBezTo>
                  <a:pt x="37961" y="11109"/>
                  <a:pt x="37995" y="8507"/>
                  <a:pt x="41831" y="8507"/>
                </a:cubicBezTo>
                <a:cubicBezTo>
                  <a:pt x="45700" y="8573"/>
                  <a:pt x="57675" y="8573"/>
                  <a:pt x="57675" y="8573"/>
                </a:cubicBezTo>
                <a:cubicBezTo>
                  <a:pt x="61812" y="8573"/>
                  <a:pt x="61611" y="5605"/>
                  <a:pt x="57675" y="5605"/>
                </a:cubicBezTo>
                <a:lnTo>
                  <a:pt x="39295" y="5605"/>
                </a:lnTo>
                <a:cubicBezTo>
                  <a:pt x="35026" y="5605"/>
                  <a:pt x="35193" y="3336"/>
                  <a:pt x="39295" y="3336"/>
                </a:cubicBezTo>
                <a:cubicBezTo>
                  <a:pt x="43365" y="3336"/>
                  <a:pt x="43532" y="1"/>
                  <a:pt x="39295" y="1"/>
                </a:cubicBezTo>
                <a:close/>
              </a:path>
            </a:pathLst>
          </a:custGeom>
          <a:solidFill>
            <a:srgbClr val="FF91BD">
              <a:alpha val="24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69"/>
        <p:cNvGrpSpPr/>
        <p:nvPr/>
      </p:nvGrpSpPr>
      <p:grpSpPr>
        <a:xfrm>
          <a:off x="0" y="0"/>
          <a:ext cx="0" cy="0"/>
          <a:chOff x="0" y="0"/>
          <a:chExt cx="0" cy="0"/>
        </a:xfrm>
      </p:grpSpPr>
      <p:sp>
        <p:nvSpPr>
          <p:cNvPr id="8970" name="Google Shape;8970;p65"/>
          <p:cNvSpPr txBox="1">
            <a:spLocks noGrp="1"/>
          </p:cNvSpPr>
          <p:nvPr>
            <p:ph type="title"/>
          </p:nvPr>
        </p:nvSpPr>
        <p:spPr>
          <a:xfrm>
            <a:off x="713225" y="539525"/>
            <a:ext cx="7717500" cy="60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Discussion</a:t>
            </a:r>
            <a:endParaRPr/>
          </a:p>
        </p:txBody>
      </p:sp>
      <p:sp>
        <p:nvSpPr>
          <p:cNvPr id="8971" name="Google Shape;8971;p65"/>
          <p:cNvSpPr txBox="1">
            <a:spLocks noGrp="1"/>
          </p:cNvSpPr>
          <p:nvPr>
            <p:ph type="subTitle" idx="1"/>
          </p:nvPr>
        </p:nvSpPr>
        <p:spPr>
          <a:xfrm>
            <a:off x="719925" y="1939650"/>
            <a:ext cx="4182000" cy="250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Despite being red, Mars is actually a cold place. It's full of iron oxide dust, which gives the planet its reddish cast. Earth is the third planet from the Sun and the only one that harbors life in the Solar System. This is where we all live on:</a:t>
            </a:r>
            <a:endParaRPr>
              <a:solidFill>
                <a:schemeClr val="dk1"/>
              </a:solidFill>
            </a:endParaRPr>
          </a:p>
          <a:p>
            <a:pPr marL="457200" lvl="0" indent="-317500" algn="l" rtl="0">
              <a:spcBef>
                <a:spcPts val="1000"/>
              </a:spcBef>
              <a:spcAft>
                <a:spcPts val="0"/>
              </a:spcAft>
              <a:buSzPts val="1400"/>
              <a:buChar char="●"/>
            </a:pPr>
            <a:r>
              <a:rPr lang="en">
                <a:solidFill>
                  <a:schemeClr val="dk1"/>
                </a:solidFill>
              </a:rPr>
              <a:t>Ceres is located in the main asteroid belt</a:t>
            </a:r>
            <a:endParaRPr>
              <a:solidFill>
                <a:schemeClr val="dk1"/>
              </a:solidFill>
            </a:endParaRPr>
          </a:p>
          <a:p>
            <a:pPr marL="457200" lvl="0" indent="-317500" algn="l" rtl="0">
              <a:spcBef>
                <a:spcPts val="1000"/>
              </a:spcBef>
              <a:spcAft>
                <a:spcPts val="0"/>
              </a:spcAft>
              <a:buSzPts val="1400"/>
              <a:buChar char="●"/>
            </a:pPr>
            <a:r>
              <a:rPr lang="en">
                <a:solidFill>
                  <a:schemeClr val="dk1"/>
                </a:solidFill>
              </a:rPr>
              <a:t>The Moon is Earth’s natural satellite</a:t>
            </a:r>
            <a:endParaRPr>
              <a:solidFill>
                <a:schemeClr val="dk1"/>
              </a:solidFill>
            </a:endParaRPr>
          </a:p>
          <a:p>
            <a:pPr marL="457200" lvl="0" indent="-317500" algn="l" rtl="0">
              <a:spcBef>
                <a:spcPts val="1000"/>
              </a:spcBef>
              <a:spcAft>
                <a:spcPts val="0"/>
              </a:spcAft>
              <a:buSzPts val="1400"/>
              <a:buChar char="●"/>
            </a:pPr>
            <a:r>
              <a:rPr lang="en">
                <a:solidFill>
                  <a:schemeClr val="dk1"/>
                </a:solidFill>
              </a:rPr>
              <a:t>Neptune is very far away from us</a:t>
            </a:r>
            <a:endParaRPr>
              <a:solidFill>
                <a:schemeClr val="dk1"/>
              </a:solidFill>
            </a:endParaRPr>
          </a:p>
          <a:p>
            <a:pPr marL="457200" lvl="0" indent="-317500" algn="l" rtl="0">
              <a:spcBef>
                <a:spcPts val="1000"/>
              </a:spcBef>
              <a:spcAft>
                <a:spcPts val="1000"/>
              </a:spcAft>
              <a:buSzPts val="1400"/>
              <a:buChar char="●"/>
            </a:pPr>
            <a:r>
              <a:rPr lang="en">
                <a:solidFill>
                  <a:schemeClr val="dk1"/>
                </a:solidFill>
              </a:rPr>
              <a:t>Pluto is now considered a dwarf planet</a:t>
            </a:r>
            <a:endParaRPr/>
          </a:p>
        </p:txBody>
      </p:sp>
      <p:sp>
        <p:nvSpPr>
          <p:cNvPr id="8972" name="Google Shape;8972;p65"/>
          <p:cNvSpPr txBox="1">
            <a:spLocks noGrp="1"/>
          </p:cNvSpPr>
          <p:nvPr>
            <p:ph type="subTitle" idx="2"/>
          </p:nvPr>
        </p:nvSpPr>
        <p:spPr>
          <a:xfrm>
            <a:off x="719925" y="1544250"/>
            <a:ext cx="4178700" cy="44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8973" name="Google Shape;8973;p65"/>
          <p:cNvSpPr txBox="1">
            <a:spLocks noGrp="1"/>
          </p:cNvSpPr>
          <p:nvPr>
            <p:ph type="subTitle" idx="3"/>
          </p:nvPr>
        </p:nvSpPr>
        <p:spPr>
          <a:xfrm>
            <a:off x="5573325" y="1939050"/>
            <a:ext cx="2788800" cy="99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sp>
        <p:nvSpPr>
          <p:cNvPr id="8974" name="Google Shape;8974;p65"/>
          <p:cNvSpPr txBox="1">
            <a:spLocks noGrp="1"/>
          </p:cNvSpPr>
          <p:nvPr>
            <p:ph type="subTitle" idx="4"/>
          </p:nvPr>
        </p:nvSpPr>
        <p:spPr>
          <a:xfrm>
            <a:off x="5573325" y="3200875"/>
            <a:ext cx="2788800" cy="44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Discussion 2</a:t>
            </a:r>
            <a:endParaRPr/>
          </a:p>
        </p:txBody>
      </p:sp>
      <p:sp>
        <p:nvSpPr>
          <p:cNvPr id="8975" name="Google Shape;8975;p65"/>
          <p:cNvSpPr txBox="1">
            <a:spLocks noGrp="1"/>
          </p:cNvSpPr>
          <p:nvPr>
            <p:ph type="subTitle" idx="5"/>
          </p:nvPr>
        </p:nvSpPr>
        <p:spPr>
          <a:xfrm>
            <a:off x="5573325" y="3590785"/>
            <a:ext cx="2788800" cy="99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hot—even hotter than Mercury</a:t>
            </a:r>
            <a:endParaRPr/>
          </a:p>
        </p:txBody>
      </p:sp>
      <p:sp>
        <p:nvSpPr>
          <p:cNvPr id="8976" name="Google Shape;8976;p65"/>
          <p:cNvSpPr txBox="1">
            <a:spLocks noGrp="1"/>
          </p:cNvSpPr>
          <p:nvPr>
            <p:ph type="subTitle" idx="6"/>
          </p:nvPr>
        </p:nvSpPr>
        <p:spPr>
          <a:xfrm>
            <a:off x="5573325" y="1544250"/>
            <a:ext cx="2788800" cy="44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Discussion 1</a:t>
            </a:r>
            <a:endParaRPr/>
          </a:p>
        </p:txBody>
      </p:sp>
      <p:cxnSp>
        <p:nvCxnSpPr>
          <p:cNvPr id="8977" name="Google Shape;8977;p65"/>
          <p:cNvCxnSpPr/>
          <p:nvPr/>
        </p:nvCxnSpPr>
        <p:spPr>
          <a:xfrm>
            <a:off x="5320900" y="1744275"/>
            <a:ext cx="0" cy="2862300"/>
          </a:xfrm>
          <a:prstGeom prst="straightConnector1">
            <a:avLst/>
          </a:prstGeom>
          <a:noFill/>
          <a:ln w="9525" cap="flat" cmpd="sng">
            <a:solidFill>
              <a:schemeClr val="accent1"/>
            </a:solidFill>
            <a:prstDash val="solid"/>
            <a:round/>
            <a:headEnd type="none" w="med" len="med"/>
            <a:tailEnd type="none" w="med" len="med"/>
          </a:ln>
        </p:spPr>
      </p:cxnSp>
      <p:pic>
        <p:nvPicPr>
          <p:cNvPr id="8978" name="Google Shape;8978;p65"/>
          <p:cNvPicPr preferRelativeResize="0"/>
          <p:nvPr/>
        </p:nvPicPr>
        <p:blipFill rotWithShape="1">
          <a:blip r:embed="rId3">
            <a:alphaModFix/>
          </a:blip>
          <a:srcRect/>
          <a:stretch/>
        </p:blipFill>
        <p:spPr>
          <a:xfrm rot="10800000">
            <a:off x="5097838" y="1492903"/>
            <a:ext cx="475487" cy="475487"/>
          </a:xfrm>
          <a:prstGeom prst="rect">
            <a:avLst/>
          </a:prstGeom>
          <a:noFill/>
          <a:ln>
            <a:noFill/>
          </a:ln>
        </p:spPr>
      </p:pic>
      <p:pic>
        <p:nvPicPr>
          <p:cNvPr id="8979" name="Google Shape;8979;p65"/>
          <p:cNvPicPr preferRelativeResize="0"/>
          <p:nvPr/>
        </p:nvPicPr>
        <p:blipFill rotWithShape="1">
          <a:blip r:embed="rId4">
            <a:alphaModFix/>
          </a:blip>
          <a:srcRect l="69" r="69"/>
          <a:stretch/>
        </p:blipFill>
        <p:spPr>
          <a:xfrm rot="10800000">
            <a:off x="5074544" y="3187234"/>
            <a:ext cx="475488" cy="475487"/>
          </a:xfrm>
          <a:prstGeom prst="rect">
            <a:avLst/>
          </a:prstGeom>
          <a:noFill/>
          <a:ln>
            <a:noFill/>
          </a:ln>
        </p:spPr>
      </p:pic>
      <p:grpSp>
        <p:nvGrpSpPr>
          <p:cNvPr id="8980" name="Google Shape;8980;p65"/>
          <p:cNvGrpSpPr/>
          <p:nvPr/>
        </p:nvGrpSpPr>
        <p:grpSpPr>
          <a:xfrm>
            <a:off x="8213316" y="2782518"/>
            <a:ext cx="999748" cy="2449849"/>
            <a:chOff x="3522726" y="1146800"/>
            <a:chExt cx="2098548" cy="5143500"/>
          </a:xfrm>
        </p:grpSpPr>
        <p:sp>
          <p:nvSpPr>
            <p:cNvPr id="8981" name="Google Shape;8981;p65"/>
            <p:cNvSpPr/>
            <p:nvPr/>
          </p:nvSpPr>
          <p:spPr>
            <a:xfrm>
              <a:off x="3856213" y="1313375"/>
              <a:ext cx="1426033" cy="4828388"/>
            </a:xfrm>
            <a:custGeom>
              <a:avLst/>
              <a:gdLst/>
              <a:ahLst/>
              <a:cxnLst/>
              <a:rect l="l" t="t" r="r" b="b"/>
              <a:pathLst>
                <a:path w="15936" h="53956" extrusionOk="0">
                  <a:moveTo>
                    <a:pt x="8058" y="1"/>
                  </a:moveTo>
                  <a:lnTo>
                    <a:pt x="7871" y="5664"/>
                  </a:lnTo>
                  <a:cubicBezTo>
                    <a:pt x="6304" y="5744"/>
                    <a:pt x="5030" y="6931"/>
                    <a:pt x="4803" y="8452"/>
                  </a:cubicBezTo>
                  <a:cubicBezTo>
                    <a:pt x="4796" y="8519"/>
                    <a:pt x="4789" y="8599"/>
                    <a:pt x="4776" y="8672"/>
                  </a:cubicBezTo>
                  <a:lnTo>
                    <a:pt x="4776" y="8719"/>
                  </a:lnTo>
                  <a:cubicBezTo>
                    <a:pt x="4769" y="8799"/>
                    <a:pt x="4769" y="8872"/>
                    <a:pt x="4769" y="8946"/>
                  </a:cubicBezTo>
                  <a:cubicBezTo>
                    <a:pt x="4769" y="9019"/>
                    <a:pt x="4769" y="9099"/>
                    <a:pt x="4776" y="9172"/>
                  </a:cubicBezTo>
                  <a:lnTo>
                    <a:pt x="4776" y="9219"/>
                  </a:lnTo>
                  <a:cubicBezTo>
                    <a:pt x="4789" y="9299"/>
                    <a:pt x="4796" y="9366"/>
                    <a:pt x="4803" y="9439"/>
                  </a:cubicBezTo>
                  <a:cubicBezTo>
                    <a:pt x="5023" y="10900"/>
                    <a:pt x="6190" y="12040"/>
                    <a:pt x="7658" y="12214"/>
                  </a:cubicBezTo>
                  <a:lnTo>
                    <a:pt x="7598" y="14122"/>
                  </a:lnTo>
                  <a:cubicBezTo>
                    <a:pt x="2468" y="14222"/>
                    <a:pt x="107" y="16376"/>
                    <a:pt x="0" y="17483"/>
                  </a:cubicBezTo>
                  <a:lnTo>
                    <a:pt x="7" y="17483"/>
                  </a:lnTo>
                  <a:cubicBezTo>
                    <a:pt x="7" y="17510"/>
                    <a:pt x="0" y="17537"/>
                    <a:pt x="0" y="17557"/>
                  </a:cubicBezTo>
                  <a:lnTo>
                    <a:pt x="641" y="17557"/>
                  </a:lnTo>
                  <a:cubicBezTo>
                    <a:pt x="6704" y="19057"/>
                    <a:pt x="6223" y="42036"/>
                    <a:pt x="6223" y="53956"/>
                  </a:cubicBezTo>
                  <a:lnTo>
                    <a:pt x="9712" y="53956"/>
                  </a:lnTo>
                  <a:cubicBezTo>
                    <a:pt x="9712" y="42036"/>
                    <a:pt x="9225" y="19057"/>
                    <a:pt x="15295" y="17557"/>
                  </a:cubicBezTo>
                  <a:lnTo>
                    <a:pt x="15935" y="17557"/>
                  </a:lnTo>
                  <a:cubicBezTo>
                    <a:pt x="15935" y="17543"/>
                    <a:pt x="15929" y="17517"/>
                    <a:pt x="15929" y="17490"/>
                  </a:cubicBezTo>
                  <a:cubicBezTo>
                    <a:pt x="15829" y="16376"/>
                    <a:pt x="13514" y="14275"/>
                    <a:pt x="8511" y="14135"/>
                  </a:cubicBezTo>
                  <a:lnTo>
                    <a:pt x="8458" y="12214"/>
                  </a:lnTo>
                  <a:cubicBezTo>
                    <a:pt x="9925" y="12040"/>
                    <a:pt x="11099" y="10900"/>
                    <a:pt x="11306" y="9439"/>
                  </a:cubicBezTo>
                  <a:cubicBezTo>
                    <a:pt x="11313" y="9372"/>
                    <a:pt x="11326" y="9299"/>
                    <a:pt x="11333" y="9219"/>
                  </a:cubicBezTo>
                  <a:lnTo>
                    <a:pt x="11333" y="9172"/>
                  </a:lnTo>
                  <a:cubicBezTo>
                    <a:pt x="11339" y="9099"/>
                    <a:pt x="11339" y="9019"/>
                    <a:pt x="11339" y="8946"/>
                  </a:cubicBezTo>
                  <a:cubicBezTo>
                    <a:pt x="11339" y="8872"/>
                    <a:pt x="11339" y="8799"/>
                    <a:pt x="11333" y="8719"/>
                  </a:cubicBezTo>
                  <a:lnTo>
                    <a:pt x="11333" y="8672"/>
                  </a:lnTo>
                  <a:cubicBezTo>
                    <a:pt x="11326" y="8599"/>
                    <a:pt x="11313" y="8532"/>
                    <a:pt x="11306" y="8452"/>
                  </a:cubicBezTo>
                  <a:cubicBezTo>
                    <a:pt x="11079" y="6931"/>
                    <a:pt x="9805" y="5744"/>
                    <a:pt x="8238" y="5664"/>
                  </a:cubicBezTo>
                  <a:lnTo>
                    <a:pt x="8058"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982" name="Google Shape;8982;p65"/>
            <p:cNvPicPr preferRelativeResize="0"/>
            <p:nvPr/>
          </p:nvPicPr>
          <p:blipFill>
            <a:blip r:embed="rId5">
              <a:alphaModFix/>
            </a:blip>
            <a:stretch>
              <a:fillRect/>
            </a:stretch>
          </p:blipFill>
          <p:spPr>
            <a:xfrm>
              <a:off x="3522726" y="1146800"/>
              <a:ext cx="2098548" cy="5143500"/>
            </a:xfrm>
            <a:prstGeom prst="rect">
              <a:avLst/>
            </a:prstGeom>
            <a:noFill/>
            <a:ln>
              <a:noFill/>
            </a:ln>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86"/>
        <p:cNvGrpSpPr/>
        <p:nvPr/>
      </p:nvGrpSpPr>
      <p:grpSpPr>
        <a:xfrm>
          <a:off x="0" y="0"/>
          <a:ext cx="0" cy="0"/>
          <a:chOff x="0" y="0"/>
          <a:chExt cx="0" cy="0"/>
        </a:xfrm>
      </p:grpSpPr>
      <p:sp>
        <p:nvSpPr>
          <p:cNvPr id="8987" name="Google Shape;8987;p66"/>
          <p:cNvSpPr txBox="1">
            <a:spLocks noGrp="1"/>
          </p:cNvSpPr>
          <p:nvPr>
            <p:ph type="title"/>
          </p:nvPr>
        </p:nvSpPr>
        <p:spPr>
          <a:xfrm>
            <a:off x="713225" y="539525"/>
            <a:ext cx="7717500" cy="63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a:t>
            </a:r>
            <a:endParaRPr/>
          </a:p>
        </p:txBody>
      </p:sp>
      <p:sp>
        <p:nvSpPr>
          <p:cNvPr id="8988" name="Google Shape;8988;p66"/>
          <p:cNvSpPr txBox="1">
            <a:spLocks noGrp="1"/>
          </p:cNvSpPr>
          <p:nvPr>
            <p:ph type="subTitle" idx="3"/>
          </p:nvPr>
        </p:nvSpPr>
        <p:spPr>
          <a:xfrm>
            <a:off x="2114400" y="2287775"/>
            <a:ext cx="2404800" cy="58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8989" name="Google Shape;8989;p66"/>
          <p:cNvSpPr txBox="1">
            <a:spLocks noGrp="1"/>
          </p:cNvSpPr>
          <p:nvPr>
            <p:ph type="subTitle" idx="4"/>
          </p:nvPr>
        </p:nvSpPr>
        <p:spPr>
          <a:xfrm>
            <a:off x="2114406" y="2003175"/>
            <a:ext cx="24048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8990" name="Google Shape;8990;p66"/>
          <p:cNvSpPr txBox="1">
            <a:spLocks noGrp="1"/>
          </p:cNvSpPr>
          <p:nvPr>
            <p:ph type="subTitle" idx="1"/>
          </p:nvPr>
        </p:nvSpPr>
        <p:spPr>
          <a:xfrm>
            <a:off x="850300" y="3994350"/>
            <a:ext cx="2404800" cy="58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very cold</a:t>
            </a:r>
            <a:endParaRPr/>
          </a:p>
        </p:txBody>
      </p:sp>
      <p:sp>
        <p:nvSpPr>
          <p:cNvPr id="8991" name="Google Shape;8991;p66"/>
          <p:cNvSpPr txBox="1">
            <a:spLocks noGrp="1"/>
          </p:cNvSpPr>
          <p:nvPr>
            <p:ph type="subTitle" idx="2"/>
          </p:nvPr>
        </p:nvSpPr>
        <p:spPr>
          <a:xfrm>
            <a:off x="850300" y="3709750"/>
            <a:ext cx="24048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8992" name="Google Shape;8992;p66"/>
          <p:cNvSpPr txBox="1">
            <a:spLocks noGrp="1"/>
          </p:cNvSpPr>
          <p:nvPr>
            <p:ph type="subTitle" idx="5"/>
          </p:nvPr>
        </p:nvSpPr>
        <p:spPr>
          <a:xfrm>
            <a:off x="5888775" y="3994350"/>
            <a:ext cx="2402400" cy="58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composed of hydrogen and helium</a:t>
            </a:r>
            <a:endParaRPr/>
          </a:p>
        </p:txBody>
      </p:sp>
      <p:sp>
        <p:nvSpPr>
          <p:cNvPr id="8993" name="Google Shape;8993;p66"/>
          <p:cNvSpPr txBox="1">
            <a:spLocks noGrp="1"/>
          </p:cNvSpPr>
          <p:nvPr>
            <p:ph type="subTitle" idx="6"/>
          </p:nvPr>
        </p:nvSpPr>
        <p:spPr>
          <a:xfrm>
            <a:off x="5888775" y="3709750"/>
            <a:ext cx="24024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8994" name="Google Shape;8994;p66"/>
          <p:cNvSpPr txBox="1">
            <a:spLocks noGrp="1"/>
          </p:cNvSpPr>
          <p:nvPr>
            <p:ph type="subTitle" idx="7"/>
          </p:nvPr>
        </p:nvSpPr>
        <p:spPr>
          <a:xfrm>
            <a:off x="3370738" y="3994350"/>
            <a:ext cx="2402400" cy="58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8995" name="Google Shape;8995;p66"/>
          <p:cNvSpPr txBox="1">
            <a:spLocks noGrp="1"/>
          </p:cNvSpPr>
          <p:nvPr>
            <p:ph type="subTitle" idx="8"/>
          </p:nvPr>
        </p:nvSpPr>
        <p:spPr>
          <a:xfrm>
            <a:off x="3370738" y="3709750"/>
            <a:ext cx="24024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8996" name="Google Shape;8996;p66"/>
          <p:cNvSpPr txBox="1">
            <a:spLocks noGrp="1"/>
          </p:cNvSpPr>
          <p:nvPr>
            <p:ph type="subTitle" idx="9"/>
          </p:nvPr>
        </p:nvSpPr>
        <p:spPr>
          <a:xfrm>
            <a:off x="4624794" y="2287775"/>
            <a:ext cx="2402400" cy="58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8997" name="Google Shape;8997;p66"/>
          <p:cNvSpPr txBox="1">
            <a:spLocks noGrp="1"/>
          </p:cNvSpPr>
          <p:nvPr>
            <p:ph type="subTitle" idx="13"/>
          </p:nvPr>
        </p:nvSpPr>
        <p:spPr>
          <a:xfrm>
            <a:off x="4624794" y="2003175"/>
            <a:ext cx="2402400" cy="34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pic>
        <p:nvPicPr>
          <p:cNvPr id="8998" name="Google Shape;8998;p66"/>
          <p:cNvPicPr preferRelativeResize="0"/>
          <p:nvPr/>
        </p:nvPicPr>
        <p:blipFill rotWithShape="1">
          <a:blip r:embed="rId3">
            <a:alphaModFix/>
          </a:blip>
          <a:srcRect l="69" r="69"/>
          <a:stretch/>
        </p:blipFill>
        <p:spPr>
          <a:xfrm>
            <a:off x="3031942" y="1348625"/>
            <a:ext cx="478199" cy="478200"/>
          </a:xfrm>
          <a:prstGeom prst="rect">
            <a:avLst/>
          </a:prstGeom>
          <a:noFill/>
          <a:ln>
            <a:noFill/>
          </a:ln>
        </p:spPr>
      </p:pic>
      <p:pic>
        <p:nvPicPr>
          <p:cNvPr id="8999" name="Google Shape;8999;p66"/>
          <p:cNvPicPr preferRelativeResize="0"/>
          <p:nvPr/>
        </p:nvPicPr>
        <p:blipFill rotWithShape="1">
          <a:blip r:embed="rId4">
            <a:alphaModFix/>
          </a:blip>
          <a:srcRect l="69" r="69"/>
          <a:stretch/>
        </p:blipFill>
        <p:spPr>
          <a:xfrm>
            <a:off x="5620242" y="1359175"/>
            <a:ext cx="478199" cy="478200"/>
          </a:xfrm>
          <a:prstGeom prst="rect">
            <a:avLst/>
          </a:prstGeom>
          <a:noFill/>
          <a:ln>
            <a:noFill/>
          </a:ln>
        </p:spPr>
      </p:pic>
      <p:pic>
        <p:nvPicPr>
          <p:cNvPr id="9000" name="Google Shape;9000;p66"/>
          <p:cNvPicPr preferRelativeResize="0"/>
          <p:nvPr/>
        </p:nvPicPr>
        <p:blipFill rotWithShape="1">
          <a:blip r:embed="rId5">
            <a:alphaModFix/>
          </a:blip>
          <a:srcRect/>
          <a:stretch/>
        </p:blipFill>
        <p:spPr>
          <a:xfrm>
            <a:off x="1813592" y="3055200"/>
            <a:ext cx="478200" cy="478200"/>
          </a:xfrm>
          <a:prstGeom prst="rect">
            <a:avLst/>
          </a:prstGeom>
          <a:noFill/>
          <a:ln>
            <a:noFill/>
          </a:ln>
        </p:spPr>
      </p:pic>
      <p:pic>
        <p:nvPicPr>
          <p:cNvPr id="9001" name="Google Shape;9001;p66"/>
          <p:cNvPicPr preferRelativeResize="0"/>
          <p:nvPr/>
        </p:nvPicPr>
        <p:blipFill rotWithShape="1">
          <a:blip r:embed="rId6">
            <a:alphaModFix/>
          </a:blip>
          <a:srcRect/>
          <a:stretch/>
        </p:blipFill>
        <p:spPr>
          <a:xfrm>
            <a:off x="4334367" y="3065750"/>
            <a:ext cx="478200" cy="478200"/>
          </a:xfrm>
          <a:prstGeom prst="rect">
            <a:avLst/>
          </a:prstGeom>
          <a:noFill/>
          <a:ln>
            <a:noFill/>
          </a:ln>
        </p:spPr>
      </p:pic>
      <p:pic>
        <p:nvPicPr>
          <p:cNvPr id="9002" name="Google Shape;9002;p66"/>
          <p:cNvPicPr preferRelativeResize="0"/>
          <p:nvPr/>
        </p:nvPicPr>
        <p:blipFill rotWithShape="1">
          <a:blip r:embed="rId7">
            <a:alphaModFix/>
          </a:blip>
          <a:srcRect/>
          <a:stretch/>
        </p:blipFill>
        <p:spPr>
          <a:xfrm>
            <a:off x="6850867" y="3065750"/>
            <a:ext cx="478200" cy="478200"/>
          </a:xfrm>
          <a:prstGeom prst="rect">
            <a:avLst/>
          </a:prstGeom>
          <a:noFill/>
          <a:ln>
            <a:noFill/>
          </a:ln>
        </p:spPr>
      </p:pic>
      <p:grpSp>
        <p:nvGrpSpPr>
          <p:cNvPr id="9003" name="Google Shape;9003;p66"/>
          <p:cNvGrpSpPr/>
          <p:nvPr/>
        </p:nvGrpSpPr>
        <p:grpSpPr>
          <a:xfrm>
            <a:off x="-170276" y="2833713"/>
            <a:ext cx="1112100" cy="2398675"/>
            <a:chOff x="163874" y="3211938"/>
            <a:chExt cx="1112100" cy="2398675"/>
          </a:xfrm>
        </p:grpSpPr>
        <p:sp>
          <p:nvSpPr>
            <p:cNvPr id="9004" name="Google Shape;9004;p66"/>
            <p:cNvSpPr/>
            <p:nvPr/>
          </p:nvSpPr>
          <p:spPr>
            <a:xfrm>
              <a:off x="212038" y="3308415"/>
              <a:ext cx="1015764" cy="2205752"/>
            </a:xfrm>
            <a:custGeom>
              <a:avLst/>
              <a:gdLst/>
              <a:ahLst/>
              <a:cxnLst/>
              <a:rect l="l" t="t" r="r" b="b"/>
              <a:pathLst>
                <a:path w="21665" h="47046" extrusionOk="0">
                  <a:moveTo>
                    <a:pt x="10839" y="1"/>
                  </a:moveTo>
                  <a:lnTo>
                    <a:pt x="10586" y="7698"/>
                  </a:lnTo>
                  <a:cubicBezTo>
                    <a:pt x="8444" y="7818"/>
                    <a:pt x="6704" y="9453"/>
                    <a:pt x="6410" y="11540"/>
                  </a:cubicBezTo>
                  <a:cubicBezTo>
                    <a:pt x="6403" y="11587"/>
                    <a:pt x="6403" y="11627"/>
                    <a:pt x="6390" y="11674"/>
                  </a:cubicBezTo>
                  <a:cubicBezTo>
                    <a:pt x="6390" y="11707"/>
                    <a:pt x="6383" y="11740"/>
                    <a:pt x="6383" y="11767"/>
                  </a:cubicBezTo>
                  <a:cubicBezTo>
                    <a:pt x="6383" y="11807"/>
                    <a:pt x="6377" y="11840"/>
                    <a:pt x="6377" y="11887"/>
                  </a:cubicBezTo>
                  <a:cubicBezTo>
                    <a:pt x="6377" y="11907"/>
                    <a:pt x="6377" y="11934"/>
                    <a:pt x="6370" y="11961"/>
                  </a:cubicBezTo>
                  <a:cubicBezTo>
                    <a:pt x="6370" y="12027"/>
                    <a:pt x="6357" y="12094"/>
                    <a:pt x="6357" y="12161"/>
                  </a:cubicBezTo>
                  <a:cubicBezTo>
                    <a:pt x="6357" y="12227"/>
                    <a:pt x="6357" y="12294"/>
                    <a:pt x="6370" y="12361"/>
                  </a:cubicBezTo>
                  <a:cubicBezTo>
                    <a:pt x="6370" y="12381"/>
                    <a:pt x="6370" y="12407"/>
                    <a:pt x="6377" y="12434"/>
                  </a:cubicBezTo>
                  <a:cubicBezTo>
                    <a:pt x="6377" y="12474"/>
                    <a:pt x="6383" y="12507"/>
                    <a:pt x="6383" y="12547"/>
                  </a:cubicBezTo>
                  <a:cubicBezTo>
                    <a:pt x="6383" y="12581"/>
                    <a:pt x="6390" y="12608"/>
                    <a:pt x="6390" y="12641"/>
                  </a:cubicBezTo>
                  <a:cubicBezTo>
                    <a:pt x="6403" y="12688"/>
                    <a:pt x="6403" y="12734"/>
                    <a:pt x="6410" y="12774"/>
                  </a:cubicBezTo>
                  <a:cubicBezTo>
                    <a:pt x="6684" y="14775"/>
                    <a:pt x="8284" y="16343"/>
                    <a:pt x="10292" y="16590"/>
                  </a:cubicBezTo>
                  <a:lnTo>
                    <a:pt x="10212" y="19191"/>
                  </a:lnTo>
                  <a:cubicBezTo>
                    <a:pt x="3155" y="19358"/>
                    <a:pt x="0" y="22333"/>
                    <a:pt x="0" y="23760"/>
                  </a:cubicBezTo>
                  <a:cubicBezTo>
                    <a:pt x="9171" y="23760"/>
                    <a:pt x="9445" y="30283"/>
                    <a:pt x="9445" y="47046"/>
                  </a:cubicBezTo>
                  <a:lnTo>
                    <a:pt x="12213" y="47046"/>
                  </a:lnTo>
                  <a:cubicBezTo>
                    <a:pt x="12213" y="30283"/>
                    <a:pt x="12493" y="23760"/>
                    <a:pt x="21658" y="23760"/>
                  </a:cubicBezTo>
                  <a:cubicBezTo>
                    <a:pt x="21665" y="22293"/>
                    <a:pt x="18516" y="19338"/>
                    <a:pt x="11459" y="19178"/>
                  </a:cubicBezTo>
                  <a:lnTo>
                    <a:pt x="11379" y="16576"/>
                  </a:lnTo>
                  <a:cubicBezTo>
                    <a:pt x="13380" y="16336"/>
                    <a:pt x="14975" y="14782"/>
                    <a:pt x="15255" y="12801"/>
                  </a:cubicBezTo>
                  <a:lnTo>
                    <a:pt x="15281" y="12628"/>
                  </a:lnTo>
                  <a:cubicBezTo>
                    <a:pt x="15281" y="12601"/>
                    <a:pt x="15288" y="12574"/>
                    <a:pt x="15288" y="12547"/>
                  </a:cubicBezTo>
                  <a:cubicBezTo>
                    <a:pt x="15288" y="12507"/>
                    <a:pt x="15295" y="12461"/>
                    <a:pt x="15295" y="12414"/>
                  </a:cubicBezTo>
                  <a:lnTo>
                    <a:pt x="15295" y="12354"/>
                  </a:lnTo>
                  <a:cubicBezTo>
                    <a:pt x="15295" y="12287"/>
                    <a:pt x="15308" y="12214"/>
                    <a:pt x="15308" y="12154"/>
                  </a:cubicBezTo>
                  <a:cubicBezTo>
                    <a:pt x="15308" y="12087"/>
                    <a:pt x="15308" y="12021"/>
                    <a:pt x="15295" y="11954"/>
                  </a:cubicBezTo>
                  <a:lnTo>
                    <a:pt x="15295" y="11887"/>
                  </a:lnTo>
                  <a:cubicBezTo>
                    <a:pt x="15295" y="11840"/>
                    <a:pt x="15288" y="11794"/>
                    <a:pt x="15288" y="11754"/>
                  </a:cubicBezTo>
                  <a:cubicBezTo>
                    <a:pt x="15288" y="11727"/>
                    <a:pt x="15281" y="11700"/>
                    <a:pt x="15281" y="11674"/>
                  </a:cubicBezTo>
                  <a:lnTo>
                    <a:pt x="15255" y="11500"/>
                  </a:lnTo>
                  <a:cubicBezTo>
                    <a:pt x="14948" y="9426"/>
                    <a:pt x="13220" y="7818"/>
                    <a:pt x="11086" y="7698"/>
                  </a:cubicBezTo>
                  <a:lnTo>
                    <a:pt x="10839"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05" name="Google Shape;9005;p66"/>
            <p:cNvPicPr preferRelativeResize="0"/>
            <p:nvPr/>
          </p:nvPicPr>
          <p:blipFill>
            <a:blip r:embed="rId8">
              <a:alphaModFix/>
            </a:blip>
            <a:stretch>
              <a:fillRect/>
            </a:stretch>
          </p:blipFill>
          <p:spPr>
            <a:xfrm>
              <a:off x="163874" y="3211938"/>
              <a:ext cx="1112100" cy="2398675"/>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09"/>
        <p:cNvGrpSpPr/>
        <p:nvPr/>
      </p:nvGrpSpPr>
      <p:grpSpPr>
        <a:xfrm>
          <a:off x="0" y="0"/>
          <a:ext cx="0" cy="0"/>
          <a:chOff x="0" y="0"/>
          <a:chExt cx="0" cy="0"/>
        </a:xfrm>
      </p:grpSpPr>
      <p:grpSp>
        <p:nvGrpSpPr>
          <p:cNvPr id="9010" name="Google Shape;9010;p67"/>
          <p:cNvGrpSpPr/>
          <p:nvPr/>
        </p:nvGrpSpPr>
        <p:grpSpPr>
          <a:xfrm rot="-8100000">
            <a:off x="791065" y="2481003"/>
            <a:ext cx="905365" cy="2219034"/>
            <a:chOff x="-445650" y="1440988"/>
            <a:chExt cx="1572175" cy="3853375"/>
          </a:xfrm>
        </p:grpSpPr>
        <p:sp>
          <p:nvSpPr>
            <p:cNvPr id="9011" name="Google Shape;9011;p67"/>
            <p:cNvSpPr/>
            <p:nvPr/>
          </p:nvSpPr>
          <p:spPr>
            <a:xfrm>
              <a:off x="-32350" y="1545073"/>
              <a:ext cx="745575" cy="3625230"/>
            </a:xfrm>
            <a:custGeom>
              <a:avLst/>
              <a:gdLst/>
              <a:ahLst/>
              <a:cxnLst/>
              <a:rect l="l" t="t" r="r" b="b"/>
              <a:pathLst>
                <a:path w="10606" h="51568" extrusionOk="0">
                  <a:moveTo>
                    <a:pt x="10606" y="1"/>
                  </a:moveTo>
                  <a:lnTo>
                    <a:pt x="0" y="5824"/>
                  </a:lnTo>
                  <a:lnTo>
                    <a:pt x="0" y="51568"/>
                  </a:lnTo>
                  <a:lnTo>
                    <a:pt x="10606" y="51568"/>
                  </a:lnTo>
                  <a:lnTo>
                    <a:pt x="10606" y="1"/>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12" name="Google Shape;9012;p67"/>
            <p:cNvPicPr preferRelativeResize="0"/>
            <p:nvPr/>
          </p:nvPicPr>
          <p:blipFill>
            <a:blip r:embed="rId3">
              <a:alphaModFix/>
            </a:blip>
            <a:stretch>
              <a:fillRect/>
            </a:stretch>
          </p:blipFill>
          <p:spPr>
            <a:xfrm>
              <a:off x="-445650" y="1440988"/>
              <a:ext cx="1572175" cy="3853375"/>
            </a:xfrm>
            <a:prstGeom prst="rect">
              <a:avLst/>
            </a:prstGeom>
            <a:noFill/>
            <a:ln>
              <a:noFill/>
            </a:ln>
          </p:spPr>
        </p:pic>
      </p:grpSp>
      <p:grpSp>
        <p:nvGrpSpPr>
          <p:cNvPr id="9013" name="Google Shape;9013;p67"/>
          <p:cNvGrpSpPr/>
          <p:nvPr/>
        </p:nvGrpSpPr>
        <p:grpSpPr>
          <a:xfrm rot="2700000">
            <a:off x="2941237" y="481345"/>
            <a:ext cx="810799" cy="2012624"/>
            <a:chOff x="7939775" y="3650050"/>
            <a:chExt cx="656425" cy="1629425"/>
          </a:xfrm>
        </p:grpSpPr>
        <p:sp>
          <p:nvSpPr>
            <p:cNvPr id="9014" name="Google Shape;9014;p67"/>
            <p:cNvSpPr/>
            <p:nvPr/>
          </p:nvSpPr>
          <p:spPr>
            <a:xfrm>
              <a:off x="8054664" y="3718205"/>
              <a:ext cx="426646" cy="1493115"/>
            </a:xfrm>
            <a:custGeom>
              <a:avLst/>
              <a:gdLst/>
              <a:ahLst/>
              <a:cxnLst/>
              <a:rect l="l" t="t" r="r" b="b"/>
              <a:pathLst>
                <a:path w="23314" h="81591" extrusionOk="0">
                  <a:moveTo>
                    <a:pt x="15829" y="0"/>
                  </a:moveTo>
                  <a:lnTo>
                    <a:pt x="15829" y="16046"/>
                  </a:lnTo>
                  <a:lnTo>
                    <a:pt x="11967" y="16046"/>
                  </a:lnTo>
                  <a:lnTo>
                    <a:pt x="11967" y="6539"/>
                  </a:lnTo>
                  <a:lnTo>
                    <a:pt x="6658" y="3101"/>
                  </a:lnTo>
                  <a:lnTo>
                    <a:pt x="6658" y="12533"/>
                  </a:lnTo>
                  <a:lnTo>
                    <a:pt x="4363" y="12533"/>
                  </a:lnTo>
                  <a:lnTo>
                    <a:pt x="4363" y="3101"/>
                  </a:lnTo>
                  <a:lnTo>
                    <a:pt x="1" y="3101"/>
                  </a:lnTo>
                  <a:lnTo>
                    <a:pt x="1" y="81590"/>
                  </a:lnTo>
                  <a:lnTo>
                    <a:pt x="23314" y="81590"/>
                  </a:lnTo>
                  <a:lnTo>
                    <a:pt x="23314" y="4852"/>
                  </a:lnTo>
                  <a:lnTo>
                    <a:pt x="15829" y="0"/>
                  </a:lnTo>
                  <a:close/>
                </a:path>
              </a:pathLst>
            </a:cu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pic>
          <p:nvPicPr>
            <p:cNvPr id="9015" name="Google Shape;9015;p67"/>
            <p:cNvPicPr preferRelativeResize="0"/>
            <p:nvPr/>
          </p:nvPicPr>
          <p:blipFill rotWithShape="1">
            <a:blip r:embed="rId4">
              <a:alphaModFix/>
            </a:blip>
            <a:srcRect l="748" r="748"/>
            <a:stretch/>
          </p:blipFill>
          <p:spPr>
            <a:xfrm>
              <a:off x="7939775" y="3650050"/>
              <a:ext cx="656425" cy="1629425"/>
            </a:xfrm>
            <a:prstGeom prst="rect">
              <a:avLst/>
            </a:prstGeom>
            <a:noFill/>
            <a:ln>
              <a:noFill/>
            </a:ln>
          </p:spPr>
        </p:pic>
      </p:grpSp>
      <p:sp>
        <p:nvSpPr>
          <p:cNvPr id="9016" name="Google Shape;9016;p67"/>
          <p:cNvSpPr txBox="1">
            <a:spLocks noGrp="1"/>
          </p:cNvSpPr>
          <p:nvPr>
            <p:ph type="title"/>
          </p:nvPr>
        </p:nvSpPr>
        <p:spPr>
          <a:xfrm>
            <a:off x="4643700" y="539525"/>
            <a:ext cx="3795000" cy="113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Bibliographical references</a:t>
            </a:r>
            <a:endParaRPr/>
          </a:p>
        </p:txBody>
      </p:sp>
      <p:sp>
        <p:nvSpPr>
          <p:cNvPr id="9017" name="Google Shape;9017;p67"/>
          <p:cNvSpPr txBox="1">
            <a:spLocks noGrp="1"/>
          </p:cNvSpPr>
          <p:nvPr>
            <p:ph type="subTitle" idx="1"/>
          </p:nvPr>
        </p:nvSpPr>
        <p:spPr>
          <a:xfrm>
            <a:off x="4609200" y="1827450"/>
            <a:ext cx="3829200" cy="247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clear? Lists like this one:</a:t>
            </a:r>
            <a:br>
              <a:rPr lang="en"/>
            </a:br>
            <a:endParaRPr/>
          </a:p>
          <a:p>
            <a:pPr marL="457200" lvl="0" indent="-317500" algn="l" rtl="0">
              <a:spcBef>
                <a:spcPts val="0"/>
              </a:spcBef>
              <a:spcAft>
                <a:spcPts val="0"/>
              </a:spcAft>
              <a:buSzPts val="1400"/>
              <a:buFont typeface="Barlow Semi Condensed"/>
              <a:buChar char="●"/>
            </a:pPr>
            <a:r>
              <a:rPr lang="en"/>
              <a:t>They’re simple </a:t>
            </a:r>
            <a:endParaRPr/>
          </a:p>
          <a:p>
            <a:pPr marL="457200" lvl="0" indent="-317500" algn="l" rtl="0">
              <a:spcBef>
                <a:spcPts val="0"/>
              </a:spcBef>
              <a:spcAft>
                <a:spcPts val="0"/>
              </a:spcAft>
              <a:buSzPts val="1400"/>
              <a:buFont typeface="Barlow Semi Condensed"/>
              <a:buChar char="●"/>
            </a:pPr>
            <a:r>
              <a:rPr lang="en"/>
              <a:t>You can organize your ideas clearly</a:t>
            </a:r>
            <a:endParaRPr/>
          </a:p>
          <a:p>
            <a:pPr marL="457200" lvl="0" indent="-317500" algn="l" rtl="0">
              <a:spcBef>
                <a:spcPts val="0"/>
              </a:spcBef>
              <a:spcAft>
                <a:spcPts val="0"/>
              </a:spcAft>
              <a:buSzPts val="1400"/>
              <a:buFont typeface="Barlow Semi Condensed"/>
              <a:buChar char="●"/>
            </a:pPr>
            <a:r>
              <a:rPr lang="en"/>
              <a:t>You’ll never forget to buy milk!</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And the most important thing: the audience won’t miss the point of your presentation at all. Let’s use lists</a:t>
            </a:r>
            <a:endParaRPr/>
          </a:p>
        </p:txBody>
      </p:sp>
      <p:grpSp>
        <p:nvGrpSpPr>
          <p:cNvPr id="9018" name="Google Shape;9018;p67"/>
          <p:cNvGrpSpPr/>
          <p:nvPr/>
        </p:nvGrpSpPr>
        <p:grpSpPr>
          <a:xfrm>
            <a:off x="953375" y="1245851"/>
            <a:ext cx="2651779" cy="2651799"/>
            <a:chOff x="953375" y="1245851"/>
            <a:chExt cx="2651779" cy="2651799"/>
          </a:xfrm>
        </p:grpSpPr>
        <p:sp>
          <p:nvSpPr>
            <p:cNvPr id="9019" name="Google Shape;9019;p67"/>
            <p:cNvSpPr/>
            <p:nvPr/>
          </p:nvSpPr>
          <p:spPr>
            <a:xfrm>
              <a:off x="953754" y="1246236"/>
              <a:ext cx="2651400" cy="2651400"/>
            </a:xfrm>
            <a:prstGeom prst="ellipse">
              <a:avLst/>
            </a:prstGeom>
            <a:solidFill>
              <a:schemeClr val="dk1"/>
            </a:solid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20" name="Google Shape;9020;p67"/>
            <p:cNvPicPr preferRelativeResize="0"/>
            <p:nvPr/>
          </p:nvPicPr>
          <p:blipFill rotWithShape="1">
            <a:blip r:embed="rId5">
              <a:alphaModFix/>
            </a:blip>
            <a:srcRect/>
            <a:stretch/>
          </p:blipFill>
          <p:spPr>
            <a:xfrm>
              <a:off x="953375" y="1245851"/>
              <a:ext cx="2651775" cy="2651799"/>
            </a:xfrm>
            <a:prstGeom prst="rect">
              <a:avLst/>
            </a:prstGeom>
            <a:noFill/>
            <a:ln>
              <a:noFill/>
            </a:ln>
          </p:spPr>
        </p:pic>
      </p:grpSp>
      <p:pic>
        <p:nvPicPr>
          <p:cNvPr id="9021" name="Google Shape;9021;p67"/>
          <p:cNvPicPr preferRelativeResize="0"/>
          <p:nvPr/>
        </p:nvPicPr>
        <p:blipFill rotWithShape="1">
          <a:blip r:embed="rId6">
            <a:alphaModFix amt="44000"/>
          </a:blip>
          <a:srcRect l="69" r="69"/>
          <a:stretch/>
        </p:blipFill>
        <p:spPr>
          <a:xfrm>
            <a:off x="888350" y="3165798"/>
            <a:ext cx="1164899" cy="1164900"/>
          </a:xfrm>
          <a:prstGeom prst="rect">
            <a:avLst/>
          </a:prstGeom>
          <a:noFill/>
          <a:ln>
            <a:noFill/>
          </a:ln>
        </p:spPr>
      </p:pic>
      <p:pic>
        <p:nvPicPr>
          <p:cNvPr id="9022" name="Google Shape;9022;p67"/>
          <p:cNvPicPr preferRelativeResize="0"/>
          <p:nvPr/>
        </p:nvPicPr>
        <p:blipFill rotWithShape="1">
          <a:blip r:embed="rId7">
            <a:alphaModFix amt="50000"/>
          </a:blip>
          <a:srcRect l="69" r="69"/>
          <a:stretch/>
        </p:blipFill>
        <p:spPr>
          <a:xfrm>
            <a:off x="3095736" y="1374125"/>
            <a:ext cx="665326" cy="665325"/>
          </a:xfrm>
          <a:prstGeom prst="rect">
            <a:avLst/>
          </a:prstGeom>
          <a:noFill/>
          <a:ln>
            <a:noFill/>
          </a:ln>
        </p:spPr>
      </p:pic>
      <p:pic>
        <p:nvPicPr>
          <p:cNvPr id="9023" name="Google Shape;9023;p67"/>
          <p:cNvPicPr preferRelativeResize="0"/>
          <p:nvPr/>
        </p:nvPicPr>
        <p:blipFill rotWithShape="1">
          <a:blip r:embed="rId8">
            <a:alphaModFix/>
          </a:blip>
          <a:srcRect l="69" r="69"/>
          <a:stretch/>
        </p:blipFill>
        <p:spPr>
          <a:xfrm>
            <a:off x="3070272" y="3207170"/>
            <a:ext cx="534875" cy="53485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027"/>
        <p:cNvGrpSpPr/>
        <p:nvPr/>
      </p:nvGrpSpPr>
      <p:grpSpPr>
        <a:xfrm>
          <a:off x="0" y="0"/>
          <a:ext cx="0" cy="0"/>
          <a:chOff x="0" y="0"/>
          <a:chExt cx="0" cy="0"/>
        </a:xfrm>
      </p:grpSpPr>
      <p:sp>
        <p:nvSpPr>
          <p:cNvPr id="9028" name="Google Shape;9028;p68"/>
          <p:cNvSpPr txBox="1">
            <a:spLocks noGrp="1"/>
          </p:cNvSpPr>
          <p:nvPr>
            <p:ph type="title"/>
          </p:nvPr>
        </p:nvSpPr>
        <p:spPr>
          <a:xfrm>
            <a:off x="2629200" y="748250"/>
            <a:ext cx="3885600" cy="103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9029" name="Google Shape;9029;p68"/>
          <p:cNvSpPr txBox="1">
            <a:spLocks noGrp="1"/>
          </p:cNvSpPr>
          <p:nvPr>
            <p:ph type="subTitle" idx="2"/>
          </p:nvPr>
        </p:nvSpPr>
        <p:spPr>
          <a:xfrm>
            <a:off x="2629200" y="4158899"/>
            <a:ext cx="3885600" cy="27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Please keep this slide for attribution</a:t>
            </a:r>
            <a:endParaRPr/>
          </a:p>
        </p:txBody>
      </p:sp>
      <p:sp>
        <p:nvSpPr>
          <p:cNvPr id="9030" name="Google Shape;9030;p68"/>
          <p:cNvSpPr txBox="1">
            <a:spLocks noGrp="1"/>
          </p:cNvSpPr>
          <p:nvPr>
            <p:ph type="subTitle" idx="1"/>
          </p:nvPr>
        </p:nvSpPr>
        <p:spPr>
          <a:xfrm>
            <a:off x="2063975" y="2022875"/>
            <a:ext cx="5016000" cy="138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b="1">
                <a:latin typeface="Lexend Deca"/>
                <a:ea typeface="Lexend Deca"/>
                <a:cs typeface="Lexend Deca"/>
                <a:sym typeface="Lexend Deca"/>
              </a:rPr>
              <a:t>Do you have any questions?</a:t>
            </a:r>
            <a:endParaRPr sz="2000" b="1">
              <a:latin typeface="Lexend Deca"/>
              <a:ea typeface="Lexend Deca"/>
              <a:cs typeface="Lexend Deca"/>
              <a:sym typeface="Lexend Deca"/>
            </a:endParaRPr>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Utopia Thesis Defense by Slidesgo">
  <a:themeElements>
    <a:clrScheme name="Simple Light">
      <a:dk1>
        <a:srgbClr val="FFFFFF"/>
      </a:dk1>
      <a:lt1>
        <a:srgbClr val="FF3EB1"/>
      </a:lt1>
      <a:dk2>
        <a:srgbClr val="8D00C9"/>
      </a:dk2>
      <a:lt2>
        <a:srgbClr val="25043A"/>
      </a:lt2>
      <a:accent1>
        <a:srgbClr val="C245D8"/>
      </a:accent1>
      <a:accent2>
        <a:srgbClr val="FF91BD"/>
      </a:accent2>
      <a:accent3>
        <a:srgbClr val="179AF6"/>
      </a:accent3>
      <a:accent4>
        <a:srgbClr val="2700FF"/>
      </a:accent4>
      <a:accent5>
        <a:srgbClr val="FFD503"/>
      </a:accent5>
      <a:accent6>
        <a:srgbClr val="F4AB3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1062</Words>
  <Application>Microsoft Office PowerPoint</Application>
  <PresentationFormat>On-screen Show (16:9)</PresentationFormat>
  <Paragraphs>184</Paragraphs>
  <Slides>30</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Faustina SemiBold</vt:lpstr>
      <vt:lpstr>Arial</vt:lpstr>
      <vt:lpstr>Bodoni Moda</vt:lpstr>
      <vt:lpstr>Faustina</vt:lpstr>
      <vt:lpstr>Lexend Deca</vt:lpstr>
      <vt:lpstr>Barlow Semi Condensed</vt:lpstr>
      <vt:lpstr>Lexend Deca Light</vt:lpstr>
      <vt:lpstr>Faustina Light</vt:lpstr>
      <vt:lpstr>Utopia Thesis Defense by Slidesgo</vt:lpstr>
      <vt:lpstr>Utopia Of 2L Co</vt:lpstr>
      <vt:lpstr>Table of contents</vt:lpstr>
      <vt:lpstr>Our fields </vt:lpstr>
      <vt:lpstr>Introduction</vt:lpstr>
      <vt:lpstr> Education</vt:lpstr>
      <vt:lpstr>Economics</vt:lpstr>
      <vt:lpstr>NEXT.STEP.CAREER</vt:lpstr>
      <vt:lpstr> what is Poverty:</vt:lpstr>
      <vt:lpstr>PowerPoint Presentation</vt:lpstr>
      <vt:lpstr>44,000,000</vt:lpstr>
      <vt:lpstr>Architecture</vt:lpstr>
      <vt:lpstr>Health</vt:lpstr>
      <vt:lpstr>Technology</vt:lpstr>
      <vt:lpstr>Current situation &amp; problems statement</vt:lpstr>
      <vt:lpstr>Hypothesis</vt:lpstr>
      <vt:lpstr>Awesome words</vt:lpstr>
      <vt:lpstr>Theoretical framework</vt:lpstr>
      <vt:lpstr>Schedule</vt:lpstr>
      <vt:lpstr>A picture is worth a thousand words</vt:lpstr>
      <vt:lpstr>A picture always reinforces the concept</vt:lpstr>
      <vt:lpstr>Map</vt:lpstr>
      <vt:lpstr>Methodology</vt:lpstr>
      <vt:lpstr>Table</vt:lpstr>
      <vt:lpstr>Analysis &amp; development</vt:lpstr>
      <vt:lpstr>Analysis &amp; development</vt:lpstr>
      <vt:lpstr>Analysis of the results</vt:lpstr>
      <vt:lpstr>Discussion</vt:lpstr>
      <vt:lpstr>Conclusion</vt:lpstr>
      <vt:lpstr>Bibliographical 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Utopia Thesis Defense</dc:title>
  <dc:creator>yassmin ayman</dc:creator>
  <cp:lastModifiedBy>Youssif Mansour</cp:lastModifiedBy>
  <cp:revision>11</cp:revision>
  <dcterms:modified xsi:type="dcterms:W3CDTF">2023-12-11T04:44:02Z</dcterms:modified>
</cp:coreProperties>
</file>